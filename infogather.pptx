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12"/>
  </p:notesMasterIdLst>
  <p:sldIdLst>
    <p:sldId id="256" r:id="rId5"/>
    <p:sldId id="2147471222" r:id="rId6"/>
    <p:sldId id="2147471230" r:id="rId7"/>
    <p:sldId id="2147471223" r:id="rId8"/>
    <p:sldId id="2147471229" r:id="rId9"/>
    <p:sldId id="2147471217" r:id="rId10"/>
    <p:sldId id="2147471226" r:id="rId11"/>
  </p:sldIdLst>
  <p:sldSz cx="11520488" cy="64801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2" roundtripDataSignature="AMtx7mhqKJAzFugGzrpaCdpbPJOL8Owfd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周立筠-數位金融部-證券" initials="MSOffice" lastIdx="1" clrIdx="0">
    <p:extLst>
      <p:ext uri="{19B8F6BF-5375-455C-9EA6-DF929625EA0E}">
        <p15:presenceInfo xmlns:p15="http://schemas.microsoft.com/office/powerpoint/2012/main" userId="周立筠-數位金融部-證券" providerId="None"/>
      </p:ext>
    </p:extLst>
  </p:cmAuthor>
  <p:cmAuthor id="2" name="吳憲驊-人力資源處-永豐銀行" initials="吳憲驊-人力資源處-永豐銀行" lastIdx="1" clrIdx="1">
    <p:extLst>
      <p:ext uri="{19B8F6BF-5375-455C-9EA6-DF929625EA0E}">
        <p15:presenceInfo xmlns:p15="http://schemas.microsoft.com/office/powerpoint/2012/main" userId="S::simonwu@sinopac.com::c372d5aa-c765-4280-a5c9-548c4152a5d4" providerId="AD"/>
      </p:ext>
    </p:extLst>
  </p:cmAuthor>
  <p:cmAuthor id="3" name="張天豪-數位金融處-永豐銀行" initials="張天豪-數位金融處-永豐銀行" lastIdx="1" clrIdx="2">
    <p:extLst>
      <p:ext uri="{19B8F6BF-5375-455C-9EA6-DF929625EA0E}">
        <p15:presenceInfo xmlns:p15="http://schemas.microsoft.com/office/powerpoint/2012/main" userId="S::darby@sinopac.com::0d835702-99c9-4ef6-82d8-3ca86d4ccc1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006"/>
    <a:srgbClr val="713F12"/>
    <a:srgbClr val="854D0E"/>
    <a:srgbClr val="A16207"/>
    <a:srgbClr val="CA8A04"/>
    <a:srgbClr val="EAB308"/>
    <a:srgbClr val="FACC15"/>
    <a:srgbClr val="FDE047"/>
    <a:srgbClr val="FEF08A"/>
    <a:srgbClr val="FEF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38"/>
    <p:restoredTop sz="89538"/>
  </p:normalViewPr>
  <p:slideViewPr>
    <p:cSldViewPr snapToGrid="0">
      <p:cViewPr>
        <p:scale>
          <a:sx n="106" d="100"/>
          <a:sy n="106" d="100"/>
        </p:scale>
        <p:origin x="1392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3" Type="http://schemas.openxmlformats.org/officeDocument/2006/relationships/commentAuthors" Target="commentAuthors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52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56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鄧昱辰-數位金融處-永豐銀行" userId="S::abnerden@sinopac.com::bac69c27-d65c-4a8e-9604-5b752fd98276" providerId="AD" clId="Web-{BD436DF0-F36C-3C10-2DF2-C064A6340344}"/>
    <pc:docChg chg="modSld">
      <pc:chgData name="鄧昱辰-數位金融處-永豐銀行" userId="S::abnerden@sinopac.com::bac69c27-d65c-4a8e-9604-5b752fd98276" providerId="AD" clId="Web-{BD436DF0-F36C-3C10-2DF2-C064A6340344}" dt="2025-07-02T08:48:48.862" v="4" actId="20577"/>
      <pc:docMkLst>
        <pc:docMk/>
      </pc:docMkLst>
      <pc:sldChg chg="modSp">
        <pc:chgData name="鄧昱辰-數位金融處-永豐銀行" userId="S::abnerden@sinopac.com::bac69c27-d65c-4a8e-9604-5b752fd98276" providerId="AD" clId="Web-{BD436DF0-F36C-3C10-2DF2-C064A6340344}" dt="2025-07-02T08:48:48.862" v="4" actId="20577"/>
        <pc:sldMkLst>
          <pc:docMk/>
          <pc:sldMk cId="4060586183" sldId="2147471188"/>
        </pc:sldMkLst>
      </pc:sldChg>
    </pc:docChg>
  </pc:docChgLst>
  <pc:docChgLst>
    <pc:chgData name="周立筠-數據應用部-永豐金證券" userId="ee349c15-f274-43a3-b0c9-48d528d95247" providerId="ADAL" clId="{60EF727E-7560-4199-9548-178954D6DF8E}"/>
    <pc:docChg chg="undo custSel modSld">
      <pc:chgData name="周立筠-數據應用部-永豐金證券" userId="ee349c15-f274-43a3-b0c9-48d528d95247" providerId="ADAL" clId="{60EF727E-7560-4199-9548-178954D6DF8E}" dt="2024-08-23T09:45:13.775" v="159" actId="14100"/>
      <pc:docMkLst>
        <pc:docMk/>
      </pc:docMkLst>
      <pc:sldChg chg="modSp addCm modCm">
        <pc:chgData name="周立筠-數據應用部-永豐金證券" userId="ee349c15-f274-43a3-b0c9-48d528d95247" providerId="ADAL" clId="{60EF727E-7560-4199-9548-178954D6DF8E}" dt="2024-08-23T09:28:50.074" v="151" actId="14100"/>
        <pc:sldMkLst>
          <pc:docMk/>
          <pc:sldMk cId="3262633635" sldId="297"/>
        </pc:sldMkLst>
      </pc:sldChg>
      <pc:sldChg chg="addSp delSp modSp">
        <pc:chgData name="周立筠-數據應用部-永豐金證券" userId="ee349c15-f274-43a3-b0c9-48d528d95247" providerId="ADAL" clId="{60EF727E-7560-4199-9548-178954D6DF8E}" dt="2024-08-23T09:45:13.775" v="159" actId="14100"/>
        <pc:sldMkLst>
          <pc:docMk/>
          <pc:sldMk cId="2826782116" sldId="298"/>
        </pc:sldMkLst>
      </pc:sldChg>
    </pc:docChg>
  </pc:docChgLst>
  <pc:docChgLst>
    <pc:chgData name="周立筠-數據應用部-永豐金證券" userId="ee349c15-f274-43a3-b0c9-48d528d95247" providerId="ADAL" clId="{3FB2CB3A-96A0-4538-BF95-B43B96849497}"/>
    <pc:docChg chg="undo custSel addSld modSld sldOrd">
      <pc:chgData name="周立筠-數據應用部-永豐金證券" userId="ee349c15-f274-43a3-b0c9-48d528d95247" providerId="ADAL" clId="{3FB2CB3A-96A0-4538-BF95-B43B96849497}" dt="2024-09-06T07:42:04.870" v="136" actId="20577"/>
      <pc:docMkLst>
        <pc:docMk/>
      </pc:docMkLst>
      <pc:sldChg chg="modSp ord">
        <pc:chgData name="周立筠-數據應用部-永豐金證券" userId="ee349c15-f274-43a3-b0c9-48d528d95247" providerId="ADAL" clId="{3FB2CB3A-96A0-4538-BF95-B43B96849497}" dt="2024-09-06T07:32:13.670" v="14" actId="20577"/>
        <pc:sldMkLst>
          <pc:docMk/>
          <pc:sldMk cId="2022153893" sldId="295"/>
        </pc:sldMkLst>
      </pc:sldChg>
      <pc:sldChg chg="ord">
        <pc:chgData name="周立筠-數據應用部-永豐金證券" userId="ee349c15-f274-43a3-b0c9-48d528d95247" providerId="ADAL" clId="{3FB2CB3A-96A0-4538-BF95-B43B96849497}" dt="2024-09-06T07:29:51.430" v="5" actId="20577"/>
        <pc:sldMkLst>
          <pc:docMk/>
          <pc:sldMk cId="4245503187" sldId="2147471171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31:40.591" v="11" actId="14734"/>
        <pc:sldMkLst>
          <pc:docMk/>
          <pc:sldMk cId="1504610650" sldId="2147471172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42:04.870" v="136" actId="20577"/>
        <pc:sldMkLst>
          <pc:docMk/>
          <pc:sldMk cId="3155411272" sldId="2147471173"/>
        </pc:sldMkLst>
      </pc:sldChg>
    </pc:docChg>
  </pc:docChgLst>
  <pc:docChgLst>
    <pc:chgData name="陳韋樺-數位科技處-永豐金控" userId="701130e9-61c9-4993-9d2b-72f9303521e5" providerId="ADAL" clId="{80DAA328-AAE6-42A8-AA4F-C352BC19A94D}"/>
    <pc:docChg chg="undo custSel modSld">
      <pc:chgData name="陳韋樺-數位科技處-永豐金控" userId="701130e9-61c9-4993-9d2b-72f9303521e5" providerId="ADAL" clId="{80DAA328-AAE6-42A8-AA4F-C352BC19A94D}" dt="2025-07-08T01:43:26.008" v="4" actId="20577"/>
      <pc:docMkLst>
        <pc:docMk/>
      </pc:docMkLst>
      <pc:sldChg chg="modSp mod">
        <pc:chgData name="陳韋樺-數位科技處-永豐金控" userId="701130e9-61c9-4993-9d2b-72f9303521e5" providerId="ADAL" clId="{80DAA328-AAE6-42A8-AA4F-C352BC19A94D}" dt="2025-07-08T01:43:26.008" v="4" actId="20577"/>
        <pc:sldMkLst>
          <pc:docMk/>
          <pc:sldMk cId="0" sldId="256"/>
        </pc:sldMkLst>
      </pc:sldChg>
    </pc:docChg>
  </pc:docChgLst>
  <pc:docChgLst>
    <pc:chgData name="張天豪-數位金融處-永豐銀行" userId="0d835702-99c9-4ef6-82d8-3ca86d4ccc15" providerId="ADAL" clId="{D2AF67AB-EFE6-5583-B6E8-67F78036965D}"/>
    <pc:docChg chg="custSel addSld delSld modSld modSection">
      <pc:chgData name="張天豪-數位金融處-永豐銀行" userId="0d835702-99c9-4ef6-82d8-3ca86d4ccc15" providerId="ADAL" clId="{D2AF67AB-EFE6-5583-B6E8-67F78036965D}" dt="2025-09-15T05:42:40.118" v="2" actId="2696"/>
      <pc:docMkLst>
        <pc:docMk/>
      </pc:docMkLst>
      <pc:sldChg chg="addSp delSp modSp new del mod chgLayout">
        <pc:chgData name="張天豪-數位金融處-永豐銀行" userId="0d835702-99c9-4ef6-82d8-3ca86d4ccc15" providerId="ADAL" clId="{D2AF67AB-EFE6-5583-B6E8-67F78036965D}" dt="2025-09-15T05:42:40.118" v="2" actId="2696"/>
        <pc:sldMkLst>
          <pc:docMk/>
          <pc:sldMk cId="4260387952" sldId="2147471190"/>
        </pc:sldMkLst>
        <pc:spChg chg="del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2" creationId="{C8E2D793-753F-D8E0-6C96-C3E4A92D305F}"/>
          </ac:spMkLst>
        </pc:spChg>
        <pc:spChg chg="add mod ord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3" creationId="{4720BA31-8393-D7D0-C165-7006096CE23F}"/>
          </ac:spMkLst>
        </pc:spChg>
      </pc:sldChg>
    </pc:docChg>
  </pc:docChgLst>
  <pc:docChgLst>
    <pc:chgData name="張天豪-數位金融處-永豐銀行" userId="0d835702-99c9-4ef6-82d8-3ca86d4ccc15" providerId="ADAL" clId="{3535DB18-1BBF-46AC-A302-CA4DEF9EDE65}"/>
    <pc:docChg chg="undo custSel modSld modMainMaster">
      <pc:chgData name="張天豪-數位金融處-永豐銀行" userId="0d835702-99c9-4ef6-82d8-3ca86d4ccc15" providerId="ADAL" clId="{3535DB18-1BBF-46AC-A302-CA4DEF9EDE65}" dt="2024-08-27T06:35:43.088" v="30" actId="478"/>
      <pc:docMkLst>
        <pc:docMk/>
      </pc:docMkLst>
      <pc:sldChg chg="modSp mod addCm">
        <pc:chgData name="張天豪-數位金融處-永豐銀行" userId="0d835702-99c9-4ef6-82d8-3ca86d4ccc15" providerId="ADAL" clId="{3535DB18-1BBF-46AC-A302-CA4DEF9EDE65}" dt="2024-08-27T06:35:05.491" v="23" actId="15"/>
        <pc:sldMkLst>
          <pc:docMk/>
          <pc:sldMk cId="0" sldId="258"/>
        </pc:sldMkLst>
      </pc:sldChg>
      <pc:sldMasterChg chg="modSldLayout">
        <pc:chgData name="張天豪-數位金融處-永豐銀行" userId="0d835702-99c9-4ef6-82d8-3ca86d4ccc15" providerId="ADAL" clId="{3535DB18-1BBF-46AC-A302-CA4DEF9EDE65}" dt="2024-08-27T06:35:43.088" v="30" actId="478"/>
        <pc:sldMasterMkLst>
          <pc:docMk/>
          <pc:sldMasterMk cId="0" sldId="2147483648"/>
        </pc:sldMasterMkLst>
        <pc:sldLayoutChg chg="addSp delSp modSp mod">
          <pc:chgData name="張天豪-數位金融處-永豐銀行" userId="0d835702-99c9-4ef6-82d8-3ca86d4ccc15" providerId="ADAL" clId="{3535DB18-1BBF-46AC-A302-CA4DEF9EDE65}" dt="2024-08-27T06:35:43.088" v="30" actId="478"/>
          <pc:sldLayoutMkLst>
            <pc:docMk/>
            <pc:sldMasterMk cId="0" sldId="2147483648"/>
            <pc:sldLayoutMk cId="0" sldId="2147483652"/>
          </pc:sldLayoutMkLst>
        </pc:sldLayoutChg>
      </pc:sldMasterChg>
    </pc:docChg>
  </pc:docChgLst>
  <pc:docChgLst>
    <pc:chgData name="傅安-數位金融處-永豐銀行" userId="c8345a55-179c-4faf-b159-cca2c6631c14" providerId="ADAL" clId="{E1FFCD7C-0205-415A-938E-C70C935D38B7}"/>
    <pc:docChg chg="undo custSel addSld delSld modSection">
      <pc:chgData name="傅安-數位金融處-永豐銀行" userId="c8345a55-179c-4faf-b159-cca2c6631c14" providerId="ADAL" clId="{E1FFCD7C-0205-415A-938E-C70C935D38B7}" dt="2025-10-31T09:22:15.910" v="1" actId="47"/>
      <pc:docMkLst>
        <pc:docMk/>
      </pc:docMkLst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7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8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9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0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1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4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2406361714" sldId="29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3467411777" sldId="2147471189"/>
        </pc:sldMkLst>
      </pc:sldChg>
    </pc:docChg>
  </pc:docChgLst>
  <pc:docChgLst>
    <pc:chgData name="張天豪-數位金融處-永豐銀行" userId="0d835702-99c9-4ef6-82d8-3ca86d4ccc15" providerId="ADAL" clId="{13649D83-BEB4-0446-824D-B84D0069EC2E}"/>
    <pc:docChg chg="undo custSel addSld modSld sldOrd modSection">
      <pc:chgData name="張天豪-數位金融處-永豐銀行" userId="0d835702-99c9-4ef6-82d8-3ca86d4ccc15" providerId="ADAL" clId="{13649D83-BEB4-0446-824D-B84D0069EC2E}" dt="2024-09-30T06:06:32.388" v="718" actId="404"/>
      <pc:docMkLst>
        <pc:docMk/>
      </pc:docMkLst>
      <pc:sldChg chg="modSp mod">
        <pc:chgData name="張天豪-數位金融處-永豐銀行" userId="0d835702-99c9-4ef6-82d8-3ca86d4ccc15" providerId="ADAL" clId="{13649D83-BEB4-0446-824D-B84D0069EC2E}" dt="2024-09-30T06:05:54.645" v="708" actId="6549"/>
        <pc:sldMkLst>
          <pc:docMk/>
          <pc:sldMk cId="0" sldId="258"/>
        </pc:sldMkLst>
      </pc:sldChg>
      <pc:sldChg chg="modSp mod">
        <pc:chgData name="張天豪-數位金融處-永豐銀行" userId="0d835702-99c9-4ef6-82d8-3ca86d4ccc15" providerId="ADAL" clId="{13649D83-BEB4-0446-824D-B84D0069EC2E}" dt="2024-09-22T01:12:10.917" v="128" actId="14734"/>
        <pc:sldMkLst>
          <pc:docMk/>
          <pc:sldMk cId="0" sldId="262"/>
        </pc:sldMkLst>
      </pc:sldChg>
      <pc:sldChg chg="modSp mod">
        <pc:chgData name="張天豪-數位金融處-永豐銀行" userId="0d835702-99c9-4ef6-82d8-3ca86d4ccc15" providerId="ADAL" clId="{13649D83-BEB4-0446-824D-B84D0069EC2E}" dt="2024-09-22T01:05:29.023" v="3" actId="15"/>
        <pc:sldMkLst>
          <pc:docMk/>
          <pc:sldMk cId="4191026547" sldId="299"/>
        </pc:sldMkLst>
      </pc:sldChg>
      <pc:sldChg chg="modSp mod">
        <pc:chgData name="張天豪-數位金融處-永豐銀行" userId="0d835702-99c9-4ef6-82d8-3ca86d4ccc15" providerId="ADAL" clId="{13649D83-BEB4-0446-824D-B84D0069EC2E}" dt="2024-09-22T01:16:48.728" v="140" actId="20577"/>
        <pc:sldMkLst>
          <pc:docMk/>
          <pc:sldMk cId="393315683" sldId="2147471185"/>
        </pc:sldMkLst>
      </pc:sldChg>
      <pc:sldChg chg="addSp delSp modSp new mod modClrScheme chgLayout">
        <pc:chgData name="張天豪-數位金融處-永豐銀行" userId="0d835702-99c9-4ef6-82d8-3ca86d4ccc15" providerId="ADAL" clId="{13649D83-BEB4-0446-824D-B84D0069EC2E}" dt="2024-09-30T06:06:32.388" v="718" actId="404"/>
        <pc:sldMkLst>
          <pc:docMk/>
          <pc:sldMk cId="4060586183" sldId="2147471188"/>
        </pc:sldMkLst>
      </pc:sldChg>
      <pc:sldChg chg="modSp mod">
        <pc:chgData name="張天豪-數位金融處-永豐銀行" userId="0d835702-99c9-4ef6-82d8-3ca86d4ccc15" providerId="ADAL" clId="{13649D83-BEB4-0446-824D-B84D0069EC2E}" dt="2024-09-30T06:05:26.038" v="680" actId="255"/>
        <pc:sldMkLst>
          <pc:docMk/>
          <pc:sldMk cId="3467411777" sldId="2147471189"/>
        </pc:sldMkLst>
      </pc:sldChg>
    </pc:docChg>
  </pc:docChgLst>
  <pc:docChgLst>
    <pc:chgData name="吳憲驊-人力資源處-永豐銀行" userId="S::simonwu@sinopac.com::c372d5aa-c765-4280-a5c9-548c4152a5d4" providerId="AD" clId="Web-{566E13FB-08C0-32D8-F6D2-084C6563C8D8}"/>
    <pc:docChg chg="modSld">
      <pc:chgData name="吳憲驊-人力資源處-永豐銀行" userId="S::simonwu@sinopac.com::c372d5aa-c765-4280-a5c9-548c4152a5d4" providerId="AD" clId="Web-{566E13FB-08C0-32D8-F6D2-084C6563C8D8}" dt="2024-08-29T09:14:57.922" v="14" actId="20577"/>
      <pc:docMkLst>
        <pc:docMk/>
      </pc:docMkLst>
      <pc:sldChg chg="modSp">
        <pc:chgData name="吳憲驊-人力資源處-永豐銀行" userId="S::simonwu@sinopac.com::c372d5aa-c765-4280-a5c9-548c4152a5d4" providerId="AD" clId="Web-{566E13FB-08C0-32D8-F6D2-084C6563C8D8}" dt="2024-08-29T09:14:57.922" v="14" actId="20577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EBE3A055-FF26-45CD-9847-CB698884E610}"/>
    <pc:docChg chg="undo redo custSel addSld delSld modSld sldOrd modMainMaster addSection delSection modSection">
      <pc:chgData name="吳憲驊-人力資源處-永豐銀行" userId="c372d5aa-c765-4280-a5c9-548c4152a5d4" providerId="ADAL" clId="{EBE3A055-FF26-45CD-9847-CB698884E610}" dt="2024-09-30T06:05:20.298" v="4408" actId="404"/>
      <pc:docMkLst>
        <pc:docMk/>
      </pc:docMkLst>
      <pc:sldChg chg="modSp mod">
        <pc:chgData name="吳憲驊-人力資源處-永豐銀行" userId="c372d5aa-c765-4280-a5c9-548c4152a5d4" providerId="ADAL" clId="{EBE3A055-FF26-45CD-9847-CB698884E610}" dt="2024-09-06T01:52:09.293" v="932" actId="948"/>
        <pc:sldMkLst>
          <pc:docMk/>
          <pc:sldMk cId="0" sldId="256"/>
        </pc:sldMkLst>
      </pc:sldChg>
      <pc:sldChg chg="addSp delSp modSp mod modClrScheme delCm chgLayout">
        <pc:chgData name="吳憲驊-人力資源處-永豐銀行" userId="c372d5aa-c765-4280-a5c9-548c4152a5d4" providerId="ADAL" clId="{EBE3A055-FF26-45CD-9847-CB698884E610}" dt="2024-09-30T03:54:33.357" v="4288" actId="700"/>
        <pc:sldMkLst>
          <pc:docMk/>
          <pc:sldMk cId="0" sldId="258"/>
        </pc:sldMkLst>
      </pc:sldChg>
      <pc:sldChg chg="modSp mod">
        <pc:chgData name="吳憲驊-人力資源處-永豐銀行" userId="c372d5aa-c765-4280-a5c9-548c4152a5d4" providerId="ADAL" clId="{EBE3A055-FF26-45CD-9847-CB698884E610}" dt="2024-09-30T03:30:19.007" v="3758" actId="207"/>
        <pc:sldMkLst>
          <pc:docMk/>
          <pc:sldMk cId="0" sldId="259"/>
        </pc:sldMkLst>
      </pc:sldChg>
      <pc:sldChg chg="modSp mod">
        <pc:chgData name="吳憲驊-人力資源處-永豐銀行" userId="c372d5aa-c765-4280-a5c9-548c4152a5d4" providerId="ADAL" clId="{EBE3A055-FF26-45CD-9847-CB698884E610}" dt="2024-09-30T03:30:24.098" v="3760" actId="404"/>
        <pc:sldMkLst>
          <pc:docMk/>
          <pc:sldMk cId="0" sldId="260"/>
        </pc:sldMkLst>
      </pc:sldChg>
      <pc:sldChg chg="modSp mod">
        <pc:chgData name="吳憲驊-人力資源處-永豐銀行" userId="c372d5aa-c765-4280-a5c9-548c4152a5d4" providerId="ADAL" clId="{EBE3A055-FF26-45CD-9847-CB698884E610}" dt="2024-09-30T03:30:26.553" v="3762" actId="404"/>
        <pc:sldMkLst>
          <pc:docMk/>
          <pc:sldMk cId="0" sldId="261"/>
        </pc:sldMkLst>
      </pc:sldChg>
      <pc:sldChg chg="modSp mod">
        <pc:chgData name="吳憲驊-人力資源處-永豐銀行" userId="c372d5aa-c765-4280-a5c9-548c4152a5d4" providerId="ADAL" clId="{EBE3A055-FF26-45CD-9847-CB698884E610}" dt="2024-09-30T03:16:45.585" v="3597" actId="404"/>
        <pc:sldMkLst>
          <pc:docMk/>
          <pc:sldMk cId="0" sldId="262"/>
        </pc:sldMkLst>
      </pc:sldChg>
      <pc:sldChg chg="modSp del mod">
        <pc:chgData name="吳憲驊-人力資源處-永豐銀行" userId="c372d5aa-c765-4280-a5c9-548c4152a5d4" providerId="ADAL" clId="{EBE3A055-FF26-45CD-9847-CB698884E610}" dt="2024-09-06T10:03:19.657" v="2377" actId="47"/>
        <pc:sldMkLst>
          <pc:docMk/>
          <pc:sldMk cId="0" sldId="263"/>
        </pc:sldMkLst>
      </pc:sldChg>
      <pc:sldChg chg="ord">
        <pc:chgData name="吳憲驊-人力資源處-永豐銀行" userId="c372d5aa-c765-4280-a5c9-548c4152a5d4" providerId="ADAL" clId="{EBE3A055-FF26-45CD-9847-CB698884E610}" dt="2024-09-06T10:05:31.351" v="2385" actId="404"/>
        <pc:sldMkLst>
          <pc:docMk/>
          <pc:sldMk cId="0" sldId="264"/>
        </pc:sldMkLst>
      </pc:sldChg>
      <pc:sldChg chg="modSp del mod ord">
        <pc:chgData name="吳憲驊-人力資源處-永豐銀行" userId="c372d5aa-c765-4280-a5c9-548c4152a5d4" providerId="ADAL" clId="{EBE3A055-FF26-45CD-9847-CB698884E610}" dt="2024-09-06T10:08:06.584" v="2435" actId="47"/>
        <pc:sldMkLst>
          <pc:docMk/>
          <pc:sldMk cId="0" sldId="265"/>
        </pc:sldMkLst>
      </pc:sldChg>
      <pc:sldChg chg="modSp mod">
        <pc:chgData name="吳憲驊-人力資源處-永豐銀行" userId="c372d5aa-c765-4280-a5c9-548c4152a5d4" providerId="ADAL" clId="{EBE3A055-FF26-45CD-9847-CB698884E610}" dt="2024-09-06T02:41:12.502" v="1440" actId="404"/>
        <pc:sldMkLst>
          <pc:docMk/>
          <pc:sldMk cId="0" sldId="266"/>
        </pc:sldMkLst>
      </pc:sldChg>
      <pc:sldChg chg="modSp mod">
        <pc:chgData name="吳憲驊-人力資源處-永豐銀行" userId="c372d5aa-c765-4280-a5c9-548c4152a5d4" providerId="ADAL" clId="{EBE3A055-FF26-45CD-9847-CB698884E610}" dt="2024-09-06T09:10:15.245" v="1774" actId="108"/>
        <pc:sldMkLst>
          <pc:docMk/>
          <pc:sldMk cId="0" sldId="267"/>
        </pc:sldMkLst>
      </pc:sldChg>
      <pc:sldChg chg="modSp mod">
        <pc:chgData name="吳憲驊-人力資源處-永豐銀行" userId="c372d5aa-c765-4280-a5c9-548c4152a5d4" providerId="ADAL" clId="{EBE3A055-FF26-45CD-9847-CB698884E610}" dt="2024-09-06T02:17:10.131" v="1114" actId="20577"/>
        <pc:sldMkLst>
          <pc:docMk/>
          <pc:sldMk cId="0" sldId="268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0.576" v="1639" actId="47"/>
        <pc:sldMkLst>
          <pc:docMk/>
          <pc:sldMk cId="0" sldId="269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7.944" v="1640" actId="47"/>
        <pc:sldMkLst>
          <pc:docMk/>
          <pc:sldMk cId="0" sldId="270"/>
        </pc:sldMkLst>
      </pc:sldChg>
      <pc:sldChg chg="modSp mod">
        <pc:chgData name="吳憲驊-人力資源處-永豐銀行" userId="c372d5aa-c765-4280-a5c9-548c4152a5d4" providerId="ADAL" clId="{EBE3A055-FF26-45CD-9847-CB698884E610}" dt="2024-09-30T03:34:57.167" v="3786" actId="207"/>
        <pc:sldMkLst>
          <pc:docMk/>
          <pc:sldMk cId="0" sldId="271"/>
        </pc:sldMkLst>
      </pc:sldChg>
      <pc:sldChg chg="del">
        <pc:chgData name="吳憲驊-人力資源處-永豐銀行" userId="c372d5aa-c765-4280-a5c9-548c4152a5d4" providerId="ADAL" clId="{EBE3A055-FF26-45CD-9847-CB698884E610}" dt="2024-09-06T02:06:21.412" v="959" actId="47"/>
        <pc:sldMkLst>
          <pc:docMk/>
          <pc:sldMk cId="0" sldId="272"/>
        </pc:sldMkLst>
      </pc:sldChg>
      <pc:sldChg chg="del">
        <pc:chgData name="吳憲驊-人力資源處-永豐銀行" userId="c372d5aa-c765-4280-a5c9-548c4152a5d4" providerId="ADAL" clId="{EBE3A055-FF26-45CD-9847-CB698884E610}" dt="2024-09-06T02:06:22.515" v="960" actId="47"/>
        <pc:sldMkLst>
          <pc:docMk/>
          <pc:sldMk cId="0" sldId="273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4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5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6"/>
        </pc:sldMkLst>
      </pc:sldChg>
      <pc:sldChg chg="modSp del mod ord">
        <pc:chgData name="吳憲驊-人力資源處-永豐銀行" userId="c372d5aa-c765-4280-a5c9-548c4152a5d4" providerId="ADAL" clId="{EBE3A055-FF26-45CD-9847-CB698884E610}" dt="2024-09-06T03:23:38.051" v="1729" actId="47"/>
        <pc:sldMkLst>
          <pc:docMk/>
          <pc:sldMk cId="0" sldId="277"/>
        </pc:sldMkLst>
      </pc:sldChg>
      <pc:sldChg chg="modSp del mod">
        <pc:chgData name="吳憲驊-人力資源處-永豐銀行" userId="c372d5aa-c765-4280-a5c9-548c4152a5d4" providerId="ADAL" clId="{EBE3A055-FF26-45CD-9847-CB698884E610}" dt="2024-09-06T02:06:25.232" v="961" actId="47"/>
        <pc:sldMkLst>
          <pc:docMk/>
          <pc:sldMk cId="0" sldId="278"/>
        </pc:sldMkLst>
      </pc:sldChg>
      <pc:sldChg chg="del">
        <pc:chgData name="吳憲驊-人力資源處-永豐銀行" userId="c372d5aa-c765-4280-a5c9-548c4152a5d4" providerId="ADAL" clId="{EBE3A055-FF26-45CD-9847-CB698884E610}" dt="2024-09-06T02:06:26.187" v="962" actId="47"/>
        <pc:sldMkLst>
          <pc:docMk/>
          <pc:sldMk cId="0" sldId="279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17.105" v="4374" actId="14100"/>
        <pc:sldMkLst>
          <pc:docMk/>
          <pc:sldMk cId="0" sldId="281"/>
        </pc:sldMkLst>
      </pc:sldChg>
      <pc:sldChg chg="modSp mod">
        <pc:chgData name="吳憲驊-人力資源處-永豐銀行" userId="c372d5aa-c765-4280-a5c9-548c4152a5d4" providerId="ADAL" clId="{EBE3A055-FF26-45CD-9847-CB698884E610}" dt="2024-09-24T01:16:46.073" v="2669" actId="1076"/>
        <pc:sldMkLst>
          <pc:docMk/>
          <pc:sldMk cId="0" sldId="282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20.298" v="4408" actId="404"/>
        <pc:sldMkLst>
          <pc:docMk/>
          <pc:sldMk cId="0" sldId="286"/>
        </pc:sldMkLst>
      </pc:sldChg>
      <pc:sldChg chg="modSp mod">
        <pc:chgData name="吳憲驊-人力資源處-永豐銀行" userId="c372d5aa-c765-4280-a5c9-548c4152a5d4" providerId="ADAL" clId="{EBE3A055-FF26-45CD-9847-CB698884E610}" dt="2024-09-30T03:32:58.465" v="3765" actId="20577"/>
        <pc:sldMkLst>
          <pc:docMk/>
          <pc:sldMk cId="0" sldId="287"/>
        </pc:sldMkLst>
      </pc:sldChg>
      <pc:sldChg chg="modSp mod">
        <pc:chgData name="吳憲驊-人力資源處-永豐銀行" userId="c372d5aa-c765-4280-a5c9-548c4152a5d4" providerId="ADAL" clId="{EBE3A055-FF26-45CD-9847-CB698884E610}" dt="2024-09-30T03:33:00.811" v="3766" actId="20577"/>
        <pc:sldMkLst>
          <pc:docMk/>
          <pc:sldMk cId="0" sldId="288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17.629" v="4406" actId="700"/>
        <pc:sldMkLst>
          <pc:docMk/>
          <pc:sldMk cId="0" sldId="289"/>
        </pc:sldMkLst>
      </pc:sldChg>
      <pc:sldChg chg="modSp mod">
        <pc:chgData name="吳憲驊-人力資源處-永豐銀行" userId="c372d5aa-c765-4280-a5c9-548c4152a5d4" providerId="ADAL" clId="{EBE3A055-FF26-45CD-9847-CB698884E610}" dt="2024-09-30T03:33:17.758" v="3768" actId="20577"/>
        <pc:sldMkLst>
          <pc:docMk/>
          <pc:sldMk cId="0" sldId="290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53.989" v="4385" actId="404"/>
        <pc:sldMkLst>
          <pc:docMk/>
          <pc:sldMk cId="2697488364" sldId="291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30T03:15:33.795" v="3578" actId="14100"/>
        <pc:sldMkLst>
          <pc:docMk/>
          <pc:sldMk cId="2406361714" sldId="292"/>
        </pc:sldMkLst>
      </pc:sldChg>
      <pc:sldChg chg="modSp del mod ord modShow">
        <pc:chgData name="吳憲驊-人力資源處-永豐銀行" userId="c372d5aa-c765-4280-a5c9-548c4152a5d4" providerId="ADAL" clId="{EBE3A055-FF26-45CD-9847-CB698884E610}" dt="2024-09-24T01:14:51.710" v="2665" actId="47"/>
        <pc:sldMkLst>
          <pc:docMk/>
          <pc:sldMk cId="3121629751" sldId="293"/>
        </pc:sldMkLst>
      </pc:sldChg>
      <pc:sldChg chg="addSp modSp del mod ord delCm">
        <pc:chgData name="吳憲驊-人力資源處-永豐銀行" userId="c372d5aa-c765-4280-a5c9-548c4152a5d4" providerId="ADAL" clId="{EBE3A055-FF26-45CD-9847-CB698884E610}" dt="2024-09-06T09:30:19.344" v="1945" actId="47"/>
        <pc:sldMkLst>
          <pc:docMk/>
          <pc:sldMk cId="673018660" sldId="294"/>
        </pc:sldMkLst>
      </pc:sldChg>
      <pc:sldChg chg="modSp mod ord">
        <pc:chgData name="吳憲驊-人力資源處-永豐銀行" userId="c372d5aa-c765-4280-a5c9-548c4152a5d4" providerId="ADAL" clId="{EBE3A055-FF26-45CD-9847-CB698884E610}" dt="2024-09-24T01:08:40.626" v="2664" actId="207"/>
        <pc:sldMkLst>
          <pc:docMk/>
          <pc:sldMk cId="2022153893" sldId="295"/>
        </pc:sldMkLst>
      </pc:sldChg>
      <pc:sldChg chg="modSp mod delCm">
        <pc:chgData name="吳憲驊-人力資源處-永豐銀行" userId="c372d5aa-c765-4280-a5c9-548c4152a5d4" providerId="ADAL" clId="{EBE3A055-FF26-45CD-9847-CB698884E610}" dt="2024-09-20T06:02:24.677" v="2612" actId="207"/>
        <pc:sldMkLst>
          <pc:docMk/>
          <pc:sldMk cId="3262633635" sldId="297"/>
        </pc:sldMkLst>
      </pc:sldChg>
      <pc:sldChg chg="modSp del mod">
        <pc:chgData name="吳憲驊-人力資源處-永豐銀行" userId="c372d5aa-c765-4280-a5c9-548c4152a5d4" providerId="ADAL" clId="{EBE3A055-FF26-45CD-9847-CB698884E610}" dt="2024-09-06T08:56:06.116" v="1731" actId="47"/>
        <pc:sldMkLst>
          <pc:docMk/>
          <pc:sldMk cId="2826782116" sldId="298"/>
        </pc:sldMkLst>
      </pc:sldChg>
      <pc:sldChg chg="modSp new del mod">
        <pc:chgData name="吳憲驊-人力資源處-永豐銀行" userId="c372d5aa-c765-4280-a5c9-548c4152a5d4" providerId="ADAL" clId="{EBE3A055-FF26-45CD-9847-CB698884E610}" dt="2024-09-06T01:58:53.780" v="953" actId="47"/>
        <pc:sldMkLst>
          <pc:docMk/>
          <pc:sldMk cId="535572816" sldId="299"/>
        </pc:sldMkLst>
      </pc:sldChg>
      <pc:sldChg chg="addSp delSp modSp add del mod">
        <pc:chgData name="吳憲驊-人力資源處-永豐銀行" userId="c372d5aa-c765-4280-a5c9-548c4152a5d4" providerId="ADAL" clId="{EBE3A055-FF26-45CD-9847-CB698884E610}" dt="2024-09-06T01:27:07.721" v="125" actId="47"/>
        <pc:sldMkLst>
          <pc:docMk/>
          <pc:sldMk cId="3368370710" sldId="299"/>
        </pc:sldMkLst>
      </pc:sldChg>
      <pc:sldChg chg="new del">
        <pc:chgData name="吳憲驊-人力資源處-永豐銀行" userId="c372d5aa-c765-4280-a5c9-548c4152a5d4" providerId="ADAL" clId="{EBE3A055-FF26-45CD-9847-CB698884E610}" dt="2024-09-06T01:58:30.280" v="941" actId="47"/>
        <pc:sldMkLst>
          <pc:docMk/>
          <pc:sldMk cId="3690986561" sldId="299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06T09:11:00.817" v="1779" actId="20577"/>
        <pc:sldMkLst>
          <pc:docMk/>
          <pc:sldMk cId="4191026547" sldId="29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06T01:33:49.871" v="194" actId="47"/>
        <pc:sldMkLst>
          <pc:docMk/>
          <pc:sldMk cId="4200769607" sldId="299"/>
        </pc:sldMkLst>
      </pc:sldChg>
      <pc:sldChg chg="addSp modSp add mod">
        <pc:chgData name="吳憲驊-人力資源處-永豐銀行" userId="c372d5aa-c765-4280-a5c9-548c4152a5d4" providerId="ADAL" clId="{EBE3A055-FF26-45CD-9847-CB698884E610}" dt="2024-09-30T03:34:38.001" v="3780" actId="404"/>
        <pc:sldMkLst>
          <pc:docMk/>
          <pc:sldMk cId="2718007652" sldId="2132739904"/>
        </pc:sldMkLst>
      </pc:sldChg>
      <pc:sldChg chg="modSp add mod">
        <pc:chgData name="吳憲驊-人力資源處-永豐銀行" userId="c372d5aa-c765-4280-a5c9-548c4152a5d4" providerId="ADAL" clId="{EBE3A055-FF26-45CD-9847-CB698884E610}" dt="2024-09-20T05:57:23.821" v="2582" actId="20577"/>
        <pc:sldMkLst>
          <pc:docMk/>
          <pc:sldMk cId="1087620128" sldId="2132739928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06T02:52:14.102" v="1487" actId="47"/>
        <pc:sldMkLst>
          <pc:docMk/>
          <pc:sldMk cId="2991285827" sldId="2147471015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20T05:57:21.476" v="2580" actId="47"/>
        <pc:sldMkLst>
          <pc:docMk/>
          <pc:sldMk cId="3906953588" sldId="2147471163"/>
        </pc:sldMkLst>
      </pc:sldChg>
      <pc:sldChg chg="modSp add del mod">
        <pc:chgData name="吳憲驊-人力資源處-永豐銀行" userId="c372d5aa-c765-4280-a5c9-548c4152a5d4" providerId="ADAL" clId="{EBE3A055-FF26-45CD-9847-CB698884E610}" dt="2024-09-20T05:57:12.814" v="2577" actId="47"/>
        <pc:sldMkLst>
          <pc:docMk/>
          <pc:sldMk cId="4245503187" sldId="2147471171"/>
        </pc:sldMkLst>
      </pc:sldChg>
      <pc:sldChg chg="del">
        <pc:chgData name="吳憲驊-人力資源處-永豐銀行" userId="c372d5aa-c765-4280-a5c9-548c4152a5d4" providerId="ADAL" clId="{EBE3A055-FF26-45CD-9847-CB698884E610}" dt="2024-09-06T08:56:02.319" v="1730" actId="47"/>
        <pc:sldMkLst>
          <pc:docMk/>
          <pc:sldMk cId="1504610650" sldId="2147471172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06T10:09:00.513" v="2486" actId="255"/>
        <pc:sldMkLst>
          <pc:docMk/>
          <pc:sldMk cId="3155411272" sldId="2147471173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16.230" v="2585" actId="47"/>
        <pc:sldMkLst>
          <pc:docMk/>
          <pc:sldMk cId="2528477559" sldId="2147471174"/>
        </pc:sldMkLst>
      </pc:sldChg>
      <pc:sldChg chg="modSp add mod ord">
        <pc:chgData name="吳憲驊-人力資源處-永豐銀行" userId="c372d5aa-c765-4280-a5c9-548c4152a5d4" providerId="ADAL" clId="{EBE3A055-FF26-45CD-9847-CB698884E610}" dt="2024-09-30T03:34:34.474" v="3778" actId="207"/>
        <pc:sldMkLst>
          <pc:docMk/>
          <pc:sldMk cId="269871982" sldId="2147471175"/>
        </pc:sldMkLst>
      </pc:sldChg>
      <pc:sldChg chg="modSp add mod">
        <pc:chgData name="吳憲驊-人力資源處-永豐銀行" userId="c372d5aa-c765-4280-a5c9-548c4152a5d4" providerId="ADAL" clId="{EBE3A055-FF26-45CD-9847-CB698884E610}" dt="2024-09-06T09:24:26.987" v="1875" actId="20577"/>
        <pc:sldMkLst>
          <pc:docMk/>
          <pc:sldMk cId="2495256314" sldId="2147471176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2092506589" sldId="2147471177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26.422" v="2590" actId="47"/>
        <pc:sldMkLst>
          <pc:docMk/>
          <pc:sldMk cId="1671451404" sldId="2147471178"/>
        </pc:sldMkLst>
      </pc:sldChg>
      <pc:sldChg chg="modSp add del mod ord replI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500988513" sldId="2147471179"/>
        </pc:sldMkLst>
      </pc:sldChg>
      <pc:sldChg chg="modSp add mod ord">
        <pc:chgData name="吳憲驊-人力資源處-永豐銀行" userId="c372d5aa-c765-4280-a5c9-548c4152a5d4" providerId="ADAL" clId="{EBE3A055-FF26-45CD-9847-CB698884E610}" dt="2024-09-20T06:18:12.897" v="2644" actId="207"/>
        <pc:sldMkLst>
          <pc:docMk/>
          <pc:sldMk cId="399943788" sldId="2147471180"/>
        </pc:sldMkLst>
      </pc:sldChg>
      <pc:sldChg chg="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642251706" sldId="2147471181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26T09:46:19.715" v="2812" actId="2711"/>
        <pc:sldMkLst>
          <pc:docMk/>
          <pc:sldMk cId="2544379920" sldId="2147471182"/>
        </pc:sldMkLst>
      </pc:sldChg>
      <pc:sldChg chg="addSp delSp modSp add del mod ord">
        <pc:chgData name="吳憲驊-人力資源處-永豐銀行" userId="c372d5aa-c765-4280-a5c9-548c4152a5d4" providerId="ADAL" clId="{EBE3A055-FF26-45CD-9847-CB698884E610}" dt="2024-09-06T09:52:34.002" v="2252" actId="47"/>
        <pc:sldMkLst>
          <pc:docMk/>
          <pc:sldMk cId="2234440729" sldId="2147471183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008557657" sldId="2147471184"/>
        </pc:sldMkLst>
      </pc:sldChg>
      <pc:sldChg chg="modSp add mod ord">
        <pc:chgData name="吳憲驊-人力資源處-永豐銀行" userId="c372d5aa-c765-4280-a5c9-548c4152a5d4" providerId="ADAL" clId="{EBE3A055-FF26-45CD-9847-CB698884E610}" dt="2024-09-06T10:05:42.743" v="2410" actId="20577"/>
        <pc:sldMkLst>
          <pc:docMk/>
          <pc:sldMk cId="393315683" sldId="2147471185"/>
        </pc:sldMkLst>
      </pc:sldChg>
      <pc:sldChg chg="addSp delSp modSp add mod ord modClrScheme chgLayout">
        <pc:chgData name="吳憲驊-人力資源處-永豐銀行" userId="c372d5aa-c765-4280-a5c9-548c4152a5d4" providerId="ADAL" clId="{EBE3A055-FF26-45CD-9847-CB698884E610}" dt="2024-09-30T06:02:59.666" v="4368" actId="404"/>
        <pc:sldMkLst>
          <pc:docMk/>
          <pc:sldMk cId="2193386975" sldId="2147471186"/>
        </pc:sldMkLst>
      </pc:sldChg>
      <pc:sldChg chg="add">
        <pc:chgData name="吳憲驊-人力資源處-永豐銀行" userId="c372d5aa-c765-4280-a5c9-548c4152a5d4" providerId="ADAL" clId="{EBE3A055-FF26-45CD-9847-CB698884E610}" dt="2024-09-06T10:08:14.157" v="2436" actId="2890"/>
        <pc:sldMkLst>
          <pc:docMk/>
          <pc:sldMk cId="3424880807" sldId="2147471187"/>
        </pc:sldMkLst>
      </pc:sldChg>
      <pc:sldChg chg="add del">
        <pc:chgData name="吳憲驊-人力資源處-永豐銀行" userId="c372d5aa-c765-4280-a5c9-548c4152a5d4" providerId="ADAL" clId="{EBE3A055-FF26-45CD-9847-CB698884E610}" dt="2024-09-09T03:56:36.297" v="2491" actId="47"/>
        <pc:sldMkLst>
          <pc:docMk/>
          <pc:sldMk cId="922226238" sldId="2147471188"/>
        </pc:sldMkLst>
      </pc:sldChg>
      <pc:sldChg chg="modSp mod chgLayout">
        <pc:chgData name="吳憲驊-人力資源處-永豐銀行" userId="c372d5aa-c765-4280-a5c9-548c4152a5d4" providerId="ADAL" clId="{EBE3A055-FF26-45CD-9847-CB698884E610}" dt="2024-09-30T05:56:19.372" v="4291" actId="404"/>
        <pc:sldMkLst>
          <pc:docMk/>
          <pc:sldMk cId="4060586183" sldId="2147471188"/>
        </pc:sldMkLst>
      </pc:sldChg>
      <pc:sldChg chg="add del">
        <pc:chgData name="吳憲驊-人力資源處-永豐銀行" userId="c372d5aa-c765-4280-a5c9-548c4152a5d4" providerId="ADAL" clId="{EBE3A055-FF26-45CD-9847-CB698884E610}" dt="2024-09-26T09:48:05.353" v="2814" actId="2890"/>
        <pc:sldMkLst>
          <pc:docMk/>
          <pc:sldMk cId="2913165393" sldId="214747118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26T09:49:09.602" v="2876" actId="47"/>
        <pc:sldMkLst>
          <pc:docMk/>
          <pc:sldMk cId="3105233477" sldId="2147471189"/>
        </pc:sldMkLst>
      </pc:sldChg>
      <pc:sldChg chg="addSp delSp modSp add mod ord chgLayout">
        <pc:chgData name="吳憲驊-人力資源處-永豐銀行" userId="c372d5aa-c765-4280-a5c9-548c4152a5d4" providerId="ADAL" clId="{EBE3A055-FF26-45CD-9847-CB698884E610}" dt="2024-09-30T05:59:45.495" v="4317" actId="403"/>
        <pc:sldMkLst>
          <pc:docMk/>
          <pc:sldMk cId="3467411777" sldId="2147471189"/>
        </pc:sldMkLst>
      </pc:sldChg>
      <pc:sldMasterChg chg="addSp delSp modSp mod delSldLayout modSldLayout sldLayoutOrd">
        <pc:chgData name="吳憲驊-人力資源處-永豐銀行" userId="c372d5aa-c765-4280-a5c9-548c4152a5d4" providerId="ADAL" clId="{EBE3A055-FF26-45CD-9847-CB698884E610}" dt="2024-09-30T03:53:18.173" v="4266" actId="20577"/>
        <pc:sldMasterMkLst>
          <pc:docMk/>
          <pc:sldMasterMk cId="0" sldId="2147483648"/>
        </pc:sldMasterMkLst>
        <pc:sldLayoutChg chg="addSp delSp modSp mod ord">
          <pc:chgData name="吳憲驊-人力資源處-永豐銀行" userId="c372d5aa-c765-4280-a5c9-548c4152a5d4" providerId="ADAL" clId="{EBE3A055-FF26-45CD-9847-CB698884E610}" dt="2024-09-30T03:53:18.173" v="4266" actId="20577"/>
          <pc:sldLayoutMkLst>
            <pc:docMk/>
            <pc:sldMasterMk cId="0" sldId="2147483648"/>
            <pc:sldLayoutMk cId="0" sldId="2147483651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06T02:11:41.253" v="965" actId="6014"/>
          <pc:sldLayoutMkLst>
            <pc:docMk/>
            <pc:sldMasterMk cId="0" sldId="2147483648"/>
            <pc:sldLayoutMk cId="0" sldId="2147483652"/>
          </pc:sldLayoutMkLst>
        </pc:sldLayoutChg>
        <pc:sldLayoutChg chg="modSp mod">
          <pc:chgData name="吳憲驊-人力資源處-永豐銀行" userId="c372d5aa-c765-4280-a5c9-548c4152a5d4" providerId="ADAL" clId="{EBE3A055-FF26-45CD-9847-CB698884E610}" dt="2024-09-06T01:32:30.947" v="169" actId="20577"/>
          <pc:sldLayoutMkLst>
            <pc:docMk/>
            <pc:sldMasterMk cId="0" sldId="2147483648"/>
            <pc:sldLayoutMk cId="2989105902" sldId="2147483654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30T03:52:53.479" v="4250" actId="20577"/>
          <pc:sldLayoutMkLst>
            <pc:docMk/>
            <pc:sldMasterMk cId="0" sldId="2147483648"/>
            <pc:sldLayoutMk cId="1016505608" sldId="2147483659"/>
          </pc:sldLayoutMkLst>
        </pc:sldLayoutChg>
        <pc:sldLayoutChg chg="addSp delSp modSp del mod">
          <pc:chgData name="吳憲驊-人力資源處-永豐銀行" userId="c372d5aa-c765-4280-a5c9-548c4152a5d4" providerId="ADAL" clId="{EBE3A055-FF26-45CD-9847-CB698884E610}" dt="2024-09-06T01:57:39.997" v="937" actId="2696"/>
          <pc:sldLayoutMkLst>
            <pc:docMk/>
            <pc:sldMasterMk cId="0" sldId="2147483648"/>
            <pc:sldLayoutMk cId="1397769940" sldId="2147483659"/>
          </pc:sldLayoutMkLst>
        </pc:sldLayoutChg>
      </pc:sldMasterChg>
    </pc:docChg>
  </pc:docChgLst>
  <pc:docChgLst>
    <pc:chgData name="李宣諭-數位金融處-永豐銀行" userId="6301128a-36be-4004-bf48-5b6edf7c200a" providerId="ADAL" clId="{5556FE67-40C6-4518-82D8-D031FD5835E3}"/>
    <pc:docChg chg="modMainMaster">
      <pc:chgData name="李宣諭-數位金融處-永豐銀行" userId="6301128a-36be-4004-bf48-5b6edf7c200a" providerId="ADAL" clId="{5556FE67-40C6-4518-82D8-D031FD5835E3}" dt="2025-04-09T03:20:37.614" v="0" actId="1076"/>
      <pc:docMkLst>
        <pc:docMk/>
      </pc:docMkLst>
      <pc:sldMasterChg chg="modSldLayout">
        <pc:chgData name="李宣諭-數位金融處-永豐銀行" userId="6301128a-36be-4004-bf48-5b6edf7c200a" providerId="ADAL" clId="{5556FE67-40C6-4518-82D8-D031FD5835E3}" dt="2025-04-09T03:20:37.614" v="0" actId="1076"/>
        <pc:sldMasterMkLst>
          <pc:docMk/>
          <pc:sldMasterMk cId="0" sldId="2147483648"/>
        </pc:sldMasterMkLst>
        <pc:sldLayoutChg chg="modSp mod">
          <pc:chgData name="李宣諭-數位金融處-永豐銀行" userId="6301128a-36be-4004-bf48-5b6edf7c200a" providerId="ADAL" clId="{5556FE67-40C6-4518-82D8-D031FD5835E3}" dt="2025-04-09T03:20:37.614" v="0" actId="107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  <pc:docChgLst>
    <pc:chgData name="周立筠-數據應用部-永豐金證券" userId="ee349c15-f274-43a3-b0c9-48d528d95247" providerId="ADAL" clId="{C906908C-602B-40BA-8197-1638BF03C79B}"/>
    <pc:docChg chg="modSld">
      <pc:chgData name="周立筠-數據應用部-永豐金證券" userId="ee349c15-f274-43a3-b0c9-48d528d95247" providerId="ADAL" clId="{C906908C-602B-40BA-8197-1638BF03C79B}" dt="2024-09-09T02:23:14.879" v="0" actId="14734"/>
      <pc:docMkLst>
        <pc:docMk/>
      </pc:docMkLst>
      <pc:sldChg chg="modSp mod">
        <pc:chgData name="周立筠-數據應用部-永豐金證券" userId="ee349c15-f274-43a3-b0c9-48d528d95247" providerId="ADAL" clId="{C906908C-602B-40BA-8197-1638BF03C79B}" dt="2024-09-09T02:23:14.879" v="0" actId="14734"/>
        <pc:sldMkLst>
          <pc:docMk/>
          <pc:sldMk cId="3155411272" sldId="2147471173"/>
        </pc:sldMkLst>
      </pc:sldChg>
    </pc:docChg>
  </pc:docChgLst>
  <pc:docChgLst>
    <pc:chgData name="周立筠-數據應用部-永豐金證券" userId="S::liyun0222.zhou@sinopac.com::ee349c15-f274-43a3-b0c9-48d528d95247" providerId="AD" clId="Web-{5A204781-D460-E2E0-652B-45D9DE8FA1C8}"/>
    <pc:docChg chg="modSld">
      <pc:chgData name="周立筠-數據應用部-永豐金證券" userId="S::liyun0222.zhou@sinopac.com::ee349c15-f274-43a3-b0c9-48d528d95247" providerId="AD" clId="Web-{5A204781-D460-E2E0-652B-45D9DE8FA1C8}" dt="2024-10-14T01:13:08.839" v="7"/>
      <pc:docMkLst>
        <pc:docMk/>
      </pc:docMkLst>
      <pc:sldChg chg="addSp delSp modSp">
        <pc:chgData name="周立筠-數據應用部-永豐金證券" userId="S::liyun0222.zhou@sinopac.com::ee349c15-f274-43a3-b0c9-48d528d95247" providerId="AD" clId="Web-{5A204781-D460-E2E0-652B-45D9DE8FA1C8}" dt="2024-10-14T01:13:08.839" v="7"/>
        <pc:sldMkLst>
          <pc:docMk/>
          <pc:sldMk cId="2022153893" sldId="295"/>
        </pc:sldMkLst>
      </pc:sldChg>
    </pc:docChg>
  </pc:docChgLst>
  <pc:docChgLst>
    <pc:chgData name="陳韋樺-數位科技處-永豐金控" userId="701130e9-61c9-4993-9d2b-72f9303521e5" providerId="ADAL" clId="{F94F54DA-E015-4898-AD0E-43B761B2E22F}"/>
    <pc:docChg chg="modSld modNotesMaster">
      <pc:chgData name="陳韋樺-數位科技處-永豐金控" userId="701130e9-61c9-4993-9d2b-72f9303521e5" providerId="ADAL" clId="{F94F54DA-E015-4898-AD0E-43B761B2E22F}" dt="2025-07-22T03:27:11.652" v="1" actId="1076"/>
      <pc:docMkLst>
        <pc:docMk/>
      </pc:docMkLst>
      <pc:sldChg chg="modSp mod">
        <pc:chgData name="陳韋樺-數位科技處-永豐金控" userId="701130e9-61c9-4993-9d2b-72f9303521e5" providerId="ADAL" clId="{F94F54DA-E015-4898-AD0E-43B761B2E22F}" dt="2025-07-22T03:26:40.854" v="0" actId="1076"/>
        <pc:sldMkLst>
          <pc:docMk/>
          <pc:sldMk cId="0" sldId="256"/>
        </pc:sldMkLst>
      </pc:sldChg>
    </pc:docChg>
  </pc:docChgLst>
  <pc:docChgLst>
    <pc:chgData name="周立筠-數據應用部-永豐金證券" userId="S::liyun0222.zhou@sinopac.com::ee349c15-f274-43a3-b0c9-48d528d95247" providerId="AD" clId="Web-{9C13AFE3-8240-BC94-48CC-0CB3BB172451}"/>
    <pc:docChg chg="modSld">
      <pc:chgData name="周立筠-數據應用部-永豐金證券" userId="S::liyun0222.zhou@sinopac.com::ee349c15-f274-43a3-b0c9-48d528d95247" providerId="AD" clId="Web-{9C13AFE3-8240-BC94-48CC-0CB3BB172451}" dt="2024-09-30T01:52:35.281" v="3" actId="20577"/>
      <pc:docMkLst>
        <pc:docMk/>
      </pc:docMkLst>
      <pc:sldChg chg="modSp">
        <pc:chgData name="周立筠-數據應用部-永豐金證券" userId="S::liyun0222.zhou@sinopac.com::ee349c15-f274-43a3-b0c9-48d528d95247" providerId="AD" clId="Web-{9C13AFE3-8240-BC94-48CC-0CB3BB172451}" dt="2024-09-30T01:52:35.281" v="3" actId="20577"/>
        <pc:sldMkLst>
          <pc:docMk/>
          <pc:sldMk cId="0" sldId="258"/>
        </pc:sldMkLst>
      </pc:sldChg>
    </pc:docChg>
  </pc:docChgLst>
  <pc:docChgLst>
    <pc:chgData name="周立筠-數據應用部-永豐金證券" userId="ee349c15-f274-43a3-b0c9-48d528d95247" providerId="ADAL" clId="{4E0ABDCF-1B67-4881-8BC6-D6262098E4C1}"/>
    <pc:docChg chg="addSld modSld">
      <pc:chgData name="周立筠-數據應用部-永豐金證券" userId="ee349c15-f274-43a3-b0c9-48d528d95247" providerId="ADAL" clId="{4E0ABDCF-1B67-4881-8BC6-D6262098E4C1}" dt="2024-10-11T06:03:24.106" v="27"/>
      <pc:docMkLst>
        <pc:docMk/>
      </pc:docMkLst>
      <pc:sldChg chg="addSp modSp add">
        <pc:chgData name="周立筠-數據應用部-永豐金證券" userId="ee349c15-f274-43a3-b0c9-48d528d95247" providerId="ADAL" clId="{4E0ABDCF-1B67-4881-8BC6-D6262098E4C1}" dt="2024-10-11T06:03:24.106" v="27"/>
        <pc:sldMkLst>
          <pc:docMk/>
          <pc:sldMk cId="3905871497" sldId="2147471190"/>
        </pc:sldMkLst>
      </pc:sldChg>
    </pc:docChg>
  </pc:docChgLst>
  <pc:docChgLst>
    <pc:chgData name="吳憲驊-人力資源處-永豐銀行" userId="S::simonwu@sinopac.com::c372d5aa-c765-4280-a5c9-548c4152a5d4" providerId="AD" clId="Web-{AD6359EA-AF55-13A8-8FC0-F1DDB072E1CC}"/>
    <pc:docChg chg="modSld">
      <pc:chgData name="吳憲驊-人力資源處-永豐銀行" userId="S::simonwu@sinopac.com::c372d5aa-c765-4280-a5c9-548c4152a5d4" providerId="AD" clId="Web-{AD6359EA-AF55-13A8-8FC0-F1DDB072E1CC}" dt="2024-10-11T06:24:11.220" v="1"/>
      <pc:docMkLst>
        <pc:docMk/>
      </pc:docMkLst>
      <pc:sldChg chg="modSp">
        <pc:chgData name="吳憲驊-人力資源處-永豐銀行" userId="S::simonwu@sinopac.com::c372d5aa-c765-4280-a5c9-548c4152a5d4" providerId="AD" clId="Web-{AD6359EA-AF55-13A8-8FC0-F1DDB072E1CC}" dt="2024-10-11T06:24:11.220" v="1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A5CB0424-1DCD-41DE-B858-D55378E4CD93}"/>
    <pc:docChg chg="custSel addSld delSld modSld modMainMaster modSection">
      <pc:chgData name="吳憲驊-人力資源處-永豐銀行" userId="c372d5aa-c765-4280-a5c9-548c4152a5d4" providerId="ADAL" clId="{A5CB0424-1DCD-41DE-B858-D55378E4CD93}" dt="2024-09-23T03:47:43.608" v="334" actId="6549"/>
      <pc:docMkLst>
        <pc:docMk/>
      </pc:docMkLst>
      <pc:sldChg chg="modSp mod">
        <pc:chgData name="吳憲驊-人力資源處-永豐銀行" userId="c372d5aa-c765-4280-a5c9-548c4152a5d4" providerId="ADAL" clId="{A5CB0424-1DCD-41DE-B858-D55378E4CD93}" dt="2024-09-23T03:47:43.608" v="334" actId="6549"/>
        <pc:sldMkLst>
          <pc:docMk/>
          <pc:sldMk cId="4060586183" sldId="2147471188"/>
        </pc:sldMkLst>
      </pc:sldChg>
      <pc:sldChg chg="addSp modSp new del mod modClrScheme chgLayout">
        <pc:chgData name="吳憲驊-人力資源處-永豐銀行" userId="c372d5aa-c765-4280-a5c9-548c4152a5d4" providerId="ADAL" clId="{A5CB0424-1DCD-41DE-B858-D55378E4CD93}" dt="2024-09-23T03:37:14.100" v="17" actId="47"/>
        <pc:sldMkLst>
          <pc:docMk/>
          <pc:sldMk cId="3271968025" sldId="2147471189"/>
        </pc:sldMkLst>
      </pc:sldChg>
      <pc:sldMasterChg chg="modSldLayout">
        <pc:chgData name="吳憲驊-人力資源處-永豐銀行" userId="c372d5aa-c765-4280-a5c9-548c4152a5d4" providerId="ADAL" clId="{A5CB0424-1DCD-41DE-B858-D55378E4CD93}" dt="2024-09-23T03:37:04.143" v="8" actId="1076"/>
        <pc:sldMasterMkLst>
          <pc:docMk/>
          <pc:sldMasterMk cId="0" sldId="2147483648"/>
        </pc:sldMasterMkLst>
        <pc:sldLayoutChg chg="addSp delSp modSp mod">
          <pc:chgData name="吳憲驊-人力資源處-永豐銀行" userId="c372d5aa-c765-4280-a5c9-548c4152a5d4" providerId="ADAL" clId="{A5CB0424-1DCD-41DE-B858-D55378E4CD93}" dt="2024-09-23T03:37:04.143" v="8" actId="1076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吳憲驊-人力資源處-永豐銀行" userId="S::simonwu@sinopac.com::c372d5aa-c765-4280-a5c9-548c4152a5d4" providerId="AD" clId="Web-{76B08719-CE9C-CA5C-98B8-63898D770A1E}"/>
    <pc:docChg chg="addSld delSld addSection modSection">
      <pc:chgData name="吳憲驊-人力資源處-永豐銀行" userId="S::simonwu@sinopac.com::c372d5aa-c765-4280-a5c9-548c4152a5d4" providerId="AD" clId="Web-{76B08719-CE9C-CA5C-98B8-63898D770A1E}" dt="2024-09-06T10:15:50.990" v="31"/>
      <pc:docMkLst>
        <pc:docMk/>
      </pc:docMkLst>
      <pc:sldChg chg="add del">
        <pc:chgData name="吳憲驊-人力資源處-永豐銀行" userId="S::simonwu@sinopac.com::c372d5aa-c765-4280-a5c9-548c4152a5d4" providerId="AD" clId="Web-{76B08719-CE9C-CA5C-98B8-63898D770A1E}" dt="2024-09-06T10:15:15.536" v="7"/>
        <pc:sldMkLst>
          <pc:docMk/>
          <pc:sldMk cId="0" sldId="256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67" v="8"/>
        <pc:sldMkLst>
          <pc:docMk/>
          <pc:sldMk cId="0" sldId="257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98" v="9"/>
        <pc:sldMkLst>
          <pc:docMk/>
          <pc:sldMk cId="0" sldId="258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677" v="10"/>
        <pc:sldMkLst>
          <pc:docMk/>
          <pc:sldMk cId="0" sldId="259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755" v="11"/>
        <pc:sldMkLst>
          <pc:docMk/>
          <pc:sldMk cId="0" sldId="260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833" v="12"/>
        <pc:sldMkLst>
          <pc:docMk/>
          <pc:sldMk cId="0" sldId="261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927" v="13"/>
        <pc:sldMkLst>
          <pc:docMk/>
          <pc:sldMk cId="0" sldId="26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36" v="22"/>
        <pc:sldMkLst>
          <pc:docMk/>
          <pc:sldMk cId="0" sldId="264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208" v="24"/>
        <pc:sldMkLst>
          <pc:docMk/>
          <pc:sldMk cId="2406361714" sldId="29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864" v="27"/>
        <pc:sldMkLst>
          <pc:docMk/>
          <pc:sldMk cId="3121629751" sldId="29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536" v="25"/>
        <pc:sldMkLst>
          <pc:docMk/>
          <pc:sldMk cId="2022153893" sldId="29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692" v="26"/>
        <pc:sldMkLst>
          <pc:docMk/>
          <pc:sldMk cId="3155411272" sldId="214747117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30.020" v="28"/>
        <pc:sldMkLst>
          <pc:docMk/>
          <pc:sldMk cId="393315683" sldId="214747118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67" v="23"/>
        <pc:sldMkLst>
          <pc:docMk/>
          <pc:sldMk cId="2193386975" sldId="2147471186"/>
        </pc:sldMkLst>
      </pc:sldChg>
    </pc:docChg>
  </pc:docChgLst>
  <pc:docChgLst>
    <pc:chgData name="周立筠-數據應用部-永豐金證券" userId="S::liyun0222.zhou@sinopac.com::ee349c15-f274-43a3-b0c9-48d528d95247" providerId="AD" clId="Web-{FA426A10-BA6B-DDFE-201A-190FFCD3F55B}"/>
    <pc:docChg chg="addSld delSld modSld addSection modSection">
      <pc:chgData name="周立筠-數據應用部-永豐金證券" userId="S::liyun0222.zhou@sinopac.com::ee349c15-f274-43a3-b0c9-48d528d95247" providerId="AD" clId="Web-{FA426A10-BA6B-DDFE-201A-190FFCD3F55B}" dt="2024-08-23T09:16:34.093" v="83" actId="1076"/>
      <pc:docMkLst>
        <pc:docMk/>
      </pc:docMkLst>
      <pc:sldChg chg="modSp add replId">
        <pc:chgData name="周立筠-數據應用部-永豐金證券" userId="S::liyun0222.zhou@sinopac.com::ee349c15-f274-43a3-b0c9-48d528d95247" providerId="AD" clId="Web-{FA426A10-BA6B-DDFE-201A-190FFCD3F55B}" dt="2024-08-23T09:10:04.631" v="80" actId="1076"/>
        <pc:sldMkLst>
          <pc:docMk/>
          <pc:sldMk cId="3262633635" sldId="297"/>
        </pc:sldMkLst>
      </pc:sldChg>
      <pc:sldChg chg="addSp modSp new">
        <pc:chgData name="周立筠-數據應用部-永豐金證券" userId="S::liyun0222.zhou@sinopac.com::ee349c15-f274-43a3-b0c9-48d528d95247" providerId="AD" clId="Web-{FA426A10-BA6B-DDFE-201A-190FFCD3F55B}" dt="2024-08-23T09:16:34.093" v="83" actId="1076"/>
        <pc:sldMkLst>
          <pc:docMk/>
          <pc:sldMk cId="2826782116" sldId="298"/>
        </pc:sldMkLst>
      </pc:sldChg>
    </pc:docChg>
  </pc:docChgLst>
  <pc:docChgLst>
    <pc:chgData name="傅安-數位金融處-永豐銀行" userId="c8345a55-179c-4faf-b159-cca2c6631c14" providerId="ADAL" clId="{FC04D932-23C0-426C-B700-25BA7DA62966}"/>
    <pc:docChg chg="undo custSel addSld delSld modSld modSection">
      <pc:chgData name="傅安-數位金融處-永豐銀行" userId="c8345a55-179c-4faf-b159-cca2c6631c14" providerId="ADAL" clId="{FC04D932-23C0-426C-B700-25BA7DA62966}" dt="2025-07-14T08:12:18.285" v="70" actId="680"/>
      <pc:docMkLst>
        <pc:docMk/>
      </pc:docMkLst>
      <pc:sldChg chg="modSp mod">
        <pc:chgData name="傅安-數位金融處-永豐銀行" userId="c8345a55-179c-4faf-b159-cca2c6631c14" providerId="ADAL" clId="{FC04D932-23C0-426C-B700-25BA7DA62966}" dt="2025-07-14T08:12:17.924" v="69"/>
        <pc:sldMkLst>
          <pc:docMk/>
          <pc:sldMk cId="0" sldId="256"/>
        </pc:sldMkLst>
      </pc:sldChg>
      <pc:sldChg chg="new del">
        <pc:chgData name="傅安-數位金融處-永豐銀行" userId="c8345a55-179c-4faf-b159-cca2c6631c14" providerId="ADAL" clId="{FC04D932-23C0-426C-B700-25BA7DA62966}" dt="2025-07-14T08:12:18.285" v="70" actId="680"/>
        <pc:sldMkLst>
          <pc:docMk/>
          <pc:sldMk cId="3701876126" sldId="2147471190"/>
        </pc:sldMkLst>
      </pc:sldChg>
    </pc:docChg>
  </pc:docChgLst>
  <pc:docChgLst>
    <pc:chgData name="吳憲驊-人力資源處-永豐銀行" userId="c372d5aa-c765-4280-a5c9-548c4152a5d4" providerId="ADAL" clId="{898F72A5-CF0B-4BC5-833D-22D2B31FA266}"/>
    <pc:docChg chg="undo custSel delSld modSld modSection">
      <pc:chgData name="吳憲驊-人力資源處-永豐銀行" userId="c372d5aa-c765-4280-a5c9-548c4152a5d4" providerId="ADAL" clId="{898F72A5-CF0B-4BC5-833D-22D2B31FA266}" dt="2024-08-27T05:50:47.744" v="22" actId="2165"/>
      <pc:docMkLst>
        <pc:docMk/>
      </pc:docMkLst>
      <pc:sldChg chg="delSp mod">
        <pc:chgData name="吳憲驊-人力資源處-永豐銀行" userId="c372d5aa-c765-4280-a5c9-548c4152a5d4" providerId="ADAL" clId="{898F72A5-CF0B-4BC5-833D-22D2B31FA266}" dt="2024-08-23T08:22:23.087" v="1" actId="478"/>
        <pc:sldMkLst>
          <pc:docMk/>
          <pc:sldMk cId="3121629751" sldId="293"/>
        </pc:sldMkLst>
      </pc:sldChg>
      <pc:sldChg chg="modSp mod addCm modCm">
        <pc:chgData name="吳憲驊-人力資源處-永豐銀行" userId="c372d5aa-c765-4280-a5c9-548c4152a5d4" providerId="ADAL" clId="{898F72A5-CF0B-4BC5-833D-22D2B31FA266}" dt="2024-08-27T05:50:47.744" v="22" actId="2165"/>
        <pc:sldMkLst>
          <pc:docMk/>
          <pc:sldMk cId="673018660" sldId="294"/>
        </pc:sldMkLst>
      </pc:sldChg>
      <pc:sldChg chg="modSp mod">
        <pc:chgData name="吳憲驊-人力資源處-永豐銀行" userId="c372d5aa-c765-4280-a5c9-548c4152a5d4" providerId="ADAL" clId="{898F72A5-CF0B-4BC5-833D-22D2B31FA266}" dt="2024-08-23T10:03:46.763" v="16" actId="20577"/>
        <pc:sldMkLst>
          <pc:docMk/>
          <pc:sldMk cId="3262633635" sldId="297"/>
        </pc:sldMkLst>
      </pc:sldChg>
    </pc:docChg>
  </pc:docChgLst>
  <pc:docChgLst>
    <pc:chgData name="王雋凱-數位金融處-永豐銀行" userId="f78494d6-bac0-4c9e-94cd-0b5e029c0856" providerId="ADAL" clId="{9A569F61-9D88-48E2-A5EB-7100445BBAB5}"/>
    <pc:docChg chg="modSld sldOrd">
      <pc:chgData name="王雋凱-數位金融處-永豐銀行" userId="f78494d6-bac0-4c9e-94cd-0b5e029c0856" providerId="ADAL" clId="{9A569F61-9D88-48E2-A5EB-7100445BBAB5}" dt="2025-06-18T00:28:24.595" v="1"/>
      <pc:docMkLst>
        <pc:docMk/>
      </pc:docMkLst>
      <pc:sldChg chg="ord">
        <pc:chgData name="王雋凱-數位金融處-永豐銀行" userId="f78494d6-bac0-4c9e-94cd-0b5e029c0856" providerId="ADAL" clId="{9A569F61-9D88-48E2-A5EB-7100445BBAB5}" dt="2025-06-18T00:28:24.595" v="1"/>
        <pc:sldMkLst>
          <pc:docMk/>
          <pc:sldMk cId="0" sldId="258"/>
        </pc:sldMkLst>
      </pc:sldChg>
    </pc:docChg>
  </pc:docChgLst>
  <pc:docChgLst>
    <pc:chgData name="張天豪-數位金融處-永豐銀行" userId="0d835702-99c9-4ef6-82d8-3ca86d4ccc15" providerId="ADAL" clId="{05C68244-A0A4-5F4B-A227-C47B6FE62571}"/>
    <pc:docChg chg="undo custSel addSld delSld modSld modMainMaster modSection">
      <pc:chgData name="張天豪-數位金融處-永豐銀行" userId="0d835702-99c9-4ef6-82d8-3ca86d4ccc15" providerId="ADAL" clId="{05C68244-A0A4-5F4B-A227-C47B6FE62571}" dt="2024-11-23T00:59:06.402" v="223" actId="12"/>
      <pc:docMkLst>
        <pc:docMk/>
      </pc:docMkLst>
      <pc:sldChg chg="modSp mod">
        <pc:chgData name="張天豪-數位金融處-永豐銀行" userId="0d835702-99c9-4ef6-82d8-3ca86d4ccc15" providerId="ADAL" clId="{05C68244-A0A4-5F4B-A227-C47B6FE62571}" dt="2024-10-12T11:25:14.956" v="80" actId="20577"/>
        <pc:sldMkLst>
          <pc:docMk/>
          <pc:sldMk cId="2406361714" sldId="292"/>
        </pc:sldMkLst>
      </pc:sldChg>
      <pc:sldChg chg="modSp mod">
        <pc:chgData name="張天豪-數位金融處-永豐銀行" userId="0d835702-99c9-4ef6-82d8-3ca86d4ccc15" providerId="ADAL" clId="{05C68244-A0A4-5F4B-A227-C47B6FE62571}" dt="2024-10-13T02:59:04.551" v="212" actId="6549"/>
        <pc:sldMkLst>
          <pc:docMk/>
          <pc:sldMk cId="2022153893" sldId="295"/>
        </pc:sldMkLst>
      </pc:sldChg>
      <pc:sldChg chg="modSp mod">
        <pc:chgData name="張天豪-數位金融處-永豐銀行" userId="0d835702-99c9-4ef6-82d8-3ca86d4ccc15" providerId="ADAL" clId="{05C68244-A0A4-5F4B-A227-C47B6FE62571}" dt="2024-10-12T11:29:08.768" v="165"/>
        <pc:sldMkLst>
          <pc:docMk/>
          <pc:sldMk cId="3262633635" sldId="297"/>
        </pc:sldMkLst>
      </pc:sldChg>
      <pc:sldChg chg="modSp mod">
        <pc:chgData name="張天豪-數位金融處-永豐銀行" userId="0d835702-99c9-4ef6-82d8-3ca86d4ccc15" providerId="ADAL" clId="{05C68244-A0A4-5F4B-A227-C47B6FE62571}" dt="2024-10-12T11:25:27.938" v="88" actId="20577"/>
        <pc:sldMkLst>
          <pc:docMk/>
          <pc:sldMk cId="3155411272" sldId="2147471173"/>
        </pc:sldMkLst>
      </pc:sldChg>
      <pc:sldChg chg="modSp mod">
        <pc:chgData name="張天豪-數位金融處-永豐銀行" userId="0d835702-99c9-4ef6-82d8-3ca86d4ccc15" providerId="ADAL" clId="{05C68244-A0A4-5F4B-A227-C47B6FE62571}" dt="2024-10-12T11:28:12.213" v="152" actId="207"/>
        <pc:sldMkLst>
          <pc:docMk/>
          <pc:sldMk cId="2495256314" sldId="2147471176"/>
        </pc:sldMkLst>
      </pc:sldChg>
      <pc:sldChg chg="add del">
        <pc:chgData name="張天豪-數位金融處-永豐銀行" userId="0d835702-99c9-4ef6-82d8-3ca86d4ccc15" providerId="ADAL" clId="{05C68244-A0A4-5F4B-A227-C47B6FE62571}" dt="2024-10-12T11:29:13.617" v="166" actId="2696"/>
        <pc:sldMkLst>
          <pc:docMk/>
          <pc:sldMk cId="424210253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6:42.301" v="102" actId="2696"/>
        <pc:sldMkLst>
          <pc:docMk/>
          <pc:sldMk cId="717366664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8:19.946" v="153" actId="2696"/>
        <pc:sldMkLst>
          <pc:docMk/>
          <pc:sldMk cId="750805866" sldId="2147471190"/>
        </pc:sldMkLst>
      </pc:sldChg>
      <pc:sldChg chg="del">
        <pc:chgData name="張天豪-數位金融處-永豐銀行" userId="0d835702-99c9-4ef6-82d8-3ca86d4ccc15" providerId="ADAL" clId="{05C68244-A0A4-5F4B-A227-C47B6FE62571}" dt="2024-10-12T11:23:56.255" v="44" actId="2696"/>
        <pc:sldMkLst>
          <pc:docMk/>
          <pc:sldMk cId="3905871497" sldId="2147471190"/>
        </pc:sldMkLst>
      </pc:sldChg>
      <pc:sldMasterChg chg="modSldLayout sldLayoutOrd">
        <pc:chgData name="張天豪-數位金融處-永豐銀行" userId="0d835702-99c9-4ef6-82d8-3ca86d4ccc15" providerId="ADAL" clId="{05C68244-A0A4-5F4B-A227-C47B6FE62571}" dt="2024-11-23T00:59:06.402" v="223" actId="12"/>
        <pc:sldMasterMkLst>
          <pc:docMk/>
          <pc:sldMasterMk cId="0" sldId="2147483648"/>
        </pc:sldMasterMkLst>
        <pc:sldLayoutChg chg="modSp">
          <pc:chgData name="張天豪-數位金融處-永豐銀行" userId="0d835702-99c9-4ef6-82d8-3ca86d4ccc15" providerId="ADAL" clId="{05C68244-A0A4-5F4B-A227-C47B6FE62571}" dt="2024-10-13T02:53:19.336" v="171" actId="12"/>
          <pc:sldLayoutMkLst>
            <pc:docMk/>
            <pc:sldMasterMk cId="0" sldId="2147483648"/>
            <pc:sldLayoutMk cId="0" sldId="2147483651"/>
          </pc:sldLayoutMkLst>
        </pc:sldLayoutChg>
        <pc:sldLayoutChg chg="ord">
          <pc:chgData name="張天豪-數位金融處-永豐銀行" userId="0d835702-99c9-4ef6-82d8-3ca86d4ccc15" providerId="ADAL" clId="{05C68244-A0A4-5F4B-A227-C47B6FE62571}" dt="2024-11-11T08:29:41.246" v="213" actId="20578"/>
          <pc:sldLayoutMkLst>
            <pc:docMk/>
            <pc:sldMasterMk cId="0" sldId="2147483648"/>
            <pc:sldLayoutMk cId="0" sldId="2147483652"/>
          </pc:sldLayoutMkLst>
        </pc:sldLayoutChg>
        <pc:sldLayoutChg chg="modSp">
          <pc:chgData name="張天豪-數位金融處-永豐銀行" userId="0d835702-99c9-4ef6-82d8-3ca86d4ccc15" providerId="ADAL" clId="{05C68244-A0A4-5F4B-A227-C47B6FE62571}" dt="2024-11-23T00:59:06.402" v="223" actId="12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周立筠-數據應用部-永豐金證券" userId="S::liyun0222.zhou@sinopac.com::ee349c15-f274-43a3-b0c9-48d528d95247" providerId="AD" clId="Web-{A48564C8-421B-2203-E695-99D400D4424E}"/>
    <pc:docChg chg="modSld">
      <pc:chgData name="周立筠-數據應用部-永豐金證券" userId="S::liyun0222.zhou@sinopac.com::ee349c15-f274-43a3-b0c9-48d528d95247" providerId="AD" clId="Web-{A48564C8-421B-2203-E695-99D400D4424E}" dt="2024-08-23T09:42:27.791" v="49"/>
      <pc:docMkLst>
        <pc:docMk/>
      </pc:docMkLst>
      <pc:sldChg chg="modSp">
        <pc:chgData name="周立筠-數據應用部-永豐金證券" userId="S::liyun0222.zhou@sinopac.com::ee349c15-f274-43a3-b0c9-48d528d95247" providerId="AD" clId="Web-{A48564C8-421B-2203-E695-99D400D4424E}" dt="2024-08-23T09:42:27.791" v="49"/>
        <pc:sldMkLst>
          <pc:docMk/>
          <pc:sldMk cId="3262633635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0962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821615" y="337747"/>
            <a:ext cx="5695200" cy="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58750" indent="0">
              <a:buNone/>
            </a:pPr>
            <a:r>
              <a:rPr lang="zh-TW" altLang="en-US" sz="1400" dirty="0"/>
              <a:t>各位好，今天要說明的是 </a:t>
            </a: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正式環境資源與系統架構提案。</a:t>
            </a:r>
            <a:endParaRPr lang="en-US" altLang="zh-TW" sz="1400" dirty="0"/>
          </a:p>
          <a:p>
            <a:pPr marL="158750" indent="0">
              <a:buNone/>
            </a:pPr>
            <a:endParaRPr lang="zh-TW" altLang="en-US" sz="1400" dirty="0"/>
          </a:p>
          <a:p>
            <a:pPr marL="158750" indent="0">
              <a:buNone/>
            </a:pPr>
            <a:r>
              <a:rPr lang="zh-TW" altLang="en-US" sz="1400" dirty="0"/>
              <a:t>這份提案會從目前系統架構、資料規模、背景任務負載、</a:t>
            </a:r>
            <a:r>
              <a:rPr lang="en" altLang="zh-TW" sz="1400" dirty="0"/>
              <a:t>LLM runtime </a:t>
            </a:r>
            <a:r>
              <a:rPr lang="zh-TW" altLang="en-US" sz="1400" dirty="0"/>
              <a:t>依賴，以及正式環境需要考量的安全、備份、監控與高可用需求出發，推導出比較合理的部署架構與資源配置。</a:t>
            </a:r>
          </a:p>
          <a:p>
            <a:pPr marL="158750" indent="0">
              <a:buNone/>
            </a:pPr>
            <a:endParaRPr lang="en" altLang="zh-TW" sz="1400" dirty="0"/>
          </a:p>
          <a:p>
            <a:pPr marL="158750" indent="0">
              <a:buNone/>
            </a:pP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目前已經包含前端、後端 </a:t>
            </a:r>
            <a:r>
              <a:rPr lang="en" altLang="zh-TW" sz="1400" dirty="0"/>
              <a:t>API</a:t>
            </a:r>
            <a:r>
              <a:rPr lang="zh-TW" altLang="en" sz="1400" dirty="0"/>
              <a:t>、</a:t>
            </a:r>
            <a:r>
              <a:rPr lang="zh-TW" altLang="en-US" sz="1400" dirty="0"/>
              <a:t>背景處理、資料庫、</a:t>
            </a:r>
            <a:r>
              <a:rPr lang="en" altLang="zh-TW" sz="1400" dirty="0"/>
              <a:t>queue</a:t>
            </a:r>
            <a:r>
              <a:rPr lang="zh-TW" altLang="en" sz="1400" dirty="0"/>
              <a:t>，</a:t>
            </a:r>
            <a:r>
              <a:rPr lang="zh-TW" altLang="en-US" sz="1400" dirty="0"/>
              <a:t>以及 </a:t>
            </a:r>
            <a:r>
              <a:rPr lang="en" altLang="zh-TW" sz="1400" dirty="0"/>
              <a:t>LLM runtime</a:t>
            </a:r>
            <a:r>
              <a:rPr lang="zh-TW" altLang="en" sz="1400" dirty="0"/>
              <a:t>。</a:t>
            </a:r>
            <a:r>
              <a:rPr lang="zh-TW" altLang="en-US" sz="1400" dirty="0"/>
              <a:t>接下來我會先帶大家看現況，再說明地端與雲端兩種部署方案，最後收斂成正式環境的建置建議。</a:t>
            </a:r>
          </a:p>
          <a:p>
            <a:pPr marL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3536950" y="1177925"/>
            <a:ext cx="13887450" cy="7812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34473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1083A-321F-F30A-3F0F-FCB184EC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0D71BF3-D12E-1D77-9A61-3C646FB674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D8F35A-B08A-5518-E41E-5EF1385C3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437848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10830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5A0B-C23D-A6B6-F506-DBB4AB60F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F181B94-5775-4AF6-D761-FA6748C4C2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A80CD3-F554-6BC9-21C3-A1A8DF906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22610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這一頁主要說明正式環境上線後，要看哪些指標來判斷系統是否穩定。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不能只看 </a:t>
            </a:r>
            <a:r>
              <a:rPr lang="en" altLang="zh-TW" dirty="0"/>
              <a:t>CPU </a:t>
            </a:r>
            <a:r>
              <a:rPr lang="zh-TW" altLang="en-US" dirty="0"/>
              <a:t>和 </a:t>
            </a:r>
            <a:r>
              <a:rPr lang="en" altLang="zh-TW" dirty="0"/>
              <a:t>RAM</a:t>
            </a:r>
            <a:r>
              <a:rPr lang="zh-TW" altLang="en" dirty="0"/>
              <a:t>。</a:t>
            </a:r>
            <a:r>
              <a:rPr lang="en" altLang="zh-TW" dirty="0"/>
              <a:t>CPU </a:t>
            </a:r>
            <a:r>
              <a:rPr lang="zh-TW" altLang="en-US" dirty="0"/>
              <a:t>沒滿，不代表系統沒有壓力；瓶頸可能出現在背景任務排隊、資料庫查詢變慢、</a:t>
            </a:r>
            <a:r>
              <a:rPr lang="en" altLang="zh-TW" dirty="0"/>
              <a:t>Copilot CLI session </a:t>
            </a:r>
            <a:r>
              <a:rPr lang="zh-TW" altLang="en-US" dirty="0"/>
              <a:t>增加，或外部 </a:t>
            </a:r>
            <a:r>
              <a:rPr lang="en" altLang="zh-TW" dirty="0"/>
              <a:t>LLM provider </a:t>
            </a:r>
            <a:r>
              <a:rPr lang="zh-TW" altLang="en-US" dirty="0"/>
              <a:t>開始限流。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API </a:t>
            </a:r>
            <a:r>
              <a:rPr lang="zh-TW" altLang="en-US" dirty="0"/>
              <a:t>層主要看回應速度、錯誤率，以及 </a:t>
            </a:r>
            <a:r>
              <a:rPr lang="en" altLang="zh-TW" dirty="0"/>
              <a:t>SSE </a:t>
            </a:r>
            <a:r>
              <a:rPr lang="zh-TW" altLang="en-US" dirty="0"/>
              <a:t>連線是否穩定。</a:t>
            </a:r>
            <a:r>
              <a:rPr lang="en" altLang="zh-TW" dirty="0"/>
              <a:t>Worker </a:t>
            </a:r>
            <a:r>
              <a:rPr lang="zh-TW" altLang="en-US" dirty="0"/>
              <a:t>層要看任務排隊數量、任務處理時間與失敗比例。</a:t>
            </a:r>
            <a:r>
              <a:rPr lang="en" altLang="zh-TW" dirty="0"/>
              <a:t>Redis </a:t>
            </a:r>
            <a:r>
              <a:rPr lang="zh-TW" altLang="en-US" dirty="0"/>
              <a:t>要看記憶體使用量、資料是否被淘汰，以及 </a:t>
            </a:r>
            <a:r>
              <a:rPr lang="en" altLang="zh-TW" dirty="0"/>
              <a:t>queue </a:t>
            </a:r>
            <a:r>
              <a:rPr lang="zh-TW" altLang="en-US" dirty="0"/>
              <a:t>操作是否變慢。</a:t>
            </a:r>
            <a:r>
              <a:rPr lang="en" altLang="zh-TW" dirty="0"/>
              <a:t>MongoDB </a:t>
            </a:r>
            <a:r>
              <a:rPr lang="zh-TW" altLang="en-US" dirty="0"/>
              <a:t>則要看慢查詢、連線數、索引大小，以及常用資料和索引是否能穩定留在記憶體中。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Copilot CLI </a:t>
            </a:r>
            <a:r>
              <a:rPr lang="zh-TW" altLang="en-US" dirty="0"/>
              <a:t>也要納入監控，包含 </a:t>
            </a:r>
            <a:r>
              <a:rPr lang="en" altLang="zh-TW" dirty="0"/>
              <a:t>session </a:t>
            </a:r>
            <a:r>
              <a:rPr lang="zh-TW" altLang="en-US" dirty="0"/>
              <a:t>回應時間、</a:t>
            </a:r>
            <a:r>
              <a:rPr lang="en" altLang="zh-TW" dirty="0"/>
              <a:t>active sessions</a:t>
            </a:r>
            <a:r>
              <a:rPr lang="zh-TW" altLang="en" dirty="0"/>
              <a:t>、</a:t>
            </a:r>
            <a:r>
              <a:rPr lang="zh-TW" altLang="en-US" dirty="0"/>
              <a:t>錯誤率與 </a:t>
            </a:r>
            <a:r>
              <a:rPr lang="en" altLang="zh-TW" dirty="0"/>
              <a:t>container </a:t>
            </a:r>
            <a:r>
              <a:rPr lang="zh-TW" altLang="en-US" dirty="0"/>
              <a:t>重啟次數。外部 </a:t>
            </a:r>
            <a:r>
              <a:rPr lang="en" altLang="zh-TW" dirty="0"/>
              <a:t>LLM provider </a:t>
            </a:r>
            <a:r>
              <a:rPr lang="zh-TW" altLang="en-US" dirty="0"/>
              <a:t>則要看 </a:t>
            </a:r>
            <a:r>
              <a:rPr lang="en" altLang="zh-TW" dirty="0"/>
              <a:t>API </a:t>
            </a:r>
            <a:r>
              <a:rPr lang="zh-TW" altLang="en-US" dirty="0"/>
              <a:t>回應速度、</a:t>
            </a:r>
            <a:r>
              <a:rPr lang="en-US" altLang="zh-TW" dirty="0"/>
              <a:t>429/5</a:t>
            </a:r>
            <a:r>
              <a:rPr lang="en" altLang="zh-TW" dirty="0"/>
              <a:t>xx </a:t>
            </a:r>
            <a:r>
              <a:rPr lang="zh-TW" altLang="en-US" dirty="0"/>
              <a:t>錯誤，以及每日成本是否超出預期。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所以 </a:t>
            </a:r>
            <a:r>
              <a:rPr lang="en" altLang="zh-TW" dirty="0"/>
              <a:t>worker </a:t>
            </a:r>
            <a:r>
              <a:rPr lang="zh-TW" altLang="en-US" dirty="0"/>
              <a:t>要不要擴充，不能只看 </a:t>
            </a:r>
            <a:r>
              <a:rPr lang="en" altLang="zh-TW" dirty="0"/>
              <a:t>CPU</a:t>
            </a:r>
            <a:r>
              <a:rPr lang="zh-TW" altLang="en" dirty="0"/>
              <a:t>。</a:t>
            </a:r>
            <a:r>
              <a:rPr lang="zh-TW" altLang="en-US" dirty="0"/>
              <a:t>有時候 </a:t>
            </a:r>
            <a:r>
              <a:rPr lang="en" altLang="zh-TW" dirty="0"/>
              <a:t>CPU </a:t>
            </a:r>
            <a:r>
              <a:rPr lang="zh-TW" altLang="en-US" dirty="0"/>
              <a:t>還沒滿，但任務已經開始排隊，或 </a:t>
            </a:r>
            <a:r>
              <a:rPr lang="en" altLang="zh-TW" dirty="0"/>
              <a:t>LLM provider </a:t>
            </a:r>
            <a:r>
              <a:rPr lang="zh-TW" altLang="en-US" dirty="0"/>
              <a:t>已經回傳 </a:t>
            </a:r>
            <a:r>
              <a:rPr lang="en-US" altLang="zh-TW" dirty="0"/>
              <a:t>429</a:t>
            </a:r>
            <a:r>
              <a:rPr lang="zh-TW" altLang="en-US" dirty="0"/>
              <a:t>，瓶頸其實在 </a:t>
            </a:r>
            <a:r>
              <a:rPr lang="en" altLang="zh-TW" dirty="0"/>
              <a:t>queue </a:t>
            </a:r>
            <a:r>
              <a:rPr lang="zh-TW" altLang="en-US" dirty="0"/>
              <a:t>或外部 </a:t>
            </a:r>
            <a:r>
              <a:rPr lang="en" altLang="zh-TW" dirty="0"/>
              <a:t>API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正式環境建議把任務排隊數量、任務處理時間、</a:t>
            </a:r>
            <a:r>
              <a:rPr lang="en" altLang="zh-TW" dirty="0"/>
              <a:t>Copilot CLI session </a:t>
            </a:r>
            <a:r>
              <a:rPr lang="zh-TW" altLang="en-US" dirty="0"/>
              <a:t>延遲，以及 </a:t>
            </a:r>
            <a:r>
              <a:rPr lang="en" altLang="zh-TW" dirty="0"/>
              <a:t>LLM 429 </a:t>
            </a:r>
            <a:r>
              <a:rPr lang="zh-TW" altLang="en-US" dirty="0"/>
              <a:t>錯誤率當成關鍵指標。雲端可以依照 </a:t>
            </a:r>
            <a:r>
              <a:rPr lang="en" altLang="zh-TW" dirty="0"/>
              <a:t>queue depth </a:t>
            </a:r>
            <a:r>
              <a:rPr lang="zh-TW" altLang="en-US" dirty="0"/>
              <a:t>自動擴充 </a:t>
            </a:r>
            <a:r>
              <a:rPr lang="en" altLang="zh-TW" dirty="0"/>
              <a:t>worker</a:t>
            </a:r>
            <a:r>
              <a:rPr lang="zh-TW" altLang="en" dirty="0"/>
              <a:t>；</a:t>
            </a:r>
            <a:r>
              <a:rPr lang="zh-TW" altLang="en-US" dirty="0"/>
              <a:t>地端則要先定義清楚，什麼情況要加 </a:t>
            </a:r>
            <a:r>
              <a:rPr lang="en" altLang="zh-TW" dirty="0"/>
              <a:t>worker</a:t>
            </a:r>
            <a:r>
              <a:rPr lang="zh-TW" altLang="en" dirty="0"/>
              <a:t>、</a:t>
            </a:r>
            <a:r>
              <a:rPr lang="zh-TW" altLang="en-US" dirty="0"/>
              <a:t>調整 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zh-TW" altLang="en-US" dirty="0"/>
              <a:t>擴充 </a:t>
            </a:r>
            <a:r>
              <a:rPr lang="en" altLang="zh-TW" dirty="0"/>
              <a:t>MongoDB</a:t>
            </a:r>
            <a:r>
              <a:rPr lang="zh-TW" altLang="en" dirty="0"/>
              <a:t>，</a:t>
            </a:r>
            <a:r>
              <a:rPr lang="zh-TW" altLang="en-US" dirty="0"/>
              <a:t>或降低 </a:t>
            </a:r>
            <a:r>
              <a:rPr lang="en" altLang="zh-TW" dirty="0"/>
              <a:t>LLM </a:t>
            </a:r>
            <a:r>
              <a:rPr lang="zh-TW" altLang="en-US" dirty="0"/>
              <a:t>併發量。</a:t>
            </a:r>
          </a:p>
        </p:txBody>
      </p:sp>
    </p:spTree>
    <p:extLst>
      <p:ext uri="{BB962C8B-B14F-4D97-AF65-F5344CB8AC3E}">
        <p14:creationId xmlns:p14="http://schemas.microsoft.com/office/powerpoint/2010/main" val="6901647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20888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cxnSp>
        <p:nvCxnSpPr>
          <p:cNvPr id="20" name="Google Shape;20;p34"/>
          <p:cNvCxnSpPr>
            <a:cxnSpLocks/>
          </p:cNvCxnSpPr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9;p32">
            <a:extLst>
              <a:ext uri="{FF2B5EF4-FFF2-40B4-BE49-F238E27FC236}">
                <a16:creationId xmlns:a16="http://schemas.microsoft.com/office/drawing/2014/main" id="{728D7485-3340-DD7C-9D2E-D9DE76FC1DDB}"/>
              </a:ext>
            </a:extLst>
          </p:cNvPr>
          <p:cNvCxnSpPr>
            <a:cxnSpLocks/>
          </p:cNvCxnSpPr>
          <p:nvPr userDrawn="1"/>
        </p:nvCxnSpPr>
        <p:spPr>
          <a:xfrm>
            <a:off x="1440000" y="2880000"/>
            <a:ext cx="576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3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oogle Shape;9;p32"/>
          <p:cNvCxnSpPr>
            <a:cxnSpLocks/>
          </p:cNvCxnSpPr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/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/>
          <p:cNvSpPr txBox="1"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/>
          <p:cNvSpPr txBox="1"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 txBox="1"/>
          <p:nvPr userDrawn="1"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96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Template Version</a:t>
            </a:r>
          </a:p>
          <a:p>
            <a:pPr algn="ctr"/>
            <a:r>
              <a:rPr kumimoji="1" lang="en-US" altLang="zh-TW" sz="240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v7.1</a:t>
            </a:r>
            <a:endParaRPr kumimoji="1" lang="zh-TW" altLang="en-US" sz="2400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910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1D3636-C8D9-A34B-A3BF-045464A9529C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/>
          <p:cNvSpPr/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 anchorCtr="0">
            <a:spAutoFit/>
          </a:bodyPr>
          <a:lstStyle/>
          <a:p>
            <a:pPr marL="0" marR="0" lvl="0" indent="0" algn="ct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zh-TW" sz="1200" b="0" i="0" u="none" strike="noStrike" cap="none" smtClean="0">
                <a:solidFill>
                  <a:schemeClr val="dk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pPr marL="0" marR="0" lvl="0" indent="0" algn="ctr" rtl="0">
                <a:lnSpc>
                  <a:spcPct val="83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D86D7F2-4668-134E-BDFC-689955836914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6400" tIns="43200" rIns="86400" bIns="43200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9pPr>
          </a:lstStyle>
          <a:p>
            <a:pPr algn="ctr" eaLnBrk="1" hangingPunct="1">
              <a:lnSpc>
                <a:spcPts val="964"/>
              </a:lnSpc>
              <a:defRPr/>
            </a:pPr>
            <a:r>
              <a:rPr lang="zh-TW" altLang="en-US" sz="800" b="0">
                <a:solidFill>
                  <a:srgbClr val="B2B2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機密資料僅限永豐金控內部使用 </a:t>
            </a:r>
            <a:endParaRPr lang="en-US" altLang="zh-TW" sz="800" b="0">
              <a:solidFill>
                <a:srgbClr val="B2B2B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57" r:id="rId3"/>
    <p:sldLayoutId id="2147483649" r:id="rId4"/>
    <p:sldLayoutId id="2147483654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r>
              <a:rPr lang="en-US" altLang="zh-TW" b="1" dirty="0" err="1"/>
              <a:t>InfoGather</a:t>
            </a:r>
            <a:endParaRPr lang="zh-TW" altLang="en-US"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lang="zh-TW" altLang="en-US" sz="2800" b="0" dirty="0"/>
              <a:t>數位科技處</a:t>
            </a:r>
            <a:endParaRPr sz="2800" b="0"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TW" sz="1600" b="0" dirty="0"/>
              <a:t>2026.06.03</a:t>
            </a:r>
            <a:endParaRPr lang="en-US" sz="1600" b="0" dirty="0"/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 txBox="1">
            <a:spLocks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b="1" dirty="0"/>
              <a:t>正式環境資源與系統架構提案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69330A2-2C63-73AA-60B6-BDD936B32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 err="1"/>
              <a:t>InfoGather</a:t>
            </a:r>
            <a:r>
              <a:rPr lang="en-US" altLang="zh-TW" b="1" dirty="0"/>
              <a:t> </a:t>
            </a:r>
            <a:r>
              <a:rPr lang="zh-TW" altLang="en-US" b="1" dirty="0"/>
              <a:t>系統架構</a:t>
            </a:r>
            <a:endParaRPr lang="zh-TW" altLang="en-US" dirty="0"/>
          </a:p>
        </p:txBody>
      </p:sp>
      <p:pic>
        <p:nvPicPr>
          <p:cNvPr id="19" name="圖片 18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3F1B1700-34A7-51DB-FEED-F41DF771C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44" y="1071655"/>
            <a:ext cx="10620000" cy="455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171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D6A87-2493-5500-0966-B6BAF42D4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7EB819-7347-39AB-74EF-BA4B13F6E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專案使用技術堆疊與系統邊界概覽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977A5CD2-F77F-B955-9659-8F9E645EF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193140"/>
              </p:ext>
            </p:extLst>
          </p:nvPr>
        </p:nvGraphicFramePr>
        <p:xfrm>
          <a:off x="450244" y="3620278"/>
          <a:ext cx="10620000" cy="2514600"/>
        </p:xfrm>
        <a:graphic>
          <a:graphicData uri="http://schemas.openxmlformats.org/drawingml/2006/table">
            <a:tbl>
              <a:tblPr/>
              <a:tblGrid>
                <a:gridCol w="1597346">
                  <a:extLst>
                    <a:ext uri="{9D8B030D-6E8A-4147-A177-3AD203B41FA5}">
                      <a16:colId xmlns:a16="http://schemas.microsoft.com/office/drawing/2014/main" val="4151773850"/>
                    </a:ext>
                  </a:extLst>
                </a:gridCol>
                <a:gridCol w="3021458">
                  <a:extLst>
                    <a:ext uri="{9D8B030D-6E8A-4147-A177-3AD203B41FA5}">
                      <a16:colId xmlns:a16="http://schemas.microsoft.com/office/drawing/2014/main" val="2795049291"/>
                    </a:ext>
                  </a:extLst>
                </a:gridCol>
                <a:gridCol w="6001196">
                  <a:extLst>
                    <a:ext uri="{9D8B030D-6E8A-4147-A177-3AD203B41FA5}">
                      <a16:colId xmlns:a16="http://schemas.microsoft.com/office/drawing/2014/main" val="2931572429"/>
                    </a:ext>
                  </a:extLst>
                </a:gridCol>
              </a:tblGrid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 </a:t>
                      </a:r>
                      <a:r>
                        <a:rPr lang="en-US" altLang="zh-TW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服務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說明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448047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Web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Angular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UI，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讓使用者瀏覽資料、管理資料來源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資訊助手、洞見彙報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與通知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16444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 API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後端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負責業務邏輯、權限驗證、資料存取、對外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觸發背景工作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9723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排程服務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定期掃描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或工作條件，將待處理任務送進佇列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96967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工作執行服務</a:t>
                      </a:r>
                      <a:endParaRPr lang="en" sz="105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非同步處理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ingestion、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文章分析、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curation、brief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generation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等背景任務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07287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數據持久化資料庫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儲存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feeds、articles、assistants、briefs、notifications、workspace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244742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/ Cache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基礎設施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BullMQ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的底層佇列儲存，也可支援快取或工作狀態管理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7699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Github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Copilot CLI server mode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執行入口，讓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可以透過它與模型能力互動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382660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Providers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供應商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(Azure OpenAI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en-US" altLang="zh-TW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LiteLLM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05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提供文章判讀、摘要、分類、助理推理等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能力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247835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 Sources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RSS、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搜尋來源、外部內容來源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系統擷取資訊的來源，提供文章或原始資料給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/ Scheduler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處理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821277"/>
                  </a:ext>
                </a:extLst>
              </a:tr>
            </a:tbl>
          </a:graphicData>
        </a:graphic>
      </p:graphicFrame>
      <p:pic>
        <p:nvPicPr>
          <p:cNvPr id="11" name="圖片 10" descr="一張含有 文字, 圖表, 行, 繪圖 的圖片&#10;&#10;AI 產生的內容可能不正確。">
            <a:extLst>
              <a:ext uri="{FF2B5EF4-FFF2-40B4-BE49-F238E27FC236}">
                <a16:creationId xmlns:a16="http://schemas.microsoft.com/office/drawing/2014/main" id="{29DCEF5A-1D61-E740-AE36-83D55C9B9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058" y="766139"/>
            <a:ext cx="8595739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355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61A90CB-7486-3F15-BD2D-295EE3A68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測試環境 </a:t>
            </a:r>
            <a:r>
              <a:rPr lang="en" altLang="zh-TW" b="1" dirty="0"/>
              <a:t>VM </a:t>
            </a:r>
            <a:r>
              <a:rPr lang="zh-TW" altLang="en-US" b="1" dirty="0"/>
              <a:t>與服務配置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86D61659-C6AB-A52E-6A2C-6B3BA84F1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r>
              <a:rPr lang="zh-TW" altLang="en-US" dirty="0"/>
              <a:t>測試環境資源總計：</a:t>
            </a:r>
            <a:r>
              <a:rPr lang="en" altLang="zh-TW" dirty="0"/>
              <a:t>32 vCPU / 68 GB RAM / 1120 GB SSD</a:t>
            </a:r>
            <a:endParaRPr lang="en-US" altLang="zh-TW" dirty="0"/>
          </a:p>
          <a:p>
            <a:endParaRPr lang="zh-TW" altLang="en-US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36296B90-57D8-88FB-0610-C42168C6D8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308909"/>
              </p:ext>
            </p:extLst>
          </p:nvPr>
        </p:nvGraphicFramePr>
        <p:xfrm>
          <a:off x="179388" y="826714"/>
          <a:ext cx="11161712" cy="4320000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2840921">
                  <a:extLst>
                    <a:ext uri="{9D8B030D-6E8A-4147-A177-3AD203B41FA5}">
                      <a16:colId xmlns:a16="http://schemas.microsoft.com/office/drawing/2014/main" val="1199597028"/>
                    </a:ext>
                  </a:extLst>
                </a:gridCol>
                <a:gridCol w="800337">
                  <a:extLst>
                    <a:ext uri="{9D8B030D-6E8A-4147-A177-3AD203B41FA5}">
                      <a16:colId xmlns:a16="http://schemas.microsoft.com/office/drawing/2014/main" val="1578801080"/>
                    </a:ext>
                  </a:extLst>
                </a:gridCol>
                <a:gridCol w="735476">
                  <a:extLst>
                    <a:ext uri="{9D8B030D-6E8A-4147-A177-3AD203B41FA5}">
                      <a16:colId xmlns:a16="http://schemas.microsoft.com/office/drawing/2014/main" val="3168828867"/>
                    </a:ext>
                  </a:extLst>
                </a:gridCol>
                <a:gridCol w="789751">
                  <a:extLst>
                    <a:ext uri="{9D8B030D-6E8A-4147-A177-3AD203B41FA5}">
                      <a16:colId xmlns:a16="http://schemas.microsoft.com/office/drawing/2014/main" val="136309821"/>
                    </a:ext>
                  </a:extLst>
                </a:gridCol>
                <a:gridCol w="3413612">
                  <a:extLst>
                    <a:ext uri="{9D8B030D-6E8A-4147-A177-3AD203B41FA5}">
                      <a16:colId xmlns:a16="http://schemas.microsoft.com/office/drawing/2014/main" val="3760430905"/>
                    </a:ext>
                  </a:extLst>
                </a:gridCol>
                <a:gridCol w="2581615">
                  <a:extLst>
                    <a:ext uri="{9D8B030D-6E8A-4147-A177-3AD203B41FA5}">
                      <a16:colId xmlns:a16="http://schemas.microsoft.com/office/drawing/2014/main" val="939028161"/>
                    </a:ext>
                  </a:extLst>
                </a:gridCol>
              </a:tblGrid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VM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vCPU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RAM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SSD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部署服務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說明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505403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infogather-sit-lb-01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Nginx / HAProxy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SIT </a:t>
                      </a:r>
                      <a:r>
                        <a:rPr lang="zh-TW" altLang="en-US" sz="1400"/>
                        <a:t>入口節點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047890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infogather-sit-app-01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app、worker、scheduler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SIT </a:t>
                      </a:r>
                      <a:r>
                        <a:rPr lang="zh-TW" altLang="en-US" sz="1400" dirty="0"/>
                        <a:t>主應用節點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5674944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infogather-sit-app-02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SIT </a:t>
                      </a:r>
                      <a:r>
                        <a:rPr lang="zh-TW" altLang="en-US" sz="1400"/>
                        <a:t>第二應用節點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77875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infogather-sit-mongo-01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84706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infogather-sit-mongo-02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329630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infogather-sit-mongo-03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MongoDB replica set member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244485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infogather-sit-redis-01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483248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infogather-sit-redis-02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93986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infogather-sit-redis-03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Redis </a:t>
                      </a:r>
                      <a:r>
                        <a:rPr lang="en" sz="1400" dirty="0" err="1"/>
                        <a:t>server、Sentinel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3108866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infogather-sit-copilot-01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Copilot CLI server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SIT Agent / LLM runtime </a:t>
                      </a:r>
                      <a:r>
                        <a:rPr lang="zh-TW" altLang="en-US" sz="1400" dirty="0"/>
                        <a:t>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580082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infogather-sit-ops-01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120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Prometheus、Grafana、operations</a:t>
                      </a:r>
                      <a:r>
                        <a:rPr lang="en" sz="1400" dirty="0"/>
                        <a:t> tools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SIT </a:t>
                      </a:r>
                      <a:r>
                        <a:rPr lang="zh-TW" altLang="en-US" sz="1400" dirty="0"/>
                        <a:t>監控與維運控制節點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47101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4177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F1D0A-7358-76D8-4B94-2BDDF0336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36A83FF-A6D5-B2C4-8B72-33F865699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正式環境 </a:t>
            </a:r>
            <a:r>
              <a:rPr lang="en" altLang="zh-TW" b="1" dirty="0"/>
              <a:t>VM </a:t>
            </a:r>
            <a:r>
              <a:rPr lang="zh-TW" altLang="en-US" b="1" dirty="0"/>
              <a:t>與服務配置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432E00F-A29F-3F3E-DEB4-2839A2892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r>
              <a:rPr lang="zh-TW" altLang="en-US" dirty="0"/>
              <a:t>正式環境資源總計：</a:t>
            </a:r>
            <a:r>
              <a:rPr lang="en" altLang="zh-TW" dirty="0"/>
              <a:t>3</a:t>
            </a:r>
            <a:r>
              <a:rPr lang="en-US" altLang="zh-TW" dirty="0"/>
              <a:t>4</a:t>
            </a:r>
            <a:r>
              <a:rPr lang="en" altLang="zh-TW" dirty="0"/>
              <a:t> vCPU / 104 GB RAM / 2240 GB SSD</a:t>
            </a:r>
            <a:endParaRPr lang="en-US" altLang="zh-TW" dirty="0"/>
          </a:p>
          <a:p>
            <a:endParaRPr lang="zh-TW" altLang="en-US" dirty="0"/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77419BC-A996-C46D-03AC-7D801D0DA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11395"/>
              </p:ext>
            </p:extLst>
          </p:nvPr>
        </p:nvGraphicFramePr>
        <p:xfrm>
          <a:off x="179388" y="826714"/>
          <a:ext cx="11161712" cy="4320000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2840921">
                  <a:extLst>
                    <a:ext uri="{9D8B030D-6E8A-4147-A177-3AD203B41FA5}">
                      <a16:colId xmlns:a16="http://schemas.microsoft.com/office/drawing/2014/main" val="1199597028"/>
                    </a:ext>
                  </a:extLst>
                </a:gridCol>
                <a:gridCol w="800337">
                  <a:extLst>
                    <a:ext uri="{9D8B030D-6E8A-4147-A177-3AD203B41FA5}">
                      <a16:colId xmlns:a16="http://schemas.microsoft.com/office/drawing/2014/main" val="1578801080"/>
                    </a:ext>
                  </a:extLst>
                </a:gridCol>
                <a:gridCol w="735476">
                  <a:extLst>
                    <a:ext uri="{9D8B030D-6E8A-4147-A177-3AD203B41FA5}">
                      <a16:colId xmlns:a16="http://schemas.microsoft.com/office/drawing/2014/main" val="3168828867"/>
                    </a:ext>
                  </a:extLst>
                </a:gridCol>
                <a:gridCol w="789751">
                  <a:extLst>
                    <a:ext uri="{9D8B030D-6E8A-4147-A177-3AD203B41FA5}">
                      <a16:colId xmlns:a16="http://schemas.microsoft.com/office/drawing/2014/main" val="136309821"/>
                    </a:ext>
                  </a:extLst>
                </a:gridCol>
                <a:gridCol w="3413612">
                  <a:extLst>
                    <a:ext uri="{9D8B030D-6E8A-4147-A177-3AD203B41FA5}">
                      <a16:colId xmlns:a16="http://schemas.microsoft.com/office/drawing/2014/main" val="3760430905"/>
                    </a:ext>
                  </a:extLst>
                </a:gridCol>
                <a:gridCol w="2581615">
                  <a:extLst>
                    <a:ext uri="{9D8B030D-6E8A-4147-A177-3AD203B41FA5}">
                      <a16:colId xmlns:a16="http://schemas.microsoft.com/office/drawing/2014/main" val="939028161"/>
                    </a:ext>
                  </a:extLst>
                </a:gridCol>
              </a:tblGrid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VM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vCPU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RAM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SSD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部署服務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說明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505403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infogather-prod-lb-01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Nginx / HAProxy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PROD </a:t>
                      </a:r>
                      <a:r>
                        <a:rPr lang="zh-TW" altLang="en-US" sz="1400" dirty="0"/>
                        <a:t>入口節點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047890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infogather-prod-app-01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app、worker、scheduler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主應用節點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5674944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infogather-prod-app-02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第二應用節點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77875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infogather-prod-mongo-01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500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84706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infogather-prod-mongo-02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500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329630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infogather-prod-mongo-03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500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MongoDB replica set member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244485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infogather-prod-redis-01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483248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infogather-prod-redis-02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93986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infogather-prod-redis-03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Redis </a:t>
                      </a:r>
                      <a:r>
                        <a:rPr lang="en" sz="1400" dirty="0" err="1"/>
                        <a:t>server、Sentinel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3108866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infogather-prod-copilot-01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Copilot CLI server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Agent / LLM runtime </a:t>
                      </a:r>
                      <a:r>
                        <a:rPr lang="zh-TW" altLang="en-US" sz="1400" dirty="0"/>
                        <a:t>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580082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infogather-prod-ops-01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Prometheus、Grafana、operations</a:t>
                      </a:r>
                      <a:r>
                        <a:rPr lang="en" sz="1400" dirty="0"/>
                        <a:t> tools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正式環境監控與維運控制節點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47101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32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4C772-BC05-642E-E3AB-3C3E9262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可觀測性與</a:t>
            </a:r>
            <a:r>
              <a:rPr lang="zh-TW" altLang="en-US" b="1"/>
              <a:t>告警指標</a:t>
            </a:r>
            <a:endParaRPr kumimoji="1"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832473-E209-AA06-526E-F7AC3F6FE0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2436775"/>
              </p:ext>
            </p:extLst>
          </p:nvPr>
        </p:nvGraphicFramePr>
        <p:xfrm>
          <a:off x="270244" y="1025090"/>
          <a:ext cx="10980000" cy="4199044"/>
        </p:xfrm>
        <a:graphic>
          <a:graphicData uri="http://schemas.openxmlformats.org/drawingml/2006/table">
            <a:tbl>
              <a:tblPr/>
              <a:tblGrid>
                <a:gridCol w="2371012">
                  <a:extLst>
                    <a:ext uri="{9D8B030D-6E8A-4147-A177-3AD203B41FA5}">
                      <a16:colId xmlns:a16="http://schemas.microsoft.com/office/drawing/2014/main" val="3476087647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1376718494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2700649521"/>
                    </a:ext>
                  </a:extLst>
                </a:gridCol>
              </a:tblGrid>
              <a:tr h="2402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類別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告警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534179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latency、5xx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rate、SSE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disconnects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1s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xx &gt; 1%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375832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depth、job duration、failed rate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waiting &gt; 1,000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failed rate &gt; 5%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1834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latency、active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sessions、error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rate、container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2s、error &gt; 1%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23332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memory、evictions、ops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sec、latency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 &gt; 75%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evictions &gt; 0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06408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index size、working set、slow queries、connections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slow query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增加或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connections &gt; 80%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796917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LLM/API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latency、429/5xx、cost per day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429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出現或每日成本超標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226446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Storage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DB growth、backup success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 failed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disk &gt; 70%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907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0785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6169001-1B9D-D1B0-AE7B-502E10A67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478964"/>
              </p:ext>
            </p:extLst>
          </p:nvPr>
        </p:nvGraphicFramePr>
        <p:xfrm>
          <a:off x="388144" y="1460623"/>
          <a:ext cx="4706937" cy="3931920"/>
        </p:xfrm>
        <a:graphic>
          <a:graphicData uri="http://schemas.openxmlformats.org/drawingml/2006/table">
            <a:tbl>
              <a:tblPr/>
              <a:tblGrid>
                <a:gridCol w="2686050">
                  <a:extLst>
                    <a:ext uri="{9D8B030D-6E8A-4147-A177-3AD203B41FA5}">
                      <a16:colId xmlns:a16="http://schemas.microsoft.com/office/drawing/2014/main" val="2545213879"/>
                    </a:ext>
                  </a:extLst>
                </a:gridCol>
                <a:gridCol w="2020887">
                  <a:extLst>
                    <a:ext uri="{9D8B030D-6E8A-4147-A177-3AD203B41FA5}">
                      <a16:colId xmlns:a16="http://schemas.microsoft.com/office/drawing/2014/main" val="310536545"/>
                    </a:ext>
                  </a:extLst>
                </a:gridCol>
              </a:tblGrid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資料類型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數量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用量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846571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collections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105299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documents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1,265,635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722469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logical data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1,066.18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324792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storage + indexes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1.36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835058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users</a:t>
                      </a:r>
                      <a:endParaRPr lang="zh-TW" altLang="en-US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181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9354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工作空間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workspaces</a:t>
                      </a:r>
                      <a:endParaRPr lang="zh-TW" altLang="en-US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3033871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資料來源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176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159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4882075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41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37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413197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 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280,221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0029300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評估總數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  <a:endParaRPr lang="en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976,905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783756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通知總數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notifications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4,629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075771"/>
                  </a:ext>
                </a:extLst>
              </a:tr>
            </a:tbl>
          </a:graphicData>
        </a:graphic>
      </p:graphicFrame>
      <p:sp>
        <p:nvSpPr>
          <p:cNvPr id="4" name="標題 3">
            <a:extLst>
              <a:ext uri="{FF2B5EF4-FFF2-40B4-BE49-F238E27FC236}">
                <a16:creationId xmlns:a16="http://schemas.microsoft.com/office/drawing/2014/main" id="{A56B29AF-B826-A5C6-2084-7513F97C4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平台資料規模現況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76A0E2D5-2C54-FD6F-195E-3E46A09B3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平台資料規模現況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D626B5F2-F698-01CC-2719-6918E1C9B5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607690"/>
              </p:ext>
            </p:extLst>
          </p:nvPr>
        </p:nvGraphicFramePr>
        <p:xfrm>
          <a:off x="5532040" y="3912484"/>
          <a:ext cx="5372100" cy="1737360"/>
        </p:xfrm>
        <a:graphic>
          <a:graphicData uri="http://schemas.openxmlformats.org/drawingml/2006/table">
            <a:tbl>
              <a:tblPr/>
              <a:tblGrid>
                <a:gridCol w="1343025">
                  <a:extLst>
                    <a:ext uri="{9D8B030D-6E8A-4147-A177-3AD203B41FA5}">
                      <a16:colId xmlns:a16="http://schemas.microsoft.com/office/drawing/2014/main" val="1840495998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174371406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1804692550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464803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7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30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8379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2,307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34,921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125,947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5036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12,059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124,527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506,701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36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316518"/>
                  </a:ext>
                </a:extLst>
              </a:tr>
            </a:tbl>
          </a:graphicData>
        </a:graphic>
      </p:graphicFrame>
      <p:pic>
        <p:nvPicPr>
          <p:cNvPr id="12" name="圖片 11" descr="一張含有 圓形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1E922402-F87F-FD60-2707-88CFBA449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4976" y="930407"/>
            <a:ext cx="4046228" cy="2797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388891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4F25D0FF425B4EA678AC2414B6A709" ma:contentTypeVersion="10" ma:contentTypeDescription="Create a new document." ma:contentTypeScope="" ma:versionID="8ceec2ce155b1d63c0c6fcd4110f3cfe">
  <xsd:schema xmlns:xsd="http://www.w3.org/2001/XMLSchema" xmlns:xs="http://www.w3.org/2001/XMLSchema" xmlns:p="http://schemas.microsoft.com/office/2006/metadata/properties" xmlns:ns2="7cac0686-f0c7-4236-b000-d7b90732a875" xmlns:ns3="9bfc64f2-d580-4df8-9fa4-4631ad6ac43d" targetNamespace="http://schemas.microsoft.com/office/2006/metadata/properties" ma:root="true" ma:fieldsID="267f21102a69fda15f58a0ecdfc9abe1" ns2:_="" ns3:_="">
    <xsd:import namespace="7cac0686-f0c7-4236-b000-d7b90732a875"/>
    <xsd:import namespace="9bfc64f2-d580-4df8-9fa4-4631ad6ac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ac0686-f0c7-4236-b000-d7b90732a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fc64f2-d580-4df8-9fa4-4631ad6ac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FD5D526-59E0-46BD-B75A-4A393253F249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9bfc64f2-d580-4df8-9fa4-4631ad6ac43d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7cac0686-f0c7-4236-b000-d7b90732a87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6929C79-DB32-411C-8C37-9A0BBBB5F64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3946E7-66F8-4182-AA38-CFC406C59F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ac0686-f0c7-4236-b000-d7b90732a875"/>
    <ds:schemaRef ds:uri="9bfc64f2-d580-4df8-9fa4-4631ad6ac43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17a5a3d-163a-4e8b-af1b-58fd7f92894f}" enabled="0" method="" siteId="{217a5a3d-163a-4e8b-af1b-58fd7f92894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6643</TotalTime>
  <Words>1218</Words>
  <Application>Microsoft Macintosh PowerPoint</Application>
  <PresentationFormat>自訂</PresentationFormat>
  <Paragraphs>295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6" baseType="lpstr">
      <vt:lpstr>微軟正黑體</vt:lpstr>
      <vt:lpstr>微軟正黑體</vt:lpstr>
      <vt:lpstr>標準系統字體</vt:lpstr>
      <vt:lpstr>Microsoft JhengHei Light</vt:lpstr>
      <vt:lpstr>Arial</vt:lpstr>
      <vt:lpstr>Consolas</vt:lpstr>
      <vt:lpstr>Roboto</vt:lpstr>
      <vt:lpstr>Times New Roman</vt:lpstr>
      <vt:lpstr>數科處範本</vt:lpstr>
      <vt:lpstr>InfoGather</vt:lpstr>
      <vt:lpstr>InfoGather 系統架構</vt:lpstr>
      <vt:lpstr>專案使用技術堆疊與系統邊界概覽</vt:lpstr>
      <vt:lpstr>測試環境 VM 與服務配置</vt:lpstr>
      <vt:lpstr>正式環境 VM 與服務配置</vt:lpstr>
      <vt:lpstr>可觀測性與告警指標</vt:lpstr>
      <vt:lpstr>平台資料規模現況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封面標題(36 pt)</dc:title>
  <cp:lastModifiedBy>雋凱 王</cp:lastModifiedBy>
  <cp:revision>188</cp:revision>
  <dcterms:modified xsi:type="dcterms:W3CDTF">2026-06-12T06:45:45Z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0x010100DE4F25D0FF425B4EA678AC2414B6A709</vt:lpwstr>
  </property>
  <property fmtid="{D5CDD505-2E9C-101B-9397-08002B2CF9AE}" pid="3" name="Order">
    <vt:r8>500</vt:r8>
  </property>
  <property fmtid="{D5CDD505-2E9C-101B-9397-08002B2CF9AE}" pid="4" name="TriggerFlowInfo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</Properties>
</file>
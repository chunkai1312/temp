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4"/>
  </p:sldMasterIdLst>
  <p:notesMasterIdLst>
    <p:notesMasterId r:id="rId13"/>
  </p:notesMasterIdLst>
  <p:sldIdLst>
    <p:sldId id="256" r:id="rId5"/>
    <p:sldId id="2147471230" r:id="rId6"/>
    <p:sldId id="2147471223" r:id="rId7"/>
    <p:sldId id="2147471229" r:id="rId8"/>
    <p:sldId id="3274" r:id="rId9"/>
    <p:sldId id="2147471235" r:id="rId10"/>
    <p:sldId id="2147471236" r:id="rId11"/>
    <p:sldId id="2147471237" r:id="rId12"/>
  </p:sldIdLst>
  <p:sldSz cx="11520488" cy="6480175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  <p:ext uri="GoogleSlidesCustomDataVersion2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52" roundtripDataSignature="AMtx7mhqKJAzFugGzrpaCdpbPJOL8OwfdA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周立筠-數位金融部-證券" initials="MSOffice" lastIdx="1" clrIdx="0">
    <p:extLst>
      <p:ext uri="{19B8F6BF-5375-455C-9EA6-DF929625EA0E}">
        <p15:presenceInfo xmlns:p15="http://schemas.microsoft.com/office/powerpoint/2012/main" userId="周立筠-數位金融部-證券" providerId="None"/>
      </p:ext>
    </p:extLst>
  </p:cmAuthor>
  <p:cmAuthor id="2" name="吳憲驊-人力資源處-永豐銀行" initials="吳憲驊-人力資源處-永豐銀行" lastIdx="1" clrIdx="1">
    <p:extLst>
      <p:ext uri="{19B8F6BF-5375-455C-9EA6-DF929625EA0E}">
        <p15:presenceInfo xmlns:p15="http://schemas.microsoft.com/office/powerpoint/2012/main" userId="S::simonwu@sinopac.com::c372d5aa-c765-4280-a5c9-548c4152a5d4" providerId="AD"/>
      </p:ext>
    </p:extLst>
  </p:cmAuthor>
  <p:cmAuthor id="3" name="張天豪-數位金融處-永豐銀行" initials="張天豪-數位金融處-永豐銀行" lastIdx="1" clrIdx="2">
    <p:extLst>
      <p:ext uri="{19B8F6BF-5375-455C-9EA6-DF929625EA0E}">
        <p15:presenceInfo xmlns:p15="http://schemas.microsoft.com/office/powerpoint/2012/main" userId="S::darby@sinopac.com::0d835702-99c9-4ef6-82d8-3ca86d4ccc1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2006"/>
    <a:srgbClr val="713F12"/>
    <a:srgbClr val="854D0E"/>
    <a:srgbClr val="A16207"/>
    <a:srgbClr val="CA8A04"/>
    <a:srgbClr val="EAB308"/>
    <a:srgbClr val="FACC15"/>
    <a:srgbClr val="FDE047"/>
    <a:srgbClr val="FEF08A"/>
    <a:srgbClr val="FEF9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1DB7C30-2B5D-4D34-8F22-85940E495A18}">
  <a:tblStyle styleId="{91DB7C30-2B5D-4D34-8F22-85940E495A1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88D87DB6-C1B6-446D-86CF-44D372F8A82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7E2D07F-EAD9-47BB-8D15-AB9D181D91B3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淺色樣式 1 - 輔色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07"/>
    <p:restoredTop sz="62323"/>
  </p:normalViewPr>
  <p:slideViewPr>
    <p:cSldViewPr snapToGrid="0">
      <p:cViewPr varScale="1">
        <p:scale>
          <a:sx n="72" d="100"/>
          <a:sy n="72" d="100"/>
        </p:scale>
        <p:origin x="2560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0" d="100"/>
          <a:sy n="50" d="100"/>
        </p:scale>
        <p:origin x="2708" y="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55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" Type="http://schemas.openxmlformats.org/officeDocument/2006/relationships/customXml" Target="../customXml/item2.xml"/><Relationship Id="rId54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3" Type="http://schemas.openxmlformats.org/officeDocument/2006/relationships/commentAuthors" Target="commentAuthors.xml"/><Relationship Id="rId58" Type="http://schemas.microsoft.com/office/2016/11/relationships/changesInfo" Target="changesInfos/changesInfo1.xml"/><Relationship Id="rId5" Type="http://schemas.openxmlformats.org/officeDocument/2006/relationships/slide" Target="slides/slide1.xml"/><Relationship Id="rId57" Type="http://schemas.openxmlformats.org/officeDocument/2006/relationships/tableStyles" Target="tableStyles.xml"/><Relationship Id="rId10" Type="http://schemas.openxmlformats.org/officeDocument/2006/relationships/slide" Target="slides/slide6.xml"/><Relationship Id="rId52" Type="http://customschemas.google.com/relationships/presentationmetadata" Target="meta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56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鄧昱辰-數位金融處-永豐銀行" userId="S::abnerden@sinopac.com::bac69c27-d65c-4a8e-9604-5b752fd98276" providerId="AD" clId="Web-{BD436DF0-F36C-3C10-2DF2-C064A6340344}"/>
    <pc:docChg chg="modSld">
      <pc:chgData name="鄧昱辰-數位金融處-永豐銀行" userId="S::abnerden@sinopac.com::bac69c27-d65c-4a8e-9604-5b752fd98276" providerId="AD" clId="Web-{BD436DF0-F36C-3C10-2DF2-C064A6340344}" dt="2025-07-02T08:48:48.862" v="4" actId="20577"/>
      <pc:docMkLst>
        <pc:docMk/>
      </pc:docMkLst>
      <pc:sldChg chg="modSp">
        <pc:chgData name="鄧昱辰-數位金融處-永豐銀行" userId="S::abnerden@sinopac.com::bac69c27-d65c-4a8e-9604-5b752fd98276" providerId="AD" clId="Web-{BD436DF0-F36C-3C10-2DF2-C064A6340344}" dt="2025-07-02T08:48:48.862" v="4" actId="20577"/>
        <pc:sldMkLst>
          <pc:docMk/>
          <pc:sldMk cId="4060586183" sldId="2147471188"/>
        </pc:sldMkLst>
      </pc:sldChg>
    </pc:docChg>
  </pc:docChgLst>
  <pc:docChgLst>
    <pc:chgData name="周立筠-數據應用部-永豐金證券" userId="ee349c15-f274-43a3-b0c9-48d528d95247" providerId="ADAL" clId="{60EF727E-7560-4199-9548-178954D6DF8E}"/>
    <pc:docChg chg="undo custSel modSld">
      <pc:chgData name="周立筠-數據應用部-永豐金證券" userId="ee349c15-f274-43a3-b0c9-48d528d95247" providerId="ADAL" clId="{60EF727E-7560-4199-9548-178954D6DF8E}" dt="2024-08-23T09:45:13.775" v="159" actId="14100"/>
      <pc:docMkLst>
        <pc:docMk/>
      </pc:docMkLst>
      <pc:sldChg chg="modSp addCm modCm">
        <pc:chgData name="周立筠-數據應用部-永豐金證券" userId="ee349c15-f274-43a3-b0c9-48d528d95247" providerId="ADAL" clId="{60EF727E-7560-4199-9548-178954D6DF8E}" dt="2024-08-23T09:28:50.074" v="151" actId="14100"/>
        <pc:sldMkLst>
          <pc:docMk/>
          <pc:sldMk cId="3262633635" sldId="297"/>
        </pc:sldMkLst>
      </pc:sldChg>
      <pc:sldChg chg="addSp delSp modSp">
        <pc:chgData name="周立筠-數據應用部-永豐金證券" userId="ee349c15-f274-43a3-b0c9-48d528d95247" providerId="ADAL" clId="{60EF727E-7560-4199-9548-178954D6DF8E}" dt="2024-08-23T09:45:13.775" v="159" actId="14100"/>
        <pc:sldMkLst>
          <pc:docMk/>
          <pc:sldMk cId="2826782116" sldId="298"/>
        </pc:sldMkLst>
      </pc:sldChg>
    </pc:docChg>
  </pc:docChgLst>
  <pc:docChgLst>
    <pc:chgData name="周立筠-數據應用部-永豐金證券" userId="ee349c15-f274-43a3-b0c9-48d528d95247" providerId="ADAL" clId="{3FB2CB3A-96A0-4538-BF95-B43B96849497}"/>
    <pc:docChg chg="undo custSel addSld modSld sldOrd">
      <pc:chgData name="周立筠-數據應用部-永豐金證券" userId="ee349c15-f274-43a3-b0c9-48d528d95247" providerId="ADAL" clId="{3FB2CB3A-96A0-4538-BF95-B43B96849497}" dt="2024-09-06T07:42:04.870" v="136" actId="20577"/>
      <pc:docMkLst>
        <pc:docMk/>
      </pc:docMkLst>
      <pc:sldChg chg="modSp ord">
        <pc:chgData name="周立筠-數據應用部-永豐金證券" userId="ee349c15-f274-43a3-b0c9-48d528d95247" providerId="ADAL" clId="{3FB2CB3A-96A0-4538-BF95-B43B96849497}" dt="2024-09-06T07:32:13.670" v="14" actId="20577"/>
        <pc:sldMkLst>
          <pc:docMk/>
          <pc:sldMk cId="2022153893" sldId="295"/>
        </pc:sldMkLst>
      </pc:sldChg>
      <pc:sldChg chg="ord">
        <pc:chgData name="周立筠-數據應用部-永豐金證券" userId="ee349c15-f274-43a3-b0c9-48d528d95247" providerId="ADAL" clId="{3FB2CB3A-96A0-4538-BF95-B43B96849497}" dt="2024-09-06T07:29:51.430" v="5" actId="20577"/>
        <pc:sldMkLst>
          <pc:docMk/>
          <pc:sldMk cId="4245503187" sldId="2147471171"/>
        </pc:sldMkLst>
      </pc:sldChg>
      <pc:sldChg chg="addSp delSp modSp add">
        <pc:chgData name="周立筠-數據應用部-永豐金證券" userId="ee349c15-f274-43a3-b0c9-48d528d95247" providerId="ADAL" clId="{3FB2CB3A-96A0-4538-BF95-B43B96849497}" dt="2024-09-06T07:31:40.591" v="11" actId="14734"/>
        <pc:sldMkLst>
          <pc:docMk/>
          <pc:sldMk cId="1504610650" sldId="2147471172"/>
        </pc:sldMkLst>
      </pc:sldChg>
      <pc:sldChg chg="addSp delSp modSp add">
        <pc:chgData name="周立筠-數據應用部-永豐金證券" userId="ee349c15-f274-43a3-b0c9-48d528d95247" providerId="ADAL" clId="{3FB2CB3A-96A0-4538-BF95-B43B96849497}" dt="2024-09-06T07:42:04.870" v="136" actId="20577"/>
        <pc:sldMkLst>
          <pc:docMk/>
          <pc:sldMk cId="3155411272" sldId="2147471173"/>
        </pc:sldMkLst>
      </pc:sldChg>
    </pc:docChg>
  </pc:docChgLst>
  <pc:docChgLst>
    <pc:chgData name="陳韋樺-數位科技處-永豐金控" userId="701130e9-61c9-4993-9d2b-72f9303521e5" providerId="ADAL" clId="{80DAA328-AAE6-42A8-AA4F-C352BC19A94D}"/>
    <pc:docChg chg="undo custSel modSld">
      <pc:chgData name="陳韋樺-數位科技處-永豐金控" userId="701130e9-61c9-4993-9d2b-72f9303521e5" providerId="ADAL" clId="{80DAA328-AAE6-42A8-AA4F-C352BC19A94D}" dt="2025-07-08T01:43:26.008" v="4" actId="20577"/>
      <pc:docMkLst>
        <pc:docMk/>
      </pc:docMkLst>
      <pc:sldChg chg="modSp mod">
        <pc:chgData name="陳韋樺-數位科技處-永豐金控" userId="701130e9-61c9-4993-9d2b-72f9303521e5" providerId="ADAL" clId="{80DAA328-AAE6-42A8-AA4F-C352BC19A94D}" dt="2025-07-08T01:43:26.008" v="4" actId="20577"/>
        <pc:sldMkLst>
          <pc:docMk/>
          <pc:sldMk cId="0" sldId="256"/>
        </pc:sldMkLst>
      </pc:sldChg>
    </pc:docChg>
  </pc:docChgLst>
  <pc:docChgLst>
    <pc:chgData name="張天豪-數位金融處-永豐銀行" userId="0d835702-99c9-4ef6-82d8-3ca86d4ccc15" providerId="ADAL" clId="{D2AF67AB-EFE6-5583-B6E8-67F78036965D}"/>
    <pc:docChg chg="custSel addSld delSld modSld modSection">
      <pc:chgData name="張天豪-數位金融處-永豐銀行" userId="0d835702-99c9-4ef6-82d8-3ca86d4ccc15" providerId="ADAL" clId="{D2AF67AB-EFE6-5583-B6E8-67F78036965D}" dt="2025-09-15T05:42:40.118" v="2" actId="2696"/>
      <pc:docMkLst>
        <pc:docMk/>
      </pc:docMkLst>
      <pc:sldChg chg="addSp delSp modSp new del mod chgLayout">
        <pc:chgData name="張天豪-數位金融處-永豐銀行" userId="0d835702-99c9-4ef6-82d8-3ca86d4ccc15" providerId="ADAL" clId="{D2AF67AB-EFE6-5583-B6E8-67F78036965D}" dt="2025-09-15T05:42:40.118" v="2" actId="2696"/>
        <pc:sldMkLst>
          <pc:docMk/>
          <pc:sldMk cId="4260387952" sldId="2147471190"/>
        </pc:sldMkLst>
        <pc:spChg chg="del">
          <ac:chgData name="張天豪-數位金融處-永豐銀行" userId="0d835702-99c9-4ef6-82d8-3ca86d4ccc15" providerId="ADAL" clId="{D2AF67AB-EFE6-5583-B6E8-67F78036965D}" dt="2025-09-15T05:42:00.447" v="1" actId="700"/>
          <ac:spMkLst>
            <pc:docMk/>
            <pc:sldMk cId="4260387952" sldId="2147471190"/>
            <ac:spMk id="2" creationId="{C8E2D793-753F-D8E0-6C96-C3E4A92D305F}"/>
          </ac:spMkLst>
        </pc:spChg>
        <pc:spChg chg="add mod ord">
          <ac:chgData name="張天豪-數位金融處-永豐銀行" userId="0d835702-99c9-4ef6-82d8-3ca86d4ccc15" providerId="ADAL" clId="{D2AF67AB-EFE6-5583-B6E8-67F78036965D}" dt="2025-09-15T05:42:00.447" v="1" actId="700"/>
          <ac:spMkLst>
            <pc:docMk/>
            <pc:sldMk cId="4260387952" sldId="2147471190"/>
            <ac:spMk id="3" creationId="{4720BA31-8393-D7D0-C165-7006096CE23F}"/>
          </ac:spMkLst>
        </pc:spChg>
      </pc:sldChg>
    </pc:docChg>
  </pc:docChgLst>
  <pc:docChgLst>
    <pc:chgData name="張天豪-數位金融處-永豐銀行" userId="0d835702-99c9-4ef6-82d8-3ca86d4ccc15" providerId="ADAL" clId="{3535DB18-1BBF-46AC-A302-CA4DEF9EDE65}"/>
    <pc:docChg chg="undo custSel modSld modMainMaster">
      <pc:chgData name="張天豪-數位金融處-永豐銀行" userId="0d835702-99c9-4ef6-82d8-3ca86d4ccc15" providerId="ADAL" clId="{3535DB18-1BBF-46AC-A302-CA4DEF9EDE65}" dt="2024-08-27T06:35:43.088" v="30" actId="478"/>
      <pc:docMkLst>
        <pc:docMk/>
      </pc:docMkLst>
      <pc:sldChg chg="modSp mod addCm">
        <pc:chgData name="張天豪-數位金融處-永豐銀行" userId="0d835702-99c9-4ef6-82d8-3ca86d4ccc15" providerId="ADAL" clId="{3535DB18-1BBF-46AC-A302-CA4DEF9EDE65}" dt="2024-08-27T06:35:05.491" v="23" actId="15"/>
        <pc:sldMkLst>
          <pc:docMk/>
          <pc:sldMk cId="0" sldId="258"/>
        </pc:sldMkLst>
      </pc:sldChg>
      <pc:sldMasterChg chg="modSldLayout">
        <pc:chgData name="張天豪-數位金融處-永豐銀行" userId="0d835702-99c9-4ef6-82d8-3ca86d4ccc15" providerId="ADAL" clId="{3535DB18-1BBF-46AC-A302-CA4DEF9EDE65}" dt="2024-08-27T06:35:43.088" v="30" actId="478"/>
        <pc:sldMasterMkLst>
          <pc:docMk/>
          <pc:sldMasterMk cId="0" sldId="2147483648"/>
        </pc:sldMasterMkLst>
        <pc:sldLayoutChg chg="addSp delSp modSp mod">
          <pc:chgData name="張天豪-數位金融處-永豐銀行" userId="0d835702-99c9-4ef6-82d8-3ca86d4ccc15" providerId="ADAL" clId="{3535DB18-1BBF-46AC-A302-CA4DEF9EDE65}" dt="2024-08-27T06:35:43.088" v="30" actId="478"/>
          <pc:sldLayoutMkLst>
            <pc:docMk/>
            <pc:sldMasterMk cId="0" sldId="2147483648"/>
            <pc:sldLayoutMk cId="0" sldId="2147483652"/>
          </pc:sldLayoutMkLst>
        </pc:sldLayoutChg>
      </pc:sldMasterChg>
    </pc:docChg>
  </pc:docChgLst>
  <pc:docChgLst>
    <pc:chgData name="傅安-數位金融處-永豐銀行" userId="c8345a55-179c-4faf-b159-cca2c6631c14" providerId="ADAL" clId="{E1FFCD7C-0205-415A-938E-C70C935D38B7}"/>
    <pc:docChg chg="undo custSel addSld delSld modSection">
      <pc:chgData name="傅安-數位金融處-永豐銀行" userId="c8345a55-179c-4faf-b159-cca2c6631c14" providerId="ADAL" clId="{E1FFCD7C-0205-415A-938E-C70C935D38B7}" dt="2025-10-31T09:22:15.910" v="1" actId="47"/>
      <pc:docMkLst>
        <pc:docMk/>
      </pc:docMkLst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7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8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9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0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1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2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4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2406361714" sldId="292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3467411777" sldId="2147471189"/>
        </pc:sldMkLst>
      </pc:sldChg>
    </pc:docChg>
  </pc:docChgLst>
  <pc:docChgLst>
    <pc:chgData name="張天豪-數位金融處-永豐銀行" userId="0d835702-99c9-4ef6-82d8-3ca86d4ccc15" providerId="ADAL" clId="{13649D83-BEB4-0446-824D-B84D0069EC2E}"/>
    <pc:docChg chg="undo custSel addSld modSld sldOrd modSection">
      <pc:chgData name="張天豪-數位金融處-永豐銀行" userId="0d835702-99c9-4ef6-82d8-3ca86d4ccc15" providerId="ADAL" clId="{13649D83-BEB4-0446-824D-B84D0069EC2E}" dt="2024-09-30T06:06:32.388" v="718" actId="404"/>
      <pc:docMkLst>
        <pc:docMk/>
      </pc:docMkLst>
      <pc:sldChg chg="modSp mod">
        <pc:chgData name="張天豪-數位金融處-永豐銀行" userId="0d835702-99c9-4ef6-82d8-3ca86d4ccc15" providerId="ADAL" clId="{13649D83-BEB4-0446-824D-B84D0069EC2E}" dt="2024-09-30T06:05:54.645" v="708" actId="6549"/>
        <pc:sldMkLst>
          <pc:docMk/>
          <pc:sldMk cId="0" sldId="258"/>
        </pc:sldMkLst>
      </pc:sldChg>
      <pc:sldChg chg="modSp mod">
        <pc:chgData name="張天豪-數位金融處-永豐銀行" userId="0d835702-99c9-4ef6-82d8-3ca86d4ccc15" providerId="ADAL" clId="{13649D83-BEB4-0446-824D-B84D0069EC2E}" dt="2024-09-22T01:12:10.917" v="128" actId="14734"/>
        <pc:sldMkLst>
          <pc:docMk/>
          <pc:sldMk cId="0" sldId="262"/>
        </pc:sldMkLst>
      </pc:sldChg>
      <pc:sldChg chg="modSp mod">
        <pc:chgData name="張天豪-數位金融處-永豐銀行" userId="0d835702-99c9-4ef6-82d8-3ca86d4ccc15" providerId="ADAL" clId="{13649D83-BEB4-0446-824D-B84D0069EC2E}" dt="2024-09-22T01:05:29.023" v="3" actId="15"/>
        <pc:sldMkLst>
          <pc:docMk/>
          <pc:sldMk cId="4191026547" sldId="299"/>
        </pc:sldMkLst>
      </pc:sldChg>
      <pc:sldChg chg="modSp mod">
        <pc:chgData name="張天豪-數位金融處-永豐銀行" userId="0d835702-99c9-4ef6-82d8-3ca86d4ccc15" providerId="ADAL" clId="{13649D83-BEB4-0446-824D-B84D0069EC2E}" dt="2024-09-22T01:16:48.728" v="140" actId="20577"/>
        <pc:sldMkLst>
          <pc:docMk/>
          <pc:sldMk cId="393315683" sldId="2147471185"/>
        </pc:sldMkLst>
      </pc:sldChg>
      <pc:sldChg chg="addSp delSp modSp new mod modClrScheme chgLayout">
        <pc:chgData name="張天豪-數位金融處-永豐銀行" userId="0d835702-99c9-4ef6-82d8-3ca86d4ccc15" providerId="ADAL" clId="{13649D83-BEB4-0446-824D-B84D0069EC2E}" dt="2024-09-30T06:06:32.388" v="718" actId="404"/>
        <pc:sldMkLst>
          <pc:docMk/>
          <pc:sldMk cId="4060586183" sldId="2147471188"/>
        </pc:sldMkLst>
      </pc:sldChg>
      <pc:sldChg chg="modSp mod">
        <pc:chgData name="張天豪-數位金融處-永豐銀行" userId="0d835702-99c9-4ef6-82d8-3ca86d4ccc15" providerId="ADAL" clId="{13649D83-BEB4-0446-824D-B84D0069EC2E}" dt="2024-09-30T06:05:26.038" v="680" actId="255"/>
        <pc:sldMkLst>
          <pc:docMk/>
          <pc:sldMk cId="3467411777" sldId="2147471189"/>
        </pc:sldMkLst>
      </pc:sldChg>
    </pc:docChg>
  </pc:docChgLst>
  <pc:docChgLst>
    <pc:chgData name="吳憲驊-人力資源處-永豐銀行" userId="S::simonwu@sinopac.com::c372d5aa-c765-4280-a5c9-548c4152a5d4" providerId="AD" clId="Web-{566E13FB-08C0-32D8-F6D2-084C6563C8D8}"/>
    <pc:docChg chg="modSld">
      <pc:chgData name="吳憲驊-人力資源處-永豐銀行" userId="S::simonwu@sinopac.com::c372d5aa-c765-4280-a5c9-548c4152a5d4" providerId="AD" clId="Web-{566E13FB-08C0-32D8-F6D2-084C6563C8D8}" dt="2024-08-29T09:14:57.922" v="14" actId="20577"/>
      <pc:docMkLst>
        <pc:docMk/>
      </pc:docMkLst>
      <pc:sldChg chg="modSp">
        <pc:chgData name="吳憲驊-人力資源處-永豐銀行" userId="S::simonwu@sinopac.com::c372d5aa-c765-4280-a5c9-548c4152a5d4" providerId="AD" clId="Web-{566E13FB-08C0-32D8-F6D2-084C6563C8D8}" dt="2024-08-29T09:14:57.922" v="14" actId="20577"/>
        <pc:sldMkLst>
          <pc:docMk/>
          <pc:sldMk cId="2022153893" sldId="295"/>
        </pc:sldMkLst>
      </pc:sldChg>
    </pc:docChg>
  </pc:docChgLst>
  <pc:docChgLst>
    <pc:chgData name="吳憲驊-人力資源處-永豐銀行" userId="c372d5aa-c765-4280-a5c9-548c4152a5d4" providerId="ADAL" clId="{EBE3A055-FF26-45CD-9847-CB698884E610}"/>
    <pc:docChg chg="undo redo custSel addSld delSld modSld sldOrd modMainMaster addSection delSection modSection">
      <pc:chgData name="吳憲驊-人力資源處-永豐銀行" userId="c372d5aa-c765-4280-a5c9-548c4152a5d4" providerId="ADAL" clId="{EBE3A055-FF26-45CD-9847-CB698884E610}" dt="2024-09-30T06:05:20.298" v="4408" actId="404"/>
      <pc:docMkLst>
        <pc:docMk/>
      </pc:docMkLst>
      <pc:sldChg chg="modSp mod">
        <pc:chgData name="吳憲驊-人力資源處-永豐銀行" userId="c372d5aa-c765-4280-a5c9-548c4152a5d4" providerId="ADAL" clId="{EBE3A055-FF26-45CD-9847-CB698884E610}" dt="2024-09-06T01:52:09.293" v="932" actId="948"/>
        <pc:sldMkLst>
          <pc:docMk/>
          <pc:sldMk cId="0" sldId="256"/>
        </pc:sldMkLst>
      </pc:sldChg>
      <pc:sldChg chg="addSp delSp modSp mod modClrScheme delCm chgLayout">
        <pc:chgData name="吳憲驊-人力資源處-永豐銀行" userId="c372d5aa-c765-4280-a5c9-548c4152a5d4" providerId="ADAL" clId="{EBE3A055-FF26-45CD-9847-CB698884E610}" dt="2024-09-30T03:54:33.357" v="4288" actId="700"/>
        <pc:sldMkLst>
          <pc:docMk/>
          <pc:sldMk cId="0" sldId="258"/>
        </pc:sldMkLst>
      </pc:sldChg>
      <pc:sldChg chg="modSp mod">
        <pc:chgData name="吳憲驊-人力資源處-永豐銀行" userId="c372d5aa-c765-4280-a5c9-548c4152a5d4" providerId="ADAL" clId="{EBE3A055-FF26-45CD-9847-CB698884E610}" dt="2024-09-30T03:30:19.007" v="3758" actId="207"/>
        <pc:sldMkLst>
          <pc:docMk/>
          <pc:sldMk cId="0" sldId="259"/>
        </pc:sldMkLst>
      </pc:sldChg>
      <pc:sldChg chg="modSp mod">
        <pc:chgData name="吳憲驊-人力資源處-永豐銀行" userId="c372d5aa-c765-4280-a5c9-548c4152a5d4" providerId="ADAL" clId="{EBE3A055-FF26-45CD-9847-CB698884E610}" dt="2024-09-30T03:30:24.098" v="3760" actId="404"/>
        <pc:sldMkLst>
          <pc:docMk/>
          <pc:sldMk cId="0" sldId="260"/>
        </pc:sldMkLst>
      </pc:sldChg>
      <pc:sldChg chg="modSp mod">
        <pc:chgData name="吳憲驊-人力資源處-永豐銀行" userId="c372d5aa-c765-4280-a5c9-548c4152a5d4" providerId="ADAL" clId="{EBE3A055-FF26-45CD-9847-CB698884E610}" dt="2024-09-30T03:30:26.553" v="3762" actId="404"/>
        <pc:sldMkLst>
          <pc:docMk/>
          <pc:sldMk cId="0" sldId="261"/>
        </pc:sldMkLst>
      </pc:sldChg>
      <pc:sldChg chg="modSp mod">
        <pc:chgData name="吳憲驊-人力資源處-永豐銀行" userId="c372d5aa-c765-4280-a5c9-548c4152a5d4" providerId="ADAL" clId="{EBE3A055-FF26-45CD-9847-CB698884E610}" dt="2024-09-30T03:16:45.585" v="3597" actId="404"/>
        <pc:sldMkLst>
          <pc:docMk/>
          <pc:sldMk cId="0" sldId="262"/>
        </pc:sldMkLst>
      </pc:sldChg>
      <pc:sldChg chg="modSp del mod">
        <pc:chgData name="吳憲驊-人力資源處-永豐銀行" userId="c372d5aa-c765-4280-a5c9-548c4152a5d4" providerId="ADAL" clId="{EBE3A055-FF26-45CD-9847-CB698884E610}" dt="2024-09-06T10:03:19.657" v="2377" actId="47"/>
        <pc:sldMkLst>
          <pc:docMk/>
          <pc:sldMk cId="0" sldId="263"/>
        </pc:sldMkLst>
      </pc:sldChg>
      <pc:sldChg chg="ord">
        <pc:chgData name="吳憲驊-人力資源處-永豐銀行" userId="c372d5aa-c765-4280-a5c9-548c4152a5d4" providerId="ADAL" clId="{EBE3A055-FF26-45CD-9847-CB698884E610}" dt="2024-09-06T10:05:31.351" v="2385" actId="404"/>
        <pc:sldMkLst>
          <pc:docMk/>
          <pc:sldMk cId="0" sldId="264"/>
        </pc:sldMkLst>
      </pc:sldChg>
      <pc:sldChg chg="modSp del mod ord">
        <pc:chgData name="吳憲驊-人力資源處-永豐銀行" userId="c372d5aa-c765-4280-a5c9-548c4152a5d4" providerId="ADAL" clId="{EBE3A055-FF26-45CD-9847-CB698884E610}" dt="2024-09-06T10:08:06.584" v="2435" actId="47"/>
        <pc:sldMkLst>
          <pc:docMk/>
          <pc:sldMk cId="0" sldId="265"/>
        </pc:sldMkLst>
      </pc:sldChg>
      <pc:sldChg chg="modSp mod">
        <pc:chgData name="吳憲驊-人力資源處-永豐銀行" userId="c372d5aa-c765-4280-a5c9-548c4152a5d4" providerId="ADAL" clId="{EBE3A055-FF26-45CD-9847-CB698884E610}" dt="2024-09-06T02:41:12.502" v="1440" actId="404"/>
        <pc:sldMkLst>
          <pc:docMk/>
          <pc:sldMk cId="0" sldId="266"/>
        </pc:sldMkLst>
      </pc:sldChg>
      <pc:sldChg chg="modSp mod">
        <pc:chgData name="吳憲驊-人力資源處-永豐銀行" userId="c372d5aa-c765-4280-a5c9-548c4152a5d4" providerId="ADAL" clId="{EBE3A055-FF26-45CD-9847-CB698884E610}" dt="2024-09-06T09:10:15.245" v="1774" actId="108"/>
        <pc:sldMkLst>
          <pc:docMk/>
          <pc:sldMk cId="0" sldId="267"/>
        </pc:sldMkLst>
      </pc:sldChg>
      <pc:sldChg chg="modSp mod">
        <pc:chgData name="吳憲驊-人力資源處-永豐銀行" userId="c372d5aa-c765-4280-a5c9-548c4152a5d4" providerId="ADAL" clId="{EBE3A055-FF26-45CD-9847-CB698884E610}" dt="2024-09-06T02:17:10.131" v="1114" actId="20577"/>
        <pc:sldMkLst>
          <pc:docMk/>
          <pc:sldMk cId="0" sldId="268"/>
        </pc:sldMkLst>
      </pc:sldChg>
      <pc:sldChg chg="modSp del mod">
        <pc:chgData name="吳憲驊-人力資源處-永豐銀行" userId="c372d5aa-c765-4280-a5c9-548c4152a5d4" providerId="ADAL" clId="{EBE3A055-FF26-45CD-9847-CB698884E610}" dt="2024-09-06T03:13:40.576" v="1639" actId="47"/>
        <pc:sldMkLst>
          <pc:docMk/>
          <pc:sldMk cId="0" sldId="269"/>
        </pc:sldMkLst>
      </pc:sldChg>
      <pc:sldChg chg="modSp del mod">
        <pc:chgData name="吳憲驊-人力資源處-永豐銀行" userId="c372d5aa-c765-4280-a5c9-548c4152a5d4" providerId="ADAL" clId="{EBE3A055-FF26-45CD-9847-CB698884E610}" dt="2024-09-06T03:13:47.944" v="1640" actId="47"/>
        <pc:sldMkLst>
          <pc:docMk/>
          <pc:sldMk cId="0" sldId="270"/>
        </pc:sldMkLst>
      </pc:sldChg>
      <pc:sldChg chg="modSp mod">
        <pc:chgData name="吳憲驊-人力資源處-永豐銀行" userId="c372d5aa-c765-4280-a5c9-548c4152a5d4" providerId="ADAL" clId="{EBE3A055-FF26-45CD-9847-CB698884E610}" dt="2024-09-30T03:34:57.167" v="3786" actId="207"/>
        <pc:sldMkLst>
          <pc:docMk/>
          <pc:sldMk cId="0" sldId="271"/>
        </pc:sldMkLst>
      </pc:sldChg>
      <pc:sldChg chg="del">
        <pc:chgData name="吳憲驊-人力資源處-永豐銀行" userId="c372d5aa-c765-4280-a5c9-548c4152a5d4" providerId="ADAL" clId="{EBE3A055-FF26-45CD-9847-CB698884E610}" dt="2024-09-06T02:06:21.412" v="959" actId="47"/>
        <pc:sldMkLst>
          <pc:docMk/>
          <pc:sldMk cId="0" sldId="272"/>
        </pc:sldMkLst>
      </pc:sldChg>
      <pc:sldChg chg="del">
        <pc:chgData name="吳憲驊-人力資源處-永豐銀行" userId="c372d5aa-c765-4280-a5c9-548c4152a5d4" providerId="ADAL" clId="{EBE3A055-FF26-45CD-9847-CB698884E610}" dt="2024-09-06T02:06:22.515" v="960" actId="47"/>
        <pc:sldMkLst>
          <pc:docMk/>
          <pc:sldMk cId="0" sldId="273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4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5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6"/>
        </pc:sldMkLst>
      </pc:sldChg>
      <pc:sldChg chg="modSp del mod ord">
        <pc:chgData name="吳憲驊-人力資源處-永豐銀行" userId="c372d5aa-c765-4280-a5c9-548c4152a5d4" providerId="ADAL" clId="{EBE3A055-FF26-45CD-9847-CB698884E610}" dt="2024-09-06T03:23:38.051" v="1729" actId="47"/>
        <pc:sldMkLst>
          <pc:docMk/>
          <pc:sldMk cId="0" sldId="277"/>
        </pc:sldMkLst>
      </pc:sldChg>
      <pc:sldChg chg="modSp del mod">
        <pc:chgData name="吳憲驊-人力資源處-永豐銀行" userId="c372d5aa-c765-4280-a5c9-548c4152a5d4" providerId="ADAL" clId="{EBE3A055-FF26-45CD-9847-CB698884E610}" dt="2024-09-06T02:06:25.232" v="961" actId="47"/>
        <pc:sldMkLst>
          <pc:docMk/>
          <pc:sldMk cId="0" sldId="278"/>
        </pc:sldMkLst>
      </pc:sldChg>
      <pc:sldChg chg="del">
        <pc:chgData name="吳憲驊-人力資源處-永豐銀行" userId="c372d5aa-c765-4280-a5c9-548c4152a5d4" providerId="ADAL" clId="{EBE3A055-FF26-45CD-9847-CB698884E610}" dt="2024-09-06T02:06:26.187" v="962" actId="47"/>
        <pc:sldMkLst>
          <pc:docMk/>
          <pc:sldMk cId="0" sldId="279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3:17.105" v="4374" actId="14100"/>
        <pc:sldMkLst>
          <pc:docMk/>
          <pc:sldMk cId="0" sldId="281"/>
        </pc:sldMkLst>
      </pc:sldChg>
      <pc:sldChg chg="modSp mod">
        <pc:chgData name="吳憲驊-人力資源處-永豐銀行" userId="c372d5aa-c765-4280-a5c9-548c4152a5d4" providerId="ADAL" clId="{EBE3A055-FF26-45CD-9847-CB698884E610}" dt="2024-09-24T01:16:46.073" v="2669" actId="1076"/>
        <pc:sldMkLst>
          <pc:docMk/>
          <pc:sldMk cId="0" sldId="282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5:20.298" v="4408" actId="404"/>
        <pc:sldMkLst>
          <pc:docMk/>
          <pc:sldMk cId="0" sldId="286"/>
        </pc:sldMkLst>
      </pc:sldChg>
      <pc:sldChg chg="modSp mod">
        <pc:chgData name="吳憲驊-人力資源處-永豐銀行" userId="c372d5aa-c765-4280-a5c9-548c4152a5d4" providerId="ADAL" clId="{EBE3A055-FF26-45CD-9847-CB698884E610}" dt="2024-09-30T03:32:58.465" v="3765" actId="20577"/>
        <pc:sldMkLst>
          <pc:docMk/>
          <pc:sldMk cId="0" sldId="287"/>
        </pc:sldMkLst>
      </pc:sldChg>
      <pc:sldChg chg="modSp mod">
        <pc:chgData name="吳憲驊-人力資源處-永豐銀行" userId="c372d5aa-c765-4280-a5c9-548c4152a5d4" providerId="ADAL" clId="{EBE3A055-FF26-45CD-9847-CB698884E610}" dt="2024-09-30T03:33:00.811" v="3766" actId="20577"/>
        <pc:sldMkLst>
          <pc:docMk/>
          <pc:sldMk cId="0" sldId="288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5:17.629" v="4406" actId="700"/>
        <pc:sldMkLst>
          <pc:docMk/>
          <pc:sldMk cId="0" sldId="289"/>
        </pc:sldMkLst>
      </pc:sldChg>
      <pc:sldChg chg="modSp mod">
        <pc:chgData name="吳憲驊-人力資源處-永豐銀行" userId="c372d5aa-c765-4280-a5c9-548c4152a5d4" providerId="ADAL" clId="{EBE3A055-FF26-45CD-9847-CB698884E610}" dt="2024-09-30T03:33:17.758" v="3768" actId="20577"/>
        <pc:sldMkLst>
          <pc:docMk/>
          <pc:sldMk cId="0" sldId="290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3:53.989" v="4385" actId="404"/>
        <pc:sldMkLst>
          <pc:docMk/>
          <pc:sldMk cId="2697488364" sldId="291"/>
        </pc:sldMkLst>
      </pc:sldChg>
      <pc:sldChg chg="addSp delSp modSp mod ord">
        <pc:chgData name="吳憲驊-人力資源處-永豐銀行" userId="c372d5aa-c765-4280-a5c9-548c4152a5d4" providerId="ADAL" clId="{EBE3A055-FF26-45CD-9847-CB698884E610}" dt="2024-09-30T03:15:33.795" v="3578" actId="14100"/>
        <pc:sldMkLst>
          <pc:docMk/>
          <pc:sldMk cId="2406361714" sldId="292"/>
        </pc:sldMkLst>
      </pc:sldChg>
      <pc:sldChg chg="modSp del mod ord modShow">
        <pc:chgData name="吳憲驊-人力資源處-永豐銀行" userId="c372d5aa-c765-4280-a5c9-548c4152a5d4" providerId="ADAL" clId="{EBE3A055-FF26-45CD-9847-CB698884E610}" dt="2024-09-24T01:14:51.710" v="2665" actId="47"/>
        <pc:sldMkLst>
          <pc:docMk/>
          <pc:sldMk cId="3121629751" sldId="293"/>
        </pc:sldMkLst>
      </pc:sldChg>
      <pc:sldChg chg="addSp modSp del mod ord delCm">
        <pc:chgData name="吳憲驊-人力資源處-永豐銀行" userId="c372d5aa-c765-4280-a5c9-548c4152a5d4" providerId="ADAL" clId="{EBE3A055-FF26-45CD-9847-CB698884E610}" dt="2024-09-06T09:30:19.344" v="1945" actId="47"/>
        <pc:sldMkLst>
          <pc:docMk/>
          <pc:sldMk cId="673018660" sldId="294"/>
        </pc:sldMkLst>
      </pc:sldChg>
      <pc:sldChg chg="modSp mod ord">
        <pc:chgData name="吳憲驊-人力資源處-永豐銀行" userId="c372d5aa-c765-4280-a5c9-548c4152a5d4" providerId="ADAL" clId="{EBE3A055-FF26-45CD-9847-CB698884E610}" dt="2024-09-24T01:08:40.626" v="2664" actId="207"/>
        <pc:sldMkLst>
          <pc:docMk/>
          <pc:sldMk cId="2022153893" sldId="295"/>
        </pc:sldMkLst>
      </pc:sldChg>
      <pc:sldChg chg="modSp mod delCm">
        <pc:chgData name="吳憲驊-人力資源處-永豐銀行" userId="c372d5aa-c765-4280-a5c9-548c4152a5d4" providerId="ADAL" clId="{EBE3A055-FF26-45CD-9847-CB698884E610}" dt="2024-09-20T06:02:24.677" v="2612" actId="207"/>
        <pc:sldMkLst>
          <pc:docMk/>
          <pc:sldMk cId="3262633635" sldId="297"/>
        </pc:sldMkLst>
      </pc:sldChg>
      <pc:sldChg chg="modSp del mod">
        <pc:chgData name="吳憲驊-人力資源處-永豐銀行" userId="c372d5aa-c765-4280-a5c9-548c4152a5d4" providerId="ADAL" clId="{EBE3A055-FF26-45CD-9847-CB698884E610}" dt="2024-09-06T08:56:06.116" v="1731" actId="47"/>
        <pc:sldMkLst>
          <pc:docMk/>
          <pc:sldMk cId="2826782116" sldId="298"/>
        </pc:sldMkLst>
      </pc:sldChg>
      <pc:sldChg chg="modSp new del mod">
        <pc:chgData name="吳憲驊-人力資源處-永豐銀行" userId="c372d5aa-c765-4280-a5c9-548c4152a5d4" providerId="ADAL" clId="{EBE3A055-FF26-45CD-9847-CB698884E610}" dt="2024-09-06T01:58:53.780" v="953" actId="47"/>
        <pc:sldMkLst>
          <pc:docMk/>
          <pc:sldMk cId="535572816" sldId="299"/>
        </pc:sldMkLst>
      </pc:sldChg>
      <pc:sldChg chg="addSp delSp modSp add del mod">
        <pc:chgData name="吳憲驊-人力資源處-永豐銀行" userId="c372d5aa-c765-4280-a5c9-548c4152a5d4" providerId="ADAL" clId="{EBE3A055-FF26-45CD-9847-CB698884E610}" dt="2024-09-06T01:27:07.721" v="125" actId="47"/>
        <pc:sldMkLst>
          <pc:docMk/>
          <pc:sldMk cId="3368370710" sldId="299"/>
        </pc:sldMkLst>
      </pc:sldChg>
      <pc:sldChg chg="new del">
        <pc:chgData name="吳憲驊-人力資源處-永豐銀行" userId="c372d5aa-c765-4280-a5c9-548c4152a5d4" providerId="ADAL" clId="{EBE3A055-FF26-45CD-9847-CB698884E610}" dt="2024-09-06T01:58:30.280" v="941" actId="47"/>
        <pc:sldMkLst>
          <pc:docMk/>
          <pc:sldMk cId="3690986561" sldId="299"/>
        </pc:sldMkLst>
      </pc:sldChg>
      <pc:sldChg chg="addSp delSp modSp add mod ord">
        <pc:chgData name="吳憲驊-人力資源處-永豐銀行" userId="c372d5aa-c765-4280-a5c9-548c4152a5d4" providerId="ADAL" clId="{EBE3A055-FF26-45CD-9847-CB698884E610}" dt="2024-09-06T09:11:00.817" v="1779" actId="20577"/>
        <pc:sldMkLst>
          <pc:docMk/>
          <pc:sldMk cId="4191026547" sldId="299"/>
        </pc:sldMkLst>
      </pc:sldChg>
      <pc:sldChg chg="addSp delSp modSp new del mod modClrScheme chgLayout">
        <pc:chgData name="吳憲驊-人力資源處-永豐銀行" userId="c372d5aa-c765-4280-a5c9-548c4152a5d4" providerId="ADAL" clId="{EBE3A055-FF26-45CD-9847-CB698884E610}" dt="2024-09-06T01:33:49.871" v="194" actId="47"/>
        <pc:sldMkLst>
          <pc:docMk/>
          <pc:sldMk cId="4200769607" sldId="299"/>
        </pc:sldMkLst>
      </pc:sldChg>
      <pc:sldChg chg="addSp modSp add mod">
        <pc:chgData name="吳憲驊-人力資源處-永豐銀行" userId="c372d5aa-c765-4280-a5c9-548c4152a5d4" providerId="ADAL" clId="{EBE3A055-FF26-45CD-9847-CB698884E610}" dt="2024-09-30T03:34:38.001" v="3780" actId="404"/>
        <pc:sldMkLst>
          <pc:docMk/>
          <pc:sldMk cId="2718007652" sldId="2132739904"/>
        </pc:sldMkLst>
      </pc:sldChg>
      <pc:sldChg chg="modSp add mod">
        <pc:chgData name="吳憲驊-人力資源處-永豐銀行" userId="c372d5aa-c765-4280-a5c9-548c4152a5d4" providerId="ADAL" clId="{EBE3A055-FF26-45CD-9847-CB698884E610}" dt="2024-09-20T05:57:23.821" v="2582" actId="20577"/>
        <pc:sldMkLst>
          <pc:docMk/>
          <pc:sldMk cId="1087620128" sldId="2132739928"/>
        </pc:sldMkLst>
      </pc:sldChg>
      <pc:sldChg chg="delSp modSp add del mod">
        <pc:chgData name="吳憲驊-人力資源處-永豐銀行" userId="c372d5aa-c765-4280-a5c9-548c4152a5d4" providerId="ADAL" clId="{EBE3A055-FF26-45CD-9847-CB698884E610}" dt="2024-09-06T02:52:14.102" v="1487" actId="47"/>
        <pc:sldMkLst>
          <pc:docMk/>
          <pc:sldMk cId="2991285827" sldId="2147471015"/>
        </pc:sldMkLst>
      </pc:sldChg>
      <pc:sldChg chg="delSp modSp add del mod">
        <pc:chgData name="吳憲驊-人力資源處-永豐銀行" userId="c372d5aa-c765-4280-a5c9-548c4152a5d4" providerId="ADAL" clId="{EBE3A055-FF26-45CD-9847-CB698884E610}" dt="2024-09-20T05:57:21.476" v="2580" actId="47"/>
        <pc:sldMkLst>
          <pc:docMk/>
          <pc:sldMk cId="3906953588" sldId="2147471163"/>
        </pc:sldMkLst>
      </pc:sldChg>
      <pc:sldChg chg="modSp add del mod">
        <pc:chgData name="吳憲驊-人力資源處-永豐銀行" userId="c372d5aa-c765-4280-a5c9-548c4152a5d4" providerId="ADAL" clId="{EBE3A055-FF26-45CD-9847-CB698884E610}" dt="2024-09-20T05:57:12.814" v="2577" actId="47"/>
        <pc:sldMkLst>
          <pc:docMk/>
          <pc:sldMk cId="4245503187" sldId="2147471171"/>
        </pc:sldMkLst>
      </pc:sldChg>
      <pc:sldChg chg="del">
        <pc:chgData name="吳憲驊-人力資源處-永豐銀行" userId="c372d5aa-c765-4280-a5c9-548c4152a5d4" providerId="ADAL" clId="{EBE3A055-FF26-45CD-9847-CB698884E610}" dt="2024-09-06T08:56:02.319" v="1730" actId="47"/>
        <pc:sldMkLst>
          <pc:docMk/>
          <pc:sldMk cId="1504610650" sldId="2147471172"/>
        </pc:sldMkLst>
      </pc:sldChg>
      <pc:sldChg chg="addSp delSp modSp mod ord">
        <pc:chgData name="吳憲驊-人力資源處-永豐銀行" userId="c372d5aa-c765-4280-a5c9-548c4152a5d4" providerId="ADAL" clId="{EBE3A055-FF26-45CD-9847-CB698884E610}" dt="2024-09-06T10:09:00.513" v="2486" actId="255"/>
        <pc:sldMkLst>
          <pc:docMk/>
          <pc:sldMk cId="3155411272" sldId="2147471173"/>
        </pc:sldMkLst>
      </pc:sldChg>
      <pc:sldChg chg="modSp add del mod ord">
        <pc:chgData name="吳憲驊-人力資源處-永豐銀行" userId="c372d5aa-c765-4280-a5c9-548c4152a5d4" providerId="ADAL" clId="{EBE3A055-FF26-45CD-9847-CB698884E610}" dt="2024-09-20T05:58:16.230" v="2585" actId="47"/>
        <pc:sldMkLst>
          <pc:docMk/>
          <pc:sldMk cId="2528477559" sldId="2147471174"/>
        </pc:sldMkLst>
      </pc:sldChg>
      <pc:sldChg chg="modSp add mod ord">
        <pc:chgData name="吳憲驊-人力資源處-永豐銀行" userId="c372d5aa-c765-4280-a5c9-548c4152a5d4" providerId="ADAL" clId="{EBE3A055-FF26-45CD-9847-CB698884E610}" dt="2024-09-30T03:34:34.474" v="3778" actId="207"/>
        <pc:sldMkLst>
          <pc:docMk/>
          <pc:sldMk cId="269871982" sldId="2147471175"/>
        </pc:sldMkLst>
      </pc:sldChg>
      <pc:sldChg chg="modSp add mod">
        <pc:chgData name="吳憲驊-人力資源處-永豐銀行" userId="c372d5aa-c765-4280-a5c9-548c4152a5d4" providerId="ADAL" clId="{EBE3A055-FF26-45CD-9847-CB698884E610}" dt="2024-09-06T09:24:26.987" v="1875" actId="20577"/>
        <pc:sldMkLst>
          <pc:docMk/>
          <pc:sldMk cId="2495256314" sldId="2147471176"/>
        </pc:sldMkLst>
      </pc:sldChg>
      <pc:sldChg chg="addSp delSp 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2092506589" sldId="2147471177"/>
        </pc:sldMkLst>
      </pc:sldChg>
      <pc:sldChg chg="modSp add del mod ord">
        <pc:chgData name="吳憲驊-人力資源處-永豐銀行" userId="c372d5aa-c765-4280-a5c9-548c4152a5d4" providerId="ADAL" clId="{EBE3A055-FF26-45CD-9847-CB698884E610}" dt="2024-09-20T05:58:26.422" v="2590" actId="47"/>
        <pc:sldMkLst>
          <pc:docMk/>
          <pc:sldMk cId="1671451404" sldId="2147471178"/>
        </pc:sldMkLst>
      </pc:sldChg>
      <pc:sldChg chg="modSp add del mod ord replI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500988513" sldId="2147471179"/>
        </pc:sldMkLst>
      </pc:sldChg>
      <pc:sldChg chg="modSp add mod ord">
        <pc:chgData name="吳憲驊-人力資源處-永豐銀行" userId="c372d5aa-c765-4280-a5c9-548c4152a5d4" providerId="ADAL" clId="{EBE3A055-FF26-45CD-9847-CB698884E610}" dt="2024-09-20T06:18:12.897" v="2644" actId="207"/>
        <pc:sldMkLst>
          <pc:docMk/>
          <pc:sldMk cId="399943788" sldId="2147471180"/>
        </pc:sldMkLst>
      </pc:sldChg>
      <pc:sldChg chg="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642251706" sldId="2147471181"/>
        </pc:sldMkLst>
      </pc:sldChg>
      <pc:sldChg chg="addSp delSp modSp add mod ord">
        <pc:chgData name="吳憲驊-人力資源處-永豐銀行" userId="c372d5aa-c765-4280-a5c9-548c4152a5d4" providerId="ADAL" clId="{EBE3A055-FF26-45CD-9847-CB698884E610}" dt="2024-09-26T09:46:19.715" v="2812" actId="2711"/>
        <pc:sldMkLst>
          <pc:docMk/>
          <pc:sldMk cId="2544379920" sldId="2147471182"/>
        </pc:sldMkLst>
      </pc:sldChg>
      <pc:sldChg chg="addSp delSp modSp add del mod ord">
        <pc:chgData name="吳憲驊-人力資源處-永豐銀行" userId="c372d5aa-c765-4280-a5c9-548c4152a5d4" providerId="ADAL" clId="{EBE3A055-FF26-45CD-9847-CB698884E610}" dt="2024-09-06T09:52:34.002" v="2252" actId="47"/>
        <pc:sldMkLst>
          <pc:docMk/>
          <pc:sldMk cId="2234440729" sldId="2147471183"/>
        </pc:sldMkLst>
      </pc:sldChg>
      <pc:sldChg chg="addSp delSp 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008557657" sldId="2147471184"/>
        </pc:sldMkLst>
      </pc:sldChg>
      <pc:sldChg chg="modSp add mod ord">
        <pc:chgData name="吳憲驊-人力資源處-永豐銀行" userId="c372d5aa-c765-4280-a5c9-548c4152a5d4" providerId="ADAL" clId="{EBE3A055-FF26-45CD-9847-CB698884E610}" dt="2024-09-06T10:05:42.743" v="2410" actId="20577"/>
        <pc:sldMkLst>
          <pc:docMk/>
          <pc:sldMk cId="393315683" sldId="2147471185"/>
        </pc:sldMkLst>
      </pc:sldChg>
      <pc:sldChg chg="addSp delSp modSp add mod ord modClrScheme chgLayout">
        <pc:chgData name="吳憲驊-人力資源處-永豐銀行" userId="c372d5aa-c765-4280-a5c9-548c4152a5d4" providerId="ADAL" clId="{EBE3A055-FF26-45CD-9847-CB698884E610}" dt="2024-09-30T06:02:59.666" v="4368" actId="404"/>
        <pc:sldMkLst>
          <pc:docMk/>
          <pc:sldMk cId="2193386975" sldId="2147471186"/>
        </pc:sldMkLst>
      </pc:sldChg>
      <pc:sldChg chg="add">
        <pc:chgData name="吳憲驊-人力資源處-永豐銀行" userId="c372d5aa-c765-4280-a5c9-548c4152a5d4" providerId="ADAL" clId="{EBE3A055-FF26-45CD-9847-CB698884E610}" dt="2024-09-06T10:08:14.157" v="2436" actId="2890"/>
        <pc:sldMkLst>
          <pc:docMk/>
          <pc:sldMk cId="3424880807" sldId="2147471187"/>
        </pc:sldMkLst>
      </pc:sldChg>
      <pc:sldChg chg="add del">
        <pc:chgData name="吳憲驊-人力資源處-永豐銀行" userId="c372d5aa-c765-4280-a5c9-548c4152a5d4" providerId="ADAL" clId="{EBE3A055-FF26-45CD-9847-CB698884E610}" dt="2024-09-09T03:56:36.297" v="2491" actId="47"/>
        <pc:sldMkLst>
          <pc:docMk/>
          <pc:sldMk cId="922226238" sldId="2147471188"/>
        </pc:sldMkLst>
      </pc:sldChg>
      <pc:sldChg chg="modSp mod chgLayout">
        <pc:chgData name="吳憲驊-人力資源處-永豐銀行" userId="c372d5aa-c765-4280-a5c9-548c4152a5d4" providerId="ADAL" clId="{EBE3A055-FF26-45CD-9847-CB698884E610}" dt="2024-09-30T05:56:19.372" v="4291" actId="404"/>
        <pc:sldMkLst>
          <pc:docMk/>
          <pc:sldMk cId="4060586183" sldId="2147471188"/>
        </pc:sldMkLst>
      </pc:sldChg>
      <pc:sldChg chg="add del">
        <pc:chgData name="吳憲驊-人力資源處-永豐銀行" userId="c372d5aa-c765-4280-a5c9-548c4152a5d4" providerId="ADAL" clId="{EBE3A055-FF26-45CD-9847-CB698884E610}" dt="2024-09-26T09:48:05.353" v="2814" actId="2890"/>
        <pc:sldMkLst>
          <pc:docMk/>
          <pc:sldMk cId="2913165393" sldId="2147471189"/>
        </pc:sldMkLst>
      </pc:sldChg>
      <pc:sldChg chg="addSp delSp modSp new del mod modClrScheme chgLayout">
        <pc:chgData name="吳憲驊-人力資源處-永豐銀行" userId="c372d5aa-c765-4280-a5c9-548c4152a5d4" providerId="ADAL" clId="{EBE3A055-FF26-45CD-9847-CB698884E610}" dt="2024-09-26T09:49:09.602" v="2876" actId="47"/>
        <pc:sldMkLst>
          <pc:docMk/>
          <pc:sldMk cId="3105233477" sldId="2147471189"/>
        </pc:sldMkLst>
      </pc:sldChg>
      <pc:sldChg chg="addSp delSp modSp add mod ord chgLayout">
        <pc:chgData name="吳憲驊-人力資源處-永豐銀行" userId="c372d5aa-c765-4280-a5c9-548c4152a5d4" providerId="ADAL" clId="{EBE3A055-FF26-45CD-9847-CB698884E610}" dt="2024-09-30T05:59:45.495" v="4317" actId="403"/>
        <pc:sldMkLst>
          <pc:docMk/>
          <pc:sldMk cId="3467411777" sldId="2147471189"/>
        </pc:sldMkLst>
      </pc:sldChg>
      <pc:sldMasterChg chg="addSp delSp modSp mod delSldLayout modSldLayout sldLayoutOrd">
        <pc:chgData name="吳憲驊-人力資源處-永豐銀行" userId="c372d5aa-c765-4280-a5c9-548c4152a5d4" providerId="ADAL" clId="{EBE3A055-FF26-45CD-9847-CB698884E610}" dt="2024-09-30T03:53:18.173" v="4266" actId="20577"/>
        <pc:sldMasterMkLst>
          <pc:docMk/>
          <pc:sldMasterMk cId="0" sldId="2147483648"/>
        </pc:sldMasterMkLst>
        <pc:sldLayoutChg chg="addSp delSp modSp mod ord">
          <pc:chgData name="吳憲驊-人力資源處-永豐銀行" userId="c372d5aa-c765-4280-a5c9-548c4152a5d4" providerId="ADAL" clId="{EBE3A055-FF26-45CD-9847-CB698884E610}" dt="2024-09-30T03:53:18.173" v="4266" actId="20577"/>
          <pc:sldLayoutMkLst>
            <pc:docMk/>
            <pc:sldMasterMk cId="0" sldId="2147483648"/>
            <pc:sldLayoutMk cId="0" sldId="2147483651"/>
          </pc:sldLayoutMkLst>
        </pc:sldLayoutChg>
        <pc:sldLayoutChg chg="addSp delSp modSp mod ord">
          <pc:chgData name="吳憲驊-人力資源處-永豐銀行" userId="c372d5aa-c765-4280-a5c9-548c4152a5d4" providerId="ADAL" clId="{EBE3A055-FF26-45CD-9847-CB698884E610}" dt="2024-09-06T02:11:41.253" v="965" actId="6014"/>
          <pc:sldLayoutMkLst>
            <pc:docMk/>
            <pc:sldMasterMk cId="0" sldId="2147483648"/>
            <pc:sldLayoutMk cId="0" sldId="2147483652"/>
          </pc:sldLayoutMkLst>
        </pc:sldLayoutChg>
        <pc:sldLayoutChg chg="modSp mod">
          <pc:chgData name="吳憲驊-人力資源處-永豐銀行" userId="c372d5aa-c765-4280-a5c9-548c4152a5d4" providerId="ADAL" clId="{EBE3A055-FF26-45CD-9847-CB698884E610}" dt="2024-09-06T01:32:30.947" v="169" actId="20577"/>
          <pc:sldLayoutMkLst>
            <pc:docMk/>
            <pc:sldMasterMk cId="0" sldId="2147483648"/>
            <pc:sldLayoutMk cId="2989105902" sldId="2147483654"/>
          </pc:sldLayoutMkLst>
        </pc:sldLayoutChg>
        <pc:sldLayoutChg chg="addSp delSp modSp mod ord">
          <pc:chgData name="吳憲驊-人力資源處-永豐銀行" userId="c372d5aa-c765-4280-a5c9-548c4152a5d4" providerId="ADAL" clId="{EBE3A055-FF26-45CD-9847-CB698884E610}" dt="2024-09-30T03:52:53.479" v="4250" actId="20577"/>
          <pc:sldLayoutMkLst>
            <pc:docMk/>
            <pc:sldMasterMk cId="0" sldId="2147483648"/>
            <pc:sldLayoutMk cId="1016505608" sldId="2147483659"/>
          </pc:sldLayoutMkLst>
        </pc:sldLayoutChg>
        <pc:sldLayoutChg chg="addSp delSp modSp del mod">
          <pc:chgData name="吳憲驊-人力資源處-永豐銀行" userId="c372d5aa-c765-4280-a5c9-548c4152a5d4" providerId="ADAL" clId="{EBE3A055-FF26-45CD-9847-CB698884E610}" dt="2024-09-06T01:57:39.997" v="937" actId="2696"/>
          <pc:sldLayoutMkLst>
            <pc:docMk/>
            <pc:sldMasterMk cId="0" sldId="2147483648"/>
            <pc:sldLayoutMk cId="1397769940" sldId="2147483659"/>
          </pc:sldLayoutMkLst>
        </pc:sldLayoutChg>
      </pc:sldMasterChg>
    </pc:docChg>
  </pc:docChgLst>
  <pc:docChgLst>
    <pc:chgData name="李宣諭-數位金融處-永豐銀行" userId="6301128a-36be-4004-bf48-5b6edf7c200a" providerId="ADAL" clId="{5556FE67-40C6-4518-82D8-D031FD5835E3}"/>
    <pc:docChg chg="modMainMaster">
      <pc:chgData name="李宣諭-數位金融處-永豐銀行" userId="6301128a-36be-4004-bf48-5b6edf7c200a" providerId="ADAL" clId="{5556FE67-40C6-4518-82D8-D031FD5835E3}" dt="2025-04-09T03:20:37.614" v="0" actId="1076"/>
      <pc:docMkLst>
        <pc:docMk/>
      </pc:docMkLst>
      <pc:sldMasterChg chg="modSldLayout">
        <pc:chgData name="李宣諭-數位金融處-永豐銀行" userId="6301128a-36be-4004-bf48-5b6edf7c200a" providerId="ADAL" clId="{5556FE67-40C6-4518-82D8-D031FD5835E3}" dt="2025-04-09T03:20:37.614" v="0" actId="1076"/>
        <pc:sldMasterMkLst>
          <pc:docMk/>
          <pc:sldMasterMk cId="0" sldId="2147483648"/>
        </pc:sldMasterMkLst>
        <pc:sldLayoutChg chg="modSp mod">
          <pc:chgData name="李宣諭-數位金融處-永豐銀行" userId="6301128a-36be-4004-bf48-5b6edf7c200a" providerId="ADAL" clId="{5556FE67-40C6-4518-82D8-D031FD5835E3}" dt="2025-04-09T03:20:37.614" v="0" actId="1076"/>
          <pc:sldLayoutMkLst>
            <pc:docMk/>
            <pc:sldMasterMk cId="0" sldId="2147483648"/>
            <pc:sldLayoutMk cId="0" sldId="2147483651"/>
          </pc:sldLayoutMkLst>
        </pc:sldLayoutChg>
      </pc:sldMasterChg>
    </pc:docChg>
  </pc:docChgLst>
  <pc:docChgLst>
    <pc:chgData name="周立筠-數據應用部-永豐金證券" userId="ee349c15-f274-43a3-b0c9-48d528d95247" providerId="ADAL" clId="{C906908C-602B-40BA-8197-1638BF03C79B}"/>
    <pc:docChg chg="modSld">
      <pc:chgData name="周立筠-數據應用部-永豐金證券" userId="ee349c15-f274-43a3-b0c9-48d528d95247" providerId="ADAL" clId="{C906908C-602B-40BA-8197-1638BF03C79B}" dt="2024-09-09T02:23:14.879" v="0" actId="14734"/>
      <pc:docMkLst>
        <pc:docMk/>
      </pc:docMkLst>
      <pc:sldChg chg="modSp mod">
        <pc:chgData name="周立筠-數據應用部-永豐金證券" userId="ee349c15-f274-43a3-b0c9-48d528d95247" providerId="ADAL" clId="{C906908C-602B-40BA-8197-1638BF03C79B}" dt="2024-09-09T02:23:14.879" v="0" actId="14734"/>
        <pc:sldMkLst>
          <pc:docMk/>
          <pc:sldMk cId="3155411272" sldId="2147471173"/>
        </pc:sldMkLst>
      </pc:sldChg>
    </pc:docChg>
  </pc:docChgLst>
  <pc:docChgLst>
    <pc:chgData name="周立筠-數據應用部-永豐金證券" userId="S::liyun0222.zhou@sinopac.com::ee349c15-f274-43a3-b0c9-48d528d95247" providerId="AD" clId="Web-{5A204781-D460-E2E0-652B-45D9DE8FA1C8}"/>
    <pc:docChg chg="modSld">
      <pc:chgData name="周立筠-數據應用部-永豐金證券" userId="S::liyun0222.zhou@sinopac.com::ee349c15-f274-43a3-b0c9-48d528d95247" providerId="AD" clId="Web-{5A204781-D460-E2E0-652B-45D9DE8FA1C8}" dt="2024-10-14T01:13:08.839" v="7"/>
      <pc:docMkLst>
        <pc:docMk/>
      </pc:docMkLst>
      <pc:sldChg chg="addSp delSp modSp">
        <pc:chgData name="周立筠-數據應用部-永豐金證券" userId="S::liyun0222.zhou@sinopac.com::ee349c15-f274-43a3-b0c9-48d528d95247" providerId="AD" clId="Web-{5A204781-D460-E2E0-652B-45D9DE8FA1C8}" dt="2024-10-14T01:13:08.839" v="7"/>
        <pc:sldMkLst>
          <pc:docMk/>
          <pc:sldMk cId="2022153893" sldId="295"/>
        </pc:sldMkLst>
      </pc:sldChg>
    </pc:docChg>
  </pc:docChgLst>
  <pc:docChgLst>
    <pc:chgData name="陳韋樺-數位科技處-永豐金控" userId="701130e9-61c9-4993-9d2b-72f9303521e5" providerId="ADAL" clId="{F94F54DA-E015-4898-AD0E-43B761B2E22F}"/>
    <pc:docChg chg="modSld modNotesMaster">
      <pc:chgData name="陳韋樺-數位科技處-永豐金控" userId="701130e9-61c9-4993-9d2b-72f9303521e5" providerId="ADAL" clId="{F94F54DA-E015-4898-AD0E-43B761B2E22F}" dt="2025-07-22T03:27:11.652" v="1" actId="1076"/>
      <pc:docMkLst>
        <pc:docMk/>
      </pc:docMkLst>
      <pc:sldChg chg="modSp mod">
        <pc:chgData name="陳韋樺-數位科技處-永豐金控" userId="701130e9-61c9-4993-9d2b-72f9303521e5" providerId="ADAL" clId="{F94F54DA-E015-4898-AD0E-43B761B2E22F}" dt="2025-07-22T03:26:40.854" v="0" actId="1076"/>
        <pc:sldMkLst>
          <pc:docMk/>
          <pc:sldMk cId="0" sldId="256"/>
        </pc:sldMkLst>
      </pc:sldChg>
    </pc:docChg>
  </pc:docChgLst>
  <pc:docChgLst>
    <pc:chgData name="周立筠-數據應用部-永豐金證券" userId="S::liyun0222.zhou@sinopac.com::ee349c15-f274-43a3-b0c9-48d528d95247" providerId="AD" clId="Web-{9C13AFE3-8240-BC94-48CC-0CB3BB172451}"/>
    <pc:docChg chg="modSld">
      <pc:chgData name="周立筠-數據應用部-永豐金證券" userId="S::liyun0222.zhou@sinopac.com::ee349c15-f274-43a3-b0c9-48d528d95247" providerId="AD" clId="Web-{9C13AFE3-8240-BC94-48CC-0CB3BB172451}" dt="2024-09-30T01:52:35.281" v="3" actId="20577"/>
      <pc:docMkLst>
        <pc:docMk/>
      </pc:docMkLst>
      <pc:sldChg chg="modSp">
        <pc:chgData name="周立筠-數據應用部-永豐金證券" userId="S::liyun0222.zhou@sinopac.com::ee349c15-f274-43a3-b0c9-48d528d95247" providerId="AD" clId="Web-{9C13AFE3-8240-BC94-48CC-0CB3BB172451}" dt="2024-09-30T01:52:35.281" v="3" actId="20577"/>
        <pc:sldMkLst>
          <pc:docMk/>
          <pc:sldMk cId="0" sldId="258"/>
        </pc:sldMkLst>
      </pc:sldChg>
    </pc:docChg>
  </pc:docChgLst>
  <pc:docChgLst>
    <pc:chgData name="周立筠-數據應用部-永豐金證券" userId="ee349c15-f274-43a3-b0c9-48d528d95247" providerId="ADAL" clId="{4E0ABDCF-1B67-4881-8BC6-D6262098E4C1}"/>
    <pc:docChg chg="addSld modSld">
      <pc:chgData name="周立筠-數據應用部-永豐金證券" userId="ee349c15-f274-43a3-b0c9-48d528d95247" providerId="ADAL" clId="{4E0ABDCF-1B67-4881-8BC6-D6262098E4C1}" dt="2024-10-11T06:03:24.106" v="27"/>
      <pc:docMkLst>
        <pc:docMk/>
      </pc:docMkLst>
      <pc:sldChg chg="addSp modSp add">
        <pc:chgData name="周立筠-數據應用部-永豐金證券" userId="ee349c15-f274-43a3-b0c9-48d528d95247" providerId="ADAL" clId="{4E0ABDCF-1B67-4881-8BC6-D6262098E4C1}" dt="2024-10-11T06:03:24.106" v="27"/>
        <pc:sldMkLst>
          <pc:docMk/>
          <pc:sldMk cId="3905871497" sldId="2147471190"/>
        </pc:sldMkLst>
      </pc:sldChg>
    </pc:docChg>
  </pc:docChgLst>
  <pc:docChgLst>
    <pc:chgData name="吳憲驊-人力資源處-永豐銀行" userId="S::simonwu@sinopac.com::c372d5aa-c765-4280-a5c9-548c4152a5d4" providerId="AD" clId="Web-{AD6359EA-AF55-13A8-8FC0-F1DDB072E1CC}"/>
    <pc:docChg chg="modSld">
      <pc:chgData name="吳憲驊-人力資源處-永豐銀行" userId="S::simonwu@sinopac.com::c372d5aa-c765-4280-a5c9-548c4152a5d4" providerId="AD" clId="Web-{AD6359EA-AF55-13A8-8FC0-F1DDB072E1CC}" dt="2024-10-11T06:24:11.220" v="1"/>
      <pc:docMkLst>
        <pc:docMk/>
      </pc:docMkLst>
      <pc:sldChg chg="modSp">
        <pc:chgData name="吳憲驊-人力資源處-永豐銀行" userId="S::simonwu@sinopac.com::c372d5aa-c765-4280-a5c9-548c4152a5d4" providerId="AD" clId="Web-{AD6359EA-AF55-13A8-8FC0-F1DDB072E1CC}" dt="2024-10-11T06:24:11.220" v="1"/>
        <pc:sldMkLst>
          <pc:docMk/>
          <pc:sldMk cId="2022153893" sldId="295"/>
        </pc:sldMkLst>
      </pc:sldChg>
    </pc:docChg>
  </pc:docChgLst>
  <pc:docChgLst>
    <pc:chgData name="吳憲驊-人力資源處-永豐銀行" userId="c372d5aa-c765-4280-a5c9-548c4152a5d4" providerId="ADAL" clId="{A5CB0424-1DCD-41DE-B858-D55378E4CD93}"/>
    <pc:docChg chg="custSel addSld delSld modSld modMainMaster modSection">
      <pc:chgData name="吳憲驊-人力資源處-永豐銀行" userId="c372d5aa-c765-4280-a5c9-548c4152a5d4" providerId="ADAL" clId="{A5CB0424-1DCD-41DE-B858-D55378E4CD93}" dt="2024-09-23T03:47:43.608" v="334" actId="6549"/>
      <pc:docMkLst>
        <pc:docMk/>
      </pc:docMkLst>
      <pc:sldChg chg="modSp mod">
        <pc:chgData name="吳憲驊-人力資源處-永豐銀行" userId="c372d5aa-c765-4280-a5c9-548c4152a5d4" providerId="ADAL" clId="{A5CB0424-1DCD-41DE-B858-D55378E4CD93}" dt="2024-09-23T03:47:43.608" v="334" actId="6549"/>
        <pc:sldMkLst>
          <pc:docMk/>
          <pc:sldMk cId="4060586183" sldId="2147471188"/>
        </pc:sldMkLst>
      </pc:sldChg>
      <pc:sldChg chg="addSp modSp new del mod modClrScheme chgLayout">
        <pc:chgData name="吳憲驊-人力資源處-永豐銀行" userId="c372d5aa-c765-4280-a5c9-548c4152a5d4" providerId="ADAL" clId="{A5CB0424-1DCD-41DE-B858-D55378E4CD93}" dt="2024-09-23T03:37:14.100" v="17" actId="47"/>
        <pc:sldMkLst>
          <pc:docMk/>
          <pc:sldMk cId="3271968025" sldId="2147471189"/>
        </pc:sldMkLst>
      </pc:sldChg>
      <pc:sldMasterChg chg="modSldLayout">
        <pc:chgData name="吳憲驊-人力資源處-永豐銀行" userId="c372d5aa-c765-4280-a5c9-548c4152a5d4" providerId="ADAL" clId="{A5CB0424-1DCD-41DE-B858-D55378E4CD93}" dt="2024-09-23T03:37:04.143" v="8" actId="1076"/>
        <pc:sldMasterMkLst>
          <pc:docMk/>
          <pc:sldMasterMk cId="0" sldId="2147483648"/>
        </pc:sldMasterMkLst>
        <pc:sldLayoutChg chg="addSp delSp modSp mod">
          <pc:chgData name="吳憲驊-人力資源處-永豐銀行" userId="c372d5aa-c765-4280-a5c9-548c4152a5d4" providerId="ADAL" clId="{A5CB0424-1DCD-41DE-B858-D55378E4CD93}" dt="2024-09-23T03:37:04.143" v="8" actId="1076"/>
          <pc:sldLayoutMkLst>
            <pc:docMk/>
            <pc:sldMasterMk cId="0" sldId="2147483648"/>
            <pc:sldLayoutMk cId="1016505608" sldId="2147483659"/>
          </pc:sldLayoutMkLst>
        </pc:sldLayoutChg>
      </pc:sldMasterChg>
    </pc:docChg>
  </pc:docChgLst>
  <pc:docChgLst>
    <pc:chgData name="吳憲驊-人力資源處-永豐銀行" userId="S::simonwu@sinopac.com::c372d5aa-c765-4280-a5c9-548c4152a5d4" providerId="AD" clId="Web-{76B08719-CE9C-CA5C-98B8-63898D770A1E}"/>
    <pc:docChg chg="addSld delSld addSection modSection">
      <pc:chgData name="吳憲驊-人力資源處-永豐銀行" userId="S::simonwu@sinopac.com::c372d5aa-c765-4280-a5c9-548c4152a5d4" providerId="AD" clId="Web-{76B08719-CE9C-CA5C-98B8-63898D770A1E}" dt="2024-09-06T10:15:50.990" v="31"/>
      <pc:docMkLst>
        <pc:docMk/>
      </pc:docMkLst>
      <pc:sldChg chg="add del">
        <pc:chgData name="吳憲驊-人力資源處-永豐銀行" userId="S::simonwu@sinopac.com::c372d5aa-c765-4280-a5c9-548c4152a5d4" providerId="AD" clId="Web-{76B08719-CE9C-CA5C-98B8-63898D770A1E}" dt="2024-09-06T10:15:15.536" v="7"/>
        <pc:sldMkLst>
          <pc:docMk/>
          <pc:sldMk cId="0" sldId="256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567" v="8"/>
        <pc:sldMkLst>
          <pc:docMk/>
          <pc:sldMk cId="0" sldId="257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598" v="9"/>
        <pc:sldMkLst>
          <pc:docMk/>
          <pc:sldMk cId="0" sldId="258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677" v="10"/>
        <pc:sldMkLst>
          <pc:docMk/>
          <pc:sldMk cId="0" sldId="259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755" v="11"/>
        <pc:sldMkLst>
          <pc:docMk/>
          <pc:sldMk cId="0" sldId="260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833" v="12"/>
        <pc:sldMkLst>
          <pc:docMk/>
          <pc:sldMk cId="0" sldId="261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927" v="13"/>
        <pc:sldMkLst>
          <pc:docMk/>
          <pc:sldMk cId="0" sldId="262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036" v="22"/>
        <pc:sldMkLst>
          <pc:docMk/>
          <pc:sldMk cId="0" sldId="264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208" v="24"/>
        <pc:sldMkLst>
          <pc:docMk/>
          <pc:sldMk cId="2406361714" sldId="292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864" v="27"/>
        <pc:sldMkLst>
          <pc:docMk/>
          <pc:sldMk cId="3121629751" sldId="293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536" v="25"/>
        <pc:sldMkLst>
          <pc:docMk/>
          <pc:sldMk cId="2022153893" sldId="295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692" v="26"/>
        <pc:sldMkLst>
          <pc:docMk/>
          <pc:sldMk cId="3155411272" sldId="2147471173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30.020" v="28"/>
        <pc:sldMkLst>
          <pc:docMk/>
          <pc:sldMk cId="393315683" sldId="2147471185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067" v="23"/>
        <pc:sldMkLst>
          <pc:docMk/>
          <pc:sldMk cId="2193386975" sldId="2147471186"/>
        </pc:sldMkLst>
      </pc:sldChg>
    </pc:docChg>
  </pc:docChgLst>
  <pc:docChgLst>
    <pc:chgData name="周立筠-數據應用部-永豐金證券" userId="S::liyun0222.zhou@sinopac.com::ee349c15-f274-43a3-b0c9-48d528d95247" providerId="AD" clId="Web-{FA426A10-BA6B-DDFE-201A-190FFCD3F55B}"/>
    <pc:docChg chg="addSld delSld modSld addSection modSection">
      <pc:chgData name="周立筠-數據應用部-永豐金證券" userId="S::liyun0222.zhou@sinopac.com::ee349c15-f274-43a3-b0c9-48d528d95247" providerId="AD" clId="Web-{FA426A10-BA6B-DDFE-201A-190FFCD3F55B}" dt="2024-08-23T09:16:34.093" v="83" actId="1076"/>
      <pc:docMkLst>
        <pc:docMk/>
      </pc:docMkLst>
      <pc:sldChg chg="modSp add replId">
        <pc:chgData name="周立筠-數據應用部-永豐金證券" userId="S::liyun0222.zhou@sinopac.com::ee349c15-f274-43a3-b0c9-48d528d95247" providerId="AD" clId="Web-{FA426A10-BA6B-DDFE-201A-190FFCD3F55B}" dt="2024-08-23T09:10:04.631" v="80" actId="1076"/>
        <pc:sldMkLst>
          <pc:docMk/>
          <pc:sldMk cId="3262633635" sldId="297"/>
        </pc:sldMkLst>
      </pc:sldChg>
      <pc:sldChg chg="addSp modSp new">
        <pc:chgData name="周立筠-數據應用部-永豐金證券" userId="S::liyun0222.zhou@sinopac.com::ee349c15-f274-43a3-b0c9-48d528d95247" providerId="AD" clId="Web-{FA426A10-BA6B-DDFE-201A-190FFCD3F55B}" dt="2024-08-23T09:16:34.093" v="83" actId="1076"/>
        <pc:sldMkLst>
          <pc:docMk/>
          <pc:sldMk cId="2826782116" sldId="298"/>
        </pc:sldMkLst>
      </pc:sldChg>
    </pc:docChg>
  </pc:docChgLst>
  <pc:docChgLst>
    <pc:chgData name="傅安-數位金融處-永豐銀行" userId="c8345a55-179c-4faf-b159-cca2c6631c14" providerId="ADAL" clId="{FC04D932-23C0-426C-B700-25BA7DA62966}"/>
    <pc:docChg chg="undo custSel addSld delSld modSld modSection">
      <pc:chgData name="傅安-數位金融處-永豐銀行" userId="c8345a55-179c-4faf-b159-cca2c6631c14" providerId="ADAL" clId="{FC04D932-23C0-426C-B700-25BA7DA62966}" dt="2025-07-14T08:12:18.285" v="70" actId="680"/>
      <pc:docMkLst>
        <pc:docMk/>
      </pc:docMkLst>
      <pc:sldChg chg="modSp mod">
        <pc:chgData name="傅安-數位金融處-永豐銀行" userId="c8345a55-179c-4faf-b159-cca2c6631c14" providerId="ADAL" clId="{FC04D932-23C0-426C-B700-25BA7DA62966}" dt="2025-07-14T08:12:17.924" v="69"/>
        <pc:sldMkLst>
          <pc:docMk/>
          <pc:sldMk cId="0" sldId="256"/>
        </pc:sldMkLst>
      </pc:sldChg>
      <pc:sldChg chg="new del">
        <pc:chgData name="傅安-數位金融處-永豐銀行" userId="c8345a55-179c-4faf-b159-cca2c6631c14" providerId="ADAL" clId="{FC04D932-23C0-426C-B700-25BA7DA62966}" dt="2025-07-14T08:12:18.285" v="70" actId="680"/>
        <pc:sldMkLst>
          <pc:docMk/>
          <pc:sldMk cId="3701876126" sldId="2147471190"/>
        </pc:sldMkLst>
      </pc:sldChg>
    </pc:docChg>
  </pc:docChgLst>
  <pc:docChgLst>
    <pc:chgData name="吳憲驊-人力資源處-永豐銀行" userId="c372d5aa-c765-4280-a5c9-548c4152a5d4" providerId="ADAL" clId="{898F72A5-CF0B-4BC5-833D-22D2B31FA266}"/>
    <pc:docChg chg="undo custSel delSld modSld modSection">
      <pc:chgData name="吳憲驊-人力資源處-永豐銀行" userId="c372d5aa-c765-4280-a5c9-548c4152a5d4" providerId="ADAL" clId="{898F72A5-CF0B-4BC5-833D-22D2B31FA266}" dt="2024-08-27T05:50:47.744" v="22" actId="2165"/>
      <pc:docMkLst>
        <pc:docMk/>
      </pc:docMkLst>
      <pc:sldChg chg="delSp mod">
        <pc:chgData name="吳憲驊-人力資源處-永豐銀行" userId="c372d5aa-c765-4280-a5c9-548c4152a5d4" providerId="ADAL" clId="{898F72A5-CF0B-4BC5-833D-22D2B31FA266}" dt="2024-08-23T08:22:23.087" v="1" actId="478"/>
        <pc:sldMkLst>
          <pc:docMk/>
          <pc:sldMk cId="3121629751" sldId="293"/>
        </pc:sldMkLst>
      </pc:sldChg>
      <pc:sldChg chg="modSp mod addCm modCm">
        <pc:chgData name="吳憲驊-人力資源處-永豐銀行" userId="c372d5aa-c765-4280-a5c9-548c4152a5d4" providerId="ADAL" clId="{898F72A5-CF0B-4BC5-833D-22D2B31FA266}" dt="2024-08-27T05:50:47.744" v="22" actId="2165"/>
        <pc:sldMkLst>
          <pc:docMk/>
          <pc:sldMk cId="673018660" sldId="294"/>
        </pc:sldMkLst>
      </pc:sldChg>
      <pc:sldChg chg="modSp mod">
        <pc:chgData name="吳憲驊-人力資源處-永豐銀行" userId="c372d5aa-c765-4280-a5c9-548c4152a5d4" providerId="ADAL" clId="{898F72A5-CF0B-4BC5-833D-22D2B31FA266}" dt="2024-08-23T10:03:46.763" v="16" actId="20577"/>
        <pc:sldMkLst>
          <pc:docMk/>
          <pc:sldMk cId="3262633635" sldId="297"/>
        </pc:sldMkLst>
      </pc:sldChg>
    </pc:docChg>
  </pc:docChgLst>
  <pc:docChgLst>
    <pc:chgData name="王雋凱-數位金融處-永豐銀行" userId="f78494d6-bac0-4c9e-94cd-0b5e029c0856" providerId="ADAL" clId="{9A569F61-9D88-48E2-A5EB-7100445BBAB5}"/>
    <pc:docChg chg="modSld sldOrd">
      <pc:chgData name="王雋凱-數位金融處-永豐銀行" userId="f78494d6-bac0-4c9e-94cd-0b5e029c0856" providerId="ADAL" clId="{9A569F61-9D88-48E2-A5EB-7100445BBAB5}" dt="2025-06-18T00:28:24.595" v="1"/>
      <pc:docMkLst>
        <pc:docMk/>
      </pc:docMkLst>
      <pc:sldChg chg="ord">
        <pc:chgData name="王雋凱-數位金融處-永豐銀行" userId="f78494d6-bac0-4c9e-94cd-0b5e029c0856" providerId="ADAL" clId="{9A569F61-9D88-48E2-A5EB-7100445BBAB5}" dt="2025-06-18T00:28:24.595" v="1"/>
        <pc:sldMkLst>
          <pc:docMk/>
          <pc:sldMk cId="0" sldId="258"/>
        </pc:sldMkLst>
      </pc:sldChg>
    </pc:docChg>
  </pc:docChgLst>
  <pc:docChgLst>
    <pc:chgData name="周立筠-數據應用部-永豐金證券" userId="S::liyun0222.zhou@sinopac.com::ee349c15-f274-43a3-b0c9-48d528d95247" providerId="AD" clId="Web-{A48564C8-421B-2203-E695-99D400D4424E}"/>
    <pc:docChg chg="modSld">
      <pc:chgData name="周立筠-數據應用部-永豐金證券" userId="S::liyun0222.zhou@sinopac.com::ee349c15-f274-43a3-b0c9-48d528d95247" providerId="AD" clId="Web-{A48564C8-421B-2203-E695-99D400D4424E}" dt="2024-08-23T09:42:27.791" v="49"/>
      <pc:docMkLst>
        <pc:docMk/>
      </pc:docMkLst>
      <pc:sldChg chg="modSp">
        <pc:chgData name="周立筠-數據應用部-永豐金證券" userId="S::liyun0222.zhou@sinopac.com::ee349c15-f274-43a3-b0c9-48d528d95247" providerId="AD" clId="Web-{A48564C8-421B-2203-E695-99D400D4424E}" dt="2024-08-23T09:42:27.791" v="49"/>
        <pc:sldMkLst>
          <pc:docMk/>
          <pc:sldMk cId="3262633635" sldId="297"/>
        </pc:sldMkLst>
      </pc:sldChg>
    </pc:docChg>
  </pc:docChgLst>
  <pc:docChgLst>
    <pc:chgData name="張天豪-數位金融處-永豐銀行" userId="0d835702-99c9-4ef6-82d8-3ca86d4ccc15" providerId="ADAL" clId="{05C68244-A0A4-5F4B-A227-C47B6FE62571}"/>
    <pc:docChg chg="undo custSel addSld delSld modSld modMainMaster modSection">
      <pc:chgData name="張天豪-數位金融處-永豐銀行" userId="0d835702-99c9-4ef6-82d8-3ca86d4ccc15" providerId="ADAL" clId="{05C68244-A0A4-5F4B-A227-C47B6FE62571}" dt="2024-11-23T00:59:06.402" v="223" actId="12"/>
      <pc:docMkLst>
        <pc:docMk/>
      </pc:docMkLst>
      <pc:sldChg chg="modSp mod">
        <pc:chgData name="張天豪-數位金融處-永豐銀行" userId="0d835702-99c9-4ef6-82d8-3ca86d4ccc15" providerId="ADAL" clId="{05C68244-A0A4-5F4B-A227-C47B6FE62571}" dt="2024-10-12T11:25:14.956" v="80" actId="20577"/>
        <pc:sldMkLst>
          <pc:docMk/>
          <pc:sldMk cId="2406361714" sldId="292"/>
        </pc:sldMkLst>
      </pc:sldChg>
      <pc:sldChg chg="modSp mod">
        <pc:chgData name="張天豪-數位金融處-永豐銀行" userId="0d835702-99c9-4ef6-82d8-3ca86d4ccc15" providerId="ADAL" clId="{05C68244-A0A4-5F4B-A227-C47B6FE62571}" dt="2024-10-13T02:59:04.551" v="212" actId="6549"/>
        <pc:sldMkLst>
          <pc:docMk/>
          <pc:sldMk cId="2022153893" sldId="295"/>
        </pc:sldMkLst>
      </pc:sldChg>
      <pc:sldChg chg="modSp mod">
        <pc:chgData name="張天豪-數位金融處-永豐銀行" userId="0d835702-99c9-4ef6-82d8-3ca86d4ccc15" providerId="ADAL" clId="{05C68244-A0A4-5F4B-A227-C47B6FE62571}" dt="2024-10-12T11:29:08.768" v="165"/>
        <pc:sldMkLst>
          <pc:docMk/>
          <pc:sldMk cId="3262633635" sldId="297"/>
        </pc:sldMkLst>
      </pc:sldChg>
      <pc:sldChg chg="modSp mod">
        <pc:chgData name="張天豪-數位金融處-永豐銀行" userId="0d835702-99c9-4ef6-82d8-3ca86d4ccc15" providerId="ADAL" clId="{05C68244-A0A4-5F4B-A227-C47B6FE62571}" dt="2024-10-12T11:25:27.938" v="88" actId="20577"/>
        <pc:sldMkLst>
          <pc:docMk/>
          <pc:sldMk cId="3155411272" sldId="2147471173"/>
        </pc:sldMkLst>
      </pc:sldChg>
      <pc:sldChg chg="modSp mod">
        <pc:chgData name="張天豪-數位金融處-永豐銀行" userId="0d835702-99c9-4ef6-82d8-3ca86d4ccc15" providerId="ADAL" clId="{05C68244-A0A4-5F4B-A227-C47B6FE62571}" dt="2024-10-12T11:28:12.213" v="152" actId="207"/>
        <pc:sldMkLst>
          <pc:docMk/>
          <pc:sldMk cId="2495256314" sldId="2147471176"/>
        </pc:sldMkLst>
      </pc:sldChg>
      <pc:sldChg chg="add del">
        <pc:chgData name="張天豪-數位金融處-永豐銀行" userId="0d835702-99c9-4ef6-82d8-3ca86d4ccc15" providerId="ADAL" clId="{05C68244-A0A4-5F4B-A227-C47B6FE62571}" dt="2024-10-12T11:29:13.617" v="166" actId="2696"/>
        <pc:sldMkLst>
          <pc:docMk/>
          <pc:sldMk cId="424210253" sldId="2147471190"/>
        </pc:sldMkLst>
      </pc:sldChg>
      <pc:sldChg chg="add del">
        <pc:chgData name="張天豪-數位金融處-永豐銀行" userId="0d835702-99c9-4ef6-82d8-3ca86d4ccc15" providerId="ADAL" clId="{05C68244-A0A4-5F4B-A227-C47B6FE62571}" dt="2024-10-12T11:26:42.301" v="102" actId="2696"/>
        <pc:sldMkLst>
          <pc:docMk/>
          <pc:sldMk cId="717366664" sldId="2147471190"/>
        </pc:sldMkLst>
      </pc:sldChg>
      <pc:sldChg chg="add del">
        <pc:chgData name="張天豪-數位金融處-永豐銀行" userId="0d835702-99c9-4ef6-82d8-3ca86d4ccc15" providerId="ADAL" clId="{05C68244-A0A4-5F4B-A227-C47B6FE62571}" dt="2024-10-12T11:28:19.946" v="153" actId="2696"/>
        <pc:sldMkLst>
          <pc:docMk/>
          <pc:sldMk cId="750805866" sldId="2147471190"/>
        </pc:sldMkLst>
      </pc:sldChg>
      <pc:sldChg chg="del">
        <pc:chgData name="張天豪-數位金融處-永豐銀行" userId="0d835702-99c9-4ef6-82d8-3ca86d4ccc15" providerId="ADAL" clId="{05C68244-A0A4-5F4B-A227-C47B6FE62571}" dt="2024-10-12T11:23:56.255" v="44" actId="2696"/>
        <pc:sldMkLst>
          <pc:docMk/>
          <pc:sldMk cId="3905871497" sldId="2147471190"/>
        </pc:sldMkLst>
      </pc:sldChg>
      <pc:sldMasterChg chg="modSldLayout sldLayoutOrd">
        <pc:chgData name="張天豪-數位金融處-永豐銀行" userId="0d835702-99c9-4ef6-82d8-3ca86d4ccc15" providerId="ADAL" clId="{05C68244-A0A4-5F4B-A227-C47B6FE62571}" dt="2024-11-23T00:59:06.402" v="223" actId="12"/>
        <pc:sldMasterMkLst>
          <pc:docMk/>
          <pc:sldMasterMk cId="0" sldId="2147483648"/>
        </pc:sldMasterMkLst>
        <pc:sldLayoutChg chg="modSp">
          <pc:chgData name="張天豪-數位金融處-永豐銀行" userId="0d835702-99c9-4ef6-82d8-3ca86d4ccc15" providerId="ADAL" clId="{05C68244-A0A4-5F4B-A227-C47B6FE62571}" dt="2024-10-13T02:53:19.336" v="171" actId="12"/>
          <pc:sldLayoutMkLst>
            <pc:docMk/>
            <pc:sldMasterMk cId="0" sldId="2147483648"/>
            <pc:sldLayoutMk cId="0" sldId="2147483651"/>
          </pc:sldLayoutMkLst>
        </pc:sldLayoutChg>
        <pc:sldLayoutChg chg="ord">
          <pc:chgData name="張天豪-數位金融處-永豐銀行" userId="0d835702-99c9-4ef6-82d8-3ca86d4ccc15" providerId="ADAL" clId="{05C68244-A0A4-5F4B-A227-C47B6FE62571}" dt="2024-11-11T08:29:41.246" v="213" actId="20578"/>
          <pc:sldLayoutMkLst>
            <pc:docMk/>
            <pc:sldMasterMk cId="0" sldId="2147483648"/>
            <pc:sldLayoutMk cId="0" sldId="2147483652"/>
          </pc:sldLayoutMkLst>
        </pc:sldLayoutChg>
        <pc:sldLayoutChg chg="modSp">
          <pc:chgData name="張天豪-數位金融處-永豐銀行" userId="0d835702-99c9-4ef6-82d8-3ca86d4ccc15" providerId="ADAL" clId="{05C68244-A0A4-5F4B-A227-C47B6FE62571}" dt="2024-11-23T00:59:06.402" v="223" actId="12"/>
          <pc:sldLayoutMkLst>
            <pc:docMk/>
            <pc:sldMasterMk cId="0" sldId="2147483648"/>
            <pc:sldLayoutMk cId="1016505608" sldId="214748365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0962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:notes"/>
          <p:cNvSpPr txBox="1">
            <a:spLocks noGrp="1"/>
          </p:cNvSpPr>
          <p:nvPr>
            <p:ph type="body" idx="1"/>
          </p:nvPr>
        </p:nvSpPr>
        <p:spPr>
          <a:xfrm>
            <a:off x="821615" y="337747"/>
            <a:ext cx="5695200" cy="3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SzPts val="1400"/>
              <a:buNone/>
            </a:pPr>
            <a:endParaRPr sz="1400" dirty="0"/>
          </a:p>
        </p:txBody>
      </p:sp>
      <p:sp>
        <p:nvSpPr>
          <p:cNvPr id="34" name="Google Shape;3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3536950" y="1177925"/>
            <a:ext cx="13887450" cy="78120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1083A-321F-F30A-3F0F-FCB184EC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0D71BF3-D12E-1D77-9A61-3C646FB674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7D8F35A-B08A-5518-E41E-5EF1385C3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這一頁先說明 </a:t>
            </a:r>
            <a:r>
              <a:rPr lang="en" altLang="zh-TW" dirty="0" err="1"/>
              <a:t>InfoGather</a:t>
            </a:r>
            <a:r>
              <a:rPr lang="en" altLang="zh-TW" dirty="0"/>
              <a:t> </a:t>
            </a:r>
            <a:r>
              <a:rPr lang="zh-TW" altLang="en-US" dirty="0"/>
              <a:t>的整體系統組成。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en" altLang="zh-TW" dirty="0" err="1"/>
              <a:t>InfoGather</a:t>
            </a:r>
            <a:r>
              <a:rPr lang="en" altLang="zh-TW" dirty="0"/>
              <a:t> </a:t>
            </a:r>
            <a:r>
              <a:rPr lang="zh-TW" altLang="en-US" dirty="0"/>
              <a:t>可以先理解成一個內部的公開資料蒐集與整合平台。前端提供使用者操作介面，後端 </a:t>
            </a:r>
            <a:r>
              <a:rPr lang="en" altLang="zh-TW" dirty="0"/>
              <a:t>API </a:t>
            </a:r>
            <a:r>
              <a:rPr lang="zh-TW" altLang="en-US" dirty="0"/>
              <a:t>負責業務邏輯與資料存取，</a:t>
            </a:r>
            <a:r>
              <a:rPr lang="en" altLang="zh-TW" dirty="0"/>
              <a:t>Scheduler </a:t>
            </a:r>
            <a:r>
              <a:rPr lang="zh-TW" altLang="en-US" dirty="0"/>
              <a:t>負責定期觸發任務，</a:t>
            </a:r>
            <a:r>
              <a:rPr lang="en" altLang="zh-TW" dirty="0"/>
              <a:t>Worker </a:t>
            </a:r>
            <a:r>
              <a:rPr lang="zh-TW" altLang="en-US" dirty="0"/>
              <a:t>則處理資料擷取、文章分析與洞見彙報等背景工作。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資料儲存主要使用 </a:t>
            </a:r>
            <a:r>
              <a:rPr lang="en" altLang="zh-TW" dirty="0"/>
              <a:t>MongoDB</a:t>
            </a:r>
            <a:r>
              <a:rPr lang="zh-TW" altLang="en" dirty="0"/>
              <a:t>，</a:t>
            </a:r>
            <a:r>
              <a:rPr lang="zh-TW" altLang="en-US" dirty="0"/>
              <a:t>佇列與快取則使用 </a:t>
            </a:r>
            <a:r>
              <a:rPr lang="en" altLang="zh-TW" dirty="0"/>
              <a:t>Redis</a:t>
            </a:r>
            <a:r>
              <a:rPr lang="zh-TW" altLang="en" dirty="0"/>
              <a:t>。</a:t>
            </a:r>
            <a:r>
              <a:rPr lang="en" altLang="zh-TW" dirty="0"/>
              <a:t>AI </a:t>
            </a:r>
            <a:r>
              <a:rPr lang="zh-TW" altLang="en-US" dirty="0"/>
              <a:t>能力會透過 </a:t>
            </a:r>
            <a:r>
              <a:rPr lang="en" altLang="zh-TW" dirty="0"/>
              <a:t>Copilot CLI Server </a:t>
            </a:r>
            <a:r>
              <a:rPr lang="zh-TW" altLang="en-US" dirty="0"/>
              <a:t>與 </a:t>
            </a:r>
            <a:r>
              <a:rPr lang="en" altLang="zh-TW" dirty="0"/>
              <a:t>LLM Provider </a:t>
            </a:r>
            <a:r>
              <a:rPr lang="zh-TW" altLang="en-US" dirty="0"/>
              <a:t>串接，用來支援文章判讀、摘要、分類與助理推理。</a:t>
            </a:r>
          </a:p>
          <a:p>
            <a:pPr marL="158750" indent="0">
              <a:buNone/>
            </a:pP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437848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這一頁是測試環境的 </a:t>
            </a:r>
            <a:r>
              <a:rPr lang="en" altLang="zh-TW" dirty="0"/>
              <a:t>VM </a:t>
            </a:r>
            <a:r>
              <a:rPr lang="zh-TW" altLang="en-US" dirty="0"/>
              <a:t>配置草案。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測試環境的設計方向，是盡量貼近正式環境的架構，但資源規格可以相對保守。這樣做的目的是讓我們在 </a:t>
            </a:r>
            <a:r>
              <a:rPr lang="en" altLang="zh-TW" dirty="0"/>
              <a:t>SIT </a:t>
            </a:r>
            <a:r>
              <a:rPr lang="zh-TW" altLang="en-US" dirty="0"/>
              <a:t>階段就能驗證完整部署方式，包括入口節點、應用節點、資料庫、</a:t>
            </a:r>
            <a:r>
              <a:rPr lang="en" altLang="zh-TW" dirty="0"/>
              <a:t>Redis </a:t>
            </a:r>
            <a:r>
              <a:rPr lang="zh-TW" altLang="en-US" dirty="0"/>
              <a:t>佇列、</a:t>
            </a:r>
            <a:r>
              <a:rPr lang="en" altLang="zh-TW" dirty="0"/>
              <a:t>Copilot CLI Server</a:t>
            </a:r>
            <a:r>
              <a:rPr lang="zh-TW" altLang="en" dirty="0"/>
              <a:t>，</a:t>
            </a:r>
            <a:r>
              <a:rPr lang="zh-TW" altLang="en-US" dirty="0"/>
              <a:t>以及監控節點。</a:t>
            </a:r>
          </a:p>
          <a:p>
            <a:pPr marL="158750" indent="0">
              <a:buNone/>
            </a:pP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510830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5A0B-C23D-A6B6-F506-DBB4AB60F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F181B94-5775-4AF6-D761-FA6748C4C2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6A80CD3-F554-6BC9-21C3-A1A8DF906A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這一頁是正式環境的 </a:t>
            </a:r>
            <a:r>
              <a:rPr lang="en" altLang="zh-TW" dirty="0"/>
              <a:t>VM </a:t>
            </a:r>
            <a:r>
              <a:rPr lang="zh-TW" altLang="en-US" dirty="0"/>
              <a:t>配置草案。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正式環境基本上延續前一頁測試環境的架構，但資源規格會提高，主要是因應正式上線後的穩定性、資料成長、背景任務處理，以及監控與備份需求。</a:t>
            </a:r>
          </a:p>
          <a:p>
            <a:pPr marL="158750" indent="0">
              <a:buNone/>
            </a:pP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522610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這一頁是 </a:t>
            </a:r>
            <a:r>
              <a:rPr lang="en" altLang="zh-TW" dirty="0" err="1"/>
              <a:t>InfoGather</a:t>
            </a:r>
            <a:r>
              <a:rPr lang="en" altLang="zh-TW" dirty="0"/>
              <a:t> </a:t>
            </a:r>
            <a:r>
              <a:rPr lang="zh-TW" altLang="en-US" dirty="0"/>
              <a:t>的雲適性評估。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en" altLang="zh-TW" dirty="0" err="1"/>
              <a:t>InfoGather</a:t>
            </a:r>
            <a:r>
              <a:rPr lang="en" altLang="zh-TW" dirty="0"/>
              <a:t> </a:t>
            </a:r>
            <a:r>
              <a:rPr lang="zh-TW" altLang="en-US" dirty="0"/>
              <a:t>本身採用前後端分離、容器化、背景任務佇列化，以及外部 </a:t>
            </a:r>
            <a:r>
              <a:rPr lang="en" altLang="zh-TW" dirty="0"/>
              <a:t>API </a:t>
            </a:r>
            <a:r>
              <a:rPr lang="zh-TW" altLang="en-US" dirty="0"/>
              <a:t>串接的架構，所以從技術面來看，上雲可行性是高的。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如果部署在雲端，可以利用 </a:t>
            </a:r>
            <a:r>
              <a:rPr lang="en" altLang="zh-TW" dirty="0"/>
              <a:t>PaaS </a:t>
            </a:r>
            <a:r>
              <a:rPr lang="zh-TW" altLang="en-US" dirty="0"/>
              <a:t>或代管服務，降低 </a:t>
            </a:r>
            <a:r>
              <a:rPr lang="en" altLang="zh-TW" dirty="0"/>
              <a:t>VM</a:t>
            </a:r>
            <a:r>
              <a:rPr lang="zh-TW" altLang="en" dirty="0"/>
              <a:t>、</a:t>
            </a:r>
            <a:r>
              <a:rPr lang="zh-TW" altLang="en-US" dirty="0"/>
              <a:t>資料庫、</a:t>
            </a:r>
            <a:r>
              <a:rPr lang="en" altLang="zh-TW" dirty="0"/>
              <a:t>Redis</a:t>
            </a:r>
            <a:r>
              <a:rPr lang="zh-TW" altLang="en" dirty="0"/>
              <a:t>、</a:t>
            </a:r>
            <a:r>
              <a:rPr lang="zh-TW" altLang="en-US" dirty="0"/>
              <a:t>監控與備份的維運負擔，也比較容易依照資料擷取與 </a:t>
            </a:r>
            <a:r>
              <a:rPr lang="en" altLang="zh-TW" dirty="0"/>
              <a:t>LLM </a:t>
            </a:r>
            <a:r>
              <a:rPr lang="zh-TW" altLang="en-US" dirty="0"/>
              <a:t>分析負載進行彈性擴充。</a:t>
            </a:r>
          </a:p>
          <a:p>
            <a:pPr marL="158750" indent="0">
              <a:buNone/>
            </a:pPr>
            <a:r>
              <a:rPr lang="zh-TW" altLang="en-US" dirty="0"/>
              <a:t>不過，是否適合立即上雲，還是需要進一步評估。</a:t>
            </a:r>
            <a:endParaRPr lang="en-US" altLang="zh-TW" dirty="0"/>
          </a:p>
          <a:p>
            <a:pPr marL="158750" indent="0">
              <a:buNone/>
            </a:pPr>
            <a:br>
              <a:rPr lang="zh-TW" altLang="en-US" dirty="0"/>
            </a:br>
            <a:r>
              <a:rPr lang="zh-TW" altLang="en-US" dirty="0"/>
              <a:t>如果目前仍是低流量內部 </a:t>
            </a:r>
            <a:r>
              <a:rPr lang="en" altLang="zh-TW" dirty="0"/>
              <a:t>PoC</a:t>
            </a:r>
            <a:r>
              <a:rPr lang="zh-TW" altLang="en" dirty="0"/>
              <a:t>，</a:t>
            </a:r>
            <a:r>
              <a:rPr lang="zh-TW" altLang="en-US" dirty="0"/>
              <a:t>短期上雲效益可能有限，也可能增加成本與管理複雜度。另一方面，資料遷移、</a:t>
            </a:r>
            <a:r>
              <a:rPr lang="en" altLang="zh-TW" dirty="0"/>
              <a:t>Redis </a:t>
            </a:r>
            <a:r>
              <a:rPr lang="zh-TW" altLang="en-US" dirty="0"/>
              <a:t>佇列不中斷切換、外部服務網路設定、資安稽核與成本控管，也都會是需要先釐清的議題。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所以這一頁的重點，是先確認 </a:t>
            </a:r>
            <a:r>
              <a:rPr lang="en" altLang="zh-TW" dirty="0" err="1"/>
              <a:t>InfoGather</a:t>
            </a:r>
            <a:r>
              <a:rPr lang="en" altLang="zh-TW" dirty="0"/>
              <a:t> </a:t>
            </a:r>
            <a:r>
              <a:rPr lang="zh-TW" altLang="en-US" dirty="0"/>
              <a:t>技術上具備上雲條件，但實際採用地端或雲端，仍需要從成本、資安、維運與未來擴充性一起評估。</a:t>
            </a:r>
          </a:p>
          <a:p>
            <a:pPr marL="158750" indent="0">
              <a:buNone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DE6145E-9595-4DFE-98DC-E8152F90A69B}" type="slidenum">
              <a:rPr lang="zh-TW" altLang="en-US" smtClean="0"/>
              <a:pPr>
                <a:defRPr/>
              </a:pPr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34180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35ECF-5484-5A82-9FA1-D687F5B2B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EDA1422-8342-FA00-B680-1703319F49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BADB196-F24D-ADB0-5C16-3E4872EFAD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這一頁是 </a:t>
            </a:r>
            <a:r>
              <a:rPr lang="en" altLang="zh-TW" dirty="0"/>
              <a:t>Azure </a:t>
            </a:r>
            <a:r>
              <a:rPr lang="zh-TW" altLang="en-US" dirty="0"/>
              <a:t>測試環境的參考配置。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如果採用 </a:t>
            </a:r>
            <a:r>
              <a:rPr lang="en" altLang="zh-TW" dirty="0"/>
              <a:t>Azure</a:t>
            </a:r>
            <a:r>
              <a:rPr lang="zh-TW" altLang="en" dirty="0"/>
              <a:t>，</a:t>
            </a:r>
            <a:r>
              <a:rPr lang="zh-TW" altLang="en-US" dirty="0"/>
              <a:t>測試環境可以用 </a:t>
            </a:r>
            <a:r>
              <a:rPr lang="en" altLang="zh-TW" dirty="0"/>
              <a:t>Azure Front Door </a:t>
            </a:r>
            <a:r>
              <a:rPr lang="zh-TW" altLang="en-US" dirty="0"/>
              <a:t>作為入口，</a:t>
            </a:r>
            <a:r>
              <a:rPr lang="en" altLang="zh-TW" dirty="0"/>
              <a:t>Container Apps </a:t>
            </a:r>
            <a:r>
              <a:rPr lang="zh-TW" altLang="en-US" dirty="0"/>
              <a:t>部署 </a:t>
            </a:r>
            <a:r>
              <a:rPr lang="en" altLang="zh-TW" dirty="0"/>
              <a:t>App</a:t>
            </a:r>
            <a:r>
              <a:rPr lang="zh-TW" altLang="en" dirty="0"/>
              <a:t>、</a:t>
            </a:r>
            <a:r>
              <a:rPr lang="en" altLang="zh-TW" dirty="0"/>
              <a:t>Worker</a:t>
            </a:r>
            <a:r>
              <a:rPr lang="zh-TW" altLang="en" dirty="0"/>
              <a:t>、</a:t>
            </a:r>
            <a:r>
              <a:rPr lang="en" altLang="zh-TW" dirty="0"/>
              <a:t>Scheduler </a:t>
            </a:r>
            <a:r>
              <a:rPr lang="zh-TW" altLang="en-US" dirty="0"/>
              <a:t>與 </a:t>
            </a:r>
            <a:r>
              <a:rPr lang="en" altLang="zh-TW" dirty="0"/>
              <a:t>Copilot CLI Server</a:t>
            </a:r>
            <a:r>
              <a:rPr lang="zh-TW" altLang="en" dirty="0"/>
              <a:t>，</a:t>
            </a:r>
            <a:r>
              <a:rPr lang="en" altLang="zh-TW" dirty="0"/>
              <a:t>MongoDB </a:t>
            </a:r>
            <a:r>
              <a:rPr lang="zh-TW" altLang="en-US" dirty="0"/>
              <a:t>與 </a:t>
            </a:r>
            <a:r>
              <a:rPr lang="en" altLang="zh-TW" dirty="0"/>
              <a:t>Redis </a:t>
            </a:r>
            <a:r>
              <a:rPr lang="zh-TW" altLang="en-US" dirty="0"/>
              <a:t>則使用代管服務，再搭配 </a:t>
            </a:r>
            <a:r>
              <a:rPr lang="en" altLang="zh-TW" dirty="0"/>
              <a:t>Key Vault</a:t>
            </a:r>
            <a:r>
              <a:rPr lang="zh-TW" altLang="en" dirty="0"/>
              <a:t>、</a:t>
            </a:r>
            <a:r>
              <a:rPr lang="en" altLang="zh-TW" dirty="0"/>
              <a:t>Log Analytics</a:t>
            </a:r>
            <a:r>
              <a:rPr lang="zh-TW" altLang="en" dirty="0"/>
              <a:t>、</a:t>
            </a:r>
            <a:r>
              <a:rPr lang="en" altLang="zh-TW" dirty="0"/>
              <a:t>Application Insights </a:t>
            </a:r>
            <a:r>
              <a:rPr lang="zh-TW" altLang="en-US" dirty="0"/>
              <a:t>與 </a:t>
            </a:r>
            <a:r>
              <a:rPr lang="en" altLang="zh-TW" dirty="0"/>
              <a:t>Blob Storage</a:t>
            </a:r>
            <a:r>
              <a:rPr lang="zh-TW" altLang="en" dirty="0"/>
              <a:t>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這一頁主要不是要確認每一項 </a:t>
            </a:r>
            <a:r>
              <a:rPr lang="en" altLang="zh-TW" dirty="0"/>
              <a:t>Azure </a:t>
            </a:r>
            <a:r>
              <a:rPr lang="zh-TW" altLang="en-US" dirty="0"/>
              <a:t>規格，而是提出一個討論方向：如果未來要上雲，</a:t>
            </a:r>
            <a:r>
              <a:rPr lang="en" altLang="zh-TW" dirty="0" err="1"/>
              <a:t>InfoGather</a:t>
            </a:r>
            <a:r>
              <a:rPr lang="en" altLang="zh-TW" dirty="0"/>
              <a:t> </a:t>
            </a:r>
            <a:r>
              <a:rPr lang="zh-TW" altLang="en-US" dirty="0"/>
              <a:t>可以盡量採用 </a:t>
            </a:r>
            <a:r>
              <a:rPr lang="en" altLang="zh-TW" dirty="0"/>
              <a:t>PaaS </a:t>
            </a:r>
            <a:r>
              <a:rPr lang="zh-TW" altLang="en-US" dirty="0"/>
              <a:t>與代管服務，減少自行維護 </a:t>
            </a:r>
            <a:r>
              <a:rPr lang="en" altLang="zh-TW" dirty="0"/>
              <a:t>VM</a:t>
            </a:r>
            <a:r>
              <a:rPr lang="zh-TW" altLang="en" dirty="0"/>
              <a:t>、</a:t>
            </a:r>
            <a:r>
              <a:rPr lang="zh-TW" altLang="en-US" dirty="0"/>
              <a:t>資料庫與 </a:t>
            </a:r>
            <a:r>
              <a:rPr lang="en" altLang="zh-TW" dirty="0"/>
              <a:t>Redis </a:t>
            </a:r>
            <a:r>
              <a:rPr lang="zh-TW" altLang="en-US" dirty="0"/>
              <a:t>的負擔。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測試環境的重點會是驗證部署流程、服務串接、</a:t>
            </a:r>
            <a:r>
              <a:rPr lang="en" altLang="zh-TW" dirty="0"/>
              <a:t>Secret </a:t>
            </a:r>
            <a:r>
              <a:rPr lang="zh-TW" altLang="en-US" dirty="0"/>
              <a:t>管理、監控告警，以及背景任務在雲端環境下的運作情況。</a:t>
            </a:r>
          </a:p>
          <a:p>
            <a:pPr marL="158750" indent="0">
              <a:buNone/>
            </a:pP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096475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883E1-D631-E4EB-BC3B-39D7EA8CC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A5CEB97-780C-7804-8599-68607877EE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EB2E39-F5FF-CADC-3765-02DDC97892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這一頁是 </a:t>
            </a:r>
            <a:r>
              <a:rPr lang="en" altLang="zh-TW" dirty="0"/>
              <a:t>Azure </a:t>
            </a:r>
            <a:r>
              <a:rPr lang="zh-TW" altLang="en-US" dirty="0"/>
              <a:t>正式環境的參考配置。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正式環境的設計方向，基本上延續前一頁 </a:t>
            </a:r>
            <a:r>
              <a:rPr lang="en" altLang="zh-TW" dirty="0"/>
              <a:t>Azure </a:t>
            </a:r>
            <a:r>
              <a:rPr lang="zh-TW" altLang="en-US" dirty="0"/>
              <a:t>測試環境，但會針對正式上線需求提高規格與可靠性。</a:t>
            </a:r>
          </a:p>
          <a:p>
            <a:pPr marL="158750" indent="0">
              <a:buNone/>
            </a:pP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248018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最後，這一頁整理本次提案後續需要確認的方向。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這裡的討論重點不只是要不要上 </a:t>
            </a:r>
            <a:r>
              <a:rPr lang="en" altLang="zh-TW" dirty="0"/>
              <a:t>Azure</a:t>
            </a:r>
            <a:r>
              <a:rPr lang="zh-TW" altLang="en" dirty="0"/>
              <a:t>，</a:t>
            </a:r>
            <a:r>
              <a:rPr lang="zh-TW" altLang="en-US" dirty="0"/>
              <a:t>而是如果要使用 </a:t>
            </a:r>
            <a:r>
              <a:rPr lang="en" altLang="zh-TW" dirty="0"/>
              <a:t>Azure</a:t>
            </a:r>
            <a:r>
              <a:rPr lang="zh-TW" altLang="en" dirty="0"/>
              <a:t>，</a:t>
            </a:r>
            <a:r>
              <a:rPr lang="zh-TW" altLang="en-US" dirty="0"/>
              <a:t>是否可以採用 </a:t>
            </a:r>
            <a:r>
              <a:rPr lang="en" altLang="zh-TW" dirty="0"/>
              <a:t>PaaS </a:t>
            </a:r>
            <a:r>
              <a:rPr lang="zh-TW" altLang="en-US" dirty="0"/>
              <a:t>或代管服務。</a:t>
            </a:r>
          </a:p>
          <a:p>
            <a:pPr marL="158750" indent="0">
              <a:buNone/>
            </a:pPr>
            <a:endParaRPr kumimoji="1" lang="en-US" altLang="zh-TW" dirty="0"/>
          </a:p>
          <a:p>
            <a:pPr marL="158750" indent="0">
              <a:buNone/>
            </a:pPr>
            <a:r>
              <a:rPr lang="zh-TW" altLang="en-US" dirty="0"/>
              <a:t>但如果 </a:t>
            </a:r>
            <a:r>
              <a:rPr lang="en" altLang="zh-TW" dirty="0"/>
              <a:t>PaaS </a:t>
            </a:r>
            <a:r>
              <a:rPr lang="zh-TW" altLang="en-US" dirty="0"/>
              <a:t>服務受限，仍可以評估 </a:t>
            </a:r>
            <a:r>
              <a:rPr lang="en" altLang="zh-TW" dirty="0"/>
              <a:t>Azure VM </a:t>
            </a:r>
            <a:r>
              <a:rPr lang="zh-TW" altLang="en-US" dirty="0"/>
              <a:t>自建，也就是只使用 </a:t>
            </a:r>
            <a:r>
              <a:rPr lang="en" altLang="zh-TW" dirty="0"/>
              <a:t>Azure </a:t>
            </a:r>
            <a:r>
              <a:rPr lang="zh-TW" altLang="en-US" dirty="0"/>
              <a:t>的基礎設施資源，</a:t>
            </a:r>
            <a:r>
              <a:rPr lang="en" altLang="zh-TW" dirty="0"/>
              <a:t>App</a:t>
            </a:r>
            <a:r>
              <a:rPr lang="zh-TW" altLang="en" dirty="0"/>
              <a:t>、</a:t>
            </a:r>
            <a:r>
              <a:rPr lang="en" altLang="zh-TW" dirty="0"/>
              <a:t>MongoDB</a:t>
            </a:r>
            <a:r>
              <a:rPr lang="zh-TW" altLang="en" dirty="0"/>
              <a:t>、</a:t>
            </a:r>
            <a:r>
              <a:rPr lang="en" altLang="zh-TW" dirty="0"/>
              <a:t>Redis </a:t>
            </a:r>
            <a:r>
              <a:rPr lang="zh-TW" altLang="en-US" dirty="0"/>
              <a:t>與監控都由我們自行部署。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如果 </a:t>
            </a:r>
            <a:r>
              <a:rPr lang="en" altLang="zh-TW" dirty="0"/>
              <a:t>Azure </a:t>
            </a:r>
            <a:r>
              <a:rPr lang="zh-TW" altLang="en-US" dirty="0"/>
              <a:t>整體條件暫時不適合，則可以先回到地端 </a:t>
            </a:r>
            <a:r>
              <a:rPr lang="en" altLang="zh-TW" dirty="0"/>
              <a:t>VM </a:t>
            </a:r>
            <a:r>
              <a:rPr lang="zh-TW" altLang="en-US" dirty="0"/>
              <a:t>建置，保留後續上雲的可能性。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所以後續建議優先確認的是：</a:t>
            </a:r>
            <a:r>
              <a:rPr lang="en" altLang="zh-TW" dirty="0" err="1"/>
              <a:t>InfoGather</a:t>
            </a:r>
            <a:r>
              <a:rPr lang="en" altLang="zh-TW" dirty="0"/>
              <a:t> </a:t>
            </a:r>
            <a:r>
              <a:rPr lang="zh-TW" altLang="en-US" dirty="0"/>
              <a:t>是否能使用 </a:t>
            </a:r>
            <a:r>
              <a:rPr lang="en" altLang="zh-TW" dirty="0"/>
              <a:t>Azure PaaS</a:t>
            </a:r>
            <a:r>
              <a:rPr lang="zh-TW" altLang="en" dirty="0"/>
              <a:t>／</a:t>
            </a:r>
            <a:r>
              <a:rPr lang="zh-TW" altLang="en-US" dirty="0"/>
              <a:t>代管服務；如果不行，再決定是採 </a:t>
            </a:r>
            <a:r>
              <a:rPr lang="en" altLang="zh-TW" dirty="0"/>
              <a:t>Azure VM </a:t>
            </a:r>
            <a:r>
              <a:rPr lang="zh-TW" altLang="en-US" dirty="0"/>
              <a:t>自建，還是先以地端 </a:t>
            </a:r>
            <a:r>
              <a:rPr lang="en" altLang="zh-TW" dirty="0"/>
              <a:t>VM </a:t>
            </a:r>
            <a:r>
              <a:rPr lang="zh-TW" altLang="en-US" dirty="0"/>
              <a:t>建置。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以上是本次 </a:t>
            </a:r>
            <a:r>
              <a:rPr lang="en" altLang="zh-TW" dirty="0" err="1"/>
              <a:t>InfoGather</a:t>
            </a:r>
            <a:r>
              <a:rPr lang="en" altLang="zh-TW" dirty="0"/>
              <a:t> </a:t>
            </a:r>
            <a:r>
              <a:rPr lang="zh-TW" altLang="en-US" dirty="0"/>
              <a:t>系統架構與部署環境配置提案，謝謝各位。</a:t>
            </a:r>
          </a:p>
          <a:p>
            <a:pPr marL="158750" indent="0">
              <a:buNone/>
            </a:pP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252490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userDrawn="1">
  <p:cSld name="標題及物件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4"/>
          <p:cNvSpPr txBox="1">
            <a:spLocks noGrp="1"/>
          </p:cNvSpPr>
          <p:nvPr>
            <p:ph type="title"/>
          </p:nvPr>
        </p:nvSpPr>
        <p:spPr>
          <a:xfrm>
            <a:off x="179388" y="72000"/>
            <a:ext cx="11161712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34"/>
          <p:cNvSpPr txBox="1">
            <a:spLocks noGrp="1"/>
          </p:cNvSpPr>
          <p:nvPr>
            <p:ph type="body" idx="1" hasCustomPrompt="1"/>
          </p:nvPr>
        </p:nvSpPr>
        <p:spPr>
          <a:xfrm>
            <a:off x="179388" y="719138"/>
            <a:ext cx="11161712" cy="5401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t" anchorCtr="0">
            <a:noAutofit/>
          </a:bodyPr>
          <a:lstStyle>
            <a:lvl1pPr marL="252000" marR="0" lvl="0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1pPr>
            <a:lvl2pPr marL="504000" marR="0" lvl="1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4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2pPr>
            <a:lvl3pPr marL="756000" marR="0" lvl="2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2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3pPr>
            <a:lvl4pPr marL="1008000" marR="0" lvl="3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0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4pPr>
            <a:lvl5pPr marL="1260000" marR="0" lvl="4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8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5pPr>
            <a:lvl6pPr marL="1512000" marR="0" lvl="5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Microsoft JhengHei Light" panose="020B0304030504040204" pitchFamily="34" charset="-120"/>
              <a:buChar char="o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lvl="0"/>
            <a:r>
              <a:rPr lang="zh-TW" altLang="en-US"/>
              <a:t>第一層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altLang="zh-TW"/>
          </a:p>
        </p:txBody>
      </p:sp>
      <p:cxnSp>
        <p:nvCxnSpPr>
          <p:cNvPr id="20" name="Google Shape;20;p34"/>
          <p:cNvCxnSpPr>
            <a:cxnSpLocks/>
          </p:cNvCxnSpPr>
          <p:nvPr/>
        </p:nvCxnSpPr>
        <p:spPr>
          <a:xfrm>
            <a:off x="179388" y="612000"/>
            <a:ext cx="11161712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5603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oogle Shape;9;p32">
            <a:extLst>
              <a:ext uri="{FF2B5EF4-FFF2-40B4-BE49-F238E27FC236}">
                <a16:creationId xmlns:a16="http://schemas.microsoft.com/office/drawing/2014/main" id="{728D7485-3340-DD7C-9D2E-D9DE76FC1DDB}"/>
              </a:ext>
            </a:extLst>
          </p:cNvPr>
          <p:cNvCxnSpPr>
            <a:cxnSpLocks/>
          </p:cNvCxnSpPr>
          <p:nvPr userDrawn="1"/>
        </p:nvCxnSpPr>
        <p:spPr>
          <a:xfrm>
            <a:off x="1440000" y="2880000"/>
            <a:ext cx="5760000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" name="Google Shape;10;p32">
            <a:extLst>
              <a:ext uri="{FF2B5EF4-FFF2-40B4-BE49-F238E27FC236}">
                <a16:creationId xmlns:a16="http://schemas.microsoft.com/office/drawing/2014/main" id="{7B925996-2FA7-4A3F-652D-7B1D8634C9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40000" y="2160000"/>
            <a:ext cx="576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0000" tIns="46800" rIns="90000" bIns="468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3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51371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Google Shape;9;p32"/>
          <p:cNvCxnSpPr>
            <a:cxnSpLocks/>
          </p:cNvCxnSpPr>
          <p:nvPr/>
        </p:nvCxnSpPr>
        <p:spPr>
          <a:xfrm>
            <a:off x="1440000" y="2880000"/>
            <a:ext cx="8640000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10;p32"/>
          <p:cNvSpPr txBox="1">
            <a:spLocks noGrp="1"/>
          </p:cNvSpPr>
          <p:nvPr>
            <p:ph type="title"/>
          </p:nvPr>
        </p:nvSpPr>
        <p:spPr>
          <a:xfrm>
            <a:off x="1440000" y="2160000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3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32"/>
          <p:cNvSpPr txBox="1">
            <a:spLocks noGrp="1"/>
          </p:cNvSpPr>
          <p:nvPr>
            <p:ph type="body" idx="1"/>
          </p:nvPr>
        </p:nvSpPr>
        <p:spPr>
          <a:xfrm>
            <a:off x="1440000" y="4320000"/>
            <a:ext cx="8640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  <a:defRPr sz="28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2" name="Google Shape;12;p32"/>
          <p:cNvSpPr txBox="1">
            <a:spLocks noGrp="1"/>
          </p:cNvSpPr>
          <p:nvPr>
            <p:ph type="body" idx="2"/>
          </p:nvPr>
        </p:nvSpPr>
        <p:spPr>
          <a:xfrm>
            <a:off x="1440000" y="5040000"/>
            <a:ext cx="864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Microsoft JhengHei"/>
              <a:buNone/>
              <a:defRPr sz="1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版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64E9B3DD-FAA0-DF43-8AE4-2105CE51701D}"/>
              </a:ext>
            </a:extLst>
          </p:cNvPr>
          <p:cNvSpPr txBox="1"/>
          <p:nvPr userDrawn="1"/>
        </p:nvSpPr>
        <p:spPr>
          <a:xfrm>
            <a:off x="604826" y="608597"/>
            <a:ext cx="10310836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sz="960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Template Version</a:t>
            </a:r>
          </a:p>
          <a:p>
            <a:pPr algn="ctr"/>
            <a:r>
              <a:rPr kumimoji="1" lang="en-US" altLang="zh-TW" sz="2400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v7.1</a:t>
            </a:r>
            <a:endParaRPr kumimoji="1" lang="zh-TW" altLang="en-US" sz="2400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89105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/>
          <p:cNvSpPr>
            <a:spLocks noGrp="1"/>
          </p:cNvSpPr>
          <p:nvPr>
            <p:ph type="title"/>
          </p:nvPr>
        </p:nvSpPr>
        <p:spPr>
          <a:xfrm>
            <a:off x="0" y="1"/>
            <a:ext cx="11520488" cy="654534"/>
          </a:xfrm>
          <a:prstGeom prst="rect">
            <a:avLst/>
          </a:prstGeom>
          <a:gradFill flip="none" rotWithShape="1">
            <a:gsLst>
              <a:gs pos="0">
                <a:srgbClr val="336699"/>
              </a:gs>
              <a:gs pos="50000">
                <a:srgbClr val="4F81BD"/>
              </a:gs>
              <a:gs pos="100000">
                <a:schemeClr val="accent5">
                  <a:lumMod val="40000"/>
                  <a:lumOff val="60000"/>
                </a:schemeClr>
              </a:gs>
            </a:gsLst>
            <a:lin ang="0" scaled="1"/>
            <a:tileRect/>
          </a:gradFill>
        </p:spPr>
        <p:txBody>
          <a:bodyPr lIns="180000" tIns="33274" rIns="66549" bIns="33274" anchor="ctr"/>
          <a:lstStyle>
            <a:lvl1pPr algn="l">
              <a:defRPr sz="2646" b="1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603177096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631D3636-C8D9-A34B-A3BF-045464A9529C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94000"/>
            <a:ext cx="4406303" cy="705606"/>
          </a:xfrm>
          <a:prstGeom prst="rect">
            <a:avLst/>
          </a:prstGeom>
        </p:spPr>
      </p:pic>
      <p:sp>
        <p:nvSpPr>
          <p:cNvPr id="6" name="Google Shape;6;p31"/>
          <p:cNvSpPr/>
          <p:nvPr/>
        </p:nvSpPr>
        <p:spPr>
          <a:xfrm>
            <a:off x="0" y="6237968"/>
            <a:ext cx="381603" cy="242207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88150" tIns="44050" rIns="88150" bIns="44050" anchor="b" anchorCtr="0">
            <a:spAutoFit/>
          </a:bodyPr>
          <a:lstStyle/>
          <a:p>
            <a:pPr marL="0" marR="0" lvl="0" indent="0" algn="ctr" rtl="0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altLang="zh-TW" sz="1200" b="0" i="0" u="none" strike="noStrike" cap="none" smtClean="0">
                <a:solidFill>
                  <a:schemeClr val="dk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pPr marL="0" marR="0" lvl="0" indent="0" algn="ctr" rtl="0">
                <a:lnSpc>
                  <a:spcPct val="833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t>‹#›</a:t>
            </a:fld>
            <a:endParaRPr sz="1200" b="0" i="0" u="none" strike="noStrike" cap="none">
              <a:solidFill>
                <a:schemeClr val="dk1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D86D7F2-4668-134E-BDFC-689955836914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0000" y="6156000"/>
            <a:ext cx="2462731" cy="291229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2DBFD30-7CBC-FF44-A3CD-E1370C8D3C2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62000" y="6228000"/>
            <a:ext cx="1636426" cy="2069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6400" tIns="43200" rIns="86400" bIns="43200" anchor="ctr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9pPr>
          </a:lstStyle>
          <a:p>
            <a:pPr algn="ctr" eaLnBrk="1" hangingPunct="1">
              <a:lnSpc>
                <a:spcPts val="964"/>
              </a:lnSpc>
              <a:defRPr/>
            </a:pPr>
            <a:r>
              <a:rPr lang="zh-TW" altLang="en-US" sz="800" b="0">
                <a:solidFill>
                  <a:srgbClr val="B2B2B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機密資料僅限永豐金控內部使用 </a:t>
            </a:r>
            <a:endParaRPr lang="en-US" altLang="zh-TW" sz="800" b="0">
              <a:solidFill>
                <a:srgbClr val="B2B2B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8" r:id="rId2"/>
    <p:sldLayoutId id="2147483657" r:id="rId3"/>
    <p:sldLayoutId id="2147483649" r:id="rId4"/>
    <p:sldLayoutId id="2147483654" r:id="rId5"/>
    <p:sldLayoutId id="2147483659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97" userDrawn="1">
          <p15:clr>
            <a:srgbClr val="A4A3A4"/>
          </p15:clr>
        </p15:guide>
        <p15:guide id="3" pos="7144" userDrawn="1">
          <p15:clr>
            <a:srgbClr val="A4A3A4"/>
          </p15:clr>
        </p15:guide>
        <p15:guide id="4" pos="113" userDrawn="1">
          <p15:clr>
            <a:srgbClr val="A4A3A4"/>
          </p15:clr>
        </p15:guide>
        <p15:guide id="5" orient="horz" pos="3855" userDrawn="1">
          <p15:clr>
            <a:srgbClr val="A4A3A4"/>
          </p15:clr>
        </p15:guide>
        <p15:guide id="6" orient="horz" pos="45" userDrawn="1">
          <p15:clr>
            <a:srgbClr val="A4A3A4"/>
          </p15:clr>
        </p15:guide>
        <p15:guide id="11" pos="3629" userDrawn="1">
          <p15:clr>
            <a:srgbClr val="F26B43"/>
          </p15:clr>
        </p15:guide>
        <p15:guide id="12" pos="3560" userDrawn="1">
          <p15:clr>
            <a:srgbClr val="A4A3A4"/>
          </p15:clr>
        </p15:guide>
        <p15:guide id="13" pos="2495" userDrawn="1">
          <p15:clr>
            <a:srgbClr val="A4A3A4"/>
          </p15:clr>
        </p15:guide>
        <p15:guide id="14" pos="2381" userDrawn="1">
          <p15:clr>
            <a:srgbClr val="A4A3A4"/>
          </p15:clr>
        </p15:guide>
        <p15:guide id="15" pos="4762" userDrawn="1">
          <p15:clr>
            <a:srgbClr val="A4A3A4"/>
          </p15:clr>
        </p15:guide>
        <p15:guide id="16" pos="4876" userDrawn="1">
          <p15:clr>
            <a:srgbClr val="A4A3A4"/>
          </p15:clr>
        </p15:guide>
        <p15:guide id="18" orient="horz" pos="385" userDrawn="1">
          <p15:clr>
            <a:srgbClr val="A4A3A4"/>
          </p15:clr>
        </p15:guide>
        <p15:guide id="19" orient="horz" pos="453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"/>
          <p:cNvSpPr txBox="1">
            <a:spLocks noGrp="1"/>
          </p:cNvSpPr>
          <p:nvPr>
            <p:ph type="title"/>
          </p:nvPr>
        </p:nvSpPr>
        <p:spPr>
          <a:xfrm>
            <a:off x="1440000" y="2070261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r>
              <a:rPr lang="en-US" altLang="zh-TW" b="1" dirty="0" err="1"/>
              <a:t>InfoGather</a:t>
            </a:r>
            <a:endParaRPr lang="zh-TW" altLang="en-US" dirty="0"/>
          </a:p>
        </p:txBody>
      </p:sp>
      <p:sp>
        <p:nvSpPr>
          <p:cNvPr id="37" name="Google Shape;37;p1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</a:pPr>
            <a:r>
              <a:rPr lang="zh-TW" altLang="en-US" sz="2800" b="0" dirty="0"/>
              <a:t>數位科技處</a:t>
            </a:r>
            <a:endParaRPr sz="2800" b="0" dirty="0"/>
          </a:p>
        </p:txBody>
      </p:sp>
      <p:sp>
        <p:nvSpPr>
          <p:cNvPr id="38" name="Google Shape;38;p1"/>
          <p:cNvSpPr txBox="1">
            <a:spLocks noGrp="1"/>
          </p:cNvSpPr>
          <p:nvPr>
            <p:ph type="body" idx="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altLang="zh-TW" sz="1600" b="0" dirty="0"/>
              <a:t>2026.06.30</a:t>
            </a:r>
            <a:endParaRPr lang="en-US" sz="1600" b="0" dirty="0"/>
          </a:p>
        </p:txBody>
      </p:sp>
      <p:sp>
        <p:nvSpPr>
          <p:cNvPr id="2" name="Google Shape;36;p1">
            <a:extLst>
              <a:ext uri="{FF2B5EF4-FFF2-40B4-BE49-F238E27FC236}">
                <a16:creationId xmlns:a16="http://schemas.microsoft.com/office/drawing/2014/main" id="{54650CD5-C1B9-D7DB-46A1-AE5D76D77848}"/>
              </a:ext>
            </a:extLst>
          </p:cNvPr>
          <p:cNvSpPr txBox="1">
            <a:spLocks/>
          </p:cNvSpPr>
          <p:nvPr/>
        </p:nvSpPr>
        <p:spPr>
          <a:xfrm>
            <a:off x="1440000" y="2970261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zh-TW" altLang="en-US" b="1" dirty="0"/>
              <a:t>系統架構與部署環境配置提案</a:t>
            </a:r>
            <a:endParaRPr lang="en-US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D6A87-2493-5500-0966-B6BAF42D4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7EB819-7347-39AB-74EF-BA4B13F6E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 err="1"/>
              <a:t>InfoGather</a:t>
            </a:r>
            <a:r>
              <a:rPr lang="en-US" altLang="zh-TW" b="1" dirty="0"/>
              <a:t> </a:t>
            </a:r>
            <a:r>
              <a:rPr lang="zh-TW" altLang="en-US" b="1" dirty="0"/>
              <a:t>系統架構</a:t>
            </a: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977A5CD2-F77F-B955-9659-8F9E645EFE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6193140"/>
              </p:ext>
            </p:extLst>
          </p:nvPr>
        </p:nvGraphicFramePr>
        <p:xfrm>
          <a:off x="450244" y="3620278"/>
          <a:ext cx="10620000" cy="2514600"/>
        </p:xfrm>
        <a:graphic>
          <a:graphicData uri="http://schemas.openxmlformats.org/drawingml/2006/table">
            <a:tbl>
              <a:tblPr/>
              <a:tblGrid>
                <a:gridCol w="1597346">
                  <a:extLst>
                    <a:ext uri="{9D8B030D-6E8A-4147-A177-3AD203B41FA5}">
                      <a16:colId xmlns:a16="http://schemas.microsoft.com/office/drawing/2014/main" val="4151773850"/>
                    </a:ext>
                  </a:extLst>
                </a:gridCol>
                <a:gridCol w="3021458">
                  <a:extLst>
                    <a:ext uri="{9D8B030D-6E8A-4147-A177-3AD203B41FA5}">
                      <a16:colId xmlns:a16="http://schemas.microsoft.com/office/drawing/2014/main" val="2795049291"/>
                    </a:ext>
                  </a:extLst>
                </a:gridCol>
                <a:gridCol w="6001196">
                  <a:extLst>
                    <a:ext uri="{9D8B030D-6E8A-4147-A177-3AD203B41FA5}">
                      <a16:colId xmlns:a16="http://schemas.microsoft.com/office/drawing/2014/main" val="2931572429"/>
                    </a:ext>
                  </a:extLst>
                </a:gridCol>
              </a:tblGrid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元件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技術 </a:t>
                      </a:r>
                      <a:r>
                        <a:rPr lang="en-US" altLang="zh-TW" sz="105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zh-TW" altLang="en-US" sz="105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服務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說明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448047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Web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Angular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前端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提供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UI，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讓使用者瀏覽資料、管理資料來源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、</a:t>
                      </a:r>
                      <a:r>
                        <a:rPr lang="en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資訊助手、洞見彙報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與通知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164441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 API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Node.js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後端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負責業務邏輯、權限驗證、資料存取、對外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API、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觸發背景工作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797231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Scheduler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Node.js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排程服務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定期掃描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feeds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或工作條件，將待處理任務送進佇列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1969671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Node.js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工作執行服務</a:t>
                      </a:r>
                      <a:endParaRPr lang="en" sz="1050" b="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非同步處理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ingestion、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文章分析、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 </a:t>
                      </a:r>
                      <a:r>
                        <a:rPr lang="en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curation、brief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generation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等背景任務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7072871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數據持久化資料庫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儲存 </a:t>
                      </a:r>
                      <a:r>
                        <a:rPr lang="en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feeds、articles、assistants、briefs、notifications、workspace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7244742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 / Cache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基礎設施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作為 </a:t>
                      </a:r>
                      <a:r>
                        <a:rPr lang="en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BullMQ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的底層佇列儲存，也可支援快取或工作狀態管理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7699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 Server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Github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Copilot CLI server mode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作為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執行入口，讓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可以透過它與模型能力互動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1382660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 Providers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供應商</a:t>
                      </a:r>
                      <a:r>
                        <a:rPr lang="en-US" altLang="zh-TW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(Azure OpenAI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en-US" altLang="zh-TW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LiteLLM</a:t>
                      </a:r>
                      <a:r>
                        <a:rPr lang="en-US" altLang="zh-TW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)</a:t>
                      </a:r>
                      <a:endParaRPr lang="zh-TW" altLang="en-US" sz="1050" b="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提供文章判讀、摘要、分類、助理推理等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能力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4247835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Data Sources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RSS、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搜尋來源、外部內容來源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系統擷取資訊的來源，提供文章或原始資料給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 / Scheduler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處理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7821277"/>
                  </a:ext>
                </a:extLst>
              </a:tr>
            </a:tbl>
          </a:graphicData>
        </a:graphic>
      </p:graphicFrame>
      <p:pic>
        <p:nvPicPr>
          <p:cNvPr id="11" name="圖片 10" descr="一張含有 文字, 圖表, 行, 繪圖 的圖片&#10;&#10;AI 產生的內容可能不正確。">
            <a:extLst>
              <a:ext uri="{FF2B5EF4-FFF2-40B4-BE49-F238E27FC236}">
                <a16:creationId xmlns:a16="http://schemas.microsoft.com/office/drawing/2014/main" id="{29DCEF5A-1D61-E740-AE36-83D55C9B94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058" y="766139"/>
            <a:ext cx="8595739" cy="2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3551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361A90CB-7486-3F15-BD2D-295EE3A68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測試環境 </a:t>
            </a:r>
            <a:r>
              <a:rPr lang="en" altLang="zh-TW" b="1" dirty="0"/>
              <a:t>VM </a:t>
            </a:r>
            <a:r>
              <a:rPr lang="zh-TW" altLang="en-US" b="1" dirty="0"/>
              <a:t>與服務配置</a:t>
            </a:r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86D61659-C6AB-A52E-6A2C-6B3BA84F1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36000" indent="0">
              <a:buNone/>
            </a:pPr>
            <a:endParaRPr lang="en-US" altLang="zh-TW" dirty="0"/>
          </a:p>
          <a:p>
            <a:pPr marL="36000" indent="0">
              <a:buNone/>
            </a:pPr>
            <a:endParaRPr lang="en-US" altLang="zh-TW" dirty="0"/>
          </a:p>
          <a:p>
            <a:r>
              <a:rPr lang="zh-TW" altLang="en-US" dirty="0"/>
              <a:t>測試環境資源總計：</a:t>
            </a:r>
            <a:r>
              <a:rPr lang="en" altLang="zh-TW" dirty="0"/>
              <a:t>32 vCPU / 68 GB RAM / 1120 GB SSD</a:t>
            </a:r>
            <a:endParaRPr lang="en-US" altLang="zh-TW" dirty="0"/>
          </a:p>
          <a:p>
            <a:endParaRPr lang="zh-TW" altLang="en-US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36296B90-57D8-88FB-0610-C42168C6D8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308909"/>
              </p:ext>
            </p:extLst>
          </p:nvPr>
        </p:nvGraphicFramePr>
        <p:xfrm>
          <a:off x="179388" y="826714"/>
          <a:ext cx="11161712" cy="4320000"/>
        </p:xfrm>
        <a:graphic>
          <a:graphicData uri="http://schemas.openxmlformats.org/drawingml/2006/table">
            <a:tbl>
              <a:tblPr>
                <a:tableStyleId>{91DB7C30-2B5D-4D34-8F22-85940E495A18}</a:tableStyleId>
              </a:tblPr>
              <a:tblGrid>
                <a:gridCol w="2840921">
                  <a:extLst>
                    <a:ext uri="{9D8B030D-6E8A-4147-A177-3AD203B41FA5}">
                      <a16:colId xmlns:a16="http://schemas.microsoft.com/office/drawing/2014/main" val="1199597028"/>
                    </a:ext>
                  </a:extLst>
                </a:gridCol>
                <a:gridCol w="800337">
                  <a:extLst>
                    <a:ext uri="{9D8B030D-6E8A-4147-A177-3AD203B41FA5}">
                      <a16:colId xmlns:a16="http://schemas.microsoft.com/office/drawing/2014/main" val="1578801080"/>
                    </a:ext>
                  </a:extLst>
                </a:gridCol>
                <a:gridCol w="735476">
                  <a:extLst>
                    <a:ext uri="{9D8B030D-6E8A-4147-A177-3AD203B41FA5}">
                      <a16:colId xmlns:a16="http://schemas.microsoft.com/office/drawing/2014/main" val="3168828867"/>
                    </a:ext>
                  </a:extLst>
                </a:gridCol>
                <a:gridCol w="789751">
                  <a:extLst>
                    <a:ext uri="{9D8B030D-6E8A-4147-A177-3AD203B41FA5}">
                      <a16:colId xmlns:a16="http://schemas.microsoft.com/office/drawing/2014/main" val="136309821"/>
                    </a:ext>
                  </a:extLst>
                </a:gridCol>
                <a:gridCol w="3413612">
                  <a:extLst>
                    <a:ext uri="{9D8B030D-6E8A-4147-A177-3AD203B41FA5}">
                      <a16:colId xmlns:a16="http://schemas.microsoft.com/office/drawing/2014/main" val="3760430905"/>
                    </a:ext>
                  </a:extLst>
                </a:gridCol>
                <a:gridCol w="2581615">
                  <a:extLst>
                    <a:ext uri="{9D8B030D-6E8A-4147-A177-3AD203B41FA5}">
                      <a16:colId xmlns:a16="http://schemas.microsoft.com/office/drawing/2014/main" val="939028161"/>
                    </a:ext>
                  </a:extLst>
                </a:gridCol>
              </a:tblGrid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VM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vCPU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RAM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SSD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/>
                        <a:t>部署服務</a:t>
                      </a:r>
                      <a:endParaRPr lang="zh-TW" altLang="en-US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/>
                        <a:t>說明</a:t>
                      </a:r>
                      <a:endParaRPr lang="zh-TW" altLang="en-US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61505403"/>
                  </a:ext>
                </a:extLst>
              </a:tr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infogather-sit-lb-01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Nginx / HAProxy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SIT </a:t>
                      </a:r>
                      <a:r>
                        <a:rPr lang="zh-TW" altLang="en-US" sz="1400"/>
                        <a:t>入口節點</a:t>
                      </a:r>
                      <a:endParaRPr lang="zh-TW" altLang="en-US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047890"/>
                  </a:ext>
                </a:extLst>
              </a:tr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infogather-sit-app-01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InfoGather</a:t>
                      </a:r>
                      <a:r>
                        <a:rPr lang="en" sz="1400" dirty="0"/>
                        <a:t> </a:t>
                      </a:r>
                      <a:r>
                        <a:rPr lang="en" sz="1400" dirty="0" err="1"/>
                        <a:t>app、worker、scheduler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SIT </a:t>
                      </a:r>
                      <a:r>
                        <a:rPr lang="zh-TW" altLang="en-US" sz="1400" dirty="0"/>
                        <a:t>主應用節點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5674944"/>
                  </a:ext>
                </a:extLst>
              </a:tr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infogather-sit-app-02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InfoGather</a:t>
                      </a:r>
                      <a:r>
                        <a:rPr lang="en" sz="1400" dirty="0"/>
                        <a:t> </a:t>
                      </a:r>
                      <a:r>
                        <a:rPr lang="en" sz="1400" dirty="0" err="1"/>
                        <a:t>app、worker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SIT </a:t>
                      </a:r>
                      <a:r>
                        <a:rPr lang="zh-TW" altLang="en-US" sz="1400"/>
                        <a:t>第二應用節點</a:t>
                      </a:r>
                      <a:endParaRPr lang="zh-TW" altLang="en-US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7787501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infogather-sit-mongo-01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MongoDB replica set member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primary candidate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0847069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infogather-sit-mongo-02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MongoDB replica set member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secondary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23296309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infogather-sit-mongo-03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MongoDB replica set member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secondary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8244485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infogather-sit-redis-01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60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Redis server、Sentinel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primary candidate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4832487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infogather-sit-redis-02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60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Redis server、Sentinel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replica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9398601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infogather-sit-redis-03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60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Redis </a:t>
                      </a:r>
                      <a:r>
                        <a:rPr lang="en" sz="1400" dirty="0" err="1"/>
                        <a:t>server、Sentinel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replica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3108866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infogather-sit-copilot-01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Copilot CLI server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SIT Agent / LLM runtime </a:t>
                      </a:r>
                      <a:r>
                        <a:rPr lang="zh-TW" altLang="en-US" sz="1400" dirty="0"/>
                        <a:t>節點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5800829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infogather-sit-ops-01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/>
                        <a:t>120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Prometheus、Grafana、operations</a:t>
                      </a:r>
                      <a:r>
                        <a:rPr lang="en" sz="1400" dirty="0"/>
                        <a:t> tools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SIT </a:t>
                      </a:r>
                      <a:r>
                        <a:rPr lang="zh-TW" altLang="en-US" sz="1400" dirty="0"/>
                        <a:t>監控與維運控制節點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47101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4177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F1D0A-7358-76D8-4B94-2BDDF0336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936A83FF-A6D5-B2C4-8B72-33F865699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正式環境 </a:t>
            </a:r>
            <a:r>
              <a:rPr lang="en" altLang="zh-TW" b="1" dirty="0"/>
              <a:t>VM </a:t>
            </a:r>
            <a:r>
              <a:rPr lang="zh-TW" altLang="en-US" b="1" dirty="0"/>
              <a:t>與服務配置</a:t>
            </a:r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E432E00F-A29F-3F3E-DEB4-2839A2892B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36000" indent="0">
              <a:buNone/>
            </a:pPr>
            <a:endParaRPr lang="en-US" altLang="zh-TW" dirty="0"/>
          </a:p>
          <a:p>
            <a:pPr marL="36000" indent="0">
              <a:buNone/>
            </a:pPr>
            <a:endParaRPr lang="en-US" altLang="zh-TW" dirty="0"/>
          </a:p>
          <a:p>
            <a:r>
              <a:rPr lang="zh-TW" altLang="en-US" dirty="0"/>
              <a:t>正式環境資源總計：</a:t>
            </a:r>
            <a:r>
              <a:rPr lang="en" altLang="zh-TW" dirty="0"/>
              <a:t>3</a:t>
            </a:r>
            <a:r>
              <a:rPr lang="en-US" altLang="zh-TW" dirty="0"/>
              <a:t>4</a:t>
            </a:r>
            <a:r>
              <a:rPr lang="en" altLang="zh-TW" dirty="0"/>
              <a:t> vCPU / 104 GB RAM / 2240 GB SSD</a:t>
            </a:r>
            <a:endParaRPr lang="en-US" altLang="zh-TW" dirty="0"/>
          </a:p>
          <a:p>
            <a:endParaRPr lang="zh-TW" altLang="en-US" dirty="0"/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77419BC-A996-C46D-03AC-7D801D0DA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111395"/>
              </p:ext>
            </p:extLst>
          </p:nvPr>
        </p:nvGraphicFramePr>
        <p:xfrm>
          <a:off x="179388" y="826714"/>
          <a:ext cx="11161712" cy="4320000"/>
        </p:xfrm>
        <a:graphic>
          <a:graphicData uri="http://schemas.openxmlformats.org/drawingml/2006/table">
            <a:tbl>
              <a:tblPr>
                <a:tableStyleId>{91DB7C30-2B5D-4D34-8F22-85940E495A18}</a:tableStyleId>
              </a:tblPr>
              <a:tblGrid>
                <a:gridCol w="2840921">
                  <a:extLst>
                    <a:ext uri="{9D8B030D-6E8A-4147-A177-3AD203B41FA5}">
                      <a16:colId xmlns:a16="http://schemas.microsoft.com/office/drawing/2014/main" val="1199597028"/>
                    </a:ext>
                  </a:extLst>
                </a:gridCol>
                <a:gridCol w="800337">
                  <a:extLst>
                    <a:ext uri="{9D8B030D-6E8A-4147-A177-3AD203B41FA5}">
                      <a16:colId xmlns:a16="http://schemas.microsoft.com/office/drawing/2014/main" val="1578801080"/>
                    </a:ext>
                  </a:extLst>
                </a:gridCol>
                <a:gridCol w="735476">
                  <a:extLst>
                    <a:ext uri="{9D8B030D-6E8A-4147-A177-3AD203B41FA5}">
                      <a16:colId xmlns:a16="http://schemas.microsoft.com/office/drawing/2014/main" val="3168828867"/>
                    </a:ext>
                  </a:extLst>
                </a:gridCol>
                <a:gridCol w="789751">
                  <a:extLst>
                    <a:ext uri="{9D8B030D-6E8A-4147-A177-3AD203B41FA5}">
                      <a16:colId xmlns:a16="http://schemas.microsoft.com/office/drawing/2014/main" val="136309821"/>
                    </a:ext>
                  </a:extLst>
                </a:gridCol>
                <a:gridCol w="3413612">
                  <a:extLst>
                    <a:ext uri="{9D8B030D-6E8A-4147-A177-3AD203B41FA5}">
                      <a16:colId xmlns:a16="http://schemas.microsoft.com/office/drawing/2014/main" val="3760430905"/>
                    </a:ext>
                  </a:extLst>
                </a:gridCol>
                <a:gridCol w="2581615">
                  <a:extLst>
                    <a:ext uri="{9D8B030D-6E8A-4147-A177-3AD203B41FA5}">
                      <a16:colId xmlns:a16="http://schemas.microsoft.com/office/drawing/2014/main" val="939028161"/>
                    </a:ext>
                  </a:extLst>
                </a:gridCol>
              </a:tblGrid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VM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vCPU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RAM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SSD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/>
                        <a:t>部署服務</a:t>
                      </a:r>
                      <a:endParaRPr lang="zh-TW" altLang="en-US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/>
                        <a:t>說明</a:t>
                      </a:r>
                      <a:endParaRPr lang="zh-TW" altLang="en-US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61505403"/>
                  </a:ext>
                </a:extLst>
              </a:tr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infogather-prod-lb-01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60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Nginx / HAProxy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PROD </a:t>
                      </a:r>
                      <a:r>
                        <a:rPr lang="zh-TW" altLang="en-US" sz="1400" dirty="0"/>
                        <a:t>入口節點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047890"/>
                  </a:ext>
                </a:extLst>
              </a:tr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infogather-prod-app-01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16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InfoGather</a:t>
                      </a:r>
                      <a:r>
                        <a:rPr lang="en" sz="1400" dirty="0"/>
                        <a:t> </a:t>
                      </a:r>
                      <a:r>
                        <a:rPr lang="en" sz="1400" dirty="0" err="1"/>
                        <a:t>app、worker、scheduler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主應用節點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5674944"/>
                  </a:ext>
                </a:extLst>
              </a:tr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infogather-prod-app-02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16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InfoGather</a:t>
                      </a:r>
                      <a:r>
                        <a:rPr lang="en" sz="1400" dirty="0"/>
                        <a:t> </a:t>
                      </a:r>
                      <a:r>
                        <a:rPr lang="en" sz="1400" dirty="0" err="1"/>
                        <a:t>app、worker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第二應用節點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7787501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infogather-prod-mongo-01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16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500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MongoDB replica set member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primary candidate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0847069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infogather-prod-mongo-02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16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500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MongoDB replica set member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secondary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23296309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infogather-prod-mongo-03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16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500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MongoDB replica set member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secondary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8244485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infogather-prod-redis-01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Redis server、Sentinel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primary candidate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4832487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infogather-prod-redis-02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Redis server、Sentinel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replica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9398601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infogather-prod-redis-03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Redis </a:t>
                      </a:r>
                      <a:r>
                        <a:rPr lang="en" sz="1400" dirty="0" err="1"/>
                        <a:t>server、Sentinel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replica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3108866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infogather-prod-copilot-01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60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Copilot CLI server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Agent / LLM runtime </a:t>
                      </a:r>
                      <a:r>
                        <a:rPr lang="zh-TW" altLang="en-US" sz="1400" dirty="0"/>
                        <a:t>節點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5800829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infogather-prod-ops-01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/>
                        <a:t>200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Prometheus、Grafana、operations</a:t>
                      </a:r>
                      <a:r>
                        <a:rPr lang="en" sz="1400" dirty="0"/>
                        <a:t> tools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正式環境監控與維運控制節點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47101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932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495822" indent="-495822"/>
            <a:r>
              <a:rPr lang="zh-TW" altLang="en-US" dirty="0"/>
              <a:t>雲適性評估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5AAE6FCD-7354-66FD-9B36-2B3948CCE8CC}"/>
              </a:ext>
            </a:extLst>
          </p:cNvPr>
          <p:cNvSpPr txBox="1"/>
          <p:nvPr/>
        </p:nvSpPr>
        <p:spPr>
          <a:xfrm>
            <a:off x="9366411" y="43717"/>
            <a:ext cx="2153239" cy="73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39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[</a:t>
            </a:r>
            <a:r>
              <a:rPr lang="zh-TW" altLang="en-US" sz="1039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條件</a:t>
            </a:r>
            <a:r>
              <a:rPr lang="en-US" altLang="zh-TW" sz="1039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]</a:t>
            </a:r>
          </a:p>
          <a:p>
            <a:pPr algn="just"/>
            <a:r>
              <a:rPr lang="zh-TW" altLang="en-US" sz="1039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軟硬體設備增購、架構重大調整或全新建置時，應進行雲適性評估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A22D829-0E64-FFC2-6E48-33FF143E298C}"/>
              </a:ext>
            </a:extLst>
          </p:cNvPr>
          <p:cNvGraphicFramePr>
            <a:graphicFrameLocks noGrp="1"/>
          </p:cNvGraphicFramePr>
          <p:nvPr/>
        </p:nvGraphicFramePr>
        <p:xfrm>
          <a:off x="180891" y="786180"/>
          <a:ext cx="11226748" cy="2519484"/>
        </p:xfrm>
        <a:graphic>
          <a:graphicData uri="http://schemas.openxmlformats.org/drawingml/2006/table">
            <a:tbl>
              <a:tblPr/>
              <a:tblGrid>
                <a:gridCol w="1156695">
                  <a:extLst>
                    <a:ext uri="{9D8B030D-6E8A-4147-A177-3AD203B41FA5}">
                      <a16:colId xmlns:a16="http://schemas.microsoft.com/office/drawing/2014/main" val="2578881589"/>
                    </a:ext>
                  </a:extLst>
                </a:gridCol>
                <a:gridCol w="680409">
                  <a:extLst>
                    <a:ext uri="{9D8B030D-6E8A-4147-A177-3AD203B41FA5}">
                      <a16:colId xmlns:a16="http://schemas.microsoft.com/office/drawing/2014/main" val="2280598523"/>
                    </a:ext>
                  </a:extLst>
                </a:gridCol>
                <a:gridCol w="680409">
                  <a:extLst>
                    <a:ext uri="{9D8B030D-6E8A-4147-A177-3AD203B41FA5}">
                      <a16:colId xmlns:a16="http://schemas.microsoft.com/office/drawing/2014/main" val="645903716"/>
                    </a:ext>
                  </a:extLst>
                </a:gridCol>
                <a:gridCol w="2721636">
                  <a:extLst>
                    <a:ext uri="{9D8B030D-6E8A-4147-A177-3AD203B41FA5}">
                      <a16:colId xmlns:a16="http://schemas.microsoft.com/office/drawing/2014/main" val="2723199412"/>
                    </a:ext>
                  </a:extLst>
                </a:gridCol>
                <a:gridCol w="884532">
                  <a:extLst>
                    <a:ext uri="{9D8B030D-6E8A-4147-A177-3AD203B41FA5}">
                      <a16:colId xmlns:a16="http://schemas.microsoft.com/office/drawing/2014/main" val="3815007272"/>
                    </a:ext>
                  </a:extLst>
                </a:gridCol>
                <a:gridCol w="544327">
                  <a:extLst>
                    <a:ext uri="{9D8B030D-6E8A-4147-A177-3AD203B41FA5}">
                      <a16:colId xmlns:a16="http://schemas.microsoft.com/office/drawing/2014/main" val="3157112975"/>
                    </a:ext>
                  </a:extLst>
                </a:gridCol>
                <a:gridCol w="544327">
                  <a:extLst>
                    <a:ext uri="{9D8B030D-6E8A-4147-A177-3AD203B41FA5}">
                      <a16:colId xmlns:a16="http://schemas.microsoft.com/office/drawing/2014/main" val="2509131032"/>
                    </a:ext>
                  </a:extLst>
                </a:gridCol>
                <a:gridCol w="612368">
                  <a:extLst>
                    <a:ext uri="{9D8B030D-6E8A-4147-A177-3AD203B41FA5}">
                      <a16:colId xmlns:a16="http://schemas.microsoft.com/office/drawing/2014/main" val="3816143125"/>
                    </a:ext>
                  </a:extLst>
                </a:gridCol>
                <a:gridCol w="1088654">
                  <a:extLst>
                    <a:ext uri="{9D8B030D-6E8A-4147-A177-3AD203B41FA5}">
                      <a16:colId xmlns:a16="http://schemas.microsoft.com/office/drawing/2014/main" val="2242317364"/>
                    </a:ext>
                  </a:extLst>
                </a:gridCol>
                <a:gridCol w="1292777">
                  <a:extLst>
                    <a:ext uri="{9D8B030D-6E8A-4147-A177-3AD203B41FA5}">
                      <a16:colId xmlns:a16="http://schemas.microsoft.com/office/drawing/2014/main" val="1859327443"/>
                    </a:ext>
                  </a:extLst>
                </a:gridCol>
                <a:gridCol w="1020614">
                  <a:extLst>
                    <a:ext uri="{9D8B030D-6E8A-4147-A177-3AD203B41FA5}">
                      <a16:colId xmlns:a16="http://schemas.microsoft.com/office/drawing/2014/main" val="3640953331"/>
                    </a:ext>
                  </a:extLst>
                </a:gridCol>
              </a:tblGrid>
              <a:tr h="1300640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說明業務情境與目的，若有多種業務情境及目的，請協助列點說明，若業務端有未來業務情境規劃，也請協助列出，作為後續整體評估依據。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說明業務包含範圍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說明業務主要類型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1.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核心業務系統（直接支持關鍵業務流程，如財務、訂單處理，停機影響收入或客戶滿意度）</a:t>
                      </a:r>
                      <a:b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</a:b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2.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重要輔助系統（支持次要業務流程，如內部報表、人力資源管理，停機有影響但可容忍）</a:t>
                      </a:r>
                      <a:b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</a:b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3.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一般業務系統（日常運營支援，如郵件系統，影響有限）</a:t>
                      </a:r>
                      <a:b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</a:b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4.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次要系統（非業務核心，如測試環境，停機無重大影響）</a:t>
                      </a:r>
                      <a:b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</a:b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5.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非必要系統（可棄用或極少使用，如舊檔案系統）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請說明系統服務之對象。若需特別說明，請補充於業務目的說明欄位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請提供使用此應用系統的用戶量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請說明是否含個資儲存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請說明含個資數據的範圍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請分別以基本資料、特種資料、帳戶資料、信用資料等舉例說明。若無個資，請填 無個資。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請說明個資是否有作去識別化儲存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請說明個資是否有加密儲存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503884"/>
                  </a:ext>
                </a:extLst>
              </a:tr>
              <a:tr h="350215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業務目的說明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業務範圍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業務類型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系統基本資訊說明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用戶類型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系統用戶數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是否有個資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個資範圍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個資欄位說明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個資是否有去識別化儲存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個資是否有加密儲存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7217130"/>
                  </a:ext>
                </a:extLst>
              </a:tr>
              <a:tr h="868629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作為內部一站式的公開資料蒐集整合者，</a:t>
                      </a:r>
                    </a:p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提升資料蒐集效率與決策品質，累積公司知識資產以釋放高價值人力。</a:t>
                      </a:r>
                      <a:endParaRPr lang="en-US" altLang="zh-TW" sz="900" b="0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國內外、金銀證皆可用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BU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蒐集外部資料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zh-TW" sz="900" b="0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algn="ctr" fontAlgn="ctr"/>
                      <a:endParaRPr lang="en-US" altLang="zh-TW" sz="900" b="0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重要輔助系統</a:t>
                      </a:r>
                      <a:endParaRPr lang="en-US" altLang="zh-TW" sz="900" b="0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algn="ctr" fontAlgn="ctr"/>
                      <a:endParaRPr lang="en-US" altLang="zh-TW" sz="900" b="0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algn="ctr" fontAlgn="ctr"/>
                      <a:endParaRPr lang="zh-TW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僅內部同仁</a:t>
                      </a:r>
                      <a:endParaRPr lang="zh-TW" alt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目前近兩百人，用戶數不設限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無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6563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</a:t>
                      </a:r>
                      <a:endParaRPr lang="zh-TW" alt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6563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</a:t>
                      </a:r>
                      <a:endParaRPr lang="zh-TW" alt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</a:t>
                      </a:r>
                      <a:endParaRPr lang="zh-TW" alt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</a:t>
                      </a:r>
                      <a:endParaRPr lang="zh-TW" alt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7936964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AA8387D-2FB4-6978-F7F3-A9ECA5A23BB7}"/>
              </a:ext>
            </a:extLst>
          </p:cNvPr>
          <p:cNvGraphicFramePr>
            <a:graphicFrameLocks noGrp="1"/>
          </p:cNvGraphicFramePr>
          <p:nvPr/>
        </p:nvGraphicFramePr>
        <p:xfrm>
          <a:off x="180891" y="3444210"/>
          <a:ext cx="11226748" cy="2807492"/>
        </p:xfrm>
        <a:graphic>
          <a:graphicData uri="http://schemas.openxmlformats.org/drawingml/2006/table">
            <a:tbl>
              <a:tblPr/>
              <a:tblGrid>
                <a:gridCol w="1748834">
                  <a:extLst>
                    <a:ext uri="{9D8B030D-6E8A-4147-A177-3AD203B41FA5}">
                      <a16:colId xmlns:a16="http://schemas.microsoft.com/office/drawing/2014/main" val="2575353526"/>
                    </a:ext>
                  </a:extLst>
                </a:gridCol>
                <a:gridCol w="1494112">
                  <a:extLst>
                    <a:ext uri="{9D8B030D-6E8A-4147-A177-3AD203B41FA5}">
                      <a16:colId xmlns:a16="http://schemas.microsoft.com/office/drawing/2014/main" val="4284705586"/>
                    </a:ext>
                  </a:extLst>
                </a:gridCol>
                <a:gridCol w="1961735">
                  <a:extLst>
                    <a:ext uri="{9D8B030D-6E8A-4147-A177-3AD203B41FA5}">
                      <a16:colId xmlns:a16="http://schemas.microsoft.com/office/drawing/2014/main" val="319794349"/>
                    </a:ext>
                  </a:extLst>
                </a:gridCol>
                <a:gridCol w="1611969">
                  <a:extLst>
                    <a:ext uri="{9D8B030D-6E8A-4147-A177-3AD203B41FA5}">
                      <a16:colId xmlns:a16="http://schemas.microsoft.com/office/drawing/2014/main" val="2163566380"/>
                    </a:ext>
                  </a:extLst>
                </a:gridCol>
                <a:gridCol w="1931319">
                  <a:extLst>
                    <a:ext uri="{9D8B030D-6E8A-4147-A177-3AD203B41FA5}">
                      <a16:colId xmlns:a16="http://schemas.microsoft.com/office/drawing/2014/main" val="3683638272"/>
                    </a:ext>
                  </a:extLst>
                </a:gridCol>
                <a:gridCol w="2478779">
                  <a:extLst>
                    <a:ext uri="{9D8B030D-6E8A-4147-A177-3AD203B41FA5}">
                      <a16:colId xmlns:a16="http://schemas.microsoft.com/office/drawing/2014/main" val="3056431330"/>
                    </a:ext>
                  </a:extLst>
                </a:gridCol>
              </a:tblGrid>
              <a:tr h="1444644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請說明與其他系統整合資訊或相依性說明。如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: </a:t>
                      </a:r>
                      <a:b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</a:b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 1 -&gt; AP2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代表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AP2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提供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給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AP1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使用。</a:t>
                      </a:r>
                      <a:b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</a:b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AP1 -&gt; DB2 (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批次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/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即時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)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代表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AP1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會批次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/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即時使用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DB2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。</a:t>
                      </a:r>
                      <a:b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</a:b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DB1&lt;-&gt;DB2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代表適用</a:t>
                      </a:r>
                      <a:r>
                        <a:rPr lang="en-US" altLang="zh-TW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LinkServer</a:t>
                      </a:r>
                      <a:b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</a:b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DB1 -&gt; DB2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代表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DB1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拋檔給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DB2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情境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請依系統架構、軟體、開發工具框架、應用系統服務複雜度、業務使用場景、資料運用處理等面向，進行使用雲端適用性評估說明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1.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請具體說明可行性評估原因，如有現成雲端解決方案可以使用，或可以運用既有雲端服務進行某些功能實作等。</a:t>
                      </a:r>
                      <a:b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</a:b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2.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以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PaaS/SaaS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應用為主，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IaaS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為輔</a:t>
                      </a:r>
                      <a:b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</a:b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3.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範圍可以詳細說明如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Web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、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GPU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資源、行銷活動、批次作業或其他功能等</a:t>
                      </a:r>
                      <a:b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</a:b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4.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若評估無法上雲，也請具體說明評估不可行的原因。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說明若系統具潛在上雲可以產生的效益說明。如解決痛點，可以動態擴容解決硬體資源不足問題，可以減少資源閒置問題，可以動態擴展資源，可以調整為現代化架構，可以更容易擴展新功能、專注應用系統本身架構功能、可以支持新業務場景等等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)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。若無，請填 無。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請說明不適合上雲的評估具體原因。如系統穩定，無新功能需求、系統已進入不維護模式、系統剛更調整、系統綁特殊硬體、系統開發架構老舊、系統即時性要求高等。若無，請填 無。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說明若系統上雲會遭遇的上雲障礙並舉實例說明。如相依系統過多，系統架構需調整、系統需大幅調整、倚賴軟體無雲端相容版本、無雲端架構能力、對雲端各項服務不熟悉、現行廠商無雲端導入能力、系統間的資料傳輸量大、雲端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SLA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保證、硬體相依等。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503884"/>
                  </a:ext>
                </a:extLst>
              </a:tr>
              <a:tr h="350215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系統整合及相依性說明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上雲可行性自我評估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可行性評估方案與範圍說明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可產生效益說明</a:t>
                      </a:r>
                      <a:endParaRPr lang="en-US" altLang="zh-TW" sz="1100" b="1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algn="ctr" fontAlgn="ctr"/>
                      <a:r>
                        <a:rPr lang="en-US" altLang="zh-TW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</a:t>
                      </a:r>
                      <a:r>
                        <a:rPr lang="zh-TW" alt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含解決痛點</a:t>
                      </a:r>
                      <a:r>
                        <a:rPr lang="en-US" altLang="zh-TW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)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上雲無法產生效益原因說明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上雲障礙評估說明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7217130"/>
                  </a:ext>
                </a:extLst>
              </a:tr>
              <a:tr h="1012633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本系統為資料蒐集整合平台，包含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Angular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前端、 </a:t>
                      </a:r>
                      <a:r>
                        <a:rPr lang="en-US" altLang="zh-TW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NestJS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API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、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MongoDB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、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Redis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／</a:t>
                      </a:r>
                      <a:r>
                        <a:rPr lang="en-US" altLang="zh-TW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BullMQ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背景佇列，並串接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RSS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、網頁搜尋服務、 </a:t>
                      </a:r>
                      <a:r>
                        <a:rPr lang="en-US" altLang="zh-TW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Infominer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與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API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等外部服務。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可行性高。系統已採前後端分離、背景任務佇列化、環境變數設定與容器化架構，適合部署於雲端容器平台或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Kubernetes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。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目前已有地端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PoC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環境，可以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PaaS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／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SaaS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為主、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IaaS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為輔進行雲端部署。評估範圍包含前端靜態部署、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容器化、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MongoDB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與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Redis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代管、背景任務排程、外部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串接、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Secret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管理、監控告警、備份與復原。</a:t>
                      </a:r>
                      <a:endParaRPr lang="en-US" altLang="zh-TW" sz="900" b="0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algn="ctr" fontAlgn="ctr"/>
                      <a:endParaRPr lang="zh-TW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可提升部署效率、系統擴充性、服務可用性與維運穩定度，並降低基礎設施管理負擔。對資料擷取、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LLM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分析與排程任務，可依負載彈性擴充資源。</a:t>
                      </a:r>
                      <a:endParaRPr lang="en-US" altLang="zh-TW" sz="900" b="0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若目前僅為低流量內部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PoC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，上雲短期效益有限，可能增加雲端成本與維運複雜度；外部資料來源限制與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額度問題也無法單靠上雲完全解決。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主要障礙為資料遷移、佇列任務不中斷切換、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MongoDB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、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Redis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／</a:t>
                      </a:r>
                      <a:r>
                        <a:rPr lang="en-US" altLang="zh-TW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BullMQ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可靠性、外部服務網路設定、以及資安、稽核與成本控管要求。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79369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3483703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B7474-FA8E-1E3B-8838-9BEF6A857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5409CE95-9941-8275-673B-3D3AFD623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/>
              <a:t>Azure </a:t>
            </a:r>
            <a:r>
              <a:rPr lang="zh-TW" altLang="en-US" b="1" dirty="0"/>
              <a:t>測試環境配置</a:t>
            </a:r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05D9EA71-6081-206A-0394-1E68B7B8D4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36000" indent="0">
              <a:buNone/>
            </a:pPr>
            <a:endParaRPr lang="en-US" altLang="zh-TW" dirty="0"/>
          </a:p>
          <a:p>
            <a:pPr marL="36000" indent="0">
              <a:buNone/>
            </a:pPr>
            <a:endParaRPr lang="en-US" altLang="zh-TW" dirty="0"/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E8CC8BE-B4A4-5C4E-E50C-E5E10C10FE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0966339"/>
              </p:ext>
            </p:extLst>
          </p:nvPr>
        </p:nvGraphicFramePr>
        <p:xfrm>
          <a:off x="179388" y="826714"/>
          <a:ext cx="11161712" cy="4349979"/>
        </p:xfrm>
        <a:graphic>
          <a:graphicData uri="http://schemas.openxmlformats.org/drawingml/2006/table">
            <a:tbl>
              <a:tblPr>
                <a:tableStyleId>{91DB7C30-2B5D-4D34-8F22-85940E495A18}</a:tableStyleId>
              </a:tblPr>
              <a:tblGrid>
                <a:gridCol w="2095338">
                  <a:extLst>
                    <a:ext uri="{9D8B030D-6E8A-4147-A177-3AD203B41FA5}">
                      <a16:colId xmlns:a16="http://schemas.microsoft.com/office/drawing/2014/main" val="1199597028"/>
                    </a:ext>
                  </a:extLst>
                </a:gridCol>
                <a:gridCol w="3376283">
                  <a:extLst>
                    <a:ext uri="{9D8B030D-6E8A-4147-A177-3AD203B41FA5}">
                      <a16:colId xmlns:a16="http://schemas.microsoft.com/office/drawing/2014/main" val="3760430905"/>
                    </a:ext>
                  </a:extLst>
                </a:gridCol>
                <a:gridCol w="5690091">
                  <a:extLst>
                    <a:ext uri="{9D8B030D-6E8A-4147-A177-3AD203B41FA5}">
                      <a16:colId xmlns:a16="http://schemas.microsoft.com/office/drawing/2014/main" val="939028161"/>
                    </a:ext>
                  </a:extLst>
                </a:gridCol>
              </a:tblGrid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元件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Azure </a:t>
                      </a:r>
                      <a:r>
                        <a:rPr lang="zh-TW" altLang="en-US" sz="1400" dirty="0"/>
                        <a:t>服務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規格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61505403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入口</a:t>
                      </a:r>
                      <a:endParaRPr lang="en" sz="1400" dirty="0">
                        <a:latin typeface="+mj-lt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Front Door Standard </a:t>
                      </a:r>
                      <a:r>
                        <a:rPr lang="zh-TW" altLang="en" dirty="0"/>
                        <a:t>＋ </a:t>
                      </a:r>
                      <a:r>
                        <a:rPr lang="en" altLang="zh-TW" dirty="0"/>
                        <a:t>WAF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r>
                        <a:rPr lang="zh-TW" altLang="en-US" dirty="0"/>
                        <a:t> 組 </a:t>
                      </a:r>
                      <a:r>
                        <a:rPr lang="en" altLang="zh-TW" dirty="0"/>
                        <a:t>endpoint</a:t>
                      </a:r>
                      <a:r>
                        <a:rPr lang="zh-TW" altLang="en" dirty="0"/>
                        <a:t>，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r>
                        <a:rPr lang="en" altLang="zh-TW" dirty="0"/>
                        <a:t> </a:t>
                      </a:r>
                      <a:r>
                        <a:rPr lang="zh-TW" altLang="en-US" dirty="0"/>
                        <a:t>個 </a:t>
                      </a:r>
                      <a:r>
                        <a:rPr lang="en" altLang="zh-TW" dirty="0"/>
                        <a:t>backend pool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6681514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>
                          <a:latin typeface="+mj-lt"/>
                          <a:ea typeface="Microsoft JhengHei" panose="020B0604030504040204" pitchFamily="34" charset="-120"/>
                          <a:cs typeface="Consolas" panose="020B0609020204030204" pitchFamily="49" charset="0"/>
                        </a:rPr>
                        <a:t>InfoGather</a:t>
                      </a:r>
                      <a:r>
                        <a:rPr lang="en" sz="1400" dirty="0">
                          <a:latin typeface="+mj-lt"/>
                          <a:ea typeface="Microsoft JhengHei" panose="020B0604030504040204" pitchFamily="34" charset="-120"/>
                          <a:cs typeface="Consolas" panose="020B0609020204030204" pitchFamily="49" charset="0"/>
                        </a:rPr>
                        <a:t> App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Container Apps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每個 </a:t>
                      </a:r>
                      <a:r>
                        <a:rPr lang="en" altLang="zh-TW" dirty="0"/>
                        <a:t>replica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 vCPU</a:t>
                      </a:r>
                      <a:r>
                        <a:rPr lang="zh-TW" altLang="en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／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 GiB RAM</a:t>
                      </a:r>
                      <a:r>
                        <a:rPr lang="zh-TW" altLang="en" dirty="0"/>
                        <a:t>，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 1</a:t>
                      </a:r>
                      <a:r>
                        <a:rPr lang="zh-TW" altLang="en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／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 2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7993873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>
                          <a:latin typeface="+mj-lt"/>
                          <a:ea typeface="Microsoft JhengHei" panose="020B0604030504040204" pitchFamily="34" charset="-120"/>
                          <a:cs typeface="Consolas" panose="020B0609020204030204" pitchFamily="49" charset="0"/>
                        </a:rPr>
                        <a:t>InfoGather</a:t>
                      </a:r>
                      <a:r>
                        <a:rPr lang="en" sz="1400" dirty="0">
                          <a:latin typeface="+mj-lt"/>
                          <a:ea typeface="Microsoft JhengHei" panose="020B0604030504040204" pitchFamily="34" charset="-120"/>
                          <a:cs typeface="Consolas" panose="020B0609020204030204" pitchFamily="49" charset="0"/>
                        </a:rPr>
                        <a:t> Worker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Container Apps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每個 </a:t>
                      </a:r>
                      <a:r>
                        <a:rPr lang="en" altLang="zh-TW" dirty="0"/>
                        <a:t>replica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 vCPU</a:t>
                      </a:r>
                      <a:r>
                        <a:rPr lang="zh-TW" altLang="en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／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 GiB RAM</a:t>
                      </a:r>
                      <a:r>
                        <a:rPr lang="zh-TW" altLang="en" dirty="0"/>
                        <a:t>，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 8</a:t>
                      </a:r>
                      <a:r>
                        <a:rPr lang="zh-TW" altLang="en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／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 16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0922300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altLang="zh-TW" sz="1400" dirty="0" err="1">
                          <a:latin typeface="+mj-lt"/>
                          <a:ea typeface="Microsoft JhengHei" panose="020B0604030504040204" pitchFamily="34" charset="-120"/>
                          <a:cs typeface="Consolas" panose="020B0609020204030204" pitchFamily="49" charset="0"/>
                        </a:rPr>
                        <a:t>InfoGather</a:t>
                      </a:r>
                      <a:r>
                        <a:rPr lang="en" altLang="zh-TW" sz="1400" dirty="0">
                          <a:latin typeface="+mj-lt"/>
                          <a:ea typeface="Microsoft JhengHei" panose="020B0604030504040204" pitchFamily="34" charset="-120"/>
                          <a:cs typeface="Consolas" panose="020B0609020204030204" pitchFamily="49" charset="0"/>
                        </a:rPr>
                        <a:t> Scheduler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Container Apps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每個 </a:t>
                      </a:r>
                      <a:r>
                        <a:rPr lang="en" altLang="zh-TW" dirty="0"/>
                        <a:t>replica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0.5 vCPU</a:t>
                      </a:r>
                      <a:r>
                        <a:rPr lang="zh-TW" altLang="en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／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 GiB RAM</a:t>
                      </a:r>
                      <a:r>
                        <a:rPr lang="zh-TW" altLang="en" dirty="0"/>
                        <a:t>，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 1</a:t>
                      </a:r>
                      <a:r>
                        <a:rPr lang="zh-TW" altLang="en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／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 1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0069153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Microsoft JhengHei" panose="020B0604030504040204" pitchFamily="34" charset="-120"/>
                          <a:cs typeface="Consolas" panose="020B0609020204030204" pitchFamily="49" charset="0"/>
                          <a:sym typeface="Arial"/>
                        </a:rPr>
                        <a:t>MongoDB</a:t>
                      </a:r>
                      <a:endParaRPr lang="en" sz="1400" dirty="0">
                        <a:latin typeface="+mj-lt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MongoDB Atlas on Azure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M30</a:t>
                      </a:r>
                      <a:r>
                        <a:rPr lang="zh-TW" altLang="en" dirty="0"/>
                        <a:t>，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" altLang="zh-TW" dirty="0"/>
                        <a:t> nodes</a:t>
                      </a:r>
                      <a:r>
                        <a:rPr lang="zh-TW" altLang="en" dirty="0"/>
                        <a:t>，</a:t>
                      </a:r>
                      <a:r>
                        <a:rPr lang="en" altLang="zh-TW" dirty="0"/>
                        <a:t>storage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256 GB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9224097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Microsoft JhengHei" panose="020B0604030504040204" pitchFamily="34" charset="-120"/>
                          <a:cs typeface="Consolas" panose="020B0609020204030204" pitchFamily="49" charset="0"/>
                          <a:sym typeface="Arial"/>
                        </a:rPr>
                        <a:t>Redis</a:t>
                      </a:r>
                      <a:endParaRPr lang="en" sz="1400" dirty="0">
                        <a:latin typeface="+mj-lt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Managed Redis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 GB</a:t>
                      </a:r>
                      <a:r>
                        <a:rPr lang="en" altLang="zh-TW" dirty="0"/>
                        <a:t> </a:t>
                      </a:r>
                      <a:r>
                        <a:rPr lang="zh-TW" altLang="en-US" dirty="0"/>
                        <a:t>記憶體起，</a:t>
                      </a:r>
                      <a:r>
                        <a:rPr lang="en" altLang="zh-TW" dirty="0"/>
                        <a:t>HA</a:t>
                      </a:r>
                      <a:r>
                        <a:rPr lang="zh-TW" altLang="en" dirty="0"/>
                        <a:t>、</a:t>
                      </a:r>
                      <a:r>
                        <a:rPr lang="en" altLang="zh-TW" dirty="0"/>
                        <a:t>zone redundancy</a:t>
                      </a:r>
                      <a:r>
                        <a:rPr lang="zh-TW" altLang="en" dirty="0"/>
                        <a:t>、</a:t>
                      </a:r>
                      <a:r>
                        <a:rPr lang="en" altLang="zh-TW" dirty="0"/>
                        <a:t>persistence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94067812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Copilot CLI Server</a:t>
                      </a:r>
                      <a:endParaRPr lang="en" altLang="zh-TW" sz="14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Microsoft JhengHei" panose="020B0604030504040204" pitchFamily="34" charset="-120"/>
                        <a:cs typeface="Consolas" panose="020B0609020204030204" pitchFamily="49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Container Apps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每個 </a:t>
                      </a:r>
                      <a:r>
                        <a:rPr lang="en" altLang="zh-TW" dirty="0"/>
                        <a:t>replica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 vCPU</a:t>
                      </a:r>
                      <a:r>
                        <a:rPr lang="zh-TW" altLang="en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／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 GiB RAM</a:t>
                      </a:r>
                      <a:r>
                        <a:rPr lang="zh-TW" altLang="en" dirty="0"/>
                        <a:t>，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 1</a:t>
                      </a:r>
                      <a:r>
                        <a:rPr lang="zh-TW" altLang="en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／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 1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9693032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altLang="zh-TW" dirty="0"/>
                        <a:t>Container Registry</a:t>
                      </a:r>
                      <a:endParaRPr lang="en" altLang="zh-TW" sz="14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Microsoft JhengHei" panose="020B0604030504040204" pitchFamily="34" charset="-120"/>
                        <a:cs typeface="Consolas" panose="020B0609020204030204" pitchFamily="49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Container Registry Basic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GB</a:t>
                      </a:r>
                      <a:r>
                        <a:rPr lang="en" altLang="zh-TW" dirty="0"/>
                        <a:t> image storage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6894077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Secret</a:t>
                      </a:r>
                      <a:endParaRPr lang="en" sz="1400" dirty="0">
                        <a:latin typeface="+mj-lt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Key Vault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r>
                        <a:rPr lang="en" altLang="zh-TW" dirty="0"/>
                        <a:t> vault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8652754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Log</a:t>
                      </a:r>
                      <a:r>
                        <a:rPr lang="zh-TW" altLang="en" dirty="0"/>
                        <a:t>／</a:t>
                      </a:r>
                      <a:r>
                        <a:rPr lang="en" altLang="zh-TW" dirty="0"/>
                        <a:t>Metrics</a:t>
                      </a:r>
                      <a:endParaRPr lang="en" sz="1400" dirty="0">
                        <a:latin typeface="+mj-lt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Log Analytics </a:t>
                      </a:r>
                      <a:r>
                        <a:rPr lang="zh-TW" altLang="en" dirty="0"/>
                        <a:t>＋ </a:t>
                      </a:r>
                      <a:r>
                        <a:rPr lang="en" altLang="zh-TW" dirty="0"/>
                        <a:t>Application Insights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retention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30</a:t>
                      </a:r>
                      <a:r>
                        <a:rPr lang="en" altLang="zh-TW" dirty="0"/>
                        <a:t> </a:t>
                      </a:r>
                      <a:r>
                        <a:rPr lang="zh-TW" altLang="en-US" dirty="0"/>
                        <a:t>天，</a:t>
                      </a:r>
                      <a:r>
                        <a:rPr lang="en" altLang="zh-TW" dirty="0"/>
                        <a:t>daily cap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 GB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6927840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備份／匯出檔案</a:t>
                      </a:r>
                      <a:endParaRPr lang="en" sz="1400" dirty="0">
                        <a:latin typeface="+mj-lt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Blob Storage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Hot tier</a:t>
                      </a:r>
                      <a:r>
                        <a:rPr lang="zh-TW" altLang="en" dirty="0"/>
                        <a:t>，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 GB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05781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10876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2539D-7BC6-E87B-CAED-0947F7BF6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E16CE74C-0430-7BA1-4C41-1297E3322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/>
              <a:t>Azure </a:t>
            </a:r>
            <a:r>
              <a:rPr lang="zh-TW" altLang="en-US" b="1" dirty="0"/>
              <a:t>正式環境配置</a:t>
            </a:r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5AC5690D-703F-1C5B-7D7F-F2C426234E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36000" indent="0">
              <a:buNone/>
            </a:pPr>
            <a:endParaRPr lang="en-US" altLang="zh-TW" dirty="0"/>
          </a:p>
          <a:p>
            <a:pPr marL="36000" indent="0">
              <a:buNone/>
            </a:pPr>
            <a:endParaRPr lang="en-US" altLang="zh-TW" dirty="0"/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98F72E0A-3C50-A9E0-B4C8-4A5765E856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6597111"/>
              </p:ext>
            </p:extLst>
          </p:nvPr>
        </p:nvGraphicFramePr>
        <p:xfrm>
          <a:off x="179388" y="826714"/>
          <a:ext cx="11161712" cy="4349979"/>
        </p:xfrm>
        <a:graphic>
          <a:graphicData uri="http://schemas.openxmlformats.org/drawingml/2006/table">
            <a:tbl>
              <a:tblPr>
                <a:tableStyleId>{91DB7C30-2B5D-4D34-8F22-85940E495A18}</a:tableStyleId>
              </a:tblPr>
              <a:tblGrid>
                <a:gridCol w="2095338">
                  <a:extLst>
                    <a:ext uri="{9D8B030D-6E8A-4147-A177-3AD203B41FA5}">
                      <a16:colId xmlns:a16="http://schemas.microsoft.com/office/drawing/2014/main" val="1199597028"/>
                    </a:ext>
                  </a:extLst>
                </a:gridCol>
                <a:gridCol w="3376283">
                  <a:extLst>
                    <a:ext uri="{9D8B030D-6E8A-4147-A177-3AD203B41FA5}">
                      <a16:colId xmlns:a16="http://schemas.microsoft.com/office/drawing/2014/main" val="3760430905"/>
                    </a:ext>
                  </a:extLst>
                </a:gridCol>
                <a:gridCol w="5690091">
                  <a:extLst>
                    <a:ext uri="{9D8B030D-6E8A-4147-A177-3AD203B41FA5}">
                      <a16:colId xmlns:a16="http://schemas.microsoft.com/office/drawing/2014/main" val="939028161"/>
                    </a:ext>
                  </a:extLst>
                </a:gridCol>
              </a:tblGrid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元件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Azure </a:t>
                      </a:r>
                      <a:r>
                        <a:rPr lang="zh-TW" altLang="en-US" sz="1400" dirty="0"/>
                        <a:t>服務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規格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61505403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入口</a:t>
                      </a:r>
                      <a:endParaRPr lang="en" sz="1400" dirty="0">
                        <a:latin typeface="+mj-lt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Front Door Standard </a:t>
                      </a:r>
                      <a:r>
                        <a:rPr lang="zh-TW" altLang="en" dirty="0"/>
                        <a:t>＋ </a:t>
                      </a:r>
                      <a:r>
                        <a:rPr lang="en" altLang="zh-TW" dirty="0"/>
                        <a:t>WAF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r>
                        <a:rPr lang="zh-TW" altLang="en-US" dirty="0"/>
                        <a:t> 組 </a:t>
                      </a:r>
                      <a:r>
                        <a:rPr lang="en" altLang="zh-TW" dirty="0"/>
                        <a:t>endpoint</a:t>
                      </a:r>
                      <a:r>
                        <a:rPr lang="zh-TW" altLang="en" dirty="0"/>
                        <a:t>，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r>
                        <a:rPr lang="en" altLang="zh-TW" dirty="0"/>
                        <a:t> </a:t>
                      </a:r>
                      <a:r>
                        <a:rPr lang="zh-TW" altLang="en-US" dirty="0"/>
                        <a:t>個 </a:t>
                      </a:r>
                      <a:r>
                        <a:rPr lang="en" altLang="zh-TW" dirty="0"/>
                        <a:t>backend pool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6681514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>
                          <a:latin typeface="+mj-lt"/>
                          <a:ea typeface="Microsoft JhengHei" panose="020B0604030504040204" pitchFamily="34" charset="-120"/>
                          <a:cs typeface="Consolas" panose="020B0609020204030204" pitchFamily="49" charset="0"/>
                        </a:rPr>
                        <a:t>InfoGather</a:t>
                      </a:r>
                      <a:r>
                        <a:rPr lang="en" sz="1400" dirty="0">
                          <a:latin typeface="+mj-lt"/>
                          <a:ea typeface="Microsoft JhengHei" panose="020B0604030504040204" pitchFamily="34" charset="-120"/>
                          <a:cs typeface="Consolas" panose="020B0609020204030204" pitchFamily="49" charset="0"/>
                        </a:rPr>
                        <a:t> App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Container Apps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每個 </a:t>
                      </a:r>
                      <a:r>
                        <a:rPr lang="en" altLang="zh-TW" dirty="0"/>
                        <a:t>replica 2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vCPU</a:t>
                      </a:r>
                      <a:r>
                        <a:rPr lang="zh-TW" altLang="en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／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 GiB RAM</a:t>
                      </a:r>
                      <a:r>
                        <a:rPr lang="zh-TW" altLang="en" dirty="0"/>
                        <a:t>，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 2</a:t>
                      </a:r>
                      <a:r>
                        <a:rPr lang="zh-TW" altLang="en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／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 6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7993873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>
                          <a:latin typeface="+mj-lt"/>
                          <a:ea typeface="Microsoft JhengHei" panose="020B0604030504040204" pitchFamily="34" charset="-120"/>
                          <a:cs typeface="Consolas" panose="020B0609020204030204" pitchFamily="49" charset="0"/>
                        </a:rPr>
                        <a:t>InfoGather</a:t>
                      </a:r>
                      <a:r>
                        <a:rPr lang="en" sz="1400" dirty="0">
                          <a:latin typeface="+mj-lt"/>
                          <a:ea typeface="Microsoft JhengHei" panose="020B0604030504040204" pitchFamily="34" charset="-120"/>
                          <a:cs typeface="Consolas" panose="020B0609020204030204" pitchFamily="49" charset="0"/>
                        </a:rPr>
                        <a:t> Worker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Container Apps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每個 </a:t>
                      </a:r>
                      <a:r>
                        <a:rPr lang="en" altLang="zh-TW" dirty="0"/>
                        <a:t>replica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 vCPU</a:t>
                      </a:r>
                      <a:r>
                        <a:rPr lang="zh-TW" altLang="en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／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 GiB RAM</a:t>
                      </a:r>
                      <a:r>
                        <a:rPr lang="zh-TW" altLang="en" dirty="0"/>
                        <a:t>，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 8</a:t>
                      </a:r>
                      <a:r>
                        <a:rPr lang="zh-TW" altLang="en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／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 16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0922300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altLang="zh-TW" sz="1400" dirty="0" err="1">
                          <a:latin typeface="+mj-lt"/>
                          <a:ea typeface="Microsoft JhengHei" panose="020B0604030504040204" pitchFamily="34" charset="-120"/>
                          <a:cs typeface="Consolas" panose="020B0609020204030204" pitchFamily="49" charset="0"/>
                        </a:rPr>
                        <a:t>InfoGather</a:t>
                      </a:r>
                      <a:r>
                        <a:rPr lang="en" altLang="zh-TW" sz="1400" dirty="0">
                          <a:latin typeface="+mj-lt"/>
                          <a:ea typeface="Microsoft JhengHei" panose="020B0604030504040204" pitchFamily="34" charset="-120"/>
                          <a:cs typeface="Consolas" panose="020B0609020204030204" pitchFamily="49" charset="0"/>
                        </a:rPr>
                        <a:t> Scheduler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Container Apps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每個 </a:t>
                      </a:r>
                      <a:r>
                        <a:rPr lang="en" altLang="zh-TW" dirty="0"/>
                        <a:t>replica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cs typeface="Arial"/>
                          <a:sym typeface="Arial"/>
                        </a:rPr>
                        <a:t>1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vCPU</a:t>
                      </a:r>
                      <a:r>
                        <a:rPr lang="zh-TW" altLang="en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／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 GiB RAM</a:t>
                      </a:r>
                      <a:r>
                        <a:rPr lang="zh-TW" altLang="en" dirty="0"/>
                        <a:t>，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 1</a:t>
                      </a:r>
                      <a:r>
                        <a:rPr lang="zh-TW" altLang="en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／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 1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0069153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Microsoft JhengHei" panose="020B0604030504040204" pitchFamily="34" charset="-120"/>
                          <a:cs typeface="Consolas" panose="020B0609020204030204" pitchFamily="49" charset="0"/>
                          <a:sym typeface="Arial"/>
                        </a:rPr>
                        <a:t>MongoDB</a:t>
                      </a:r>
                      <a:endParaRPr lang="en" sz="1400" dirty="0">
                        <a:latin typeface="+mj-lt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MongoDB Atlas on Azure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M40</a:t>
                      </a:r>
                      <a:r>
                        <a:rPr lang="zh-TW" altLang="en" dirty="0"/>
                        <a:t>，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" altLang="zh-TW" dirty="0"/>
                        <a:t> nodes</a:t>
                      </a:r>
                      <a:r>
                        <a:rPr lang="zh-TW" altLang="en" dirty="0"/>
                        <a:t>，</a:t>
                      </a:r>
                      <a:r>
                        <a:rPr lang="en" altLang="zh-TW" dirty="0"/>
                        <a:t>storage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cs typeface="Arial"/>
                          <a:sym typeface="Arial"/>
                        </a:rPr>
                        <a:t>512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GB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9224097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Microsoft JhengHei" panose="020B0604030504040204" pitchFamily="34" charset="-120"/>
                          <a:cs typeface="Consolas" panose="020B0609020204030204" pitchFamily="49" charset="0"/>
                          <a:sym typeface="Arial"/>
                        </a:rPr>
                        <a:t>Redis</a:t>
                      </a:r>
                      <a:endParaRPr lang="en" sz="1400" dirty="0">
                        <a:latin typeface="+mj-lt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Managed Redis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GB</a:t>
                      </a:r>
                      <a:r>
                        <a:rPr lang="en" altLang="zh-TW" dirty="0"/>
                        <a:t> </a:t>
                      </a:r>
                      <a:r>
                        <a:rPr lang="zh-TW" altLang="en-US" dirty="0"/>
                        <a:t>記憶體起，</a:t>
                      </a:r>
                      <a:r>
                        <a:rPr lang="en" altLang="zh-TW" dirty="0"/>
                        <a:t>HA</a:t>
                      </a:r>
                      <a:r>
                        <a:rPr lang="zh-TW" altLang="en" dirty="0"/>
                        <a:t>、</a:t>
                      </a:r>
                      <a:r>
                        <a:rPr lang="en" altLang="zh-TW" dirty="0"/>
                        <a:t>zone redundancy</a:t>
                      </a:r>
                      <a:r>
                        <a:rPr lang="zh-TW" altLang="en" dirty="0"/>
                        <a:t>、</a:t>
                      </a:r>
                      <a:r>
                        <a:rPr lang="en" altLang="zh-TW" dirty="0"/>
                        <a:t>persistence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94067812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Copilot CLI Server</a:t>
                      </a:r>
                      <a:endParaRPr lang="en" altLang="zh-TW" sz="14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Microsoft JhengHei" panose="020B0604030504040204" pitchFamily="34" charset="-120"/>
                        <a:cs typeface="Consolas" panose="020B0609020204030204" pitchFamily="49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Container Apps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每個 </a:t>
                      </a:r>
                      <a:r>
                        <a:rPr lang="en" altLang="zh-TW" dirty="0"/>
                        <a:t>replica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cs typeface="Arial"/>
                          <a:sym typeface="Arial"/>
                        </a:rPr>
                        <a:t>2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vCPU</a:t>
                      </a:r>
                      <a:r>
                        <a:rPr lang="zh-TW" altLang="en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／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 GiB RAM</a:t>
                      </a:r>
                      <a:r>
                        <a:rPr lang="zh-TW" altLang="en" dirty="0"/>
                        <a:t>，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 1</a:t>
                      </a:r>
                      <a:r>
                        <a:rPr lang="zh-TW" altLang="en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／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 2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9693032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altLang="zh-TW" dirty="0"/>
                        <a:t>Container Registry</a:t>
                      </a:r>
                      <a:endParaRPr lang="en" altLang="zh-TW" sz="14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Microsoft JhengHei" panose="020B0604030504040204" pitchFamily="34" charset="-120"/>
                        <a:cs typeface="Consolas" panose="020B0609020204030204" pitchFamily="49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Container Registry Basic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 GB</a:t>
                      </a:r>
                      <a:r>
                        <a:rPr lang="en" altLang="zh-TW" dirty="0"/>
                        <a:t> image storage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6894077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Secret</a:t>
                      </a:r>
                      <a:endParaRPr lang="en" sz="1400" dirty="0">
                        <a:latin typeface="+mj-lt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Key Vault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r>
                        <a:rPr lang="en" altLang="zh-TW" dirty="0"/>
                        <a:t> vault</a:t>
                      </a:r>
                      <a:r>
                        <a:rPr lang="zh-TW" altLang="en" dirty="0"/>
                        <a:t>，</a:t>
                      </a:r>
                      <a:r>
                        <a:rPr lang="en" altLang="zh-TW" dirty="0"/>
                        <a:t>soft delete</a:t>
                      </a:r>
                      <a:r>
                        <a:rPr lang="zh-TW" altLang="en" dirty="0"/>
                        <a:t>、</a:t>
                      </a:r>
                      <a:r>
                        <a:rPr lang="en" altLang="zh-TW" dirty="0"/>
                        <a:t>purge protection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8652754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Log</a:t>
                      </a:r>
                      <a:r>
                        <a:rPr lang="zh-TW" altLang="en" dirty="0"/>
                        <a:t>／</a:t>
                      </a:r>
                      <a:r>
                        <a:rPr lang="en" altLang="zh-TW" dirty="0"/>
                        <a:t>Metrics</a:t>
                      </a:r>
                      <a:endParaRPr lang="en" sz="1400" dirty="0">
                        <a:latin typeface="+mj-lt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Log Analytics </a:t>
                      </a:r>
                      <a:r>
                        <a:rPr lang="zh-TW" altLang="en" dirty="0"/>
                        <a:t>＋ </a:t>
                      </a:r>
                      <a:r>
                        <a:rPr lang="en" altLang="zh-TW" dirty="0"/>
                        <a:t>Application Insights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retention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cs typeface="Arial"/>
                          <a:sym typeface="Arial"/>
                        </a:rPr>
                        <a:t>18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r>
                        <a:rPr lang="en" altLang="zh-TW" dirty="0"/>
                        <a:t> </a:t>
                      </a:r>
                      <a:r>
                        <a:rPr lang="zh-TW" altLang="en-US" dirty="0"/>
                        <a:t>天，</a:t>
                      </a:r>
                      <a:r>
                        <a:rPr lang="en" altLang="zh-TW" dirty="0"/>
                        <a:t>daily cap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cs typeface="Arial"/>
                          <a:sym typeface="Arial"/>
                        </a:rPr>
                        <a:t>20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GB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6927840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備份／匯出檔案</a:t>
                      </a:r>
                      <a:endParaRPr lang="en" sz="1400" dirty="0">
                        <a:latin typeface="+mj-lt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Blob Storage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Hot tier</a:t>
                      </a:r>
                      <a:r>
                        <a:rPr lang="zh-TW" altLang="en" dirty="0"/>
                        <a:t>，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cs typeface="Arial"/>
                          <a:sym typeface="Arial"/>
                        </a:rPr>
                        <a:t>5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00 GB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05781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32132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71DF35-26DE-DC48-161D-74265E2C4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後續確認事項：</a:t>
            </a:r>
            <a:r>
              <a:rPr lang="en" altLang="zh-TW" b="1" dirty="0"/>
              <a:t>PaaS </a:t>
            </a:r>
            <a:r>
              <a:rPr lang="zh-TW" altLang="en-US" b="1" dirty="0"/>
              <a:t>或 </a:t>
            </a:r>
            <a:r>
              <a:rPr lang="en" altLang="zh-TW" b="1" dirty="0"/>
              <a:t>VM </a:t>
            </a:r>
            <a:r>
              <a:rPr lang="zh-TW" altLang="en-US" b="1" dirty="0"/>
              <a:t>部署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FD9C063-57A1-C0F3-5390-AB0F7B7C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1" dirty="0"/>
              <a:t>待確認事項</a:t>
            </a:r>
            <a:endParaRPr lang="en-US" altLang="zh-TW" b="1" dirty="0"/>
          </a:p>
          <a:p>
            <a:endParaRPr lang="en-US" altLang="zh-TW" b="1" dirty="0"/>
          </a:p>
          <a:p>
            <a:endParaRPr lang="en-US" altLang="zh-TW" b="1" dirty="0"/>
          </a:p>
          <a:p>
            <a:endParaRPr lang="en-US" altLang="zh-TW" b="1" dirty="0"/>
          </a:p>
          <a:p>
            <a:endParaRPr lang="en-US" altLang="zh-TW" b="1" dirty="0"/>
          </a:p>
          <a:p>
            <a:endParaRPr lang="en-US" altLang="zh-TW" b="1" dirty="0"/>
          </a:p>
          <a:p>
            <a:endParaRPr lang="en-US" altLang="zh-TW" b="1" dirty="0"/>
          </a:p>
          <a:p>
            <a:endParaRPr lang="en-US" altLang="zh-TW" b="1" dirty="0"/>
          </a:p>
          <a:p>
            <a:pPr marL="36000" indent="0">
              <a:buNone/>
            </a:pPr>
            <a:endParaRPr lang="en-US" altLang="zh-TW" b="1" dirty="0"/>
          </a:p>
          <a:p>
            <a:r>
              <a:rPr lang="zh-TW" altLang="en-US" b="1" dirty="0"/>
              <a:t>後續方向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48BF005-84FD-110A-FC1E-D0B307003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4090088"/>
              </p:ext>
            </p:extLst>
          </p:nvPr>
        </p:nvGraphicFramePr>
        <p:xfrm>
          <a:off x="540244" y="1231756"/>
          <a:ext cx="10440000" cy="1927394"/>
        </p:xfrm>
        <a:graphic>
          <a:graphicData uri="http://schemas.openxmlformats.org/drawingml/2006/table">
            <a:tbl>
              <a:tblPr>
                <a:tableStyleId>{C7E2D07F-EAD9-47BB-8D15-AB9D181D91B3}</a:tableStyleId>
              </a:tblPr>
              <a:tblGrid>
                <a:gridCol w="1795357">
                  <a:extLst>
                    <a:ext uri="{9D8B030D-6E8A-4147-A177-3AD203B41FA5}">
                      <a16:colId xmlns:a16="http://schemas.microsoft.com/office/drawing/2014/main" val="2331190107"/>
                    </a:ext>
                  </a:extLst>
                </a:gridCol>
                <a:gridCol w="8644643">
                  <a:extLst>
                    <a:ext uri="{9D8B030D-6E8A-4147-A177-3AD203B41FA5}">
                      <a16:colId xmlns:a16="http://schemas.microsoft.com/office/drawing/2014/main" val="2969538920"/>
                    </a:ext>
                  </a:extLst>
                </a:gridCol>
              </a:tblGrid>
              <a:tr h="2082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說明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5487457"/>
                  </a:ext>
                </a:extLst>
              </a:tr>
              <a:tr h="3540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/>
                        <a:t>Azure PaaS </a:t>
                      </a:r>
                      <a:r>
                        <a:rPr lang="zh-TW" altLang="en-US" dirty="0"/>
                        <a:t>可用性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是否可使用 </a:t>
                      </a:r>
                      <a:r>
                        <a:rPr lang="en" dirty="0"/>
                        <a:t>Azure Container </a:t>
                      </a:r>
                      <a:r>
                        <a:rPr lang="en" dirty="0" err="1"/>
                        <a:t>Apps、Managed</a:t>
                      </a:r>
                      <a:r>
                        <a:rPr lang="en" dirty="0"/>
                        <a:t> </a:t>
                      </a:r>
                      <a:r>
                        <a:rPr lang="en" dirty="0" err="1"/>
                        <a:t>Redis、Key</a:t>
                      </a:r>
                      <a:r>
                        <a:rPr lang="en" dirty="0"/>
                        <a:t> </a:t>
                      </a:r>
                      <a:r>
                        <a:rPr lang="en" dirty="0" err="1"/>
                        <a:t>Vault、Log</a:t>
                      </a:r>
                      <a:r>
                        <a:rPr lang="en" dirty="0"/>
                        <a:t> </a:t>
                      </a:r>
                      <a:r>
                        <a:rPr lang="en" dirty="0" err="1"/>
                        <a:t>Analytics、Blob</a:t>
                      </a:r>
                      <a:r>
                        <a:rPr lang="en" dirty="0"/>
                        <a:t> Storage </a:t>
                      </a:r>
                      <a:r>
                        <a:rPr lang="zh-TW" altLang="en-US" dirty="0"/>
                        <a:t>等代管服務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56808572"/>
                  </a:ext>
                </a:extLst>
              </a:tr>
              <a:tr h="3540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資料庫服務選型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/>
                        <a:t>MongoDB </a:t>
                      </a:r>
                      <a:r>
                        <a:rPr lang="zh-TW" altLang="en-US" dirty="0"/>
                        <a:t>是否可使用 </a:t>
                      </a:r>
                      <a:r>
                        <a:rPr lang="en" dirty="0"/>
                        <a:t>MongoDB Atlas on Azure，</a:t>
                      </a:r>
                      <a:r>
                        <a:rPr lang="zh-TW" altLang="en-US" dirty="0"/>
                        <a:t>或必須自行於 </a:t>
                      </a:r>
                      <a:r>
                        <a:rPr lang="en" dirty="0"/>
                        <a:t>VM </a:t>
                      </a:r>
                      <a:r>
                        <a:rPr lang="zh-TW" altLang="en-US" dirty="0"/>
                        <a:t>建置 </a:t>
                      </a:r>
                      <a:r>
                        <a:rPr lang="en" dirty="0"/>
                        <a:t>MongoDB replica set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279553"/>
                  </a:ext>
                </a:extLst>
              </a:tr>
              <a:tr h="243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網路與資安限制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/>
                        <a:t>PaaS </a:t>
                      </a:r>
                      <a:r>
                        <a:rPr lang="zh-TW" altLang="en-US" dirty="0"/>
                        <a:t>服務是否符合內網連線、資料存取、稽核、權限控管與資安規範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7876343"/>
                  </a:ext>
                </a:extLst>
              </a:tr>
              <a:tr h="243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備份與監控方式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是否可使用 </a:t>
                      </a:r>
                      <a:r>
                        <a:rPr lang="en" dirty="0"/>
                        <a:t>Azure </a:t>
                      </a:r>
                      <a:r>
                        <a:rPr lang="zh-TW" altLang="en-US" dirty="0"/>
                        <a:t>原生備份、監控與 </a:t>
                      </a:r>
                      <a:r>
                        <a:rPr lang="en" dirty="0"/>
                        <a:t>Log </a:t>
                      </a:r>
                      <a:r>
                        <a:rPr lang="zh-TW" altLang="en-US" dirty="0"/>
                        <a:t>服務，或需全部自建於 </a:t>
                      </a:r>
                      <a:r>
                        <a:rPr lang="en" dirty="0"/>
                        <a:t>VM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958339"/>
                  </a:ext>
                </a:extLst>
              </a:tr>
              <a:tr h="243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成本與維運責任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採用 </a:t>
                      </a:r>
                      <a:r>
                        <a:rPr lang="en" dirty="0"/>
                        <a:t>PaaS </a:t>
                      </a:r>
                      <a:r>
                        <a:rPr lang="zh-TW" altLang="en-US" dirty="0"/>
                        <a:t>是否可接受其成本模型；若只能開 </a:t>
                      </a:r>
                      <a:r>
                        <a:rPr lang="en" dirty="0"/>
                        <a:t>VM，</a:t>
                      </a:r>
                      <a:r>
                        <a:rPr lang="zh-TW" altLang="en-US" dirty="0"/>
                        <a:t>需由團隊承擔更多維運工作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6225487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8878623-228A-FDFE-696D-224DBCF747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475600"/>
              </p:ext>
            </p:extLst>
          </p:nvPr>
        </p:nvGraphicFramePr>
        <p:xfrm>
          <a:off x="540244" y="4140557"/>
          <a:ext cx="10440000" cy="1362564"/>
        </p:xfrm>
        <a:graphic>
          <a:graphicData uri="http://schemas.openxmlformats.org/drawingml/2006/table">
            <a:tbl>
              <a:tblPr>
                <a:tableStyleId>{C7E2D07F-EAD9-47BB-8D15-AB9D181D91B3}</a:tableStyleId>
              </a:tblPr>
              <a:tblGrid>
                <a:gridCol w="1800000">
                  <a:extLst>
                    <a:ext uri="{9D8B030D-6E8A-4147-A177-3AD203B41FA5}">
                      <a16:colId xmlns:a16="http://schemas.microsoft.com/office/drawing/2014/main" val="346826779"/>
                    </a:ext>
                  </a:extLst>
                </a:gridCol>
                <a:gridCol w="8640000">
                  <a:extLst>
                    <a:ext uri="{9D8B030D-6E8A-4147-A177-3AD203B41FA5}">
                      <a16:colId xmlns:a16="http://schemas.microsoft.com/office/drawing/2014/main" val="29544054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方向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適用情境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2546412"/>
                  </a:ext>
                </a:extLst>
              </a:tr>
              <a:tr h="2214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優先採 </a:t>
                      </a:r>
                      <a:r>
                        <a:rPr lang="en" dirty="0"/>
                        <a:t>Azure PaaS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若資安、網路、稽核與成本皆可接受，可降低維運負擔並提升擴充性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0041709"/>
                  </a:ext>
                </a:extLst>
              </a:tr>
              <a:tr h="376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/>
                        <a:t>Azure VM </a:t>
                      </a:r>
                      <a:r>
                        <a:rPr lang="zh-TW" altLang="en-US" dirty="0"/>
                        <a:t>自建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若 </a:t>
                      </a:r>
                      <a:r>
                        <a:rPr lang="en" dirty="0"/>
                        <a:t>PaaS </a:t>
                      </a:r>
                      <a:r>
                        <a:rPr lang="zh-TW" altLang="en-US" dirty="0"/>
                        <a:t>服務受限，但仍可使用 </a:t>
                      </a:r>
                      <a:r>
                        <a:rPr lang="en" dirty="0"/>
                        <a:t>Azure </a:t>
                      </a:r>
                      <a:r>
                        <a:rPr lang="zh-TW" altLang="en-US" dirty="0"/>
                        <a:t>基礎設施，則採 </a:t>
                      </a:r>
                      <a:r>
                        <a:rPr lang="en" dirty="0"/>
                        <a:t>VM </a:t>
                      </a:r>
                      <a:r>
                        <a:rPr lang="zh-TW" altLang="en-US" dirty="0"/>
                        <a:t>部署 </a:t>
                      </a:r>
                      <a:r>
                        <a:rPr lang="en" dirty="0" err="1"/>
                        <a:t>App、MongoDB、Redis</a:t>
                      </a:r>
                      <a:r>
                        <a:rPr lang="en" dirty="0"/>
                        <a:t> </a:t>
                      </a:r>
                      <a:r>
                        <a:rPr lang="zh-TW" altLang="en-US" dirty="0"/>
                        <a:t>與監控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9405012"/>
                  </a:ext>
                </a:extLst>
              </a:tr>
              <a:tr h="376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地端 </a:t>
                      </a:r>
                      <a:r>
                        <a:rPr lang="en" dirty="0"/>
                        <a:t>VM </a:t>
                      </a:r>
                      <a:r>
                        <a:rPr lang="zh-TW" altLang="en-US" dirty="0"/>
                        <a:t>建置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若 </a:t>
                      </a:r>
                      <a:r>
                        <a:rPr lang="en" dirty="0"/>
                        <a:t>Azure </a:t>
                      </a:r>
                      <a:r>
                        <a:rPr lang="zh-TW" altLang="en-US" dirty="0"/>
                        <a:t>服務或網路條件不符合現階段要求，則先以地端 </a:t>
                      </a:r>
                      <a:r>
                        <a:rPr lang="en" dirty="0"/>
                        <a:t>VM </a:t>
                      </a:r>
                      <a:r>
                        <a:rPr lang="zh-TW" altLang="en-US" dirty="0"/>
                        <a:t>建置，保留後續上雲彈性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87077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1976207"/>
      </p:ext>
    </p:extLst>
  </p:cSld>
  <p:clrMapOvr>
    <a:masterClrMapping/>
  </p:clrMapOvr>
</p:sld>
</file>

<file path=ppt/theme/theme1.xml><?xml version="1.0" encoding="utf-8"?>
<a:theme xmlns:a="http://schemas.openxmlformats.org/drawingml/2006/main" name="數科處範本">
  <a:themeElements>
    <a:clrScheme name="blue-yellow-violet-rose">
      <a:dk1>
        <a:srgbClr val="000000"/>
      </a:dk1>
      <a:lt1>
        <a:srgbClr val="FFFFFF"/>
      </a:lt1>
      <a:dk2>
        <a:srgbClr val="717179"/>
      </a:dk2>
      <a:lt2>
        <a:srgbClr val="E3E3E7"/>
      </a:lt2>
      <a:accent1>
        <a:srgbClr val="3B82F6"/>
      </a:accent1>
      <a:accent2>
        <a:srgbClr val="EAB308"/>
      </a:accent2>
      <a:accent3>
        <a:srgbClr val="8B5CF6"/>
      </a:accent3>
      <a:accent4>
        <a:srgbClr val="F33F5E"/>
      </a:accent4>
      <a:accent5>
        <a:srgbClr val="10B981"/>
      </a:accent5>
      <a:accent6>
        <a:srgbClr val="FFFFFF"/>
      </a:accent6>
      <a:hlink>
        <a:srgbClr val="3B82F6"/>
      </a:hlink>
      <a:folHlink>
        <a:srgbClr val="8B5CF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4F25D0FF425B4EA678AC2414B6A709" ma:contentTypeVersion="10" ma:contentTypeDescription="Create a new document." ma:contentTypeScope="" ma:versionID="8ceec2ce155b1d63c0c6fcd4110f3cfe">
  <xsd:schema xmlns:xsd="http://www.w3.org/2001/XMLSchema" xmlns:xs="http://www.w3.org/2001/XMLSchema" xmlns:p="http://schemas.microsoft.com/office/2006/metadata/properties" xmlns:ns2="7cac0686-f0c7-4236-b000-d7b90732a875" xmlns:ns3="9bfc64f2-d580-4df8-9fa4-4631ad6ac43d" targetNamespace="http://schemas.microsoft.com/office/2006/metadata/properties" ma:root="true" ma:fieldsID="267f21102a69fda15f58a0ecdfc9abe1" ns2:_="" ns3:_="">
    <xsd:import namespace="7cac0686-f0c7-4236-b000-d7b90732a875"/>
    <xsd:import namespace="9bfc64f2-d580-4df8-9fa4-4631ad6ac43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cac0686-f0c7-4236-b000-d7b90732a8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fc64f2-d580-4df8-9fa4-4631ad6ac43d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6929C79-DB32-411C-8C37-9A0BBBB5F64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FD5D526-59E0-46BD-B75A-4A393253F249}">
  <ds:schemaRefs>
    <ds:schemaRef ds:uri="http://schemas.microsoft.com/office/2006/documentManagement/types"/>
    <ds:schemaRef ds:uri="http://schemas.microsoft.com/office/2006/metadata/properties"/>
    <ds:schemaRef ds:uri="http://purl.org/dc/elements/1.1/"/>
    <ds:schemaRef ds:uri="9bfc64f2-d580-4df8-9fa4-4631ad6ac43d"/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infopath/2007/PartnerControls"/>
    <ds:schemaRef ds:uri="7cac0686-f0c7-4236-b000-d7b90732a875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6B3946E7-66F8-4182-AA38-CFC406C59F4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cac0686-f0c7-4236-b000-d7b90732a875"/>
    <ds:schemaRef ds:uri="9bfc64f2-d580-4df8-9fa4-4631ad6ac43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217a5a3d-163a-4e8b-af1b-58fd7f92894f}" enabled="0" method="" siteId="{217a5a3d-163a-4e8b-af1b-58fd7f92894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6774</TotalTime>
  <Words>2949</Words>
  <Application>Microsoft Macintosh PowerPoint</Application>
  <PresentationFormat>自訂</PresentationFormat>
  <Paragraphs>440</Paragraphs>
  <Slides>8</Slides>
  <Notes>8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8" baseType="lpstr">
      <vt:lpstr>微軟正黑體</vt:lpstr>
      <vt:lpstr>微軟正黑體</vt:lpstr>
      <vt:lpstr>標準系統字體</vt:lpstr>
      <vt:lpstr>Microsoft JhengHei Light</vt:lpstr>
      <vt:lpstr>Arial</vt:lpstr>
      <vt:lpstr>Calibri</vt:lpstr>
      <vt:lpstr>Consolas</vt:lpstr>
      <vt:lpstr>Roboto</vt:lpstr>
      <vt:lpstr>Times New Roman</vt:lpstr>
      <vt:lpstr>數科處範本</vt:lpstr>
      <vt:lpstr>InfoGather</vt:lpstr>
      <vt:lpstr>InfoGather 系統架構</vt:lpstr>
      <vt:lpstr>測試環境 VM 與服務配置</vt:lpstr>
      <vt:lpstr>正式環境 VM 與服務配置</vt:lpstr>
      <vt:lpstr>雲適性評估</vt:lpstr>
      <vt:lpstr>Azure 測試環境配置</vt:lpstr>
      <vt:lpstr>Azure 正式環境配置</vt:lpstr>
      <vt:lpstr>後續確認事項：PaaS 或 VM 部署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封面標題(36 pt)</dc:title>
  <cp:lastModifiedBy>雋凱 王</cp:lastModifiedBy>
  <cp:revision>207</cp:revision>
  <dcterms:modified xsi:type="dcterms:W3CDTF">2026-06-29T06:41:47Z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0x010100DE4F25D0FF425B4EA678AC2414B6A709</vt:lpwstr>
  </property>
  <property fmtid="{D5CDD505-2E9C-101B-9397-08002B2CF9AE}" pid="3" name="Order">
    <vt:r8>500</vt:r8>
  </property>
  <property fmtid="{D5CDD505-2E9C-101B-9397-08002B2CF9AE}" pid="4" name="TriggerFlowInfo">
    <vt:lpwstr/>
  </property>
  <property fmtid="{D5CDD505-2E9C-101B-9397-08002B2CF9AE}" pid="5" name="ComplianceAssetId">
    <vt:lpwstr/>
  </property>
  <property fmtid="{D5CDD505-2E9C-101B-9397-08002B2CF9AE}" pid="6" name="_ExtendedDescription">
    <vt:lpwstr/>
  </property>
</Properties>
</file>
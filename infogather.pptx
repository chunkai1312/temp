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4"/>
  </p:sldMasterIdLst>
  <p:notesMasterIdLst>
    <p:notesMasterId r:id="rId9"/>
  </p:notesMasterIdLst>
  <p:sldIdLst>
    <p:sldId id="256" r:id="rId5"/>
    <p:sldId id="2147471222" r:id="rId6"/>
    <p:sldId id="2147471223" r:id="rId7"/>
    <p:sldId id="2147471217" r:id="rId8"/>
  </p:sldIdLst>
  <p:sldSz cx="11520488" cy="6480175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2" roundtripDataSignature="AMtx7mhqKJAzFugGzrpaCdpbPJOL8OwfdA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周立筠-數位金融部-證券" initials="MSOffice" lastIdx="1" clrIdx="0">
    <p:extLst>
      <p:ext uri="{19B8F6BF-5375-455C-9EA6-DF929625EA0E}">
        <p15:presenceInfo xmlns:p15="http://schemas.microsoft.com/office/powerpoint/2012/main" userId="周立筠-數位金融部-證券" providerId="None"/>
      </p:ext>
    </p:extLst>
  </p:cmAuthor>
  <p:cmAuthor id="2" name="吳憲驊-人力資源處-永豐銀行" initials="吳憲驊-人力資源處-永豐銀行" lastIdx="1" clrIdx="1">
    <p:extLst>
      <p:ext uri="{19B8F6BF-5375-455C-9EA6-DF929625EA0E}">
        <p15:presenceInfo xmlns:p15="http://schemas.microsoft.com/office/powerpoint/2012/main" userId="S::simonwu@sinopac.com::c372d5aa-c765-4280-a5c9-548c4152a5d4" providerId="AD"/>
      </p:ext>
    </p:extLst>
  </p:cmAuthor>
  <p:cmAuthor id="3" name="張天豪-數位金融處-永豐銀行" initials="張天豪-數位金融處-永豐銀行" lastIdx="1" clrIdx="2">
    <p:extLst>
      <p:ext uri="{19B8F6BF-5375-455C-9EA6-DF929625EA0E}">
        <p15:presenceInfo xmlns:p15="http://schemas.microsoft.com/office/powerpoint/2012/main" userId="S::darby@sinopac.com::0d835702-99c9-4ef6-82d8-3ca86d4ccc1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2006"/>
    <a:srgbClr val="713F12"/>
    <a:srgbClr val="854D0E"/>
    <a:srgbClr val="A16207"/>
    <a:srgbClr val="CA8A04"/>
    <a:srgbClr val="EAB308"/>
    <a:srgbClr val="FACC15"/>
    <a:srgbClr val="FDE047"/>
    <a:srgbClr val="FEF08A"/>
    <a:srgbClr val="FEF9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1DB7C30-2B5D-4D34-8F22-85940E495A18}">
  <a:tblStyle styleId="{91DB7C30-2B5D-4D34-8F22-85940E495A1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88D87DB6-C1B6-446D-86CF-44D372F8A82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7E2D07F-EAD9-47BB-8D15-AB9D181D91B3}" styleName="Table_2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淺色樣式 1 - 輔色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069"/>
    <p:restoredTop sz="77534"/>
  </p:normalViewPr>
  <p:slideViewPr>
    <p:cSldViewPr snapToGrid="0">
      <p:cViewPr varScale="1">
        <p:scale>
          <a:sx n="103" d="100"/>
          <a:sy n="103" d="100"/>
        </p:scale>
        <p:origin x="88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0" d="100"/>
          <a:sy n="50" d="100"/>
        </p:scale>
        <p:origin x="2708" y="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55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54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53" Type="http://schemas.openxmlformats.org/officeDocument/2006/relationships/commentAuthors" Target="commentAuthors.xml"/><Relationship Id="rId58" Type="http://schemas.microsoft.com/office/2016/11/relationships/changesInfo" Target="changesInfos/changesInfo1.xml"/><Relationship Id="rId5" Type="http://schemas.openxmlformats.org/officeDocument/2006/relationships/slide" Target="slides/slide1.xml"/><Relationship Id="rId57" Type="http://schemas.openxmlformats.org/officeDocument/2006/relationships/tableStyles" Target="tableStyles.xml"/><Relationship Id="rId52" Type="http://customschemas.google.com/relationships/presentationmetadata" Target="metadata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56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鄧昱辰-數位金融處-永豐銀行" userId="S::abnerden@sinopac.com::bac69c27-d65c-4a8e-9604-5b752fd98276" providerId="AD" clId="Web-{BD436DF0-F36C-3C10-2DF2-C064A6340344}"/>
    <pc:docChg chg="modSld">
      <pc:chgData name="鄧昱辰-數位金融處-永豐銀行" userId="S::abnerden@sinopac.com::bac69c27-d65c-4a8e-9604-5b752fd98276" providerId="AD" clId="Web-{BD436DF0-F36C-3C10-2DF2-C064A6340344}" dt="2025-07-02T08:48:48.862" v="4" actId="20577"/>
      <pc:docMkLst>
        <pc:docMk/>
      </pc:docMkLst>
      <pc:sldChg chg="modSp">
        <pc:chgData name="鄧昱辰-數位金融處-永豐銀行" userId="S::abnerden@sinopac.com::bac69c27-d65c-4a8e-9604-5b752fd98276" providerId="AD" clId="Web-{BD436DF0-F36C-3C10-2DF2-C064A6340344}" dt="2025-07-02T08:48:48.862" v="4" actId="20577"/>
        <pc:sldMkLst>
          <pc:docMk/>
          <pc:sldMk cId="4060586183" sldId="2147471188"/>
        </pc:sldMkLst>
      </pc:sldChg>
    </pc:docChg>
  </pc:docChgLst>
  <pc:docChgLst>
    <pc:chgData name="周立筠-數據應用部-永豐金證券" userId="ee349c15-f274-43a3-b0c9-48d528d95247" providerId="ADAL" clId="{60EF727E-7560-4199-9548-178954D6DF8E}"/>
    <pc:docChg chg="undo custSel modSld">
      <pc:chgData name="周立筠-數據應用部-永豐金證券" userId="ee349c15-f274-43a3-b0c9-48d528d95247" providerId="ADAL" clId="{60EF727E-7560-4199-9548-178954D6DF8E}" dt="2024-08-23T09:45:13.775" v="159" actId="14100"/>
      <pc:docMkLst>
        <pc:docMk/>
      </pc:docMkLst>
      <pc:sldChg chg="modSp addCm modCm">
        <pc:chgData name="周立筠-數據應用部-永豐金證券" userId="ee349c15-f274-43a3-b0c9-48d528d95247" providerId="ADAL" clId="{60EF727E-7560-4199-9548-178954D6DF8E}" dt="2024-08-23T09:28:50.074" v="151" actId="14100"/>
        <pc:sldMkLst>
          <pc:docMk/>
          <pc:sldMk cId="3262633635" sldId="297"/>
        </pc:sldMkLst>
      </pc:sldChg>
      <pc:sldChg chg="addSp delSp modSp">
        <pc:chgData name="周立筠-數據應用部-永豐金證券" userId="ee349c15-f274-43a3-b0c9-48d528d95247" providerId="ADAL" clId="{60EF727E-7560-4199-9548-178954D6DF8E}" dt="2024-08-23T09:45:13.775" v="159" actId="14100"/>
        <pc:sldMkLst>
          <pc:docMk/>
          <pc:sldMk cId="2826782116" sldId="298"/>
        </pc:sldMkLst>
      </pc:sldChg>
    </pc:docChg>
  </pc:docChgLst>
  <pc:docChgLst>
    <pc:chgData name="周立筠-數據應用部-永豐金證券" userId="ee349c15-f274-43a3-b0c9-48d528d95247" providerId="ADAL" clId="{3FB2CB3A-96A0-4538-BF95-B43B96849497}"/>
    <pc:docChg chg="undo custSel addSld modSld sldOrd">
      <pc:chgData name="周立筠-數據應用部-永豐金證券" userId="ee349c15-f274-43a3-b0c9-48d528d95247" providerId="ADAL" clId="{3FB2CB3A-96A0-4538-BF95-B43B96849497}" dt="2024-09-06T07:42:04.870" v="136" actId="20577"/>
      <pc:docMkLst>
        <pc:docMk/>
      </pc:docMkLst>
      <pc:sldChg chg="modSp ord">
        <pc:chgData name="周立筠-數據應用部-永豐金證券" userId="ee349c15-f274-43a3-b0c9-48d528d95247" providerId="ADAL" clId="{3FB2CB3A-96A0-4538-BF95-B43B96849497}" dt="2024-09-06T07:32:13.670" v="14" actId="20577"/>
        <pc:sldMkLst>
          <pc:docMk/>
          <pc:sldMk cId="2022153893" sldId="295"/>
        </pc:sldMkLst>
      </pc:sldChg>
      <pc:sldChg chg="ord">
        <pc:chgData name="周立筠-數據應用部-永豐金證券" userId="ee349c15-f274-43a3-b0c9-48d528d95247" providerId="ADAL" clId="{3FB2CB3A-96A0-4538-BF95-B43B96849497}" dt="2024-09-06T07:29:51.430" v="5" actId="20577"/>
        <pc:sldMkLst>
          <pc:docMk/>
          <pc:sldMk cId="4245503187" sldId="2147471171"/>
        </pc:sldMkLst>
      </pc:sldChg>
      <pc:sldChg chg="addSp delSp modSp add">
        <pc:chgData name="周立筠-數據應用部-永豐金證券" userId="ee349c15-f274-43a3-b0c9-48d528d95247" providerId="ADAL" clId="{3FB2CB3A-96A0-4538-BF95-B43B96849497}" dt="2024-09-06T07:31:40.591" v="11" actId="14734"/>
        <pc:sldMkLst>
          <pc:docMk/>
          <pc:sldMk cId="1504610650" sldId="2147471172"/>
        </pc:sldMkLst>
      </pc:sldChg>
      <pc:sldChg chg="addSp delSp modSp add">
        <pc:chgData name="周立筠-數據應用部-永豐金證券" userId="ee349c15-f274-43a3-b0c9-48d528d95247" providerId="ADAL" clId="{3FB2CB3A-96A0-4538-BF95-B43B96849497}" dt="2024-09-06T07:42:04.870" v="136" actId="20577"/>
        <pc:sldMkLst>
          <pc:docMk/>
          <pc:sldMk cId="3155411272" sldId="2147471173"/>
        </pc:sldMkLst>
      </pc:sldChg>
    </pc:docChg>
  </pc:docChgLst>
  <pc:docChgLst>
    <pc:chgData name="陳韋樺-數位科技處-永豐金控" userId="701130e9-61c9-4993-9d2b-72f9303521e5" providerId="ADAL" clId="{80DAA328-AAE6-42A8-AA4F-C352BC19A94D}"/>
    <pc:docChg chg="undo custSel modSld">
      <pc:chgData name="陳韋樺-數位科技處-永豐金控" userId="701130e9-61c9-4993-9d2b-72f9303521e5" providerId="ADAL" clId="{80DAA328-AAE6-42A8-AA4F-C352BC19A94D}" dt="2025-07-08T01:43:26.008" v="4" actId="20577"/>
      <pc:docMkLst>
        <pc:docMk/>
      </pc:docMkLst>
      <pc:sldChg chg="modSp mod">
        <pc:chgData name="陳韋樺-數位科技處-永豐金控" userId="701130e9-61c9-4993-9d2b-72f9303521e5" providerId="ADAL" clId="{80DAA328-AAE6-42A8-AA4F-C352BC19A94D}" dt="2025-07-08T01:43:26.008" v="4" actId="20577"/>
        <pc:sldMkLst>
          <pc:docMk/>
          <pc:sldMk cId="0" sldId="256"/>
        </pc:sldMkLst>
      </pc:sldChg>
    </pc:docChg>
  </pc:docChgLst>
  <pc:docChgLst>
    <pc:chgData name="張天豪-數位金融處-永豐銀行" userId="0d835702-99c9-4ef6-82d8-3ca86d4ccc15" providerId="ADAL" clId="{D2AF67AB-EFE6-5583-B6E8-67F78036965D}"/>
    <pc:docChg chg="custSel addSld delSld modSld modSection">
      <pc:chgData name="張天豪-數位金融處-永豐銀行" userId="0d835702-99c9-4ef6-82d8-3ca86d4ccc15" providerId="ADAL" clId="{D2AF67AB-EFE6-5583-B6E8-67F78036965D}" dt="2025-09-15T05:42:40.118" v="2" actId="2696"/>
      <pc:docMkLst>
        <pc:docMk/>
      </pc:docMkLst>
      <pc:sldChg chg="addSp delSp modSp new del mod chgLayout">
        <pc:chgData name="張天豪-數位金融處-永豐銀行" userId="0d835702-99c9-4ef6-82d8-3ca86d4ccc15" providerId="ADAL" clId="{D2AF67AB-EFE6-5583-B6E8-67F78036965D}" dt="2025-09-15T05:42:40.118" v="2" actId="2696"/>
        <pc:sldMkLst>
          <pc:docMk/>
          <pc:sldMk cId="4260387952" sldId="2147471190"/>
        </pc:sldMkLst>
        <pc:spChg chg="del">
          <ac:chgData name="張天豪-數位金融處-永豐銀行" userId="0d835702-99c9-4ef6-82d8-3ca86d4ccc15" providerId="ADAL" clId="{D2AF67AB-EFE6-5583-B6E8-67F78036965D}" dt="2025-09-15T05:42:00.447" v="1" actId="700"/>
          <ac:spMkLst>
            <pc:docMk/>
            <pc:sldMk cId="4260387952" sldId="2147471190"/>
            <ac:spMk id="2" creationId="{C8E2D793-753F-D8E0-6C96-C3E4A92D305F}"/>
          </ac:spMkLst>
        </pc:spChg>
        <pc:spChg chg="add mod ord">
          <ac:chgData name="張天豪-數位金融處-永豐銀行" userId="0d835702-99c9-4ef6-82d8-3ca86d4ccc15" providerId="ADAL" clId="{D2AF67AB-EFE6-5583-B6E8-67F78036965D}" dt="2025-09-15T05:42:00.447" v="1" actId="700"/>
          <ac:spMkLst>
            <pc:docMk/>
            <pc:sldMk cId="4260387952" sldId="2147471190"/>
            <ac:spMk id="3" creationId="{4720BA31-8393-D7D0-C165-7006096CE23F}"/>
          </ac:spMkLst>
        </pc:spChg>
      </pc:sldChg>
    </pc:docChg>
  </pc:docChgLst>
  <pc:docChgLst>
    <pc:chgData name="張天豪-數位金融處-永豐銀行" userId="0d835702-99c9-4ef6-82d8-3ca86d4ccc15" providerId="ADAL" clId="{3535DB18-1BBF-46AC-A302-CA4DEF9EDE65}"/>
    <pc:docChg chg="undo custSel modSld modMainMaster">
      <pc:chgData name="張天豪-數位金融處-永豐銀行" userId="0d835702-99c9-4ef6-82d8-3ca86d4ccc15" providerId="ADAL" clId="{3535DB18-1BBF-46AC-A302-CA4DEF9EDE65}" dt="2024-08-27T06:35:43.088" v="30" actId="478"/>
      <pc:docMkLst>
        <pc:docMk/>
      </pc:docMkLst>
      <pc:sldChg chg="modSp mod addCm">
        <pc:chgData name="張天豪-數位金融處-永豐銀行" userId="0d835702-99c9-4ef6-82d8-3ca86d4ccc15" providerId="ADAL" clId="{3535DB18-1BBF-46AC-A302-CA4DEF9EDE65}" dt="2024-08-27T06:35:05.491" v="23" actId="15"/>
        <pc:sldMkLst>
          <pc:docMk/>
          <pc:sldMk cId="0" sldId="258"/>
        </pc:sldMkLst>
      </pc:sldChg>
      <pc:sldMasterChg chg="modSldLayout">
        <pc:chgData name="張天豪-數位金融處-永豐銀行" userId="0d835702-99c9-4ef6-82d8-3ca86d4ccc15" providerId="ADAL" clId="{3535DB18-1BBF-46AC-A302-CA4DEF9EDE65}" dt="2024-08-27T06:35:43.088" v="30" actId="478"/>
        <pc:sldMasterMkLst>
          <pc:docMk/>
          <pc:sldMasterMk cId="0" sldId="2147483648"/>
        </pc:sldMasterMkLst>
        <pc:sldLayoutChg chg="addSp delSp modSp mod">
          <pc:chgData name="張天豪-數位金融處-永豐銀行" userId="0d835702-99c9-4ef6-82d8-3ca86d4ccc15" providerId="ADAL" clId="{3535DB18-1BBF-46AC-A302-CA4DEF9EDE65}" dt="2024-08-27T06:35:43.088" v="30" actId="478"/>
          <pc:sldLayoutMkLst>
            <pc:docMk/>
            <pc:sldMasterMk cId="0" sldId="2147483648"/>
            <pc:sldLayoutMk cId="0" sldId="2147483652"/>
          </pc:sldLayoutMkLst>
        </pc:sldLayoutChg>
      </pc:sldMasterChg>
    </pc:docChg>
  </pc:docChgLst>
  <pc:docChgLst>
    <pc:chgData name="傅安-數位金融處-永豐銀行" userId="c8345a55-179c-4faf-b159-cca2c6631c14" providerId="ADAL" clId="{E1FFCD7C-0205-415A-938E-C70C935D38B7}"/>
    <pc:docChg chg="undo custSel addSld delSld modSection">
      <pc:chgData name="傅安-數位金融處-永豐銀行" userId="c8345a55-179c-4faf-b159-cca2c6631c14" providerId="ADAL" clId="{E1FFCD7C-0205-415A-938E-C70C935D38B7}" dt="2025-10-31T09:22:15.910" v="1" actId="47"/>
      <pc:docMkLst>
        <pc:docMk/>
      </pc:docMkLst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7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8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9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0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1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2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4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2406361714" sldId="292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3467411777" sldId="2147471189"/>
        </pc:sldMkLst>
      </pc:sldChg>
    </pc:docChg>
  </pc:docChgLst>
  <pc:docChgLst>
    <pc:chgData name="張天豪-數位金融處-永豐銀行" userId="0d835702-99c9-4ef6-82d8-3ca86d4ccc15" providerId="ADAL" clId="{13649D83-BEB4-0446-824D-B84D0069EC2E}"/>
    <pc:docChg chg="undo custSel addSld modSld sldOrd modSection">
      <pc:chgData name="張天豪-數位金融處-永豐銀行" userId="0d835702-99c9-4ef6-82d8-3ca86d4ccc15" providerId="ADAL" clId="{13649D83-BEB4-0446-824D-B84D0069EC2E}" dt="2024-09-30T06:06:32.388" v="718" actId="404"/>
      <pc:docMkLst>
        <pc:docMk/>
      </pc:docMkLst>
      <pc:sldChg chg="modSp mod">
        <pc:chgData name="張天豪-數位金融處-永豐銀行" userId="0d835702-99c9-4ef6-82d8-3ca86d4ccc15" providerId="ADAL" clId="{13649D83-BEB4-0446-824D-B84D0069EC2E}" dt="2024-09-30T06:05:54.645" v="708" actId="6549"/>
        <pc:sldMkLst>
          <pc:docMk/>
          <pc:sldMk cId="0" sldId="258"/>
        </pc:sldMkLst>
      </pc:sldChg>
      <pc:sldChg chg="modSp mod">
        <pc:chgData name="張天豪-數位金融處-永豐銀行" userId="0d835702-99c9-4ef6-82d8-3ca86d4ccc15" providerId="ADAL" clId="{13649D83-BEB4-0446-824D-B84D0069EC2E}" dt="2024-09-22T01:12:10.917" v="128" actId="14734"/>
        <pc:sldMkLst>
          <pc:docMk/>
          <pc:sldMk cId="0" sldId="262"/>
        </pc:sldMkLst>
      </pc:sldChg>
      <pc:sldChg chg="modSp mod">
        <pc:chgData name="張天豪-數位金融處-永豐銀行" userId="0d835702-99c9-4ef6-82d8-3ca86d4ccc15" providerId="ADAL" clId="{13649D83-BEB4-0446-824D-B84D0069EC2E}" dt="2024-09-22T01:05:29.023" v="3" actId="15"/>
        <pc:sldMkLst>
          <pc:docMk/>
          <pc:sldMk cId="4191026547" sldId="299"/>
        </pc:sldMkLst>
      </pc:sldChg>
      <pc:sldChg chg="modSp mod">
        <pc:chgData name="張天豪-數位金融處-永豐銀行" userId="0d835702-99c9-4ef6-82d8-3ca86d4ccc15" providerId="ADAL" clId="{13649D83-BEB4-0446-824D-B84D0069EC2E}" dt="2024-09-22T01:16:48.728" v="140" actId="20577"/>
        <pc:sldMkLst>
          <pc:docMk/>
          <pc:sldMk cId="393315683" sldId="2147471185"/>
        </pc:sldMkLst>
      </pc:sldChg>
      <pc:sldChg chg="addSp delSp modSp new mod modClrScheme chgLayout">
        <pc:chgData name="張天豪-數位金融處-永豐銀行" userId="0d835702-99c9-4ef6-82d8-3ca86d4ccc15" providerId="ADAL" clId="{13649D83-BEB4-0446-824D-B84D0069EC2E}" dt="2024-09-30T06:06:32.388" v="718" actId="404"/>
        <pc:sldMkLst>
          <pc:docMk/>
          <pc:sldMk cId="4060586183" sldId="2147471188"/>
        </pc:sldMkLst>
      </pc:sldChg>
      <pc:sldChg chg="modSp mod">
        <pc:chgData name="張天豪-數位金融處-永豐銀行" userId="0d835702-99c9-4ef6-82d8-3ca86d4ccc15" providerId="ADAL" clId="{13649D83-BEB4-0446-824D-B84D0069EC2E}" dt="2024-09-30T06:05:26.038" v="680" actId="255"/>
        <pc:sldMkLst>
          <pc:docMk/>
          <pc:sldMk cId="3467411777" sldId="2147471189"/>
        </pc:sldMkLst>
      </pc:sldChg>
    </pc:docChg>
  </pc:docChgLst>
  <pc:docChgLst>
    <pc:chgData name="吳憲驊-人力資源處-永豐銀行" userId="S::simonwu@sinopac.com::c372d5aa-c765-4280-a5c9-548c4152a5d4" providerId="AD" clId="Web-{566E13FB-08C0-32D8-F6D2-084C6563C8D8}"/>
    <pc:docChg chg="modSld">
      <pc:chgData name="吳憲驊-人力資源處-永豐銀行" userId="S::simonwu@sinopac.com::c372d5aa-c765-4280-a5c9-548c4152a5d4" providerId="AD" clId="Web-{566E13FB-08C0-32D8-F6D2-084C6563C8D8}" dt="2024-08-29T09:14:57.922" v="14" actId="20577"/>
      <pc:docMkLst>
        <pc:docMk/>
      </pc:docMkLst>
      <pc:sldChg chg="modSp">
        <pc:chgData name="吳憲驊-人力資源處-永豐銀行" userId="S::simonwu@sinopac.com::c372d5aa-c765-4280-a5c9-548c4152a5d4" providerId="AD" clId="Web-{566E13FB-08C0-32D8-F6D2-084C6563C8D8}" dt="2024-08-29T09:14:57.922" v="14" actId="20577"/>
        <pc:sldMkLst>
          <pc:docMk/>
          <pc:sldMk cId="2022153893" sldId="295"/>
        </pc:sldMkLst>
      </pc:sldChg>
    </pc:docChg>
  </pc:docChgLst>
  <pc:docChgLst>
    <pc:chgData name="吳憲驊-人力資源處-永豐銀行" userId="c372d5aa-c765-4280-a5c9-548c4152a5d4" providerId="ADAL" clId="{EBE3A055-FF26-45CD-9847-CB698884E610}"/>
    <pc:docChg chg="undo redo custSel addSld delSld modSld sldOrd modMainMaster addSection delSection modSection">
      <pc:chgData name="吳憲驊-人力資源處-永豐銀行" userId="c372d5aa-c765-4280-a5c9-548c4152a5d4" providerId="ADAL" clId="{EBE3A055-FF26-45CD-9847-CB698884E610}" dt="2024-09-30T06:05:20.298" v="4408" actId="404"/>
      <pc:docMkLst>
        <pc:docMk/>
      </pc:docMkLst>
      <pc:sldChg chg="modSp mod">
        <pc:chgData name="吳憲驊-人力資源處-永豐銀行" userId="c372d5aa-c765-4280-a5c9-548c4152a5d4" providerId="ADAL" clId="{EBE3A055-FF26-45CD-9847-CB698884E610}" dt="2024-09-06T01:52:09.293" v="932" actId="948"/>
        <pc:sldMkLst>
          <pc:docMk/>
          <pc:sldMk cId="0" sldId="256"/>
        </pc:sldMkLst>
      </pc:sldChg>
      <pc:sldChg chg="addSp delSp modSp mod modClrScheme delCm chgLayout">
        <pc:chgData name="吳憲驊-人力資源處-永豐銀行" userId="c372d5aa-c765-4280-a5c9-548c4152a5d4" providerId="ADAL" clId="{EBE3A055-FF26-45CD-9847-CB698884E610}" dt="2024-09-30T03:54:33.357" v="4288" actId="700"/>
        <pc:sldMkLst>
          <pc:docMk/>
          <pc:sldMk cId="0" sldId="258"/>
        </pc:sldMkLst>
      </pc:sldChg>
      <pc:sldChg chg="modSp mod">
        <pc:chgData name="吳憲驊-人力資源處-永豐銀行" userId="c372d5aa-c765-4280-a5c9-548c4152a5d4" providerId="ADAL" clId="{EBE3A055-FF26-45CD-9847-CB698884E610}" dt="2024-09-30T03:30:19.007" v="3758" actId="207"/>
        <pc:sldMkLst>
          <pc:docMk/>
          <pc:sldMk cId="0" sldId="259"/>
        </pc:sldMkLst>
      </pc:sldChg>
      <pc:sldChg chg="modSp mod">
        <pc:chgData name="吳憲驊-人力資源處-永豐銀行" userId="c372d5aa-c765-4280-a5c9-548c4152a5d4" providerId="ADAL" clId="{EBE3A055-FF26-45CD-9847-CB698884E610}" dt="2024-09-30T03:30:24.098" v="3760" actId="404"/>
        <pc:sldMkLst>
          <pc:docMk/>
          <pc:sldMk cId="0" sldId="260"/>
        </pc:sldMkLst>
      </pc:sldChg>
      <pc:sldChg chg="modSp mod">
        <pc:chgData name="吳憲驊-人力資源處-永豐銀行" userId="c372d5aa-c765-4280-a5c9-548c4152a5d4" providerId="ADAL" clId="{EBE3A055-FF26-45CD-9847-CB698884E610}" dt="2024-09-30T03:30:26.553" v="3762" actId="404"/>
        <pc:sldMkLst>
          <pc:docMk/>
          <pc:sldMk cId="0" sldId="261"/>
        </pc:sldMkLst>
      </pc:sldChg>
      <pc:sldChg chg="modSp mod">
        <pc:chgData name="吳憲驊-人力資源處-永豐銀行" userId="c372d5aa-c765-4280-a5c9-548c4152a5d4" providerId="ADAL" clId="{EBE3A055-FF26-45CD-9847-CB698884E610}" dt="2024-09-30T03:16:45.585" v="3597" actId="404"/>
        <pc:sldMkLst>
          <pc:docMk/>
          <pc:sldMk cId="0" sldId="262"/>
        </pc:sldMkLst>
      </pc:sldChg>
      <pc:sldChg chg="modSp del mod">
        <pc:chgData name="吳憲驊-人力資源處-永豐銀行" userId="c372d5aa-c765-4280-a5c9-548c4152a5d4" providerId="ADAL" clId="{EBE3A055-FF26-45CD-9847-CB698884E610}" dt="2024-09-06T10:03:19.657" v="2377" actId="47"/>
        <pc:sldMkLst>
          <pc:docMk/>
          <pc:sldMk cId="0" sldId="263"/>
        </pc:sldMkLst>
      </pc:sldChg>
      <pc:sldChg chg="ord">
        <pc:chgData name="吳憲驊-人力資源處-永豐銀行" userId="c372d5aa-c765-4280-a5c9-548c4152a5d4" providerId="ADAL" clId="{EBE3A055-FF26-45CD-9847-CB698884E610}" dt="2024-09-06T10:05:31.351" v="2385" actId="404"/>
        <pc:sldMkLst>
          <pc:docMk/>
          <pc:sldMk cId="0" sldId="264"/>
        </pc:sldMkLst>
      </pc:sldChg>
      <pc:sldChg chg="modSp del mod ord">
        <pc:chgData name="吳憲驊-人力資源處-永豐銀行" userId="c372d5aa-c765-4280-a5c9-548c4152a5d4" providerId="ADAL" clId="{EBE3A055-FF26-45CD-9847-CB698884E610}" dt="2024-09-06T10:08:06.584" v="2435" actId="47"/>
        <pc:sldMkLst>
          <pc:docMk/>
          <pc:sldMk cId="0" sldId="265"/>
        </pc:sldMkLst>
      </pc:sldChg>
      <pc:sldChg chg="modSp mod">
        <pc:chgData name="吳憲驊-人力資源處-永豐銀行" userId="c372d5aa-c765-4280-a5c9-548c4152a5d4" providerId="ADAL" clId="{EBE3A055-FF26-45CD-9847-CB698884E610}" dt="2024-09-06T02:41:12.502" v="1440" actId="404"/>
        <pc:sldMkLst>
          <pc:docMk/>
          <pc:sldMk cId="0" sldId="266"/>
        </pc:sldMkLst>
      </pc:sldChg>
      <pc:sldChg chg="modSp mod">
        <pc:chgData name="吳憲驊-人力資源處-永豐銀行" userId="c372d5aa-c765-4280-a5c9-548c4152a5d4" providerId="ADAL" clId="{EBE3A055-FF26-45CD-9847-CB698884E610}" dt="2024-09-06T09:10:15.245" v="1774" actId="108"/>
        <pc:sldMkLst>
          <pc:docMk/>
          <pc:sldMk cId="0" sldId="267"/>
        </pc:sldMkLst>
      </pc:sldChg>
      <pc:sldChg chg="modSp mod">
        <pc:chgData name="吳憲驊-人力資源處-永豐銀行" userId="c372d5aa-c765-4280-a5c9-548c4152a5d4" providerId="ADAL" clId="{EBE3A055-FF26-45CD-9847-CB698884E610}" dt="2024-09-06T02:17:10.131" v="1114" actId="20577"/>
        <pc:sldMkLst>
          <pc:docMk/>
          <pc:sldMk cId="0" sldId="268"/>
        </pc:sldMkLst>
      </pc:sldChg>
      <pc:sldChg chg="modSp del mod">
        <pc:chgData name="吳憲驊-人力資源處-永豐銀行" userId="c372d5aa-c765-4280-a5c9-548c4152a5d4" providerId="ADAL" clId="{EBE3A055-FF26-45CD-9847-CB698884E610}" dt="2024-09-06T03:13:40.576" v="1639" actId="47"/>
        <pc:sldMkLst>
          <pc:docMk/>
          <pc:sldMk cId="0" sldId="269"/>
        </pc:sldMkLst>
      </pc:sldChg>
      <pc:sldChg chg="modSp del mod">
        <pc:chgData name="吳憲驊-人力資源處-永豐銀行" userId="c372d5aa-c765-4280-a5c9-548c4152a5d4" providerId="ADAL" clId="{EBE3A055-FF26-45CD-9847-CB698884E610}" dt="2024-09-06T03:13:47.944" v="1640" actId="47"/>
        <pc:sldMkLst>
          <pc:docMk/>
          <pc:sldMk cId="0" sldId="270"/>
        </pc:sldMkLst>
      </pc:sldChg>
      <pc:sldChg chg="modSp mod">
        <pc:chgData name="吳憲驊-人力資源處-永豐銀行" userId="c372d5aa-c765-4280-a5c9-548c4152a5d4" providerId="ADAL" clId="{EBE3A055-FF26-45CD-9847-CB698884E610}" dt="2024-09-30T03:34:57.167" v="3786" actId="207"/>
        <pc:sldMkLst>
          <pc:docMk/>
          <pc:sldMk cId="0" sldId="271"/>
        </pc:sldMkLst>
      </pc:sldChg>
      <pc:sldChg chg="del">
        <pc:chgData name="吳憲驊-人力資源處-永豐銀行" userId="c372d5aa-c765-4280-a5c9-548c4152a5d4" providerId="ADAL" clId="{EBE3A055-FF26-45CD-9847-CB698884E610}" dt="2024-09-06T02:06:21.412" v="959" actId="47"/>
        <pc:sldMkLst>
          <pc:docMk/>
          <pc:sldMk cId="0" sldId="272"/>
        </pc:sldMkLst>
      </pc:sldChg>
      <pc:sldChg chg="del">
        <pc:chgData name="吳憲驊-人力資源處-永豐銀行" userId="c372d5aa-c765-4280-a5c9-548c4152a5d4" providerId="ADAL" clId="{EBE3A055-FF26-45CD-9847-CB698884E610}" dt="2024-09-06T02:06:22.515" v="960" actId="47"/>
        <pc:sldMkLst>
          <pc:docMk/>
          <pc:sldMk cId="0" sldId="273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4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5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6"/>
        </pc:sldMkLst>
      </pc:sldChg>
      <pc:sldChg chg="modSp del mod ord">
        <pc:chgData name="吳憲驊-人力資源處-永豐銀行" userId="c372d5aa-c765-4280-a5c9-548c4152a5d4" providerId="ADAL" clId="{EBE3A055-FF26-45CD-9847-CB698884E610}" dt="2024-09-06T03:23:38.051" v="1729" actId="47"/>
        <pc:sldMkLst>
          <pc:docMk/>
          <pc:sldMk cId="0" sldId="277"/>
        </pc:sldMkLst>
      </pc:sldChg>
      <pc:sldChg chg="modSp del mod">
        <pc:chgData name="吳憲驊-人力資源處-永豐銀行" userId="c372d5aa-c765-4280-a5c9-548c4152a5d4" providerId="ADAL" clId="{EBE3A055-FF26-45CD-9847-CB698884E610}" dt="2024-09-06T02:06:25.232" v="961" actId="47"/>
        <pc:sldMkLst>
          <pc:docMk/>
          <pc:sldMk cId="0" sldId="278"/>
        </pc:sldMkLst>
      </pc:sldChg>
      <pc:sldChg chg="del">
        <pc:chgData name="吳憲驊-人力資源處-永豐銀行" userId="c372d5aa-c765-4280-a5c9-548c4152a5d4" providerId="ADAL" clId="{EBE3A055-FF26-45CD-9847-CB698884E610}" dt="2024-09-06T02:06:26.187" v="962" actId="47"/>
        <pc:sldMkLst>
          <pc:docMk/>
          <pc:sldMk cId="0" sldId="279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3:17.105" v="4374" actId="14100"/>
        <pc:sldMkLst>
          <pc:docMk/>
          <pc:sldMk cId="0" sldId="281"/>
        </pc:sldMkLst>
      </pc:sldChg>
      <pc:sldChg chg="modSp mod">
        <pc:chgData name="吳憲驊-人力資源處-永豐銀行" userId="c372d5aa-c765-4280-a5c9-548c4152a5d4" providerId="ADAL" clId="{EBE3A055-FF26-45CD-9847-CB698884E610}" dt="2024-09-24T01:16:46.073" v="2669" actId="1076"/>
        <pc:sldMkLst>
          <pc:docMk/>
          <pc:sldMk cId="0" sldId="282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5:20.298" v="4408" actId="404"/>
        <pc:sldMkLst>
          <pc:docMk/>
          <pc:sldMk cId="0" sldId="286"/>
        </pc:sldMkLst>
      </pc:sldChg>
      <pc:sldChg chg="modSp mod">
        <pc:chgData name="吳憲驊-人力資源處-永豐銀行" userId="c372d5aa-c765-4280-a5c9-548c4152a5d4" providerId="ADAL" clId="{EBE3A055-FF26-45CD-9847-CB698884E610}" dt="2024-09-30T03:32:58.465" v="3765" actId="20577"/>
        <pc:sldMkLst>
          <pc:docMk/>
          <pc:sldMk cId="0" sldId="287"/>
        </pc:sldMkLst>
      </pc:sldChg>
      <pc:sldChg chg="modSp mod">
        <pc:chgData name="吳憲驊-人力資源處-永豐銀行" userId="c372d5aa-c765-4280-a5c9-548c4152a5d4" providerId="ADAL" clId="{EBE3A055-FF26-45CD-9847-CB698884E610}" dt="2024-09-30T03:33:00.811" v="3766" actId="20577"/>
        <pc:sldMkLst>
          <pc:docMk/>
          <pc:sldMk cId="0" sldId="288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5:17.629" v="4406" actId="700"/>
        <pc:sldMkLst>
          <pc:docMk/>
          <pc:sldMk cId="0" sldId="289"/>
        </pc:sldMkLst>
      </pc:sldChg>
      <pc:sldChg chg="modSp mod">
        <pc:chgData name="吳憲驊-人力資源處-永豐銀行" userId="c372d5aa-c765-4280-a5c9-548c4152a5d4" providerId="ADAL" clId="{EBE3A055-FF26-45CD-9847-CB698884E610}" dt="2024-09-30T03:33:17.758" v="3768" actId="20577"/>
        <pc:sldMkLst>
          <pc:docMk/>
          <pc:sldMk cId="0" sldId="290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3:53.989" v="4385" actId="404"/>
        <pc:sldMkLst>
          <pc:docMk/>
          <pc:sldMk cId="2697488364" sldId="291"/>
        </pc:sldMkLst>
      </pc:sldChg>
      <pc:sldChg chg="addSp delSp modSp mod ord">
        <pc:chgData name="吳憲驊-人力資源處-永豐銀行" userId="c372d5aa-c765-4280-a5c9-548c4152a5d4" providerId="ADAL" clId="{EBE3A055-FF26-45CD-9847-CB698884E610}" dt="2024-09-30T03:15:33.795" v="3578" actId="14100"/>
        <pc:sldMkLst>
          <pc:docMk/>
          <pc:sldMk cId="2406361714" sldId="292"/>
        </pc:sldMkLst>
      </pc:sldChg>
      <pc:sldChg chg="modSp del mod ord modShow">
        <pc:chgData name="吳憲驊-人力資源處-永豐銀行" userId="c372d5aa-c765-4280-a5c9-548c4152a5d4" providerId="ADAL" clId="{EBE3A055-FF26-45CD-9847-CB698884E610}" dt="2024-09-24T01:14:51.710" v="2665" actId="47"/>
        <pc:sldMkLst>
          <pc:docMk/>
          <pc:sldMk cId="3121629751" sldId="293"/>
        </pc:sldMkLst>
      </pc:sldChg>
      <pc:sldChg chg="addSp modSp del mod ord delCm">
        <pc:chgData name="吳憲驊-人力資源處-永豐銀行" userId="c372d5aa-c765-4280-a5c9-548c4152a5d4" providerId="ADAL" clId="{EBE3A055-FF26-45CD-9847-CB698884E610}" dt="2024-09-06T09:30:19.344" v="1945" actId="47"/>
        <pc:sldMkLst>
          <pc:docMk/>
          <pc:sldMk cId="673018660" sldId="294"/>
        </pc:sldMkLst>
      </pc:sldChg>
      <pc:sldChg chg="modSp mod ord">
        <pc:chgData name="吳憲驊-人力資源處-永豐銀行" userId="c372d5aa-c765-4280-a5c9-548c4152a5d4" providerId="ADAL" clId="{EBE3A055-FF26-45CD-9847-CB698884E610}" dt="2024-09-24T01:08:40.626" v="2664" actId="207"/>
        <pc:sldMkLst>
          <pc:docMk/>
          <pc:sldMk cId="2022153893" sldId="295"/>
        </pc:sldMkLst>
      </pc:sldChg>
      <pc:sldChg chg="modSp mod delCm">
        <pc:chgData name="吳憲驊-人力資源處-永豐銀行" userId="c372d5aa-c765-4280-a5c9-548c4152a5d4" providerId="ADAL" clId="{EBE3A055-FF26-45CD-9847-CB698884E610}" dt="2024-09-20T06:02:24.677" v="2612" actId="207"/>
        <pc:sldMkLst>
          <pc:docMk/>
          <pc:sldMk cId="3262633635" sldId="297"/>
        </pc:sldMkLst>
      </pc:sldChg>
      <pc:sldChg chg="modSp del mod">
        <pc:chgData name="吳憲驊-人力資源處-永豐銀行" userId="c372d5aa-c765-4280-a5c9-548c4152a5d4" providerId="ADAL" clId="{EBE3A055-FF26-45CD-9847-CB698884E610}" dt="2024-09-06T08:56:06.116" v="1731" actId="47"/>
        <pc:sldMkLst>
          <pc:docMk/>
          <pc:sldMk cId="2826782116" sldId="298"/>
        </pc:sldMkLst>
      </pc:sldChg>
      <pc:sldChg chg="modSp new del mod">
        <pc:chgData name="吳憲驊-人力資源處-永豐銀行" userId="c372d5aa-c765-4280-a5c9-548c4152a5d4" providerId="ADAL" clId="{EBE3A055-FF26-45CD-9847-CB698884E610}" dt="2024-09-06T01:58:53.780" v="953" actId="47"/>
        <pc:sldMkLst>
          <pc:docMk/>
          <pc:sldMk cId="535572816" sldId="299"/>
        </pc:sldMkLst>
      </pc:sldChg>
      <pc:sldChg chg="addSp delSp modSp add del mod">
        <pc:chgData name="吳憲驊-人力資源處-永豐銀行" userId="c372d5aa-c765-4280-a5c9-548c4152a5d4" providerId="ADAL" clId="{EBE3A055-FF26-45CD-9847-CB698884E610}" dt="2024-09-06T01:27:07.721" v="125" actId="47"/>
        <pc:sldMkLst>
          <pc:docMk/>
          <pc:sldMk cId="3368370710" sldId="299"/>
        </pc:sldMkLst>
      </pc:sldChg>
      <pc:sldChg chg="new del">
        <pc:chgData name="吳憲驊-人力資源處-永豐銀行" userId="c372d5aa-c765-4280-a5c9-548c4152a5d4" providerId="ADAL" clId="{EBE3A055-FF26-45CD-9847-CB698884E610}" dt="2024-09-06T01:58:30.280" v="941" actId="47"/>
        <pc:sldMkLst>
          <pc:docMk/>
          <pc:sldMk cId="3690986561" sldId="299"/>
        </pc:sldMkLst>
      </pc:sldChg>
      <pc:sldChg chg="addSp delSp modSp add mod ord">
        <pc:chgData name="吳憲驊-人力資源處-永豐銀行" userId="c372d5aa-c765-4280-a5c9-548c4152a5d4" providerId="ADAL" clId="{EBE3A055-FF26-45CD-9847-CB698884E610}" dt="2024-09-06T09:11:00.817" v="1779" actId="20577"/>
        <pc:sldMkLst>
          <pc:docMk/>
          <pc:sldMk cId="4191026547" sldId="299"/>
        </pc:sldMkLst>
      </pc:sldChg>
      <pc:sldChg chg="addSp delSp modSp new del mod modClrScheme chgLayout">
        <pc:chgData name="吳憲驊-人力資源處-永豐銀行" userId="c372d5aa-c765-4280-a5c9-548c4152a5d4" providerId="ADAL" clId="{EBE3A055-FF26-45CD-9847-CB698884E610}" dt="2024-09-06T01:33:49.871" v="194" actId="47"/>
        <pc:sldMkLst>
          <pc:docMk/>
          <pc:sldMk cId="4200769607" sldId="299"/>
        </pc:sldMkLst>
      </pc:sldChg>
      <pc:sldChg chg="addSp modSp add mod">
        <pc:chgData name="吳憲驊-人力資源處-永豐銀行" userId="c372d5aa-c765-4280-a5c9-548c4152a5d4" providerId="ADAL" clId="{EBE3A055-FF26-45CD-9847-CB698884E610}" dt="2024-09-30T03:34:38.001" v="3780" actId="404"/>
        <pc:sldMkLst>
          <pc:docMk/>
          <pc:sldMk cId="2718007652" sldId="2132739904"/>
        </pc:sldMkLst>
      </pc:sldChg>
      <pc:sldChg chg="modSp add mod">
        <pc:chgData name="吳憲驊-人力資源處-永豐銀行" userId="c372d5aa-c765-4280-a5c9-548c4152a5d4" providerId="ADAL" clId="{EBE3A055-FF26-45CD-9847-CB698884E610}" dt="2024-09-20T05:57:23.821" v="2582" actId="20577"/>
        <pc:sldMkLst>
          <pc:docMk/>
          <pc:sldMk cId="1087620128" sldId="2132739928"/>
        </pc:sldMkLst>
      </pc:sldChg>
      <pc:sldChg chg="delSp modSp add del mod">
        <pc:chgData name="吳憲驊-人力資源處-永豐銀行" userId="c372d5aa-c765-4280-a5c9-548c4152a5d4" providerId="ADAL" clId="{EBE3A055-FF26-45CD-9847-CB698884E610}" dt="2024-09-06T02:52:14.102" v="1487" actId="47"/>
        <pc:sldMkLst>
          <pc:docMk/>
          <pc:sldMk cId="2991285827" sldId="2147471015"/>
        </pc:sldMkLst>
      </pc:sldChg>
      <pc:sldChg chg="delSp modSp add del mod">
        <pc:chgData name="吳憲驊-人力資源處-永豐銀行" userId="c372d5aa-c765-4280-a5c9-548c4152a5d4" providerId="ADAL" clId="{EBE3A055-FF26-45CD-9847-CB698884E610}" dt="2024-09-20T05:57:21.476" v="2580" actId="47"/>
        <pc:sldMkLst>
          <pc:docMk/>
          <pc:sldMk cId="3906953588" sldId="2147471163"/>
        </pc:sldMkLst>
      </pc:sldChg>
      <pc:sldChg chg="modSp add del mod">
        <pc:chgData name="吳憲驊-人力資源處-永豐銀行" userId="c372d5aa-c765-4280-a5c9-548c4152a5d4" providerId="ADAL" clId="{EBE3A055-FF26-45CD-9847-CB698884E610}" dt="2024-09-20T05:57:12.814" v="2577" actId="47"/>
        <pc:sldMkLst>
          <pc:docMk/>
          <pc:sldMk cId="4245503187" sldId="2147471171"/>
        </pc:sldMkLst>
      </pc:sldChg>
      <pc:sldChg chg="del">
        <pc:chgData name="吳憲驊-人力資源處-永豐銀行" userId="c372d5aa-c765-4280-a5c9-548c4152a5d4" providerId="ADAL" clId="{EBE3A055-FF26-45CD-9847-CB698884E610}" dt="2024-09-06T08:56:02.319" v="1730" actId="47"/>
        <pc:sldMkLst>
          <pc:docMk/>
          <pc:sldMk cId="1504610650" sldId="2147471172"/>
        </pc:sldMkLst>
      </pc:sldChg>
      <pc:sldChg chg="addSp delSp modSp mod ord">
        <pc:chgData name="吳憲驊-人力資源處-永豐銀行" userId="c372d5aa-c765-4280-a5c9-548c4152a5d4" providerId="ADAL" clId="{EBE3A055-FF26-45CD-9847-CB698884E610}" dt="2024-09-06T10:09:00.513" v="2486" actId="255"/>
        <pc:sldMkLst>
          <pc:docMk/>
          <pc:sldMk cId="3155411272" sldId="2147471173"/>
        </pc:sldMkLst>
      </pc:sldChg>
      <pc:sldChg chg="modSp add del mod ord">
        <pc:chgData name="吳憲驊-人力資源處-永豐銀行" userId="c372d5aa-c765-4280-a5c9-548c4152a5d4" providerId="ADAL" clId="{EBE3A055-FF26-45CD-9847-CB698884E610}" dt="2024-09-20T05:58:16.230" v="2585" actId="47"/>
        <pc:sldMkLst>
          <pc:docMk/>
          <pc:sldMk cId="2528477559" sldId="2147471174"/>
        </pc:sldMkLst>
      </pc:sldChg>
      <pc:sldChg chg="modSp add mod ord">
        <pc:chgData name="吳憲驊-人力資源處-永豐銀行" userId="c372d5aa-c765-4280-a5c9-548c4152a5d4" providerId="ADAL" clId="{EBE3A055-FF26-45CD-9847-CB698884E610}" dt="2024-09-30T03:34:34.474" v="3778" actId="207"/>
        <pc:sldMkLst>
          <pc:docMk/>
          <pc:sldMk cId="269871982" sldId="2147471175"/>
        </pc:sldMkLst>
      </pc:sldChg>
      <pc:sldChg chg="modSp add mod">
        <pc:chgData name="吳憲驊-人力資源處-永豐銀行" userId="c372d5aa-c765-4280-a5c9-548c4152a5d4" providerId="ADAL" clId="{EBE3A055-FF26-45CD-9847-CB698884E610}" dt="2024-09-06T09:24:26.987" v="1875" actId="20577"/>
        <pc:sldMkLst>
          <pc:docMk/>
          <pc:sldMk cId="2495256314" sldId="2147471176"/>
        </pc:sldMkLst>
      </pc:sldChg>
      <pc:sldChg chg="addSp delSp 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2092506589" sldId="2147471177"/>
        </pc:sldMkLst>
      </pc:sldChg>
      <pc:sldChg chg="modSp add del mod ord">
        <pc:chgData name="吳憲驊-人力資源處-永豐銀行" userId="c372d5aa-c765-4280-a5c9-548c4152a5d4" providerId="ADAL" clId="{EBE3A055-FF26-45CD-9847-CB698884E610}" dt="2024-09-20T05:58:26.422" v="2590" actId="47"/>
        <pc:sldMkLst>
          <pc:docMk/>
          <pc:sldMk cId="1671451404" sldId="2147471178"/>
        </pc:sldMkLst>
      </pc:sldChg>
      <pc:sldChg chg="modSp add del mod ord replI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500988513" sldId="2147471179"/>
        </pc:sldMkLst>
      </pc:sldChg>
      <pc:sldChg chg="modSp add mod ord">
        <pc:chgData name="吳憲驊-人力資源處-永豐銀行" userId="c372d5aa-c765-4280-a5c9-548c4152a5d4" providerId="ADAL" clId="{EBE3A055-FF26-45CD-9847-CB698884E610}" dt="2024-09-20T06:18:12.897" v="2644" actId="207"/>
        <pc:sldMkLst>
          <pc:docMk/>
          <pc:sldMk cId="399943788" sldId="2147471180"/>
        </pc:sldMkLst>
      </pc:sldChg>
      <pc:sldChg chg="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642251706" sldId="2147471181"/>
        </pc:sldMkLst>
      </pc:sldChg>
      <pc:sldChg chg="addSp delSp modSp add mod ord">
        <pc:chgData name="吳憲驊-人力資源處-永豐銀行" userId="c372d5aa-c765-4280-a5c9-548c4152a5d4" providerId="ADAL" clId="{EBE3A055-FF26-45CD-9847-CB698884E610}" dt="2024-09-26T09:46:19.715" v="2812" actId="2711"/>
        <pc:sldMkLst>
          <pc:docMk/>
          <pc:sldMk cId="2544379920" sldId="2147471182"/>
        </pc:sldMkLst>
      </pc:sldChg>
      <pc:sldChg chg="addSp delSp modSp add del mod ord">
        <pc:chgData name="吳憲驊-人力資源處-永豐銀行" userId="c372d5aa-c765-4280-a5c9-548c4152a5d4" providerId="ADAL" clId="{EBE3A055-FF26-45CD-9847-CB698884E610}" dt="2024-09-06T09:52:34.002" v="2252" actId="47"/>
        <pc:sldMkLst>
          <pc:docMk/>
          <pc:sldMk cId="2234440729" sldId="2147471183"/>
        </pc:sldMkLst>
      </pc:sldChg>
      <pc:sldChg chg="addSp delSp 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008557657" sldId="2147471184"/>
        </pc:sldMkLst>
      </pc:sldChg>
      <pc:sldChg chg="modSp add mod ord">
        <pc:chgData name="吳憲驊-人力資源處-永豐銀行" userId="c372d5aa-c765-4280-a5c9-548c4152a5d4" providerId="ADAL" clId="{EBE3A055-FF26-45CD-9847-CB698884E610}" dt="2024-09-06T10:05:42.743" v="2410" actId="20577"/>
        <pc:sldMkLst>
          <pc:docMk/>
          <pc:sldMk cId="393315683" sldId="2147471185"/>
        </pc:sldMkLst>
      </pc:sldChg>
      <pc:sldChg chg="addSp delSp modSp add mod ord modClrScheme chgLayout">
        <pc:chgData name="吳憲驊-人力資源處-永豐銀行" userId="c372d5aa-c765-4280-a5c9-548c4152a5d4" providerId="ADAL" clId="{EBE3A055-FF26-45CD-9847-CB698884E610}" dt="2024-09-30T06:02:59.666" v="4368" actId="404"/>
        <pc:sldMkLst>
          <pc:docMk/>
          <pc:sldMk cId="2193386975" sldId="2147471186"/>
        </pc:sldMkLst>
      </pc:sldChg>
      <pc:sldChg chg="add">
        <pc:chgData name="吳憲驊-人力資源處-永豐銀行" userId="c372d5aa-c765-4280-a5c9-548c4152a5d4" providerId="ADAL" clId="{EBE3A055-FF26-45CD-9847-CB698884E610}" dt="2024-09-06T10:08:14.157" v="2436" actId="2890"/>
        <pc:sldMkLst>
          <pc:docMk/>
          <pc:sldMk cId="3424880807" sldId="2147471187"/>
        </pc:sldMkLst>
      </pc:sldChg>
      <pc:sldChg chg="add del">
        <pc:chgData name="吳憲驊-人力資源處-永豐銀行" userId="c372d5aa-c765-4280-a5c9-548c4152a5d4" providerId="ADAL" clId="{EBE3A055-FF26-45CD-9847-CB698884E610}" dt="2024-09-09T03:56:36.297" v="2491" actId="47"/>
        <pc:sldMkLst>
          <pc:docMk/>
          <pc:sldMk cId="922226238" sldId="2147471188"/>
        </pc:sldMkLst>
      </pc:sldChg>
      <pc:sldChg chg="modSp mod chgLayout">
        <pc:chgData name="吳憲驊-人力資源處-永豐銀行" userId="c372d5aa-c765-4280-a5c9-548c4152a5d4" providerId="ADAL" clId="{EBE3A055-FF26-45CD-9847-CB698884E610}" dt="2024-09-30T05:56:19.372" v="4291" actId="404"/>
        <pc:sldMkLst>
          <pc:docMk/>
          <pc:sldMk cId="4060586183" sldId="2147471188"/>
        </pc:sldMkLst>
      </pc:sldChg>
      <pc:sldChg chg="add del">
        <pc:chgData name="吳憲驊-人力資源處-永豐銀行" userId="c372d5aa-c765-4280-a5c9-548c4152a5d4" providerId="ADAL" clId="{EBE3A055-FF26-45CD-9847-CB698884E610}" dt="2024-09-26T09:48:05.353" v="2814" actId="2890"/>
        <pc:sldMkLst>
          <pc:docMk/>
          <pc:sldMk cId="2913165393" sldId="2147471189"/>
        </pc:sldMkLst>
      </pc:sldChg>
      <pc:sldChg chg="addSp delSp modSp new del mod modClrScheme chgLayout">
        <pc:chgData name="吳憲驊-人力資源處-永豐銀行" userId="c372d5aa-c765-4280-a5c9-548c4152a5d4" providerId="ADAL" clId="{EBE3A055-FF26-45CD-9847-CB698884E610}" dt="2024-09-26T09:49:09.602" v="2876" actId="47"/>
        <pc:sldMkLst>
          <pc:docMk/>
          <pc:sldMk cId="3105233477" sldId="2147471189"/>
        </pc:sldMkLst>
      </pc:sldChg>
      <pc:sldChg chg="addSp delSp modSp add mod ord chgLayout">
        <pc:chgData name="吳憲驊-人力資源處-永豐銀行" userId="c372d5aa-c765-4280-a5c9-548c4152a5d4" providerId="ADAL" clId="{EBE3A055-FF26-45CD-9847-CB698884E610}" dt="2024-09-30T05:59:45.495" v="4317" actId="403"/>
        <pc:sldMkLst>
          <pc:docMk/>
          <pc:sldMk cId="3467411777" sldId="2147471189"/>
        </pc:sldMkLst>
      </pc:sldChg>
      <pc:sldMasterChg chg="addSp delSp modSp mod delSldLayout modSldLayout sldLayoutOrd">
        <pc:chgData name="吳憲驊-人力資源處-永豐銀行" userId="c372d5aa-c765-4280-a5c9-548c4152a5d4" providerId="ADAL" clId="{EBE3A055-FF26-45CD-9847-CB698884E610}" dt="2024-09-30T03:53:18.173" v="4266" actId="20577"/>
        <pc:sldMasterMkLst>
          <pc:docMk/>
          <pc:sldMasterMk cId="0" sldId="2147483648"/>
        </pc:sldMasterMkLst>
        <pc:sldLayoutChg chg="addSp delSp modSp mod ord">
          <pc:chgData name="吳憲驊-人力資源處-永豐銀行" userId="c372d5aa-c765-4280-a5c9-548c4152a5d4" providerId="ADAL" clId="{EBE3A055-FF26-45CD-9847-CB698884E610}" dt="2024-09-30T03:53:18.173" v="4266" actId="20577"/>
          <pc:sldLayoutMkLst>
            <pc:docMk/>
            <pc:sldMasterMk cId="0" sldId="2147483648"/>
            <pc:sldLayoutMk cId="0" sldId="2147483651"/>
          </pc:sldLayoutMkLst>
        </pc:sldLayoutChg>
        <pc:sldLayoutChg chg="addSp delSp modSp mod ord">
          <pc:chgData name="吳憲驊-人力資源處-永豐銀行" userId="c372d5aa-c765-4280-a5c9-548c4152a5d4" providerId="ADAL" clId="{EBE3A055-FF26-45CD-9847-CB698884E610}" dt="2024-09-06T02:11:41.253" v="965" actId="6014"/>
          <pc:sldLayoutMkLst>
            <pc:docMk/>
            <pc:sldMasterMk cId="0" sldId="2147483648"/>
            <pc:sldLayoutMk cId="0" sldId="2147483652"/>
          </pc:sldLayoutMkLst>
        </pc:sldLayoutChg>
        <pc:sldLayoutChg chg="modSp mod">
          <pc:chgData name="吳憲驊-人力資源處-永豐銀行" userId="c372d5aa-c765-4280-a5c9-548c4152a5d4" providerId="ADAL" clId="{EBE3A055-FF26-45CD-9847-CB698884E610}" dt="2024-09-06T01:32:30.947" v="169" actId="20577"/>
          <pc:sldLayoutMkLst>
            <pc:docMk/>
            <pc:sldMasterMk cId="0" sldId="2147483648"/>
            <pc:sldLayoutMk cId="2989105902" sldId="2147483654"/>
          </pc:sldLayoutMkLst>
        </pc:sldLayoutChg>
        <pc:sldLayoutChg chg="addSp delSp modSp mod ord">
          <pc:chgData name="吳憲驊-人力資源處-永豐銀行" userId="c372d5aa-c765-4280-a5c9-548c4152a5d4" providerId="ADAL" clId="{EBE3A055-FF26-45CD-9847-CB698884E610}" dt="2024-09-30T03:52:53.479" v="4250" actId="20577"/>
          <pc:sldLayoutMkLst>
            <pc:docMk/>
            <pc:sldMasterMk cId="0" sldId="2147483648"/>
            <pc:sldLayoutMk cId="1016505608" sldId="2147483659"/>
          </pc:sldLayoutMkLst>
        </pc:sldLayoutChg>
        <pc:sldLayoutChg chg="addSp delSp modSp del mod">
          <pc:chgData name="吳憲驊-人力資源處-永豐銀行" userId="c372d5aa-c765-4280-a5c9-548c4152a5d4" providerId="ADAL" clId="{EBE3A055-FF26-45CD-9847-CB698884E610}" dt="2024-09-06T01:57:39.997" v="937" actId="2696"/>
          <pc:sldLayoutMkLst>
            <pc:docMk/>
            <pc:sldMasterMk cId="0" sldId="2147483648"/>
            <pc:sldLayoutMk cId="1397769940" sldId="2147483659"/>
          </pc:sldLayoutMkLst>
        </pc:sldLayoutChg>
      </pc:sldMasterChg>
    </pc:docChg>
  </pc:docChgLst>
  <pc:docChgLst>
    <pc:chgData name="李宣諭-數位金融處-永豐銀行" userId="6301128a-36be-4004-bf48-5b6edf7c200a" providerId="ADAL" clId="{5556FE67-40C6-4518-82D8-D031FD5835E3}"/>
    <pc:docChg chg="modMainMaster">
      <pc:chgData name="李宣諭-數位金融處-永豐銀行" userId="6301128a-36be-4004-bf48-5b6edf7c200a" providerId="ADAL" clId="{5556FE67-40C6-4518-82D8-D031FD5835E3}" dt="2025-04-09T03:20:37.614" v="0" actId="1076"/>
      <pc:docMkLst>
        <pc:docMk/>
      </pc:docMkLst>
      <pc:sldMasterChg chg="modSldLayout">
        <pc:chgData name="李宣諭-數位金融處-永豐銀行" userId="6301128a-36be-4004-bf48-5b6edf7c200a" providerId="ADAL" clId="{5556FE67-40C6-4518-82D8-D031FD5835E3}" dt="2025-04-09T03:20:37.614" v="0" actId="1076"/>
        <pc:sldMasterMkLst>
          <pc:docMk/>
          <pc:sldMasterMk cId="0" sldId="2147483648"/>
        </pc:sldMasterMkLst>
        <pc:sldLayoutChg chg="modSp mod">
          <pc:chgData name="李宣諭-數位金融處-永豐銀行" userId="6301128a-36be-4004-bf48-5b6edf7c200a" providerId="ADAL" clId="{5556FE67-40C6-4518-82D8-D031FD5835E3}" dt="2025-04-09T03:20:37.614" v="0" actId="1076"/>
          <pc:sldLayoutMkLst>
            <pc:docMk/>
            <pc:sldMasterMk cId="0" sldId="2147483648"/>
            <pc:sldLayoutMk cId="0" sldId="2147483651"/>
          </pc:sldLayoutMkLst>
        </pc:sldLayoutChg>
      </pc:sldMasterChg>
    </pc:docChg>
  </pc:docChgLst>
  <pc:docChgLst>
    <pc:chgData name="周立筠-數據應用部-永豐金證券" userId="ee349c15-f274-43a3-b0c9-48d528d95247" providerId="ADAL" clId="{C906908C-602B-40BA-8197-1638BF03C79B}"/>
    <pc:docChg chg="modSld">
      <pc:chgData name="周立筠-數據應用部-永豐金證券" userId="ee349c15-f274-43a3-b0c9-48d528d95247" providerId="ADAL" clId="{C906908C-602B-40BA-8197-1638BF03C79B}" dt="2024-09-09T02:23:14.879" v="0" actId="14734"/>
      <pc:docMkLst>
        <pc:docMk/>
      </pc:docMkLst>
      <pc:sldChg chg="modSp mod">
        <pc:chgData name="周立筠-數據應用部-永豐金證券" userId="ee349c15-f274-43a3-b0c9-48d528d95247" providerId="ADAL" clId="{C906908C-602B-40BA-8197-1638BF03C79B}" dt="2024-09-09T02:23:14.879" v="0" actId="14734"/>
        <pc:sldMkLst>
          <pc:docMk/>
          <pc:sldMk cId="3155411272" sldId="2147471173"/>
        </pc:sldMkLst>
      </pc:sldChg>
    </pc:docChg>
  </pc:docChgLst>
  <pc:docChgLst>
    <pc:chgData name="周立筠-數據應用部-永豐金證券" userId="S::liyun0222.zhou@sinopac.com::ee349c15-f274-43a3-b0c9-48d528d95247" providerId="AD" clId="Web-{5A204781-D460-E2E0-652B-45D9DE8FA1C8}"/>
    <pc:docChg chg="modSld">
      <pc:chgData name="周立筠-數據應用部-永豐金證券" userId="S::liyun0222.zhou@sinopac.com::ee349c15-f274-43a3-b0c9-48d528d95247" providerId="AD" clId="Web-{5A204781-D460-E2E0-652B-45D9DE8FA1C8}" dt="2024-10-14T01:13:08.839" v="7"/>
      <pc:docMkLst>
        <pc:docMk/>
      </pc:docMkLst>
      <pc:sldChg chg="addSp delSp modSp">
        <pc:chgData name="周立筠-數據應用部-永豐金證券" userId="S::liyun0222.zhou@sinopac.com::ee349c15-f274-43a3-b0c9-48d528d95247" providerId="AD" clId="Web-{5A204781-D460-E2E0-652B-45D9DE8FA1C8}" dt="2024-10-14T01:13:08.839" v="7"/>
        <pc:sldMkLst>
          <pc:docMk/>
          <pc:sldMk cId="2022153893" sldId="295"/>
        </pc:sldMkLst>
      </pc:sldChg>
    </pc:docChg>
  </pc:docChgLst>
  <pc:docChgLst>
    <pc:chgData name="陳韋樺-數位科技處-永豐金控" userId="701130e9-61c9-4993-9d2b-72f9303521e5" providerId="ADAL" clId="{F94F54DA-E015-4898-AD0E-43B761B2E22F}"/>
    <pc:docChg chg="modSld modNotesMaster">
      <pc:chgData name="陳韋樺-數位科技處-永豐金控" userId="701130e9-61c9-4993-9d2b-72f9303521e5" providerId="ADAL" clId="{F94F54DA-E015-4898-AD0E-43B761B2E22F}" dt="2025-07-22T03:27:11.652" v="1" actId="1076"/>
      <pc:docMkLst>
        <pc:docMk/>
      </pc:docMkLst>
      <pc:sldChg chg="modSp mod">
        <pc:chgData name="陳韋樺-數位科技處-永豐金控" userId="701130e9-61c9-4993-9d2b-72f9303521e5" providerId="ADAL" clId="{F94F54DA-E015-4898-AD0E-43B761B2E22F}" dt="2025-07-22T03:26:40.854" v="0" actId="1076"/>
        <pc:sldMkLst>
          <pc:docMk/>
          <pc:sldMk cId="0" sldId="256"/>
        </pc:sldMkLst>
      </pc:sldChg>
    </pc:docChg>
  </pc:docChgLst>
  <pc:docChgLst>
    <pc:chgData name="周立筠-數據應用部-永豐金證券" userId="S::liyun0222.zhou@sinopac.com::ee349c15-f274-43a3-b0c9-48d528d95247" providerId="AD" clId="Web-{9C13AFE3-8240-BC94-48CC-0CB3BB172451}"/>
    <pc:docChg chg="modSld">
      <pc:chgData name="周立筠-數據應用部-永豐金證券" userId="S::liyun0222.zhou@sinopac.com::ee349c15-f274-43a3-b0c9-48d528d95247" providerId="AD" clId="Web-{9C13AFE3-8240-BC94-48CC-0CB3BB172451}" dt="2024-09-30T01:52:35.281" v="3" actId="20577"/>
      <pc:docMkLst>
        <pc:docMk/>
      </pc:docMkLst>
      <pc:sldChg chg="modSp">
        <pc:chgData name="周立筠-數據應用部-永豐金證券" userId="S::liyun0222.zhou@sinopac.com::ee349c15-f274-43a3-b0c9-48d528d95247" providerId="AD" clId="Web-{9C13AFE3-8240-BC94-48CC-0CB3BB172451}" dt="2024-09-30T01:52:35.281" v="3" actId="20577"/>
        <pc:sldMkLst>
          <pc:docMk/>
          <pc:sldMk cId="0" sldId="258"/>
        </pc:sldMkLst>
      </pc:sldChg>
    </pc:docChg>
  </pc:docChgLst>
  <pc:docChgLst>
    <pc:chgData name="周立筠-數據應用部-永豐金證券" userId="ee349c15-f274-43a3-b0c9-48d528d95247" providerId="ADAL" clId="{4E0ABDCF-1B67-4881-8BC6-D6262098E4C1}"/>
    <pc:docChg chg="addSld modSld">
      <pc:chgData name="周立筠-數據應用部-永豐金證券" userId="ee349c15-f274-43a3-b0c9-48d528d95247" providerId="ADAL" clId="{4E0ABDCF-1B67-4881-8BC6-D6262098E4C1}" dt="2024-10-11T06:03:24.106" v="27"/>
      <pc:docMkLst>
        <pc:docMk/>
      </pc:docMkLst>
      <pc:sldChg chg="addSp modSp add">
        <pc:chgData name="周立筠-數據應用部-永豐金證券" userId="ee349c15-f274-43a3-b0c9-48d528d95247" providerId="ADAL" clId="{4E0ABDCF-1B67-4881-8BC6-D6262098E4C1}" dt="2024-10-11T06:03:24.106" v="27"/>
        <pc:sldMkLst>
          <pc:docMk/>
          <pc:sldMk cId="3905871497" sldId="2147471190"/>
        </pc:sldMkLst>
      </pc:sldChg>
    </pc:docChg>
  </pc:docChgLst>
  <pc:docChgLst>
    <pc:chgData name="吳憲驊-人力資源處-永豐銀行" userId="S::simonwu@sinopac.com::c372d5aa-c765-4280-a5c9-548c4152a5d4" providerId="AD" clId="Web-{AD6359EA-AF55-13A8-8FC0-F1DDB072E1CC}"/>
    <pc:docChg chg="modSld">
      <pc:chgData name="吳憲驊-人力資源處-永豐銀行" userId="S::simonwu@sinopac.com::c372d5aa-c765-4280-a5c9-548c4152a5d4" providerId="AD" clId="Web-{AD6359EA-AF55-13A8-8FC0-F1DDB072E1CC}" dt="2024-10-11T06:24:11.220" v="1"/>
      <pc:docMkLst>
        <pc:docMk/>
      </pc:docMkLst>
      <pc:sldChg chg="modSp">
        <pc:chgData name="吳憲驊-人力資源處-永豐銀行" userId="S::simonwu@sinopac.com::c372d5aa-c765-4280-a5c9-548c4152a5d4" providerId="AD" clId="Web-{AD6359EA-AF55-13A8-8FC0-F1DDB072E1CC}" dt="2024-10-11T06:24:11.220" v="1"/>
        <pc:sldMkLst>
          <pc:docMk/>
          <pc:sldMk cId="2022153893" sldId="295"/>
        </pc:sldMkLst>
      </pc:sldChg>
    </pc:docChg>
  </pc:docChgLst>
  <pc:docChgLst>
    <pc:chgData name="吳憲驊-人力資源處-永豐銀行" userId="c372d5aa-c765-4280-a5c9-548c4152a5d4" providerId="ADAL" clId="{A5CB0424-1DCD-41DE-B858-D55378E4CD93}"/>
    <pc:docChg chg="custSel addSld delSld modSld modMainMaster modSection">
      <pc:chgData name="吳憲驊-人力資源處-永豐銀行" userId="c372d5aa-c765-4280-a5c9-548c4152a5d4" providerId="ADAL" clId="{A5CB0424-1DCD-41DE-B858-D55378E4CD93}" dt="2024-09-23T03:47:43.608" v="334" actId="6549"/>
      <pc:docMkLst>
        <pc:docMk/>
      </pc:docMkLst>
      <pc:sldChg chg="modSp mod">
        <pc:chgData name="吳憲驊-人力資源處-永豐銀行" userId="c372d5aa-c765-4280-a5c9-548c4152a5d4" providerId="ADAL" clId="{A5CB0424-1DCD-41DE-B858-D55378E4CD93}" dt="2024-09-23T03:47:43.608" v="334" actId="6549"/>
        <pc:sldMkLst>
          <pc:docMk/>
          <pc:sldMk cId="4060586183" sldId="2147471188"/>
        </pc:sldMkLst>
      </pc:sldChg>
      <pc:sldChg chg="addSp modSp new del mod modClrScheme chgLayout">
        <pc:chgData name="吳憲驊-人力資源處-永豐銀行" userId="c372d5aa-c765-4280-a5c9-548c4152a5d4" providerId="ADAL" clId="{A5CB0424-1DCD-41DE-B858-D55378E4CD93}" dt="2024-09-23T03:37:14.100" v="17" actId="47"/>
        <pc:sldMkLst>
          <pc:docMk/>
          <pc:sldMk cId="3271968025" sldId="2147471189"/>
        </pc:sldMkLst>
      </pc:sldChg>
      <pc:sldMasterChg chg="modSldLayout">
        <pc:chgData name="吳憲驊-人力資源處-永豐銀行" userId="c372d5aa-c765-4280-a5c9-548c4152a5d4" providerId="ADAL" clId="{A5CB0424-1DCD-41DE-B858-D55378E4CD93}" dt="2024-09-23T03:37:04.143" v="8" actId="1076"/>
        <pc:sldMasterMkLst>
          <pc:docMk/>
          <pc:sldMasterMk cId="0" sldId="2147483648"/>
        </pc:sldMasterMkLst>
        <pc:sldLayoutChg chg="addSp delSp modSp mod">
          <pc:chgData name="吳憲驊-人力資源處-永豐銀行" userId="c372d5aa-c765-4280-a5c9-548c4152a5d4" providerId="ADAL" clId="{A5CB0424-1DCD-41DE-B858-D55378E4CD93}" dt="2024-09-23T03:37:04.143" v="8" actId="1076"/>
          <pc:sldLayoutMkLst>
            <pc:docMk/>
            <pc:sldMasterMk cId="0" sldId="2147483648"/>
            <pc:sldLayoutMk cId="1016505608" sldId="2147483659"/>
          </pc:sldLayoutMkLst>
        </pc:sldLayoutChg>
      </pc:sldMasterChg>
    </pc:docChg>
  </pc:docChgLst>
  <pc:docChgLst>
    <pc:chgData name="吳憲驊-人力資源處-永豐銀行" userId="S::simonwu@sinopac.com::c372d5aa-c765-4280-a5c9-548c4152a5d4" providerId="AD" clId="Web-{76B08719-CE9C-CA5C-98B8-63898D770A1E}"/>
    <pc:docChg chg="addSld delSld addSection modSection">
      <pc:chgData name="吳憲驊-人力資源處-永豐銀行" userId="S::simonwu@sinopac.com::c372d5aa-c765-4280-a5c9-548c4152a5d4" providerId="AD" clId="Web-{76B08719-CE9C-CA5C-98B8-63898D770A1E}" dt="2024-09-06T10:15:50.990" v="31"/>
      <pc:docMkLst>
        <pc:docMk/>
      </pc:docMkLst>
      <pc:sldChg chg="add del">
        <pc:chgData name="吳憲驊-人力資源處-永豐銀行" userId="S::simonwu@sinopac.com::c372d5aa-c765-4280-a5c9-548c4152a5d4" providerId="AD" clId="Web-{76B08719-CE9C-CA5C-98B8-63898D770A1E}" dt="2024-09-06T10:15:15.536" v="7"/>
        <pc:sldMkLst>
          <pc:docMk/>
          <pc:sldMk cId="0" sldId="256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567" v="8"/>
        <pc:sldMkLst>
          <pc:docMk/>
          <pc:sldMk cId="0" sldId="257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598" v="9"/>
        <pc:sldMkLst>
          <pc:docMk/>
          <pc:sldMk cId="0" sldId="258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677" v="10"/>
        <pc:sldMkLst>
          <pc:docMk/>
          <pc:sldMk cId="0" sldId="259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755" v="11"/>
        <pc:sldMkLst>
          <pc:docMk/>
          <pc:sldMk cId="0" sldId="260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833" v="12"/>
        <pc:sldMkLst>
          <pc:docMk/>
          <pc:sldMk cId="0" sldId="261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927" v="13"/>
        <pc:sldMkLst>
          <pc:docMk/>
          <pc:sldMk cId="0" sldId="262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036" v="22"/>
        <pc:sldMkLst>
          <pc:docMk/>
          <pc:sldMk cId="0" sldId="264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208" v="24"/>
        <pc:sldMkLst>
          <pc:docMk/>
          <pc:sldMk cId="2406361714" sldId="292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864" v="27"/>
        <pc:sldMkLst>
          <pc:docMk/>
          <pc:sldMk cId="3121629751" sldId="293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536" v="25"/>
        <pc:sldMkLst>
          <pc:docMk/>
          <pc:sldMk cId="2022153893" sldId="295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692" v="26"/>
        <pc:sldMkLst>
          <pc:docMk/>
          <pc:sldMk cId="3155411272" sldId="2147471173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30.020" v="28"/>
        <pc:sldMkLst>
          <pc:docMk/>
          <pc:sldMk cId="393315683" sldId="2147471185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067" v="23"/>
        <pc:sldMkLst>
          <pc:docMk/>
          <pc:sldMk cId="2193386975" sldId="2147471186"/>
        </pc:sldMkLst>
      </pc:sldChg>
    </pc:docChg>
  </pc:docChgLst>
  <pc:docChgLst>
    <pc:chgData name="周立筠-數據應用部-永豐金證券" userId="S::liyun0222.zhou@sinopac.com::ee349c15-f274-43a3-b0c9-48d528d95247" providerId="AD" clId="Web-{FA426A10-BA6B-DDFE-201A-190FFCD3F55B}"/>
    <pc:docChg chg="addSld delSld modSld addSection modSection">
      <pc:chgData name="周立筠-數據應用部-永豐金證券" userId="S::liyun0222.zhou@sinopac.com::ee349c15-f274-43a3-b0c9-48d528d95247" providerId="AD" clId="Web-{FA426A10-BA6B-DDFE-201A-190FFCD3F55B}" dt="2024-08-23T09:16:34.093" v="83" actId="1076"/>
      <pc:docMkLst>
        <pc:docMk/>
      </pc:docMkLst>
      <pc:sldChg chg="modSp add replId">
        <pc:chgData name="周立筠-數據應用部-永豐金證券" userId="S::liyun0222.zhou@sinopac.com::ee349c15-f274-43a3-b0c9-48d528d95247" providerId="AD" clId="Web-{FA426A10-BA6B-DDFE-201A-190FFCD3F55B}" dt="2024-08-23T09:10:04.631" v="80" actId="1076"/>
        <pc:sldMkLst>
          <pc:docMk/>
          <pc:sldMk cId="3262633635" sldId="297"/>
        </pc:sldMkLst>
      </pc:sldChg>
      <pc:sldChg chg="addSp modSp new">
        <pc:chgData name="周立筠-數據應用部-永豐金證券" userId="S::liyun0222.zhou@sinopac.com::ee349c15-f274-43a3-b0c9-48d528d95247" providerId="AD" clId="Web-{FA426A10-BA6B-DDFE-201A-190FFCD3F55B}" dt="2024-08-23T09:16:34.093" v="83" actId="1076"/>
        <pc:sldMkLst>
          <pc:docMk/>
          <pc:sldMk cId="2826782116" sldId="298"/>
        </pc:sldMkLst>
      </pc:sldChg>
    </pc:docChg>
  </pc:docChgLst>
  <pc:docChgLst>
    <pc:chgData name="傅安-數位金融處-永豐銀行" userId="c8345a55-179c-4faf-b159-cca2c6631c14" providerId="ADAL" clId="{FC04D932-23C0-426C-B700-25BA7DA62966}"/>
    <pc:docChg chg="undo custSel addSld delSld modSld modSection">
      <pc:chgData name="傅安-數位金融處-永豐銀行" userId="c8345a55-179c-4faf-b159-cca2c6631c14" providerId="ADAL" clId="{FC04D932-23C0-426C-B700-25BA7DA62966}" dt="2025-07-14T08:12:18.285" v="70" actId="680"/>
      <pc:docMkLst>
        <pc:docMk/>
      </pc:docMkLst>
      <pc:sldChg chg="modSp mod">
        <pc:chgData name="傅安-數位金融處-永豐銀行" userId="c8345a55-179c-4faf-b159-cca2c6631c14" providerId="ADAL" clId="{FC04D932-23C0-426C-B700-25BA7DA62966}" dt="2025-07-14T08:12:17.924" v="69"/>
        <pc:sldMkLst>
          <pc:docMk/>
          <pc:sldMk cId="0" sldId="256"/>
        </pc:sldMkLst>
      </pc:sldChg>
      <pc:sldChg chg="new del">
        <pc:chgData name="傅安-數位金融處-永豐銀行" userId="c8345a55-179c-4faf-b159-cca2c6631c14" providerId="ADAL" clId="{FC04D932-23C0-426C-B700-25BA7DA62966}" dt="2025-07-14T08:12:18.285" v="70" actId="680"/>
        <pc:sldMkLst>
          <pc:docMk/>
          <pc:sldMk cId="3701876126" sldId="2147471190"/>
        </pc:sldMkLst>
      </pc:sldChg>
    </pc:docChg>
  </pc:docChgLst>
  <pc:docChgLst>
    <pc:chgData name="吳憲驊-人力資源處-永豐銀行" userId="c372d5aa-c765-4280-a5c9-548c4152a5d4" providerId="ADAL" clId="{898F72A5-CF0B-4BC5-833D-22D2B31FA266}"/>
    <pc:docChg chg="undo custSel delSld modSld modSection">
      <pc:chgData name="吳憲驊-人力資源處-永豐銀行" userId="c372d5aa-c765-4280-a5c9-548c4152a5d4" providerId="ADAL" clId="{898F72A5-CF0B-4BC5-833D-22D2B31FA266}" dt="2024-08-27T05:50:47.744" v="22" actId="2165"/>
      <pc:docMkLst>
        <pc:docMk/>
      </pc:docMkLst>
      <pc:sldChg chg="delSp mod">
        <pc:chgData name="吳憲驊-人力資源處-永豐銀行" userId="c372d5aa-c765-4280-a5c9-548c4152a5d4" providerId="ADAL" clId="{898F72A5-CF0B-4BC5-833D-22D2B31FA266}" dt="2024-08-23T08:22:23.087" v="1" actId="478"/>
        <pc:sldMkLst>
          <pc:docMk/>
          <pc:sldMk cId="3121629751" sldId="293"/>
        </pc:sldMkLst>
      </pc:sldChg>
      <pc:sldChg chg="modSp mod addCm modCm">
        <pc:chgData name="吳憲驊-人力資源處-永豐銀行" userId="c372d5aa-c765-4280-a5c9-548c4152a5d4" providerId="ADAL" clId="{898F72A5-CF0B-4BC5-833D-22D2B31FA266}" dt="2024-08-27T05:50:47.744" v="22" actId="2165"/>
        <pc:sldMkLst>
          <pc:docMk/>
          <pc:sldMk cId="673018660" sldId="294"/>
        </pc:sldMkLst>
      </pc:sldChg>
      <pc:sldChg chg="modSp mod">
        <pc:chgData name="吳憲驊-人力資源處-永豐銀行" userId="c372d5aa-c765-4280-a5c9-548c4152a5d4" providerId="ADAL" clId="{898F72A5-CF0B-4BC5-833D-22D2B31FA266}" dt="2024-08-23T10:03:46.763" v="16" actId="20577"/>
        <pc:sldMkLst>
          <pc:docMk/>
          <pc:sldMk cId="3262633635" sldId="297"/>
        </pc:sldMkLst>
      </pc:sldChg>
    </pc:docChg>
  </pc:docChgLst>
  <pc:docChgLst>
    <pc:chgData name="王雋凱-數位金融處-永豐銀行" userId="f78494d6-bac0-4c9e-94cd-0b5e029c0856" providerId="ADAL" clId="{9A569F61-9D88-48E2-A5EB-7100445BBAB5}"/>
    <pc:docChg chg="modSld sldOrd">
      <pc:chgData name="王雋凱-數位金融處-永豐銀行" userId="f78494d6-bac0-4c9e-94cd-0b5e029c0856" providerId="ADAL" clId="{9A569F61-9D88-48E2-A5EB-7100445BBAB5}" dt="2025-06-18T00:28:24.595" v="1"/>
      <pc:docMkLst>
        <pc:docMk/>
      </pc:docMkLst>
      <pc:sldChg chg="ord">
        <pc:chgData name="王雋凱-數位金融處-永豐銀行" userId="f78494d6-bac0-4c9e-94cd-0b5e029c0856" providerId="ADAL" clId="{9A569F61-9D88-48E2-A5EB-7100445BBAB5}" dt="2025-06-18T00:28:24.595" v="1"/>
        <pc:sldMkLst>
          <pc:docMk/>
          <pc:sldMk cId="0" sldId="258"/>
        </pc:sldMkLst>
      </pc:sldChg>
    </pc:docChg>
  </pc:docChgLst>
  <pc:docChgLst>
    <pc:chgData name="張天豪-數位金融處-永豐銀行" userId="0d835702-99c9-4ef6-82d8-3ca86d4ccc15" providerId="ADAL" clId="{05C68244-A0A4-5F4B-A227-C47B6FE62571}"/>
    <pc:docChg chg="undo custSel addSld delSld modSld modMainMaster modSection">
      <pc:chgData name="張天豪-數位金融處-永豐銀行" userId="0d835702-99c9-4ef6-82d8-3ca86d4ccc15" providerId="ADAL" clId="{05C68244-A0A4-5F4B-A227-C47B6FE62571}" dt="2024-11-23T00:59:06.402" v="223" actId="12"/>
      <pc:docMkLst>
        <pc:docMk/>
      </pc:docMkLst>
      <pc:sldChg chg="modSp mod">
        <pc:chgData name="張天豪-數位金融處-永豐銀行" userId="0d835702-99c9-4ef6-82d8-3ca86d4ccc15" providerId="ADAL" clId="{05C68244-A0A4-5F4B-A227-C47B6FE62571}" dt="2024-10-12T11:25:14.956" v="80" actId="20577"/>
        <pc:sldMkLst>
          <pc:docMk/>
          <pc:sldMk cId="2406361714" sldId="292"/>
        </pc:sldMkLst>
      </pc:sldChg>
      <pc:sldChg chg="modSp mod">
        <pc:chgData name="張天豪-數位金融處-永豐銀行" userId="0d835702-99c9-4ef6-82d8-3ca86d4ccc15" providerId="ADAL" clId="{05C68244-A0A4-5F4B-A227-C47B6FE62571}" dt="2024-10-13T02:59:04.551" v="212" actId="6549"/>
        <pc:sldMkLst>
          <pc:docMk/>
          <pc:sldMk cId="2022153893" sldId="295"/>
        </pc:sldMkLst>
      </pc:sldChg>
      <pc:sldChg chg="modSp mod">
        <pc:chgData name="張天豪-數位金融處-永豐銀行" userId="0d835702-99c9-4ef6-82d8-3ca86d4ccc15" providerId="ADAL" clId="{05C68244-A0A4-5F4B-A227-C47B6FE62571}" dt="2024-10-12T11:29:08.768" v="165"/>
        <pc:sldMkLst>
          <pc:docMk/>
          <pc:sldMk cId="3262633635" sldId="297"/>
        </pc:sldMkLst>
      </pc:sldChg>
      <pc:sldChg chg="modSp mod">
        <pc:chgData name="張天豪-數位金融處-永豐銀行" userId="0d835702-99c9-4ef6-82d8-3ca86d4ccc15" providerId="ADAL" clId="{05C68244-A0A4-5F4B-A227-C47B6FE62571}" dt="2024-10-12T11:25:27.938" v="88" actId="20577"/>
        <pc:sldMkLst>
          <pc:docMk/>
          <pc:sldMk cId="3155411272" sldId="2147471173"/>
        </pc:sldMkLst>
      </pc:sldChg>
      <pc:sldChg chg="modSp mod">
        <pc:chgData name="張天豪-數位金融處-永豐銀行" userId="0d835702-99c9-4ef6-82d8-3ca86d4ccc15" providerId="ADAL" clId="{05C68244-A0A4-5F4B-A227-C47B6FE62571}" dt="2024-10-12T11:28:12.213" v="152" actId="207"/>
        <pc:sldMkLst>
          <pc:docMk/>
          <pc:sldMk cId="2495256314" sldId="2147471176"/>
        </pc:sldMkLst>
      </pc:sldChg>
      <pc:sldChg chg="add del">
        <pc:chgData name="張天豪-數位金融處-永豐銀行" userId="0d835702-99c9-4ef6-82d8-3ca86d4ccc15" providerId="ADAL" clId="{05C68244-A0A4-5F4B-A227-C47B6FE62571}" dt="2024-10-12T11:29:13.617" v="166" actId="2696"/>
        <pc:sldMkLst>
          <pc:docMk/>
          <pc:sldMk cId="424210253" sldId="2147471190"/>
        </pc:sldMkLst>
      </pc:sldChg>
      <pc:sldChg chg="add del">
        <pc:chgData name="張天豪-數位金融處-永豐銀行" userId="0d835702-99c9-4ef6-82d8-3ca86d4ccc15" providerId="ADAL" clId="{05C68244-A0A4-5F4B-A227-C47B6FE62571}" dt="2024-10-12T11:26:42.301" v="102" actId="2696"/>
        <pc:sldMkLst>
          <pc:docMk/>
          <pc:sldMk cId="717366664" sldId="2147471190"/>
        </pc:sldMkLst>
      </pc:sldChg>
      <pc:sldChg chg="add del">
        <pc:chgData name="張天豪-數位金融處-永豐銀行" userId="0d835702-99c9-4ef6-82d8-3ca86d4ccc15" providerId="ADAL" clId="{05C68244-A0A4-5F4B-A227-C47B6FE62571}" dt="2024-10-12T11:28:19.946" v="153" actId="2696"/>
        <pc:sldMkLst>
          <pc:docMk/>
          <pc:sldMk cId="750805866" sldId="2147471190"/>
        </pc:sldMkLst>
      </pc:sldChg>
      <pc:sldChg chg="del">
        <pc:chgData name="張天豪-數位金融處-永豐銀行" userId="0d835702-99c9-4ef6-82d8-3ca86d4ccc15" providerId="ADAL" clId="{05C68244-A0A4-5F4B-A227-C47B6FE62571}" dt="2024-10-12T11:23:56.255" v="44" actId="2696"/>
        <pc:sldMkLst>
          <pc:docMk/>
          <pc:sldMk cId="3905871497" sldId="2147471190"/>
        </pc:sldMkLst>
      </pc:sldChg>
      <pc:sldMasterChg chg="modSldLayout sldLayoutOrd">
        <pc:chgData name="張天豪-數位金融處-永豐銀行" userId="0d835702-99c9-4ef6-82d8-3ca86d4ccc15" providerId="ADAL" clId="{05C68244-A0A4-5F4B-A227-C47B6FE62571}" dt="2024-11-23T00:59:06.402" v="223" actId="12"/>
        <pc:sldMasterMkLst>
          <pc:docMk/>
          <pc:sldMasterMk cId="0" sldId="2147483648"/>
        </pc:sldMasterMkLst>
        <pc:sldLayoutChg chg="modSp">
          <pc:chgData name="張天豪-數位金融處-永豐銀行" userId="0d835702-99c9-4ef6-82d8-3ca86d4ccc15" providerId="ADAL" clId="{05C68244-A0A4-5F4B-A227-C47B6FE62571}" dt="2024-10-13T02:53:19.336" v="171" actId="12"/>
          <pc:sldLayoutMkLst>
            <pc:docMk/>
            <pc:sldMasterMk cId="0" sldId="2147483648"/>
            <pc:sldLayoutMk cId="0" sldId="2147483651"/>
          </pc:sldLayoutMkLst>
        </pc:sldLayoutChg>
        <pc:sldLayoutChg chg="ord">
          <pc:chgData name="張天豪-數位金融處-永豐銀行" userId="0d835702-99c9-4ef6-82d8-3ca86d4ccc15" providerId="ADAL" clId="{05C68244-A0A4-5F4B-A227-C47B6FE62571}" dt="2024-11-11T08:29:41.246" v="213" actId="20578"/>
          <pc:sldLayoutMkLst>
            <pc:docMk/>
            <pc:sldMasterMk cId="0" sldId="2147483648"/>
            <pc:sldLayoutMk cId="0" sldId="2147483652"/>
          </pc:sldLayoutMkLst>
        </pc:sldLayoutChg>
        <pc:sldLayoutChg chg="modSp">
          <pc:chgData name="張天豪-數位金融處-永豐銀行" userId="0d835702-99c9-4ef6-82d8-3ca86d4ccc15" providerId="ADAL" clId="{05C68244-A0A4-5F4B-A227-C47B6FE62571}" dt="2024-11-23T00:59:06.402" v="223" actId="12"/>
          <pc:sldLayoutMkLst>
            <pc:docMk/>
            <pc:sldMasterMk cId="0" sldId="2147483648"/>
            <pc:sldLayoutMk cId="1016505608" sldId="2147483659"/>
          </pc:sldLayoutMkLst>
        </pc:sldLayoutChg>
      </pc:sldMasterChg>
    </pc:docChg>
  </pc:docChgLst>
  <pc:docChgLst>
    <pc:chgData name="周立筠-數據應用部-永豐金證券" userId="S::liyun0222.zhou@sinopac.com::ee349c15-f274-43a3-b0c9-48d528d95247" providerId="AD" clId="Web-{A48564C8-421B-2203-E695-99D400D4424E}"/>
    <pc:docChg chg="modSld">
      <pc:chgData name="周立筠-數據應用部-永豐金證券" userId="S::liyun0222.zhou@sinopac.com::ee349c15-f274-43a3-b0c9-48d528d95247" providerId="AD" clId="Web-{A48564C8-421B-2203-E695-99D400D4424E}" dt="2024-08-23T09:42:27.791" v="49"/>
      <pc:docMkLst>
        <pc:docMk/>
      </pc:docMkLst>
      <pc:sldChg chg="modSp">
        <pc:chgData name="周立筠-數據應用部-永豐金證券" userId="S::liyun0222.zhou@sinopac.com::ee349c15-f274-43a3-b0c9-48d528d95247" providerId="AD" clId="Web-{A48564C8-421B-2203-E695-99D400D4424E}" dt="2024-08-23T09:42:27.791" v="49"/>
        <pc:sldMkLst>
          <pc:docMk/>
          <pc:sldMk cId="3262633635" sldId="29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0962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:notes"/>
          <p:cNvSpPr txBox="1">
            <a:spLocks noGrp="1"/>
          </p:cNvSpPr>
          <p:nvPr>
            <p:ph type="body" idx="1"/>
          </p:nvPr>
        </p:nvSpPr>
        <p:spPr>
          <a:xfrm>
            <a:off x="821615" y="337747"/>
            <a:ext cx="5695200" cy="3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58750" indent="0">
              <a:buNone/>
            </a:pPr>
            <a:r>
              <a:rPr lang="zh-TW" altLang="en-US" sz="1400" dirty="0"/>
              <a:t>各位好，今天要說明的是 </a:t>
            </a:r>
            <a:r>
              <a:rPr lang="en" altLang="zh-TW" sz="1400" dirty="0" err="1"/>
              <a:t>InfoGather</a:t>
            </a:r>
            <a:r>
              <a:rPr lang="en" altLang="zh-TW" sz="1400" dirty="0"/>
              <a:t> </a:t>
            </a:r>
            <a:r>
              <a:rPr lang="zh-TW" altLang="en-US" sz="1400" dirty="0"/>
              <a:t>正式環境資源與系統架構提案。</a:t>
            </a:r>
            <a:endParaRPr lang="en-US" altLang="zh-TW" sz="1400" dirty="0"/>
          </a:p>
          <a:p>
            <a:pPr marL="158750" indent="0">
              <a:buNone/>
            </a:pPr>
            <a:endParaRPr lang="zh-TW" altLang="en-US" sz="1400" dirty="0"/>
          </a:p>
          <a:p>
            <a:pPr marL="158750" indent="0">
              <a:buNone/>
            </a:pPr>
            <a:r>
              <a:rPr lang="zh-TW" altLang="en-US" sz="1400" dirty="0"/>
              <a:t>這份提案會從目前系統架構、資料規模、背景任務負載、</a:t>
            </a:r>
            <a:r>
              <a:rPr lang="en" altLang="zh-TW" sz="1400" dirty="0"/>
              <a:t>LLM runtime </a:t>
            </a:r>
            <a:r>
              <a:rPr lang="zh-TW" altLang="en-US" sz="1400" dirty="0"/>
              <a:t>依賴，以及正式環境需要考量的安全、備份、監控與高可用需求出發，推導出比較合理的部署架構與資源配置。</a:t>
            </a:r>
          </a:p>
          <a:p>
            <a:pPr marL="158750" indent="0">
              <a:buNone/>
            </a:pPr>
            <a:endParaRPr lang="en" altLang="zh-TW" sz="1400" dirty="0"/>
          </a:p>
          <a:p>
            <a:pPr marL="158750" indent="0">
              <a:buNone/>
            </a:pPr>
            <a:r>
              <a:rPr lang="en" altLang="zh-TW" sz="1400" dirty="0" err="1"/>
              <a:t>InfoGather</a:t>
            </a:r>
            <a:r>
              <a:rPr lang="en" altLang="zh-TW" sz="1400" dirty="0"/>
              <a:t> </a:t>
            </a:r>
            <a:r>
              <a:rPr lang="zh-TW" altLang="en-US" sz="1400" dirty="0"/>
              <a:t>目前已經包含前端、後端 </a:t>
            </a:r>
            <a:r>
              <a:rPr lang="en" altLang="zh-TW" sz="1400" dirty="0"/>
              <a:t>API</a:t>
            </a:r>
            <a:r>
              <a:rPr lang="zh-TW" altLang="en" sz="1400" dirty="0"/>
              <a:t>、</a:t>
            </a:r>
            <a:r>
              <a:rPr lang="zh-TW" altLang="en-US" sz="1400" dirty="0"/>
              <a:t>背景處理、資料庫、</a:t>
            </a:r>
            <a:r>
              <a:rPr lang="en" altLang="zh-TW" sz="1400" dirty="0"/>
              <a:t>queue</a:t>
            </a:r>
            <a:r>
              <a:rPr lang="zh-TW" altLang="en" sz="1400" dirty="0"/>
              <a:t>，</a:t>
            </a:r>
            <a:r>
              <a:rPr lang="zh-TW" altLang="en-US" sz="1400" dirty="0"/>
              <a:t>以及 </a:t>
            </a:r>
            <a:r>
              <a:rPr lang="en" altLang="zh-TW" sz="1400" dirty="0"/>
              <a:t>LLM runtime</a:t>
            </a:r>
            <a:r>
              <a:rPr lang="zh-TW" altLang="en" sz="1400" dirty="0"/>
              <a:t>。</a:t>
            </a:r>
            <a:r>
              <a:rPr lang="zh-TW" altLang="en-US" sz="1400" dirty="0"/>
              <a:t>接下來我會先帶大家看現況，再說明地端與雲端兩種部署方案，最後收斂成正式環境的建置建議。</a:t>
            </a:r>
          </a:p>
          <a:p>
            <a:pPr marL="0" lvl="0" indent="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SzPts val="1400"/>
              <a:buNone/>
            </a:pPr>
            <a:endParaRPr sz="1400" dirty="0"/>
          </a:p>
        </p:txBody>
      </p:sp>
      <p:sp>
        <p:nvSpPr>
          <p:cNvPr id="34" name="Google Shape;3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3536950" y="1177925"/>
            <a:ext cx="13887450" cy="78120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344738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dirty="0"/>
              <a:t>這一頁主要說明正式環境上線後，要看哪些指標來判斷系統是否穩定。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en" altLang="zh-TW" dirty="0" err="1"/>
              <a:t>InfoGather</a:t>
            </a:r>
            <a:r>
              <a:rPr lang="en" altLang="zh-TW" dirty="0"/>
              <a:t> </a:t>
            </a:r>
            <a:r>
              <a:rPr lang="zh-TW" altLang="en-US" dirty="0"/>
              <a:t>不能只看 </a:t>
            </a:r>
            <a:r>
              <a:rPr lang="en" altLang="zh-TW" dirty="0"/>
              <a:t>CPU </a:t>
            </a:r>
            <a:r>
              <a:rPr lang="zh-TW" altLang="en-US" dirty="0"/>
              <a:t>和 </a:t>
            </a:r>
            <a:r>
              <a:rPr lang="en" altLang="zh-TW" dirty="0"/>
              <a:t>RAM</a:t>
            </a:r>
            <a:r>
              <a:rPr lang="zh-TW" altLang="en" dirty="0"/>
              <a:t>。</a:t>
            </a:r>
            <a:r>
              <a:rPr lang="en" altLang="zh-TW" dirty="0"/>
              <a:t>CPU </a:t>
            </a:r>
            <a:r>
              <a:rPr lang="zh-TW" altLang="en-US" dirty="0"/>
              <a:t>沒滿，不代表系統沒有壓力；瓶頸可能出現在背景任務排隊、資料庫查詢變慢、</a:t>
            </a:r>
            <a:r>
              <a:rPr lang="en" altLang="zh-TW" dirty="0"/>
              <a:t>Copilot CLI session </a:t>
            </a:r>
            <a:r>
              <a:rPr lang="zh-TW" altLang="en-US" dirty="0"/>
              <a:t>增加，或外部 </a:t>
            </a:r>
            <a:r>
              <a:rPr lang="en" altLang="zh-TW" dirty="0"/>
              <a:t>LLM provider </a:t>
            </a:r>
            <a:r>
              <a:rPr lang="zh-TW" altLang="en-US" dirty="0"/>
              <a:t>開始限流。</a:t>
            </a:r>
          </a:p>
          <a:p>
            <a:pPr marL="158750" indent="0">
              <a:buNone/>
            </a:pPr>
            <a:endParaRPr lang="en" altLang="zh-TW" dirty="0"/>
          </a:p>
          <a:p>
            <a:pPr marL="158750" indent="0">
              <a:buNone/>
            </a:pPr>
            <a:r>
              <a:rPr lang="en" altLang="zh-TW" dirty="0"/>
              <a:t>API </a:t>
            </a:r>
            <a:r>
              <a:rPr lang="zh-TW" altLang="en-US" dirty="0"/>
              <a:t>層主要看回應速度、錯誤率，以及 </a:t>
            </a:r>
            <a:r>
              <a:rPr lang="en" altLang="zh-TW" dirty="0"/>
              <a:t>SSE </a:t>
            </a:r>
            <a:r>
              <a:rPr lang="zh-TW" altLang="en-US" dirty="0"/>
              <a:t>連線是否穩定。</a:t>
            </a:r>
            <a:r>
              <a:rPr lang="en" altLang="zh-TW" dirty="0"/>
              <a:t>Worker </a:t>
            </a:r>
            <a:r>
              <a:rPr lang="zh-TW" altLang="en-US" dirty="0"/>
              <a:t>層要看任務排隊數量、任務處理時間與失敗比例。</a:t>
            </a:r>
            <a:r>
              <a:rPr lang="en" altLang="zh-TW" dirty="0"/>
              <a:t>Redis </a:t>
            </a:r>
            <a:r>
              <a:rPr lang="zh-TW" altLang="en-US" dirty="0"/>
              <a:t>要看記憶體使用量、資料是否被淘汰，以及 </a:t>
            </a:r>
            <a:r>
              <a:rPr lang="en" altLang="zh-TW" dirty="0"/>
              <a:t>queue </a:t>
            </a:r>
            <a:r>
              <a:rPr lang="zh-TW" altLang="en-US" dirty="0"/>
              <a:t>操作是否變慢。</a:t>
            </a:r>
            <a:r>
              <a:rPr lang="en" altLang="zh-TW" dirty="0"/>
              <a:t>MongoDB </a:t>
            </a:r>
            <a:r>
              <a:rPr lang="zh-TW" altLang="en-US" dirty="0"/>
              <a:t>則要看慢查詢、連線數、索引大小，以及常用資料和索引是否能穩定留在記憶體中。</a:t>
            </a:r>
          </a:p>
          <a:p>
            <a:pPr marL="158750" indent="0">
              <a:buNone/>
            </a:pPr>
            <a:endParaRPr lang="en" altLang="zh-TW" dirty="0"/>
          </a:p>
          <a:p>
            <a:pPr marL="158750" indent="0">
              <a:buNone/>
            </a:pPr>
            <a:r>
              <a:rPr lang="en" altLang="zh-TW" dirty="0"/>
              <a:t>Copilot CLI </a:t>
            </a:r>
            <a:r>
              <a:rPr lang="zh-TW" altLang="en-US" dirty="0"/>
              <a:t>也要納入監控，包含 </a:t>
            </a:r>
            <a:r>
              <a:rPr lang="en" altLang="zh-TW" dirty="0"/>
              <a:t>session </a:t>
            </a:r>
            <a:r>
              <a:rPr lang="zh-TW" altLang="en-US" dirty="0"/>
              <a:t>回應時間、</a:t>
            </a:r>
            <a:r>
              <a:rPr lang="en" altLang="zh-TW" dirty="0"/>
              <a:t>active sessions</a:t>
            </a:r>
            <a:r>
              <a:rPr lang="zh-TW" altLang="en" dirty="0"/>
              <a:t>、</a:t>
            </a:r>
            <a:r>
              <a:rPr lang="zh-TW" altLang="en-US" dirty="0"/>
              <a:t>錯誤率與 </a:t>
            </a:r>
            <a:r>
              <a:rPr lang="en" altLang="zh-TW" dirty="0"/>
              <a:t>container </a:t>
            </a:r>
            <a:r>
              <a:rPr lang="zh-TW" altLang="en-US" dirty="0"/>
              <a:t>重啟次數。外部 </a:t>
            </a:r>
            <a:r>
              <a:rPr lang="en" altLang="zh-TW" dirty="0"/>
              <a:t>LLM provider </a:t>
            </a:r>
            <a:r>
              <a:rPr lang="zh-TW" altLang="en-US" dirty="0"/>
              <a:t>則要看 </a:t>
            </a:r>
            <a:r>
              <a:rPr lang="en" altLang="zh-TW" dirty="0"/>
              <a:t>API </a:t>
            </a:r>
            <a:r>
              <a:rPr lang="zh-TW" altLang="en-US" dirty="0"/>
              <a:t>回應速度、</a:t>
            </a:r>
            <a:r>
              <a:rPr lang="en-US" altLang="zh-TW" dirty="0"/>
              <a:t>429/5</a:t>
            </a:r>
            <a:r>
              <a:rPr lang="en" altLang="zh-TW" dirty="0"/>
              <a:t>xx </a:t>
            </a:r>
            <a:r>
              <a:rPr lang="zh-TW" altLang="en-US" dirty="0"/>
              <a:t>錯誤，以及每日成本是否超出預期。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r>
              <a:rPr lang="zh-TW" altLang="en-US" dirty="0"/>
              <a:t>所以 </a:t>
            </a:r>
            <a:r>
              <a:rPr lang="en" altLang="zh-TW" dirty="0"/>
              <a:t>worker </a:t>
            </a:r>
            <a:r>
              <a:rPr lang="zh-TW" altLang="en-US" dirty="0"/>
              <a:t>要不要擴充，不能只看 </a:t>
            </a:r>
            <a:r>
              <a:rPr lang="en" altLang="zh-TW" dirty="0"/>
              <a:t>CPU</a:t>
            </a:r>
            <a:r>
              <a:rPr lang="zh-TW" altLang="en" dirty="0"/>
              <a:t>。</a:t>
            </a:r>
            <a:r>
              <a:rPr lang="zh-TW" altLang="en-US" dirty="0"/>
              <a:t>有時候 </a:t>
            </a:r>
            <a:r>
              <a:rPr lang="en" altLang="zh-TW" dirty="0"/>
              <a:t>CPU </a:t>
            </a:r>
            <a:r>
              <a:rPr lang="zh-TW" altLang="en-US" dirty="0"/>
              <a:t>還沒滿，但任務已經開始排隊，或 </a:t>
            </a:r>
            <a:r>
              <a:rPr lang="en" altLang="zh-TW" dirty="0"/>
              <a:t>LLM provider </a:t>
            </a:r>
            <a:r>
              <a:rPr lang="zh-TW" altLang="en-US" dirty="0"/>
              <a:t>已經回傳 </a:t>
            </a:r>
            <a:r>
              <a:rPr lang="en-US" altLang="zh-TW" dirty="0"/>
              <a:t>429</a:t>
            </a:r>
            <a:r>
              <a:rPr lang="zh-TW" altLang="en-US" dirty="0"/>
              <a:t>，瓶頸其實在 </a:t>
            </a:r>
            <a:r>
              <a:rPr lang="en" altLang="zh-TW" dirty="0"/>
              <a:t>queue </a:t>
            </a:r>
            <a:r>
              <a:rPr lang="zh-TW" altLang="en-US" dirty="0"/>
              <a:t>或外部 </a:t>
            </a:r>
            <a:r>
              <a:rPr lang="en" altLang="zh-TW" dirty="0"/>
              <a:t>API</a:t>
            </a:r>
            <a:r>
              <a:rPr lang="zh-TW" altLang="en" dirty="0"/>
              <a:t>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r>
              <a:rPr lang="zh-TW" altLang="en-US" dirty="0"/>
              <a:t>正式環境建議把任務排隊數量、任務處理時間、</a:t>
            </a:r>
            <a:r>
              <a:rPr lang="en" altLang="zh-TW" dirty="0"/>
              <a:t>Copilot CLI session </a:t>
            </a:r>
            <a:r>
              <a:rPr lang="zh-TW" altLang="en-US" dirty="0"/>
              <a:t>延遲，以及 </a:t>
            </a:r>
            <a:r>
              <a:rPr lang="en" altLang="zh-TW" dirty="0"/>
              <a:t>LLM 429 </a:t>
            </a:r>
            <a:r>
              <a:rPr lang="zh-TW" altLang="en-US" dirty="0"/>
              <a:t>錯誤率當成關鍵指標。雲端可以依照 </a:t>
            </a:r>
            <a:r>
              <a:rPr lang="en" altLang="zh-TW" dirty="0"/>
              <a:t>queue depth </a:t>
            </a:r>
            <a:r>
              <a:rPr lang="zh-TW" altLang="en-US" dirty="0"/>
              <a:t>自動擴充 </a:t>
            </a:r>
            <a:r>
              <a:rPr lang="en" altLang="zh-TW" dirty="0"/>
              <a:t>worker</a:t>
            </a:r>
            <a:r>
              <a:rPr lang="zh-TW" altLang="en" dirty="0"/>
              <a:t>；</a:t>
            </a:r>
            <a:r>
              <a:rPr lang="zh-TW" altLang="en-US" dirty="0"/>
              <a:t>地端則要先定義清楚，什麼情況要加 </a:t>
            </a:r>
            <a:r>
              <a:rPr lang="en" altLang="zh-TW" dirty="0"/>
              <a:t>worker</a:t>
            </a:r>
            <a:r>
              <a:rPr lang="zh-TW" altLang="en" dirty="0"/>
              <a:t>、</a:t>
            </a:r>
            <a:r>
              <a:rPr lang="zh-TW" altLang="en-US" dirty="0"/>
              <a:t>調整 </a:t>
            </a:r>
            <a:r>
              <a:rPr lang="en" altLang="zh-TW" dirty="0"/>
              <a:t>Redis</a:t>
            </a:r>
            <a:r>
              <a:rPr lang="zh-TW" altLang="en" dirty="0"/>
              <a:t>、</a:t>
            </a:r>
            <a:r>
              <a:rPr lang="zh-TW" altLang="en-US" dirty="0"/>
              <a:t>擴充 </a:t>
            </a:r>
            <a:r>
              <a:rPr lang="en" altLang="zh-TW" dirty="0"/>
              <a:t>MongoDB</a:t>
            </a:r>
            <a:r>
              <a:rPr lang="zh-TW" altLang="en" dirty="0"/>
              <a:t>，</a:t>
            </a:r>
            <a:r>
              <a:rPr lang="zh-TW" altLang="en-US" dirty="0"/>
              <a:t>或降低 </a:t>
            </a:r>
            <a:r>
              <a:rPr lang="en" altLang="zh-TW" dirty="0"/>
              <a:t>LLM </a:t>
            </a:r>
            <a:r>
              <a:rPr lang="zh-TW" altLang="en-US" dirty="0"/>
              <a:t>併發量。</a:t>
            </a:r>
          </a:p>
        </p:txBody>
      </p:sp>
    </p:spTree>
    <p:extLst>
      <p:ext uri="{BB962C8B-B14F-4D97-AF65-F5344CB8AC3E}">
        <p14:creationId xmlns:p14="http://schemas.microsoft.com/office/powerpoint/2010/main" val="6901647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userDrawn="1">
  <p:cSld name="標題及物件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4"/>
          <p:cNvSpPr txBox="1">
            <a:spLocks noGrp="1"/>
          </p:cNvSpPr>
          <p:nvPr>
            <p:ph type="title"/>
          </p:nvPr>
        </p:nvSpPr>
        <p:spPr>
          <a:xfrm>
            <a:off x="179388" y="72000"/>
            <a:ext cx="11161712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" name="Google Shape;19;p34"/>
          <p:cNvSpPr txBox="1">
            <a:spLocks noGrp="1"/>
          </p:cNvSpPr>
          <p:nvPr>
            <p:ph type="body" idx="1" hasCustomPrompt="1"/>
          </p:nvPr>
        </p:nvSpPr>
        <p:spPr>
          <a:xfrm>
            <a:off x="179388" y="719138"/>
            <a:ext cx="11161712" cy="5401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t" anchorCtr="0">
            <a:noAutofit/>
          </a:bodyPr>
          <a:lstStyle>
            <a:lvl1pPr marL="252000" marR="0" lvl="0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Microsoft JhengHei"/>
              </a:defRPr>
            </a:lvl1pPr>
            <a:lvl2pPr marL="504000" marR="0" lvl="1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4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2pPr>
            <a:lvl3pPr marL="756000" marR="0" lvl="2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2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3pPr>
            <a:lvl4pPr marL="1008000" marR="0" lvl="3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0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4pPr>
            <a:lvl5pPr marL="1260000" marR="0" lvl="4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8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5pPr>
            <a:lvl6pPr marL="1512000" marR="0" lvl="5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Microsoft JhengHei Light" panose="020B0304030504040204" pitchFamily="34" charset="-120"/>
              <a:buChar char="o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lvl="0"/>
            <a:r>
              <a:rPr lang="zh-TW" altLang="en-US"/>
              <a:t>第一層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altLang="zh-TW"/>
          </a:p>
        </p:txBody>
      </p:sp>
      <p:cxnSp>
        <p:nvCxnSpPr>
          <p:cNvPr id="20" name="Google Shape;20;p34"/>
          <p:cNvCxnSpPr>
            <a:cxnSpLocks/>
          </p:cNvCxnSpPr>
          <p:nvPr/>
        </p:nvCxnSpPr>
        <p:spPr>
          <a:xfrm>
            <a:off x="179388" y="612000"/>
            <a:ext cx="11161712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62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56032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oogle Shape;9;p32">
            <a:extLst>
              <a:ext uri="{FF2B5EF4-FFF2-40B4-BE49-F238E27FC236}">
                <a16:creationId xmlns:a16="http://schemas.microsoft.com/office/drawing/2014/main" id="{728D7485-3340-DD7C-9D2E-D9DE76FC1DDB}"/>
              </a:ext>
            </a:extLst>
          </p:cNvPr>
          <p:cNvCxnSpPr>
            <a:cxnSpLocks/>
          </p:cNvCxnSpPr>
          <p:nvPr userDrawn="1"/>
        </p:nvCxnSpPr>
        <p:spPr>
          <a:xfrm>
            <a:off x="1440000" y="2880000"/>
            <a:ext cx="5760000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" name="Google Shape;10;p32">
            <a:extLst>
              <a:ext uri="{FF2B5EF4-FFF2-40B4-BE49-F238E27FC236}">
                <a16:creationId xmlns:a16="http://schemas.microsoft.com/office/drawing/2014/main" id="{7B925996-2FA7-4A3F-652D-7B1D8634C9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40000" y="2160000"/>
            <a:ext cx="576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0000" tIns="46800" rIns="90000" bIns="468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3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51371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Google Shape;9;p32"/>
          <p:cNvCxnSpPr>
            <a:cxnSpLocks/>
          </p:cNvCxnSpPr>
          <p:nvPr/>
        </p:nvCxnSpPr>
        <p:spPr>
          <a:xfrm>
            <a:off x="1440000" y="2880000"/>
            <a:ext cx="8640000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10;p32"/>
          <p:cNvSpPr txBox="1">
            <a:spLocks noGrp="1"/>
          </p:cNvSpPr>
          <p:nvPr>
            <p:ph type="title"/>
          </p:nvPr>
        </p:nvSpPr>
        <p:spPr>
          <a:xfrm>
            <a:off x="1440000" y="2160000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3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32"/>
          <p:cNvSpPr txBox="1">
            <a:spLocks noGrp="1"/>
          </p:cNvSpPr>
          <p:nvPr>
            <p:ph type="body" idx="1"/>
          </p:nvPr>
        </p:nvSpPr>
        <p:spPr>
          <a:xfrm>
            <a:off x="1440000" y="4320000"/>
            <a:ext cx="8640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L="457200" marR="0" lvl="0" indent="-2286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icrosoft JhengHei"/>
              <a:buNone/>
              <a:defRPr sz="28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1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2" name="Google Shape;12;p32"/>
          <p:cNvSpPr txBox="1">
            <a:spLocks noGrp="1"/>
          </p:cNvSpPr>
          <p:nvPr>
            <p:ph type="body" idx="2"/>
          </p:nvPr>
        </p:nvSpPr>
        <p:spPr>
          <a:xfrm>
            <a:off x="1440000" y="5040000"/>
            <a:ext cx="8640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L="457200" marR="0" lvl="0" indent="-2286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Microsoft JhengHei"/>
              <a:buNone/>
              <a:defRPr sz="1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1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版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64E9B3DD-FAA0-DF43-8AE4-2105CE51701D}"/>
              </a:ext>
            </a:extLst>
          </p:cNvPr>
          <p:cNvSpPr txBox="1"/>
          <p:nvPr userDrawn="1"/>
        </p:nvSpPr>
        <p:spPr>
          <a:xfrm>
            <a:off x="604826" y="608597"/>
            <a:ext cx="10310836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sz="960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Template Version</a:t>
            </a:r>
          </a:p>
          <a:p>
            <a:pPr algn="ctr"/>
            <a:r>
              <a:rPr kumimoji="1" lang="en-US" altLang="zh-TW" sz="2400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v7.1</a:t>
            </a:r>
            <a:endParaRPr kumimoji="1" lang="zh-TW" altLang="en-US" sz="2400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891059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631D3636-C8D9-A34B-A3BF-045464A9529C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94000"/>
            <a:ext cx="4406303" cy="705606"/>
          </a:xfrm>
          <a:prstGeom prst="rect">
            <a:avLst/>
          </a:prstGeom>
        </p:spPr>
      </p:pic>
      <p:sp>
        <p:nvSpPr>
          <p:cNvPr id="6" name="Google Shape;6;p31"/>
          <p:cNvSpPr/>
          <p:nvPr/>
        </p:nvSpPr>
        <p:spPr>
          <a:xfrm>
            <a:off x="0" y="6237968"/>
            <a:ext cx="381603" cy="242207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88150" tIns="44050" rIns="88150" bIns="44050" anchor="b" anchorCtr="0">
            <a:spAutoFit/>
          </a:bodyPr>
          <a:lstStyle/>
          <a:p>
            <a:pPr marL="0" marR="0" lvl="0" indent="0" algn="ctr" rtl="0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altLang="zh-TW" sz="1200" b="0" i="0" u="none" strike="noStrike" cap="none" smtClean="0">
                <a:solidFill>
                  <a:schemeClr val="dk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pPr marL="0" marR="0" lvl="0" indent="0" algn="ctr" rtl="0">
                <a:lnSpc>
                  <a:spcPct val="833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t>‹#›</a:t>
            </a:fld>
            <a:endParaRPr sz="1200" b="0" i="0" u="none" strike="noStrike" cap="none">
              <a:solidFill>
                <a:schemeClr val="dk1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2D86D7F2-4668-134E-BDFC-689955836914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0000" y="6156000"/>
            <a:ext cx="2462731" cy="291229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F2DBFD30-7CBC-FF44-A3CD-E1370C8D3C2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62000" y="6228000"/>
            <a:ext cx="1636426" cy="2069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6400" tIns="43200" rIns="86400" bIns="43200" anchor="ctr"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9pPr>
          </a:lstStyle>
          <a:p>
            <a:pPr algn="ctr" eaLnBrk="1" hangingPunct="1">
              <a:lnSpc>
                <a:spcPts val="964"/>
              </a:lnSpc>
              <a:defRPr/>
            </a:pPr>
            <a:r>
              <a:rPr lang="zh-TW" altLang="en-US" sz="800" b="0">
                <a:solidFill>
                  <a:srgbClr val="B2B2B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機密資料僅限永豐金控內部使用 </a:t>
            </a:r>
            <a:endParaRPr lang="en-US" altLang="zh-TW" sz="800" b="0">
              <a:solidFill>
                <a:srgbClr val="B2B2B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8" r:id="rId2"/>
    <p:sldLayoutId id="2147483657" r:id="rId3"/>
    <p:sldLayoutId id="2147483649" r:id="rId4"/>
    <p:sldLayoutId id="2147483654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97" userDrawn="1">
          <p15:clr>
            <a:srgbClr val="A4A3A4"/>
          </p15:clr>
        </p15:guide>
        <p15:guide id="3" pos="7144" userDrawn="1">
          <p15:clr>
            <a:srgbClr val="A4A3A4"/>
          </p15:clr>
        </p15:guide>
        <p15:guide id="4" pos="113" userDrawn="1">
          <p15:clr>
            <a:srgbClr val="A4A3A4"/>
          </p15:clr>
        </p15:guide>
        <p15:guide id="5" orient="horz" pos="3855" userDrawn="1">
          <p15:clr>
            <a:srgbClr val="A4A3A4"/>
          </p15:clr>
        </p15:guide>
        <p15:guide id="6" orient="horz" pos="45" userDrawn="1">
          <p15:clr>
            <a:srgbClr val="A4A3A4"/>
          </p15:clr>
        </p15:guide>
        <p15:guide id="11" pos="3629" userDrawn="1">
          <p15:clr>
            <a:srgbClr val="F26B43"/>
          </p15:clr>
        </p15:guide>
        <p15:guide id="12" pos="3560" userDrawn="1">
          <p15:clr>
            <a:srgbClr val="A4A3A4"/>
          </p15:clr>
        </p15:guide>
        <p15:guide id="13" pos="2495" userDrawn="1">
          <p15:clr>
            <a:srgbClr val="A4A3A4"/>
          </p15:clr>
        </p15:guide>
        <p15:guide id="14" pos="2381" userDrawn="1">
          <p15:clr>
            <a:srgbClr val="A4A3A4"/>
          </p15:clr>
        </p15:guide>
        <p15:guide id="15" pos="4762" userDrawn="1">
          <p15:clr>
            <a:srgbClr val="A4A3A4"/>
          </p15:clr>
        </p15:guide>
        <p15:guide id="16" pos="4876" userDrawn="1">
          <p15:clr>
            <a:srgbClr val="A4A3A4"/>
          </p15:clr>
        </p15:guide>
        <p15:guide id="18" orient="horz" pos="385" userDrawn="1">
          <p15:clr>
            <a:srgbClr val="A4A3A4"/>
          </p15:clr>
        </p15:guide>
        <p15:guide id="19" orient="horz" pos="453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"/>
          <p:cNvSpPr txBox="1">
            <a:spLocks noGrp="1"/>
          </p:cNvSpPr>
          <p:nvPr>
            <p:ph type="title"/>
          </p:nvPr>
        </p:nvSpPr>
        <p:spPr>
          <a:xfrm>
            <a:off x="1440000" y="2070261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r>
              <a:rPr lang="en-US" altLang="zh-TW" b="1" dirty="0" err="1"/>
              <a:t>InfoGather</a:t>
            </a:r>
            <a:endParaRPr lang="zh-TW" altLang="en-US" dirty="0"/>
          </a:p>
        </p:txBody>
      </p:sp>
      <p:sp>
        <p:nvSpPr>
          <p:cNvPr id="37" name="Google Shape;37;p1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icrosoft JhengHei"/>
              <a:buNone/>
            </a:pPr>
            <a:r>
              <a:rPr lang="zh-TW" altLang="en-US" sz="2800" b="0" dirty="0"/>
              <a:t>數位科技處</a:t>
            </a:r>
            <a:endParaRPr sz="2800" b="0" dirty="0"/>
          </a:p>
        </p:txBody>
      </p:sp>
      <p:sp>
        <p:nvSpPr>
          <p:cNvPr id="38" name="Google Shape;38;p1"/>
          <p:cNvSpPr txBox="1">
            <a:spLocks noGrp="1"/>
          </p:cNvSpPr>
          <p:nvPr>
            <p:ph type="body" idx="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altLang="zh-TW" sz="1600" b="0" dirty="0"/>
              <a:t>2026.06.03</a:t>
            </a:r>
            <a:endParaRPr lang="en-US" sz="1600" b="0" dirty="0"/>
          </a:p>
        </p:txBody>
      </p:sp>
      <p:sp>
        <p:nvSpPr>
          <p:cNvPr id="2" name="Google Shape;36;p1">
            <a:extLst>
              <a:ext uri="{FF2B5EF4-FFF2-40B4-BE49-F238E27FC236}">
                <a16:creationId xmlns:a16="http://schemas.microsoft.com/office/drawing/2014/main" id="{54650CD5-C1B9-D7DB-46A1-AE5D76D77848}"/>
              </a:ext>
            </a:extLst>
          </p:cNvPr>
          <p:cNvSpPr txBox="1">
            <a:spLocks/>
          </p:cNvSpPr>
          <p:nvPr/>
        </p:nvSpPr>
        <p:spPr>
          <a:xfrm>
            <a:off x="1440000" y="2970261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zh-TW" altLang="en-US" b="1" dirty="0"/>
              <a:t>正式環境資源與系統架構提案</a:t>
            </a:r>
            <a:endParaRPr lang="en-US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A69330A2-2C63-73AA-60B6-BDD936B32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 err="1"/>
              <a:t>InfoGather</a:t>
            </a:r>
            <a:r>
              <a:rPr lang="en-US" altLang="zh-TW" b="1" dirty="0"/>
              <a:t> </a:t>
            </a:r>
            <a:r>
              <a:rPr lang="zh-TW" altLang="en-US" b="1" dirty="0"/>
              <a:t>系統架構</a:t>
            </a:r>
            <a:endParaRPr lang="zh-TW" altLang="en-US" dirty="0"/>
          </a:p>
        </p:txBody>
      </p:sp>
      <p:pic>
        <p:nvPicPr>
          <p:cNvPr id="19" name="圖片 18" descr="一張含有 文字, 螢幕擷取畫面 的圖片&#10;&#10;AI 產生的內容可能不正確。">
            <a:extLst>
              <a:ext uri="{FF2B5EF4-FFF2-40B4-BE49-F238E27FC236}">
                <a16:creationId xmlns:a16="http://schemas.microsoft.com/office/drawing/2014/main" id="{3F1B1700-34A7-51DB-FEED-F41DF771CD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244" y="1071655"/>
            <a:ext cx="10620000" cy="455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171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361A90CB-7486-3F15-BD2D-295EE3A68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高可用 </a:t>
            </a:r>
            <a:r>
              <a:rPr lang="en" altLang="zh-TW" b="1" dirty="0"/>
              <a:t>VM </a:t>
            </a:r>
            <a:r>
              <a:rPr lang="zh-TW" altLang="en-US" b="1" dirty="0"/>
              <a:t>配置與服務部署</a:t>
            </a:r>
            <a:endParaRPr lang="zh-TW" altLang="en-US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513B0C0D-BCA6-4F9E-BAFF-0A34DBACA5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9835658"/>
              </p:ext>
            </p:extLst>
          </p:nvPr>
        </p:nvGraphicFramePr>
        <p:xfrm>
          <a:off x="233808" y="829626"/>
          <a:ext cx="11107293" cy="5219488"/>
        </p:xfrm>
        <a:graphic>
          <a:graphicData uri="http://schemas.openxmlformats.org/drawingml/2006/table">
            <a:tbl>
              <a:tblPr firstRow="1" bandRow="1">
                <a:tableStyleId>{91DB7C30-2B5D-4D34-8F22-85940E495A18}</a:tableStyleId>
              </a:tblPr>
              <a:tblGrid>
                <a:gridCol w="1781817">
                  <a:extLst>
                    <a:ext uri="{9D8B030D-6E8A-4147-A177-3AD203B41FA5}">
                      <a16:colId xmlns:a16="http://schemas.microsoft.com/office/drawing/2014/main" val="4170085303"/>
                    </a:ext>
                  </a:extLst>
                </a:gridCol>
                <a:gridCol w="964487">
                  <a:extLst>
                    <a:ext uri="{9D8B030D-6E8A-4147-A177-3AD203B41FA5}">
                      <a16:colId xmlns:a16="http://schemas.microsoft.com/office/drawing/2014/main" val="828908175"/>
                    </a:ext>
                  </a:extLst>
                </a:gridCol>
                <a:gridCol w="839440">
                  <a:extLst>
                    <a:ext uri="{9D8B030D-6E8A-4147-A177-3AD203B41FA5}">
                      <a16:colId xmlns:a16="http://schemas.microsoft.com/office/drawing/2014/main" val="2217964813"/>
                    </a:ext>
                  </a:extLst>
                </a:gridCol>
                <a:gridCol w="951800">
                  <a:extLst>
                    <a:ext uri="{9D8B030D-6E8A-4147-A177-3AD203B41FA5}">
                      <a16:colId xmlns:a16="http://schemas.microsoft.com/office/drawing/2014/main" val="3725896981"/>
                    </a:ext>
                  </a:extLst>
                </a:gridCol>
                <a:gridCol w="2872799">
                  <a:extLst>
                    <a:ext uri="{9D8B030D-6E8A-4147-A177-3AD203B41FA5}">
                      <a16:colId xmlns:a16="http://schemas.microsoft.com/office/drawing/2014/main" val="4233718395"/>
                    </a:ext>
                  </a:extLst>
                </a:gridCol>
                <a:gridCol w="3696950">
                  <a:extLst>
                    <a:ext uri="{9D8B030D-6E8A-4147-A177-3AD203B41FA5}">
                      <a16:colId xmlns:a16="http://schemas.microsoft.com/office/drawing/2014/main" val="389320006"/>
                    </a:ext>
                  </a:extLst>
                </a:gridCol>
              </a:tblGrid>
              <a:tr h="326218"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VM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RAM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SSD 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dirty="0"/>
                        <a:t>部署服務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dirty="0"/>
                        <a:t>說明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7265123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vm-lb-01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4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60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Nginx / HA Proxy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入口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active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3446290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vm-lb-02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4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60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Nginx / HA Proxy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入口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standby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1843156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vm-app-01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4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16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 err="1"/>
                        <a:t>InfoGather</a:t>
                      </a:r>
                      <a:r>
                        <a:rPr lang="en-US" altLang="zh-TW" sz="1400" dirty="0"/>
                        <a:t> app, worker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InfoGather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app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與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worker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共用節點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018234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vm-app-01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4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16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 err="1"/>
                        <a:t>InfoGather</a:t>
                      </a:r>
                      <a:r>
                        <a:rPr lang="en-US" altLang="zh-TW" sz="1400" dirty="0"/>
                        <a:t> app, worker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InfoGather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app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與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worker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共用節點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2449912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vm-app-01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4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16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 err="1"/>
                        <a:t>InfoGather</a:t>
                      </a:r>
                      <a:r>
                        <a:rPr lang="en-US" altLang="zh-TW" sz="1400" dirty="0"/>
                        <a:t> worker, scheduler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InfoGather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 worker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與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scheduler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共用節點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8557034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vm-mongo-01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4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16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500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MongoDB replica set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MongoDB primary candidate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4458703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/>
                        <a:t>vm-mongo-02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4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16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500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/>
                        <a:t>MongoDB replica set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MongoDB secondary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2642623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/>
                        <a:t>vm-mongo-03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4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16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500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MongoDB replica set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MongoDB secondary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9620188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vm-redis-01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8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Redis server, sentinel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Redis primary candidate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098484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vm-redis-02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8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Redis server, sentinel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Redis replica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0776270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vm-redis-03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8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/>
                        <a:t>Redis server, sentinel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Redis replica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511611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vm-copilot-01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60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Copilot CLI server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CLI active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89347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vm-copilot-02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60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/>
                        <a:t>Copilot CLI server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CLI standby </a:t>
                      </a:r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0116185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vm-ops-01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8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500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Prometheus, Grafana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維運觀測節點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4022058"/>
                  </a:ext>
                </a:extLst>
              </a:tr>
              <a:tr h="326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vm-backup-01</a:t>
                      </a:r>
                      <a:endParaRPr lang="zh-TW" altLang="en-US" sz="14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2 vCPU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8 GB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 TB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TW" sz="1400" dirty="0"/>
                        <a:t>backup job / restore drill</a:t>
                      </a:r>
                      <a:endParaRPr lang="zh-TW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備份與還原演練節點</a:t>
                      </a:r>
                      <a:endParaRPr lang="zh-TW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6490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4177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74C772-BC05-642E-E3AB-3C3E92624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可觀測性與</a:t>
            </a:r>
            <a:r>
              <a:rPr lang="zh-TW" altLang="en-US" b="1"/>
              <a:t>告警指標</a:t>
            </a:r>
            <a:endParaRPr kumimoji="1" lang="zh-TW" altLang="en-US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F0832473-E209-AA06-526E-F7AC3F6FE0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2436775"/>
              </p:ext>
            </p:extLst>
          </p:nvPr>
        </p:nvGraphicFramePr>
        <p:xfrm>
          <a:off x="270244" y="1025090"/>
          <a:ext cx="10980000" cy="4199044"/>
        </p:xfrm>
        <a:graphic>
          <a:graphicData uri="http://schemas.openxmlformats.org/drawingml/2006/table">
            <a:tbl>
              <a:tblPr/>
              <a:tblGrid>
                <a:gridCol w="2371012">
                  <a:extLst>
                    <a:ext uri="{9D8B030D-6E8A-4147-A177-3AD203B41FA5}">
                      <a16:colId xmlns:a16="http://schemas.microsoft.com/office/drawing/2014/main" val="3476087647"/>
                    </a:ext>
                  </a:extLst>
                </a:gridCol>
                <a:gridCol w="4304494">
                  <a:extLst>
                    <a:ext uri="{9D8B030D-6E8A-4147-A177-3AD203B41FA5}">
                      <a16:colId xmlns:a16="http://schemas.microsoft.com/office/drawing/2014/main" val="1376718494"/>
                    </a:ext>
                  </a:extLst>
                </a:gridCol>
                <a:gridCol w="4304494">
                  <a:extLst>
                    <a:ext uri="{9D8B030D-6E8A-4147-A177-3AD203B41FA5}">
                      <a16:colId xmlns:a16="http://schemas.microsoft.com/office/drawing/2014/main" val="2700649521"/>
                    </a:ext>
                  </a:extLst>
                </a:gridCol>
              </a:tblGrid>
              <a:tr h="2402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類別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指標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告警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5341798"/>
                  </a:ext>
                </a:extLst>
              </a:tr>
              <a:tr h="5530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p95 latency、5xx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rate、SSE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disconnects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p95 &gt; 1s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5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xx &gt; 1%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0375832"/>
                  </a:ext>
                </a:extLst>
              </a:tr>
              <a:tr h="5530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Worker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queue depth、job duration、failed rate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waiting &gt; 1,000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failed rate &gt; 5%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9751834"/>
                  </a:ext>
                </a:extLst>
              </a:tr>
              <a:tr h="7094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session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latency、active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sessions、error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rate、container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restart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p95 &gt; 2s、error &gt; 1%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restart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7233328"/>
                  </a:ext>
                </a:extLst>
              </a:tr>
              <a:tr h="5530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Redis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memory、evictions、ops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sec、latency</a:t>
                      </a:r>
                      <a:endParaRPr lang="en" sz="160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memory &gt; 75%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evictions &gt; 0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106408"/>
                  </a:ext>
                </a:extLst>
              </a:tr>
              <a:tr h="7094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index size、working set、slow queries、connections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slow query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增加或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connections &gt; 80%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2796917"/>
                  </a:ext>
                </a:extLst>
              </a:tr>
              <a:tr h="3966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LLM/API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latency、429/5xx、cost per day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429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出現或每日成本超標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226446"/>
                  </a:ext>
                </a:extLst>
              </a:tr>
              <a:tr h="3966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Storage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DB growth、backup success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backup failed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disk &gt; 70%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90783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0785662"/>
      </p:ext>
    </p:extLst>
  </p:cSld>
  <p:clrMapOvr>
    <a:masterClrMapping/>
  </p:clrMapOvr>
</p:sld>
</file>

<file path=ppt/theme/theme1.xml><?xml version="1.0" encoding="utf-8"?>
<a:theme xmlns:a="http://schemas.openxmlformats.org/drawingml/2006/main" name="數科處範本">
  <a:themeElements>
    <a:clrScheme name="blue-yellow-violet-rose">
      <a:dk1>
        <a:srgbClr val="000000"/>
      </a:dk1>
      <a:lt1>
        <a:srgbClr val="FFFFFF"/>
      </a:lt1>
      <a:dk2>
        <a:srgbClr val="717179"/>
      </a:dk2>
      <a:lt2>
        <a:srgbClr val="E3E3E7"/>
      </a:lt2>
      <a:accent1>
        <a:srgbClr val="3B82F6"/>
      </a:accent1>
      <a:accent2>
        <a:srgbClr val="EAB308"/>
      </a:accent2>
      <a:accent3>
        <a:srgbClr val="8B5CF6"/>
      </a:accent3>
      <a:accent4>
        <a:srgbClr val="F33F5E"/>
      </a:accent4>
      <a:accent5>
        <a:srgbClr val="10B981"/>
      </a:accent5>
      <a:accent6>
        <a:srgbClr val="FFFFFF"/>
      </a:accent6>
      <a:hlink>
        <a:srgbClr val="3B82F6"/>
      </a:hlink>
      <a:folHlink>
        <a:srgbClr val="8B5CF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E4F25D0FF425B4EA678AC2414B6A709" ma:contentTypeVersion="10" ma:contentTypeDescription="Create a new document." ma:contentTypeScope="" ma:versionID="8ceec2ce155b1d63c0c6fcd4110f3cfe">
  <xsd:schema xmlns:xsd="http://www.w3.org/2001/XMLSchema" xmlns:xs="http://www.w3.org/2001/XMLSchema" xmlns:p="http://schemas.microsoft.com/office/2006/metadata/properties" xmlns:ns2="7cac0686-f0c7-4236-b000-d7b90732a875" xmlns:ns3="9bfc64f2-d580-4df8-9fa4-4631ad6ac43d" targetNamespace="http://schemas.microsoft.com/office/2006/metadata/properties" ma:root="true" ma:fieldsID="267f21102a69fda15f58a0ecdfc9abe1" ns2:_="" ns3:_="">
    <xsd:import namespace="7cac0686-f0c7-4236-b000-d7b90732a875"/>
    <xsd:import namespace="9bfc64f2-d580-4df8-9fa4-4631ad6ac43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cac0686-f0c7-4236-b000-d7b90732a8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fc64f2-d580-4df8-9fa4-4631ad6ac43d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FD5D526-59E0-46BD-B75A-4A393253F249}">
  <ds:schemaRefs>
    <ds:schemaRef ds:uri="http://schemas.microsoft.com/office/2006/documentManagement/types"/>
    <ds:schemaRef ds:uri="http://schemas.microsoft.com/office/2006/metadata/properties"/>
    <ds:schemaRef ds:uri="http://purl.org/dc/elements/1.1/"/>
    <ds:schemaRef ds:uri="9bfc64f2-d580-4df8-9fa4-4631ad6ac43d"/>
    <ds:schemaRef ds:uri="http://schemas.openxmlformats.org/package/2006/metadata/core-properties"/>
    <ds:schemaRef ds:uri="http://purl.org/dc/terms/"/>
    <ds:schemaRef ds:uri="http://www.w3.org/XML/1998/namespace"/>
    <ds:schemaRef ds:uri="http://schemas.microsoft.com/office/infopath/2007/PartnerControls"/>
    <ds:schemaRef ds:uri="7cac0686-f0c7-4236-b000-d7b90732a875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76929C79-DB32-411C-8C37-9A0BBBB5F64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B3946E7-66F8-4182-AA38-CFC406C59F4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cac0686-f0c7-4236-b000-d7b90732a875"/>
    <ds:schemaRef ds:uri="9bfc64f2-d580-4df8-9fa4-4631ad6ac43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217a5a3d-163a-4e8b-af1b-58fd7f92894f}" enabled="0" method="" siteId="{217a5a3d-163a-4e8b-af1b-58fd7f92894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4974</TotalTime>
  <Words>775</Words>
  <Application>Microsoft Macintosh PowerPoint</Application>
  <PresentationFormat>自訂</PresentationFormat>
  <Paragraphs>143</Paragraphs>
  <Slides>4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13" baseType="lpstr">
      <vt:lpstr>微軟正黑體</vt:lpstr>
      <vt:lpstr>微軟正黑體</vt:lpstr>
      <vt:lpstr>標準系統字體</vt:lpstr>
      <vt:lpstr>Microsoft JhengHei Light</vt:lpstr>
      <vt:lpstr>Arial</vt:lpstr>
      <vt:lpstr>Consolas</vt:lpstr>
      <vt:lpstr>Roboto</vt:lpstr>
      <vt:lpstr>Times New Roman</vt:lpstr>
      <vt:lpstr>數科處範本</vt:lpstr>
      <vt:lpstr>InfoGather</vt:lpstr>
      <vt:lpstr>InfoGather 系統架構</vt:lpstr>
      <vt:lpstr>高可用 VM 配置與服務部署</vt:lpstr>
      <vt:lpstr>可觀測性與告警指標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封面標題(36 pt)</dc:title>
  <cp:lastModifiedBy>雋凱 王</cp:lastModifiedBy>
  <cp:revision>167</cp:revision>
  <dcterms:modified xsi:type="dcterms:W3CDTF">2026-06-05T01:46:02Z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0x010100DE4F25D0FF425B4EA678AC2414B6A709</vt:lpwstr>
  </property>
  <property fmtid="{D5CDD505-2E9C-101B-9397-08002B2CF9AE}" pid="3" name="Order">
    <vt:r8>500</vt:r8>
  </property>
  <property fmtid="{D5CDD505-2E9C-101B-9397-08002B2CF9AE}" pid="4" name="TriggerFlowInfo">
    <vt:lpwstr/>
  </property>
  <property fmtid="{D5CDD505-2E9C-101B-9397-08002B2CF9AE}" pid="5" name="ComplianceAssetId">
    <vt:lpwstr/>
  </property>
  <property fmtid="{D5CDD505-2E9C-101B-9397-08002B2CF9AE}" pid="6" name="_ExtendedDescription">
    <vt:lpwstr/>
  </property>
</Properties>
</file>
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4"/>
  </p:notesMasterIdLst>
  <p:sldIdLst>
    <p:sldId id="256" r:id="rId5"/>
    <p:sldId id="2147471210" r:id="rId6"/>
    <p:sldId id="2147471188" r:id="rId7"/>
    <p:sldId id="2147471202" r:id="rId8"/>
    <p:sldId id="2147471203" r:id="rId9"/>
    <p:sldId id="2147471204" r:id="rId10"/>
    <p:sldId id="2147471206" r:id="rId11"/>
    <p:sldId id="2147471207" r:id="rId12"/>
    <p:sldId id="2147471208" r:id="rId13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hqKJAzFugGzrpaCdpbPJOL8Owfd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0BB80E-A4FD-B3AE-4392-5E68415B0732}" name="黃泳晞-數位金融處-永豐銀行" initials="黃泳晞-數位金融處-永豐銀行" userId="S::kelseahuang@sinopac.com::d24483b1-7db0-4584-b824-353502d8b450" providerId="AD"/>
  <p188:author id="{C65AFA41-CD7E-2B06-21DA-0B5DDA46C4CD}" name="王雋凱-數位金融處-永豐銀行" initials="數王" userId="S::chunkaiwang@sinopac.com::f78494d6-bac0-4c9e-94cd-0b5e029c085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B31F0-320C-48DF-9502-8D0947EDCB73}" v="17" dt="2026-03-04T00:50:42.774"/>
    <p1510:client id="{FA9839A9-6642-4D7D-A192-E66DD6D2AFDE}" v="393" dt="2026-03-04T00:39:23.484"/>
  </p1510:revLst>
</p1510:revInfo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59" Type="http://schemas.microsoft.com/office/2015/10/relationships/revisionInfo" Target="revisionInfo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6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黃泳晞-數位金融處-永豐銀行" userId="d24483b1-7db0-4584-b824-353502d8b450" providerId="ADAL" clId="{B06B31F0-320C-48DF-9502-8D0947EDCB73}"/>
    <pc:docChg chg="undo redo custSel addSld delSld modSld sldOrd">
      <pc:chgData name="黃泳晞-數位金融處-永豐銀行" userId="d24483b1-7db0-4584-b824-353502d8b450" providerId="ADAL" clId="{B06B31F0-320C-48DF-9502-8D0947EDCB73}" dt="2026-03-04T00:50:42.774" v="3236" actId="20577"/>
      <pc:docMkLst>
        <pc:docMk/>
      </pc:docMkLst>
      <pc:sldChg chg="addSp delSp modSp add del mod">
        <pc:chgData name="黃泳晞-數位金融處-永豐銀行" userId="d24483b1-7db0-4584-b824-353502d8b450" providerId="ADAL" clId="{B06B31F0-320C-48DF-9502-8D0947EDCB73}" dt="2026-02-25T03:30:01.275" v="1884" actId="20577"/>
        <pc:sldMkLst>
          <pc:docMk/>
          <pc:sldMk cId="4060586183" sldId="2147471188"/>
        </pc:sldMkLst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" creationId="{3EB79AC9-1CF0-FDD2-811A-75630E7595C1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292" v="67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7" creationId="{01494B6A-BD67-19FD-093E-24CA5332567C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8" creationId="{826FCBA4-056A-C6A8-F1DA-D12CAC09E684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9" creationId="{96384778-CC34-3991-E55A-2CFBEF74C803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0" creationId="{E2EA56F1-C085-DF77-114A-2455FEE4A404}"/>
          </ac:spMkLst>
        </pc:spChg>
        <pc:spChg chg="mod">
          <ac:chgData name="黃泳晞-數位金融處-永豐銀行" userId="d24483b1-7db0-4584-b824-353502d8b450" providerId="ADAL" clId="{B06B31F0-320C-48DF-9502-8D0947EDCB73}" dt="2026-02-24T07:56:05.979" v="41" actId="14100"/>
          <ac:spMkLst>
            <pc:docMk/>
            <pc:sldMk cId="4060586183" sldId="2147471188"/>
            <ac:spMk id="11" creationId="{FAAD7D62-7A6B-E41B-AD13-F6D0607B34FE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2" creationId="{EFCC96F5-D719-D76D-C71A-47A670FD93B5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3" creationId="{D6C3F9EE-16A6-FA70-1ED8-9359AF78E951}"/>
          </ac:spMkLst>
        </pc:spChg>
        <pc:spChg chg="mod">
          <ac:chgData name="黃泳晞-數位金融處-永豐銀行" userId="d24483b1-7db0-4584-b824-353502d8b450" providerId="ADAL" clId="{B06B31F0-320C-48DF-9502-8D0947EDCB73}" dt="2026-02-24T07:55:46.050" v="37"/>
          <ac:spMkLst>
            <pc:docMk/>
            <pc:sldMk cId="4060586183" sldId="2147471188"/>
            <ac:spMk id="14" creationId="{8D140C48-9C4B-B9BF-4671-BEB6D2578894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065" v="70" actId="1076"/>
          <ac:spMkLst>
            <pc:docMk/>
            <pc:sldMk cId="4060586183" sldId="2147471188"/>
            <ac:spMk id="17" creationId="{0679D7FA-2F6F-4E9D-51FA-51AEE26C95FD}"/>
          </ac:spMkLst>
        </pc:spChg>
        <pc:spChg chg="mod">
          <ac:chgData name="黃泳晞-數位金融處-永豐銀行" userId="d24483b1-7db0-4584-b824-353502d8b450" providerId="ADAL" clId="{B06B31F0-320C-48DF-9502-8D0947EDCB73}" dt="2026-02-24T09:25:08.257" v="823" actId="20577"/>
          <ac:spMkLst>
            <pc:docMk/>
            <pc:sldMk cId="4060586183" sldId="2147471188"/>
            <ac:spMk id="18" creationId="{946B3F57-D5F7-5602-B1A7-995AA5CD4B85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19" creationId="{B5B8EE02-8334-1A99-729D-2D2C628230B5}"/>
          </ac:spMkLst>
        </pc:spChg>
        <pc:spChg chg="mod">
          <ac:chgData name="黃泳晞-數位金融處-永豐銀行" userId="d24483b1-7db0-4584-b824-353502d8b450" providerId="ADAL" clId="{B06B31F0-320C-48DF-9502-8D0947EDCB73}" dt="2026-02-25T03:30:01.275" v="1884" actId="20577"/>
          <ac:spMkLst>
            <pc:docMk/>
            <pc:sldMk cId="4060586183" sldId="2147471188"/>
            <ac:spMk id="20" creationId="{576A275A-648F-3C44-039E-C0702D4F0CAA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1" creationId="{F7FA2EFE-048F-D952-03B1-15B4565AB9DF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2" creationId="{45150BD1-B6D4-4201-756E-4009AC9C3CF2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3" creationId="{6CFF73D3-2B19-171E-9F04-331A6B15C396}"/>
          </ac:spMkLst>
        </pc:spChg>
        <pc:spChg chg="mod">
          <ac:chgData name="黃泳晞-數位金融處-永豐銀行" userId="d24483b1-7db0-4584-b824-353502d8b450" providerId="ADAL" clId="{B06B31F0-320C-48DF-9502-8D0947EDCB73}" dt="2026-02-24T07:57:42.282" v="79" actId="1076"/>
          <ac:spMkLst>
            <pc:docMk/>
            <pc:sldMk cId="4060586183" sldId="2147471188"/>
            <ac:spMk id="24" creationId="{4EF58313-AA83-5560-2A5E-2C80A8BA702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5" creationId="{2BE7D072-C698-ACE7-3B5A-833213105D13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7" creationId="{ACC00A07-8721-B953-D604-3479B4777049}"/>
          </ac:spMkLst>
        </pc:spChg>
        <pc:spChg chg="mod">
          <ac:chgData name="黃泳晞-數位金融處-永豐銀行" userId="d24483b1-7db0-4584-b824-353502d8b450" providerId="ADAL" clId="{B06B31F0-320C-48DF-9502-8D0947EDCB73}" dt="2026-02-24T07:56:28.437" v="45"/>
          <ac:spMkLst>
            <pc:docMk/>
            <pc:sldMk cId="4060586183" sldId="2147471188"/>
            <ac:spMk id="29" creationId="{233F368A-FF0C-2FEF-BD76-A8E7084EBFAB}"/>
          </ac:spMkLst>
        </pc:spChg>
        <pc:spChg chg="mod">
          <ac:chgData name="黃泳晞-數位金融處-永豐銀行" userId="d24483b1-7db0-4584-b824-353502d8b450" providerId="ADAL" clId="{B06B31F0-320C-48DF-9502-8D0947EDCB73}" dt="2026-02-24T07:57:36.254" v="71" actId="1076"/>
          <ac:spMkLst>
            <pc:docMk/>
            <pc:sldMk cId="4060586183" sldId="2147471188"/>
            <ac:spMk id="31" creationId="{7A2D465E-99C5-D172-B7FC-C1E1BF134A74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2" creationId="{3AF885A9-9D89-9165-04DB-CA0A96BAA6AC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3" creationId="{4DB34148-A7F4-C015-525B-B3B413F673F3}"/>
          </ac:spMkLst>
        </pc:spChg>
        <pc:spChg chg="mod">
          <ac:chgData name="黃泳晞-數位金融處-永豐銀行" userId="d24483b1-7db0-4584-b824-353502d8b450" providerId="ADAL" clId="{B06B31F0-320C-48DF-9502-8D0947EDCB73}" dt="2026-02-24T07:57:35.466" v="68" actId="554"/>
          <ac:spMkLst>
            <pc:docMk/>
            <pc:sldMk cId="4060586183" sldId="2147471188"/>
            <ac:spMk id="34" creationId="{37D23F81-33FB-160A-90A1-2E85E736552E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26:43.166" v="845" actId="478"/>
          <ac:spMkLst>
            <pc:docMk/>
            <pc:sldMk cId="4060586183" sldId="2147471188"/>
            <ac:spMk id="36" creationId="{43A085E1-C162-7356-EE4A-8A04435686B1}"/>
          </ac:spMkLst>
        </pc:spChg>
        <pc:grpChg chg="add mod">
          <ac:chgData name="黃泳晞-數位金融處-永豐銀行" userId="d24483b1-7db0-4584-b824-353502d8b450" providerId="ADAL" clId="{B06B31F0-320C-48DF-9502-8D0947EDCB73}" dt="2026-02-24T07:56:06.893" v="43" actId="1076"/>
          <ac:grpSpMkLst>
            <pc:docMk/>
            <pc:sldMk cId="4060586183" sldId="2147471188"/>
            <ac:grpSpMk id="3" creationId="{3B7F5CE1-D29D-7E3D-BE91-02057E57F829}"/>
          </ac:grpSpMkLst>
        </pc:grpChg>
        <pc:grpChg chg="add mod">
          <ac:chgData name="黃泳晞-數位金融處-永豐銀行" userId="d24483b1-7db0-4584-b824-353502d8b450" providerId="ADAL" clId="{B06B31F0-320C-48DF-9502-8D0947EDCB73}" dt="2026-02-24T07:57:36.678" v="74" actId="1076"/>
          <ac:grpSpMkLst>
            <pc:docMk/>
            <pc:sldMk cId="4060586183" sldId="2147471188"/>
            <ac:grpSpMk id="15" creationId="{5C2BBE53-C800-83A0-E83C-487D7D7748D9}"/>
          </ac:grpSpMkLst>
        </pc:grp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4" creationId="{A4E23B83-399B-C46D-EC54-CA202336EBFE}"/>
          </ac:picMkLst>
        </pc:picChg>
        <pc:picChg chg="mod">
          <ac:chgData name="黃泳晞-數位金融處-永豐銀行" userId="d24483b1-7db0-4584-b824-353502d8b450" providerId="ADAL" clId="{B06B31F0-320C-48DF-9502-8D0947EDCB73}" dt="2026-02-24T07:57:42.282" v="79" actId="1076"/>
          <ac:picMkLst>
            <pc:docMk/>
            <pc:sldMk cId="4060586183" sldId="2147471188"/>
            <ac:picMk id="28" creationId="{6748D58D-6711-C717-127D-4C23217013B6}"/>
          </ac:picMkLst>
        </pc:picChg>
        <pc:cxnChg chg="mod">
          <ac:chgData name="黃泳晞-數位金融處-永豐銀行" userId="d24483b1-7db0-4584-b824-353502d8b450" providerId="ADAL" clId="{B06B31F0-320C-48DF-9502-8D0947EDCB73}" dt="2026-02-24T07:55:46.050" v="37"/>
          <ac:cxnSpMkLst>
            <pc:docMk/>
            <pc:sldMk cId="4060586183" sldId="2147471188"/>
            <ac:cxnSpMk id="6" creationId="{B5C4EEC6-B901-9DC7-937F-E48C1571905F}"/>
          </ac:cxnSpMkLst>
        </pc:cxnChg>
        <pc:cxnChg chg="mod">
          <ac:chgData name="黃泳晞-數位金融處-永豐銀行" userId="d24483b1-7db0-4584-b824-353502d8b450" providerId="ADAL" clId="{B06B31F0-320C-48DF-9502-8D0947EDCB73}" dt="2026-02-24T07:56:28.437" v="45"/>
          <ac:cxnSpMkLst>
            <pc:docMk/>
            <pc:sldMk cId="4060586183" sldId="2147471188"/>
            <ac:cxnSpMk id="16" creationId="{4BFEC46D-4E13-1030-EE52-B812FBAC29B9}"/>
          </ac:cxnSpMkLst>
        </pc:cxnChg>
      </pc:sldChg>
      <pc:sldChg chg="modSp mod">
        <pc:chgData name="黃泳晞-數位金融處-永豐銀行" userId="d24483b1-7db0-4584-b824-353502d8b450" providerId="ADAL" clId="{B06B31F0-320C-48DF-9502-8D0947EDCB73}" dt="2026-02-25T09:08:27.191" v="3218" actId="20577"/>
        <pc:sldMkLst>
          <pc:docMk/>
          <pc:sldMk cId="167002506" sldId="2147471191"/>
        </pc:sldMkLst>
        <pc:graphicFrameChg chg="mod modGraphic">
          <ac:chgData name="黃泳晞-數位金融處-永豐銀行" userId="d24483b1-7db0-4584-b824-353502d8b450" providerId="ADAL" clId="{B06B31F0-320C-48DF-9502-8D0947EDCB73}" dt="2026-02-25T09:08:27.191" v="3218" actId="20577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addSp modSp mod">
        <pc:chgData name="黃泳晞-數位金融處-永豐銀行" userId="d24483b1-7db0-4584-b824-353502d8b450" providerId="ADAL" clId="{B06B31F0-320C-48DF-9502-8D0947EDCB73}" dt="2026-02-25T02:31:09.908" v="1341"/>
        <pc:sldMkLst>
          <pc:docMk/>
          <pc:sldMk cId="154162750" sldId="2147471192"/>
        </pc:sldMkLst>
        <pc:spChg chg="mod">
          <ac:chgData name="黃泳晞-數位金融處-永豐銀行" userId="d24483b1-7db0-4584-b824-353502d8b450" providerId="ADAL" clId="{B06B31F0-320C-48DF-9502-8D0947EDCB73}" dt="2026-02-25T02:31:09.908" v="1341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黃泳晞-數位金融處-永豐銀行" userId="d24483b1-7db0-4584-b824-353502d8b450" providerId="ADAL" clId="{B06B31F0-320C-48DF-9502-8D0947EDCB73}" dt="2026-02-24T07:53:13.261" v="35" actId="1076"/>
          <ac:picMkLst>
            <pc:docMk/>
            <pc:sldMk cId="154162750" sldId="2147471192"/>
            <ac:picMk id="4" creationId="{47F115FC-5C67-9514-1C4C-FA0BE32405B3}"/>
          </ac:picMkLst>
        </pc:picChg>
        <pc:picChg chg="add mod">
          <ac:chgData name="黃泳晞-數位金融處-永豐銀行" userId="d24483b1-7db0-4584-b824-353502d8b450" providerId="ADAL" clId="{B06B31F0-320C-48DF-9502-8D0947EDCB73}" dt="2026-02-24T07:57:39.155" v="77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add del mod">
        <pc:chgData name="黃泳晞-數位金融處-永豐銀行" userId="d24483b1-7db0-4584-b824-353502d8b450" providerId="ADAL" clId="{B06B31F0-320C-48DF-9502-8D0947EDCB73}" dt="2026-02-25T07:00:10.519" v="2610" actId="20577"/>
        <pc:sldMkLst>
          <pc:docMk/>
          <pc:sldMk cId="237225399" sldId="2147471194"/>
        </pc:sldMkLst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2" creationId="{1D62D26F-3EF9-8652-57D6-860282E30FDF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" creationId="{EFBCDDFA-6136-E695-BAD4-C6FAE5EF3B89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4" creationId="{555EE2DA-B5B7-4FF2-B20A-72A5A815139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45:58.450" v="903" actId="1076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45.760" v="1054" actId="1076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9" creationId="{FBCA38BD-5984-7A03-72D8-F14C2869AFDE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4:29.464" v="1047" actId="478"/>
          <ac:spMkLst>
            <pc:docMk/>
            <pc:sldMk cId="237225399" sldId="2147471194"/>
            <ac:spMk id="10" creationId="{D2A4042A-AE68-EA16-58B4-1EB3A79C4053}"/>
          </ac:spMkLst>
        </pc:spChg>
        <pc:spChg chg="mod topLvl">
          <ac:chgData name="黃泳晞-數位金融處-永豐銀行" userId="d24483b1-7db0-4584-b824-353502d8b450" providerId="ADAL" clId="{B06B31F0-320C-48DF-9502-8D0947EDCB73}" dt="2026-02-24T10:02:50.577" v="1198" actId="1076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黃泳晞-數位金融處-永豐銀行" userId="d24483b1-7db0-4584-b824-353502d8b450" providerId="ADAL" clId="{B06B31F0-320C-48DF-9502-8D0947EDCB73}" dt="2026-02-25T06:43:38.697" v="2598" actId="20577"/>
          <ac:spMkLst>
            <pc:docMk/>
            <pc:sldMk cId="237225399" sldId="2147471194"/>
            <ac:spMk id="12" creationId="{56A2B752-DF8E-F870-FABB-B78B89A16FA5}"/>
          </ac:spMkLst>
        </pc:spChg>
        <pc:spChg chg="del mod topLvl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13" creationId="{81572120-2F6E-A70B-AAB7-32D31E2CAA3C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4" creationId="{B9A3D32F-EDC7-2EF4-C418-42CBA7825CBF}"/>
          </ac:spMkLst>
        </pc:spChg>
        <pc:spChg chg="mod topLvl">
          <ac:chgData name="黃泳晞-數位金融處-永豐銀行" userId="d24483b1-7db0-4584-b824-353502d8b450" providerId="ADAL" clId="{B06B31F0-320C-48DF-9502-8D0947EDCB73}" dt="2026-02-25T07:00:10.519" v="2610" actId="20577"/>
          <ac:spMkLst>
            <pc:docMk/>
            <pc:sldMk cId="237225399" sldId="2147471194"/>
            <ac:spMk id="15" creationId="{9E3E0D8A-D2F5-92E3-E749-C7111BF15F56}"/>
          </ac:spMkLst>
        </pc:spChg>
        <pc:spChg chg="mod">
          <ac:chgData name="黃泳晞-數位金融處-永豐銀行" userId="d24483b1-7db0-4584-b824-353502d8b450" providerId="ADAL" clId="{B06B31F0-320C-48DF-9502-8D0947EDCB73}" dt="2026-02-25T02:13:28.259" v="1227" actId="13926"/>
          <ac:spMkLst>
            <pc:docMk/>
            <pc:sldMk cId="237225399" sldId="2147471194"/>
            <ac:spMk id="17" creationId="{B51CB1D1-3046-C3EA-A89B-99D974849B6D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8" creationId="{2C04B10E-B83E-6EB4-2A94-044B4DE96E04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19" creationId="{2BC398C7-4C50-905E-6E6C-516637764666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0" creationId="{D00DE9F2-004E-965E-D0C2-7294F4043380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1" creationId="{9748574C-1BB4-1410-EE07-49CEC3E7D517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2" creationId="{851E5B57-2B61-9063-D7BA-65F60A38501E}"/>
          </ac:spMkLst>
        </pc:spChg>
        <pc:spChg chg="mod">
          <ac:chgData name="黃泳晞-數位金融處-永豐銀行" userId="d24483b1-7db0-4584-b824-353502d8b450" providerId="ADAL" clId="{B06B31F0-320C-48DF-9502-8D0947EDCB73}" dt="2026-02-24T09:25:20.108" v="824"/>
          <ac:spMkLst>
            <pc:docMk/>
            <pc:sldMk cId="237225399" sldId="2147471194"/>
            <ac:spMk id="23" creationId="{EAA8E513-4D8A-4BE3-E215-EF1938A5FEC0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4" creationId="{74540C3C-6A2D-34CC-F75C-B08CCD29B98F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07.888" v="2607" actId="21"/>
          <ac:spMkLst>
            <pc:docMk/>
            <pc:sldMk cId="237225399" sldId="2147471194"/>
            <ac:spMk id="25" creationId="{B112037B-3CFE-DA95-F50C-956EC9DC12BA}"/>
          </ac:spMkLst>
        </pc:spChg>
        <pc:spChg chg="add mod">
          <ac:chgData name="黃泳晞-數位金融處-永豐銀行" userId="d24483b1-7db0-4584-b824-353502d8b450" providerId="ADAL" clId="{B06B31F0-320C-48DF-9502-8D0947EDCB73}" dt="2026-02-24T09:55:52.880" v="1055" actId="408"/>
          <ac:spMkLst>
            <pc:docMk/>
            <pc:sldMk cId="237225399" sldId="2147471194"/>
            <ac:spMk id="26" creationId="{09140074-3C60-043B-B5E5-49D1CD2107BD}"/>
          </ac:spMkLst>
        </pc:spChg>
        <pc:spChg chg="add del mod">
          <ac:chgData name="黃泳晞-數位金融處-永豐銀行" userId="d24483b1-7db0-4584-b824-353502d8b450" providerId="ADAL" clId="{B06B31F0-320C-48DF-9502-8D0947EDCB73}" dt="2026-02-24T09:55:33.425" v="1050" actId="478"/>
          <ac:spMkLst>
            <pc:docMk/>
            <pc:sldMk cId="237225399" sldId="2147471194"/>
            <ac:spMk id="28" creationId="{8A10989F-511A-93D6-EC8D-4E713BA4870C}"/>
          </ac:spMkLst>
        </pc:spChg>
        <pc:spChg chg="add mod">
          <ac:chgData name="黃泳晞-數位金融處-永豐銀行" userId="d24483b1-7db0-4584-b824-353502d8b450" providerId="ADAL" clId="{B06B31F0-320C-48DF-9502-8D0947EDCB73}" dt="2026-02-25T06:56:15.127" v="2608"/>
          <ac:spMkLst>
            <pc:docMk/>
            <pc:sldMk cId="237225399" sldId="2147471194"/>
            <ac:spMk id="29" creationId="{EB9C668D-BD73-DEF9-C711-43E1DF7457F1}"/>
          </ac:spMkLst>
        </pc:spChg>
        <pc:spChg chg="add mod">
          <ac:chgData name="黃泳晞-數位金融處-永豐銀行" userId="d24483b1-7db0-4584-b824-353502d8b450" providerId="ADAL" clId="{B06B31F0-320C-48DF-9502-8D0947EDCB73}" dt="2026-02-25T06:39:15.467" v="2345" actId="554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黃泳晞-數位金融處-永豐銀行" userId="d24483b1-7db0-4584-b824-353502d8b450" providerId="ADAL" clId="{B06B31F0-320C-48DF-9502-8D0947EDCB73}" dt="2026-02-24T09:51:43.541" v="1044" actId="478"/>
          <ac:grpSpMkLst>
            <pc:docMk/>
            <pc:sldMk cId="237225399" sldId="2147471194"/>
            <ac:grpSpMk id="2" creationId="{841191A0-37E2-2133-595B-96236BB7DB75}"/>
          </ac:grpSpMkLst>
        </pc:grpChg>
        <pc:grpChg chg="del">
          <ac:chgData name="黃泳晞-數位金融處-永豐銀行" userId="d24483b1-7db0-4584-b824-353502d8b450" providerId="ADAL" clId="{B06B31F0-320C-48DF-9502-8D0947EDCB73}" dt="2026-02-24T09:44:24.892" v="887" actId="165"/>
          <ac:grpSpMkLst>
            <pc:docMk/>
            <pc:sldMk cId="237225399" sldId="2147471194"/>
            <ac:grpSpMk id="16" creationId="{E1E27729-7999-02D6-649B-4BF4D27B7BBA}"/>
          </ac:grpSpMkLst>
        </pc:grpChg>
        <pc:cxnChg chg="mod">
          <ac:chgData name="黃泳晞-數位金融處-永豐銀行" userId="d24483b1-7db0-4584-b824-353502d8b450" providerId="ADAL" clId="{B06B31F0-320C-48DF-9502-8D0947EDCB73}" dt="2026-02-24T09:25:20.108" v="824"/>
          <ac:cxnSpMkLst>
            <pc:docMk/>
            <pc:sldMk cId="237225399" sldId="2147471194"/>
            <ac:cxnSpMk id="3" creationId="{DFD1F137-D96D-2F1D-E5B4-B4724189CCEB}"/>
          </ac:cxnSpMkLst>
        </pc:cxnChg>
        <pc:cxnChg chg="mod topLvl">
          <ac:chgData name="黃泳晞-數位金融處-永豐銀行" userId="d24483b1-7db0-4584-b824-353502d8b450" providerId="ADAL" clId="{B06B31F0-320C-48DF-9502-8D0947EDCB73}" dt="2026-02-24T09:56:16.783" v="1058" actId="14100"/>
          <ac:cxnSpMkLst>
            <pc:docMk/>
            <pc:sldMk cId="237225399" sldId="2147471194"/>
            <ac:cxnSpMk id="6" creationId="{B01D909E-D210-3E51-5C41-8B6D26225185}"/>
          </ac:cxnSpMkLst>
        </pc:cxnChg>
      </pc:sldChg>
      <pc:sldChg chg="add del">
        <pc:chgData name="黃泳晞-數位金融處-永豐銀行" userId="d24483b1-7db0-4584-b824-353502d8b450" providerId="ADAL" clId="{B06B31F0-320C-48DF-9502-8D0947EDCB73}" dt="2026-02-24T07:57:34.835" v="65"/>
        <pc:sldMkLst>
          <pc:docMk/>
          <pc:sldMk cId="2140545363" sldId="2147471195"/>
        </pc:sldMkLst>
      </pc:sldChg>
      <pc:sldChg chg="addSp modSp add del mod">
        <pc:chgData name="黃泳晞-數位金融處-永豐銀行" userId="d24483b1-7db0-4584-b824-353502d8b450" providerId="ADAL" clId="{B06B31F0-320C-48DF-9502-8D0947EDCB73}" dt="2026-02-24T09:56:28.491" v="1059" actId="47"/>
        <pc:sldMkLst>
          <pc:docMk/>
          <pc:sldMk cId="4259582015" sldId="2147471195"/>
        </pc:sldMkLst>
        <pc:spChg chg="mod">
          <ac:chgData name="黃泳晞-數位金融處-永豐銀行" userId="d24483b1-7db0-4584-b824-353502d8b450" providerId="ADAL" clId="{B06B31F0-320C-48DF-9502-8D0947EDCB73}" dt="2026-02-24T09:21:54.157" v="698" actId="14100"/>
          <ac:spMkLst>
            <pc:docMk/>
            <pc:sldMk cId="4259582015" sldId="2147471195"/>
            <ac:spMk id="2" creationId="{8B57E404-39DF-FB0D-8FCF-B9E67C75B795}"/>
          </ac:spMkLst>
        </pc:spChg>
        <pc:spChg chg="add mod">
          <ac:chgData name="黃泳晞-數位金融處-永豐銀行" userId="d24483b1-7db0-4584-b824-353502d8b450" providerId="ADAL" clId="{B06B31F0-320C-48DF-9502-8D0947EDCB73}" dt="2026-02-24T09:20:06.207" v="675" actId="1076"/>
          <ac:spMkLst>
            <pc:docMk/>
            <pc:sldMk cId="4259582015" sldId="2147471195"/>
            <ac:spMk id="3" creationId="{8DD868B8-9C02-C3C0-78F8-06F222D5CEFA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16.142" v="701" actId="1076"/>
          <ac:spMkLst>
            <pc:docMk/>
            <pc:sldMk cId="4259582015" sldId="2147471195"/>
            <ac:spMk id="6" creationId="{DAD5B5B6-5E33-C227-54A9-D319B425B220}"/>
          </ac:spMkLst>
        </pc:spChg>
        <pc:spChg chg="add mod">
          <ac:chgData name="黃泳晞-數位金融處-永豐銀行" userId="d24483b1-7db0-4584-b824-353502d8b450" providerId="ADAL" clId="{B06B31F0-320C-48DF-9502-8D0947EDCB73}" dt="2026-02-24T09:22:44.020" v="790"/>
          <ac:spMkLst>
            <pc:docMk/>
            <pc:sldMk cId="4259582015" sldId="2147471195"/>
            <ac:spMk id="7" creationId="{F0A11B72-C896-DC74-E3A8-726778EAA3A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17" creationId="{E1366A57-566A-2536-B904-9A433A7EE87A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8" creationId="{808F1E1A-09CB-42B7-AD6E-21494F9C6F0B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19" creationId="{D0603AD5-430A-E028-2AD5-1E65B462D924}"/>
          </ac:spMkLst>
        </pc:spChg>
        <pc:spChg chg="mod">
          <ac:chgData name="黃泳晞-數位金融處-永豐銀行" userId="d24483b1-7db0-4584-b824-353502d8b450" providerId="ADAL" clId="{B06B31F0-320C-48DF-9502-8D0947EDCB73}" dt="2026-02-24T09:20:25.405" v="678" actId="14100"/>
          <ac:spMkLst>
            <pc:docMk/>
            <pc:sldMk cId="4259582015" sldId="2147471195"/>
            <ac:spMk id="20" creationId="{9D04A905-AFAD-77A4-0565-D9E77E8F2CAD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1" creationId="{DFB58DE4-2772-0FC8-C343-19E2B1084378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2" creationId="{5C07FB05-1970-52A5-45C7-3B75F39180B9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3" creationId="{C6B63129-CCDA-4BBE-E123-1D1587EE830A}"/>
          </ac:spMkLst>
        </pc:spChg>
        <pc:spChg chg="mod">
          <ac:chgData name="黃泳晞-數位金融處-永豐銀行" userId="d24483b1-7db0-4584-b824-353502d8b450" providerId="ADAL" clId="{B06B31F0-320C-48DF-9502-8D0947EDCB73}" dt="2026-02-24T09:09:28.696" v="554" actId="1076"/>
          <ac:spMkLst>
            <pc:docMk/>
            <pc:sldMk cId="4259582015" sldId="2147471195"/>
            <ac:spMk id="24" creationId="{F3A1AFC9-06EC-58D1-6837-8AF5B97E2FB6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5" creationId="{ED3D2852-C593-9E78-2BE6-86B66A4F218F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7" creationId="{0F2CC86D-48A8-38EE-D123-4877DE8A81BC}"/>
          </ac:spMkLst>
        </pc:spChg>
        <pc:spChg chg="mod">
          <ac:chgData name="黃泳晞-數位金融處-永豐銀行" userId="d24483b1-7db0-4584-b824-353502d8b450" providerId="ADAL" clId="{B06B31F0-320C-48DF-9502-8D0947EDCB73}" dt="2026-02-24T09:22:01.490" v="699" actId="14100"/>
          <ac:spMkLst>
            <pc:docMk/>
            <pc:sldMk cId="4259582015" sldId="2147471195"/>
            <ac:spMk id="29" creationId="{802A1B25-E0F3-D27D-809D-830452BA101F}"/>
          </ac:spMkLst>
        </pc:spChg>
        <pc:spChg chg="mod">
          <ac:chgData name="黃泳晞-數位金融處-永豐銀行" userId="d24483b1-7db0-4584-b824-353502d8b450" providerId="ADAL" clId="{B06B31F0-320C-48DF-9502-8D0947EDCB73}" dt="2026-02-24T08:10:36.395" v="453" actId="554"/>
          <ac:spMkLst>
            <pc:docMk/>
            <pc:sldMk cId="4259582015" sldId="2147471195"/>
            <ac:spMk id="31" creationId="{632EDDC8-B79C-84AC-F7C8-6B8245C73DCE}"/>
          </ac:spMkLst>
        </pc:spChg>
        <pc:spChg chg="mod">
          <ac:chgData name="黃泳晞-數位金融處-永豐銀行" userId="d24483b1-7db0-4584-b824-353502d8b450" providerId="ADAL" clId="{B06B31F0-320C-48DF-9502-8D0947EDCB73}" dt="2026-02-24T09:21:31.431" v="694" actId="1076"/>
          <ac:spMkLst>
            <pc:docMk/>
            <pc:sldMk cId="4259582015" sldId="2147471195"/>
            <ac:spMk id="32" creationId="{353E7913-FFF3-1BA1-FC51-0AE891F6A411}"/>
          </ac:spMkLst>
        </pc:spChg>
        <pc:spChg chg="mod">
          <ac:chgData name="黃泳晞-數位金融處-永豐銀行" userId="d24483b1-7db0-4584-b824-353502d8b450" providerId="ADAL" clId="{B06B31F0-320C-48DF-9502-8D0947EDCB73}" dt="2026-02-24T09:21:46.286" v="697" actId="1076"/>
          <ac:spMkLst>
            <pc:docMk/>
            <pc:sldMk cId="4259582015" sldId="2147471195"/>
            <ac:spMk id="33" creationId="{F9D4671E-FB63-37A9-43D2-DD248B0818F9}"/>
          </ac:spMkLst>
        </pc:spChg>
        <pc:spChg chg="mod">
          <ac:chgData name="黃泳晞-數位金融處-永豐銀行" userId="d24483b1-7db0-4584-b824-353502d8b450" providerId="ADAL" clId="{B06B31F0-320C-48DF-9502-8D0947EDCB73}" dt="2026-02-24T09:18:20.471" v="665" actId="20577"/>
          <ac:spMkLst>
            <pc:docMk/>
            <pc:sldMk cId="4259582015" sldId="2147471195"/>
            <ac:spMk id="34" creationId="{456F8425-9201-9A0B-907C-C60C631AE7C2}"/>
          </ac:spMkLst>
        </pc:spChg>
        <pc:grpChg chg="mod">
          <ac:chgData name="黃泳晞-數位金融處-永豐銀行" userId="d24483b1-7db0-4584-b824-353502d8b450" providerId="ADAL" clId="{B06B31F0-320C-48DF-9502-8D0947EDCB73}" dt="2026-02-24T09:21:37.333" v="696" actId="1076"/>
          <ac:grpSpMkLst>
            <pc:docMk/>
            <pc:sldMk cId="4259582015" sldId="2147471195"/>
            <ac:grpSpMk id="15" creationId="{67261278-2BC5-432C-E815-195FADCA4984}"/>
          </ac:grpSpMkLst>
        </pc:grp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4" creationId="{006EDF2F-D1A3-F78E-8712-A268AED9CCF8}"/>
          </ac:picMkLst>
        </pc:picChg>
        <pc:picChg chg="mod">
          <ac:chgData name="黃泳晞-數位金融處-永豐銀行" userId="d24483b1-7db0-4584-b824-353502d8b450" providerId="ADAL" clId="{B06B31F0-320C-48DF-9502-8D0947EDCB73}" dt="2026-02-24T09:05:25.770" v="533" actId="554"/>
          <ac:picMkLst>
            <pc:docMk/>
            <pc:sldMk cId="4259582015" sldId="2147471195"/>
            <ac:picMk id="26" creationId="{134E1E57-C683-3353-9D15-79B7D61C55A6}"/>
          </ac:picMkLst>
        </pc:picChg>
        <pc:picChg chg="mod">
          <ac:chgData name="黃泳晞-數位金融處-永豐銀行" userId="d24483b1-7db0-4584-b824-353502d8b450" providerId="ADAL" clId="{B06B31F0-320C-48DF-9502-8D0947EDCB73}" dt="2026-02-24T09:09:28.696" v="554" actId="1076"/>
          <ac:picMkLst>
            <pc:docMk/>
            <pc:sldMk cId="4259582015" sldId="2147471195"/>
            <ac:picMk id="28" creationId="{21BC9CD6-D54B-1474-409D-4165202AA958}"/>
          </ac:picMkLst>
        </pc:picChg>
        <pc:picChg chg="mod">
          <ac:chgData name="黃泳晞-數位金融處-永豐銀行" userId="d24483b1-7db0-4584-b824-353502d8b450" providerId="ADAL" clId="{B06B31F0-320C-48DF-9502-8D0947EDCB73}" dt="2026-02-24T09:07:22.118" v="542" actId="1076"/>
          <ac:picMkLst>
            <pc:docMk/>
            <pc:sldMk cId="4259582015" sldId="2147471195"/>
            <ac:picMk id="30" creationId="{B7F67099-0F17-38DA-7252-43B88493D2EB}"/>
          </ac:picMkLst>
        </pc:picChg>
      </pc:sldChg>
      <pc:sldChg chg="addSp modSp new mod ord modClrScheme chgLayout">
        <pc:chgData name="黃泳晞-數位金融處-永豐銀行" userId="d24483b1-7db0-4584-b824-353502d8b450" providerId="ADAL" clId="{B06B31F0-320C-48DF-9502-8D0947EDCB73}" dt="2026-02-25T08:31:42.382" v="3209" actId="948"/>
        <pc:sldMkLst>
          <pc:docMk/>
          <pc:sldMk cId="3851381492" sldId="2147471196"/>
        </pc:sldMkLst>
        <pc:spChg chg="mod ord">
          <ac:chgData name="黃泳晞-數位金融處-永豐銀行" userId="d24483b1-7db0-4584-b824-353502d8b450" providerId="ADAL" clId="{B06B31F0-320C-48DF-9502-8D0947EDCB73}" dt="2026-02-25T02:31:58.197" v="1343" actId="700"/>
          <ac:spMkLst>
            <pc:docMk/>
            <pc:sldMk cId="3851381492" sldId="2147471196"/>
            <ac:spMk id="2" creationId="{6279A8E7-C0CD-400A-7303-4341686C331A}"/>
          </ac:spMkLst>
        </pc:spChg>
        <pc:spChg chg="add mod ord">
          <ac:chgData name="黃泳晞-數位金融處-永豐銀行" userId="d24483b1-7db0-4584-b824-353502d8b450" providerId="ADAL" clId="{B06B31F0-320C-48DF-9502-8D0947EDCB73}" dt="2026-02-25T08:31:42.382" v="3209" actId="948"/>
          <ac:spMkLst>
            <pc:docMk/>
            <pc:sldMk cId="3851381492" sldId="2147471196"/>
            <ac:spMk id="3" creationId="{FAFEBCB7-E89F-9200-B2E9-6CA25FDFF8FE}"/>
          </ac:spMkLst>
        </pc:spChg>
      </pc:sldChg>
      <pc:sldChg chg="new del">
        <pc:chgData name="黃泳晞-數位金融處-永豐銀行" userId="d24483b1-7db0-4584-b824-353502d8b450" providerId="ADAL" clId="{B06B31F0-320C-48DF-9502-8D0947EDCB73}" dt="2026-02-25T09:08:40.994" v="3219" actId="47"/>
        <pc:sldMkLst>
          <pc:docMk/>
          <pc:sldMk cId="4053966155" sldId="2147471197"/>
        </pc:sldMkLst>
      </pc:sldChg>
      <pc:sldChg chg="modSp mod">
        <pc:chgData name="黃泳晞-數位金融處-永豐銀行" userId="d24483b1-7db0-4584-b824-353502d8b450" providerId="ADAL" clId="{B06B31F0-320C-48DF-9502-8D0947EDCB73}" dt="2026-03-04T00:50:42.774" v="3236" actId="20577"/>
        <pc:sldMkLst>
          <pc:docMk/>
          <pc:sldMk cId="1554846421" sldId="2147471200"/>
        </pc:sldMkLst>
        <pc:spChg chg="mod">
          <ac:chgData name="黃泳晞-數位金融處-永豐銀行" userId="d24483b1-7db0-4584-b824-353502d8b450" providerId="ADAL" clId="{B06B31F0-320C-48DF-9502-8D0947EDCB73}" dt="2026-03-04T00:50:42.774" v="3236" actId="20577"/>
          <ac:spMkLst>
            <pc:docMk/>
            <pc:sldMk cId="1554846421" sldId="2147471200"/>
            <ac:spMk id="3" creationId="{08B482DE-4E6F-193D-4B5C-2A6B509BB97F}"/>
          </ac:spMkLst>
        </pc:spChg>
      </pc:sldChg>
      <pc:sldMasterChg chg="addSldLayout delSldLayout">
        <pc:chgData name="黃泳晞-數位金融處-永豐銀行" userId="d24483b1-7db0-4584-b824-353502d8b450" providerId="ADAL" clId="{B06B31F0-320C-48DF-9502-8D0947EDCB73}" dt="2026-02-25T02:30:36.177" v="1326" actId="47"/>
        <pc:sldMasterMkLst>
          <pc:docMk/>
          <pc:sldMasterMk cId="0" sldId="2147483648"/>
        </pc:sldMasterMkLst>
        <pc:sldLayoutChg chg="add del">
          <pc:chgData name="黃泳晞-數位金融處-永豐銀行" userId="d24483b1-7db0-4584-b824-353502d8b450" providerId="ADAL" clId="{B06B31F0-320C-48DF-9502-8D0947EDCB73}" dt="2026-02-25T02:30:36.177" v="1326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王雋凱-數位金融處-永豐銀行" userId="f78494d6-bac0-4c9e-94cd-0b5e029c0856" providerId="ADAL" clId="{FA9839A9-6642-4D7D-A192-E66DD6D2AFDE}"/>
    <pc:docChg chg="undo custSel addSld delSld modSld sldOrd">
      <pc:chgData name="王雋凱-數位金融處-永豐銀行" userId="f78494d6-bac0-4c9e-94cd-0b5e029c0856" providerId="ADAL" clId="{FA9839A9-6642-4D7D-A192-E66DD6D2AFDE}" dt="2026-03-04T00:39:23.484" v="2172"/>
      <pc:docMkLst>
        <pc:docMk/>
      </pc:docMkLst>
      <pc:sldChg chg="modSp mod">
        <pc:chgData name="王雋凱-數位金融處-永豐銀行" userId="f78494d6-bac0-4c9e-94cd-0b5e029c0856" providerId="ADAL" clId="{FA9839A9-6642-4D7D-A192-E66DD6D2AFDE}" dt="2026-03-03T09:14:11.160" v="2135" actId="113"/>
        <pc:sldMkLst>
          <pc:docMk/>
          <pc:sldMk cId="0" sldId="256"/>
        </pc:sldMkLst>
        <pc:spChg chg="mod">
          <ac:chgData name="王雋凱-數位金融處-永豐銀行" userId="f78494d6-bac0-4c9e-94cd-0b5e029c0856" providerId="ADAL" clId="{FA9839A9-6642-4D7D-A192-E66DD6D2AFDE}" dt="2026-03-03T09:14:11.160" v="2135" actId="113"/>
          <ac:spMkLst>
            <pc:docMk/>
            <pc:sldMk cId="0" sldId="256"/>
            <ac:spMk id="36" creationId="{00000000-0000-0000-0000-000000000000}"/>
          </ac:spMkLst>
        </pc:spChg>
      </pc:sldChg>
      <pc:sldChg chg="modSp mod ord">
        <pc:chgData name="王雋凱-數位金融處-永豐銀行" userId="f78494d6-bac0-4c9e-94cd-0b5e029c0856" providerId="ADAL" clId="{FA9839A9-6642-4D7D-A192-E66DD6D2AFDE}" dt="2026-03-04T00:36:47.028" v="2166"/>
        <pc:sldMkLst>
          <pc:docMk/>
          <pc:sldMk cId="4060586183" sldId="2147471188"/>
        </pc:sldMkLst>
        <pc:spChg chg="mod">
          <ac:chgData name="王雋凱-數位金融處-永豐銀行" userId="f78494d6-bac0-4c9e-94cd-0b5e029c0856" providerId="ADAL" clId="{FA9839A9-6642-4D7D-A192-E66DD6D2AFDE}" dt="2026-03-03T09:14:19.564" v="2137" actId="113"/>
          <ac:spMkLst>
            <pc:docMk/>
            <pc:sldMk cId="4060586183" sldId="2147471188"/>
            <ac:spMk id="5" creationId="{59D2C47F-F8DE-43CB-B46D-D6A6AF83347E}"/>
          </ac:spMkLst>
        </pc:spChg>
        <pc:spChg chg="mod">
          <ac:chgData name="王雋凱-數位金融處-永豐銀行" userId="f78494d6-bac0-4c9e-94cd-0b5e029c0856" providerId="ADAL" clId="{FA9839A9-6642-4D7D-A192-E66DD6D2AFDE}" dt="2026-03-04T00:36:47.028" v="2166"/>
          <ac:spMkLst>
            <pc:docMk/>
            <pc:sldMk cId="4060586183" sldId="2147471188"/>
            <ac:spMk id="19" creationId="{B5B8EE02-8334-1A99-729D-2D2C628230B5}"/>
          </ac:spMkLst>
        </pc:spChg>
      </pc:sldChg>
      <pc:sldChg chg="delSp modSp del mod">
        <pc:chgData name="王雋凱-數位金融處-永豐銀行" userId="f78494d6-bac0-4c9e-94cd-0b5e029c0856" providerId="ADAL" clId="{FA9839A9-6642-4D7D-A192-E66DD6D2AFDE}" dt="2026-03-02T02:35:20.340" v="389" actId="2696"/>
        <pc:sldMkLst>
          <pc:docMk/>
          <pc:sldMk cId="167002506" sldId="2147471191"/>
        </pc:sldMkLst>
        <pc:graphicFrameChg chg="del mod modGraphic">
          <ac:chgData name="王雋凱-數位金融處-永豐銀行" userId="f78494d6-bac0-4c9e-94cd-0b5e029c0856" providerId="ADAL" clId="{FA9839A9-6642-4D7D-A192-E66DD6D2AFDE}" dt="2026-03-02T02:34:55.612" v="362" actId="21"/>
          <ac:graphicFrameMkLst>
            <pc:docMk/>
            <pc:sldMk cId="167002506" sldId="2147471191"/>
            <ac:graphicFrameMk id="3" creationId="{CFBF48AA-76E0-04C4-88DA-F8E46CCE4C10}"/>
          </ac:graphicFrameMkLst>
        </pc:graphicFrameChg>
      </pc:sldChg>
      <pc:sldChg chg="modSp del mod">
        <pc:chgData name="王雋凱-數位金融處-永豐銀行" userId="f78494d6-bac0-4c9e-94cd-0b5e029c0856" providerId="ADAL" clId="{FA9839A9-6642-4D7D-A192-E66DD6D2AFDE}" dt="2026-03-02T02:28:42.191" v="209" actId="2696"/>
        <pc:sldMkLst>
          <pc:docMk/>
          <pc:sldMk cId="154162750" sldId="2147471192"/>
        </pc:sldMkLst>
        <pc:spChg chg="mod">
          <ac:chgData name="王雋凱-數位金融處-永豐銀行" userId="f78494d6-bac0-4c9e-94cd-0b5e029c0856" providerId="ADAL" clId="{FA9839A9-6642-4D7D-A192-E66DD6D2AFDE}" dt="2026-03-02T02:21:14.462" v="29" actId="20577"/>
          <ac:spMkLst>
            <pc:docMk/>
            <pc:sldMk cId="154162750" sldId="2147471192"/>
            <ac:spMk id="6" creationId="{C3E309EE-CB3A-A019-9644-2CAE95C72B27}"/>
          </ac:spMkLst>
        </pc:spChg>
        <pc:picChg chg="mod">
          <ac:chgData name="王雋凱-數位金融處-永豐銀行" userId="f78494d6-bac0-4c9e-94cd-0b5e029c0856" providerId="ADAL" clId="{FA9839A9-6642-4D7D-A192-E66DD6D2AFDE}" dt="2026-03-02T02:20:02.029" v="8" actId="1076"/>
          <ac:picMkLst>
            <pc:docMk/>
            <pc:sldMk cId="154162750" sldId="2147471192"/>
            <ac:picMk id="4" creationId="{47F115FC-5C67-9514-1C4C-FA0BE32405B3}"/>
          </ac:picMkLst>
        </pc:picChg>
        <pc:picChg chg="mod">
          <ac:chgData name="王雋凱-數位金融處-永豐銀行" userId="f78494d6-bac0-4c9e-94cd-0b5e029c0856" providerId="ADAL" clId="{FA9839A9-6642-4D7D-A192-E66DD6D2AFDE}" dt="2026-03-02T02:21:12.591" v="28" actId="1076"/>
          <ac:picMkLst>
            <pc:docMk/>
            <pc:sldMk cId="154162750" sldId="2147471192"/>
            <ac:picMk id="7" creationId="{37025700-B147-7C5A-E8F1-51DC449DCB4C}"/>
          </ac:picMkLst>
        </pc:picChg>
      </pc:sldChg>
      <pc:sldChg chg="addSp delSp modSp mod modCm">
        <pc:chgData name="王雋凱-數位金融處-永豐銀行" userId="f78494d6-bac0-4c9e-94cd-0b5e029c0856" providerId="ADAL" clId="{FA9839A9-6642-4D7D-A192-E66DD6D2AFDE}" dt="2026-03-04T00:39:23.484" v="2172"/>
        <pc:sldMkLst>
          <pc:docMk/>
          <pc:sldMk cId="237225399" sldId="2147471194"/>
        </pc:sldMkLst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" creationId="{1D62D26F-3EF9-8652-57D6-860282E30FD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" creationId="{EFBCDDFA-6136-E695-BAD4-C6FAE5EF3B89}"/>
          </ac:spMkLst>
        </pc:spChg>
        <pc:spChg chg="add mod">
          <ac:chgData name="王雋凱-數位金融處-永豐銀行" userId="f78494d6-bac0-4c9e-94cd-0b5e029c0856" providerId="ADAL" clId="{FA9839A9-6642-4D7D-A192-E66DD6D2AFDE}" dt="2026-03-02T06:51:31.494" v="1344" actId="20577"/>
          <ac:spMkLst>
            <pc:docMk/>
            <pc:sldMk cId="237225399" sldId="2147471194"/>
            <ac:spMk id="4" creationId="{91A7C6E7-BB1C-E2D4-0166-5F1069F0FCB8}"/>
          </ac:spMkLst>
        </pc:spChg>
        <pc:spChg chg="mod">
          <ac:chgData name="王雋凱-數位金融處-永豐銀行" userId="f78494d6-bac0-4c9e-94cd-0b5e029c0856" providerId="ADAL" clId="{FA9839A9-6642-4D7D-A192-E66DD6D2AFDE}" dt="2026-03-03T09:14:26.598" v="2139" actId="113"/>
          <ac:spMkLst>
            <pc:docMk/>
            <pc:sldMk cId="237225399" sldId="2147471194"/>
            <ac:spMk id="5" creationId="{314E6AB9-256B-B27C-69F3-E2D91243B08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7" creationId="{FF8674B2-21EC-630A-AC62-8D8E18F1C70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8" creationId="{51D5158E-DFAA-7A25-916E-E0938FBCB43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9" creationId="{FBCA38BD-5984-7A03-72D8-F14C2869AFDE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1" creationId="{011E8730-34CF-258F-380C-A830E671A73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12" creationId="{56A2B752-DF8E-F870-FABB-B78B89A16FA5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43.072" v="1339"/>
          <ac:spMkLst>
            <pc:docMk/>
            <pc:sldMk cId="237225399" sldId="2147471194"/>
            <ac:spMk id="15" creationId="{9E3E0D8A-D2F5-92E3-E749-C7111BF15F56}"/>
          </ac:spMkLst>
        </pc:spChg>
        <pc:spChg chg="del mod">
          <ac:chgData name="王雋凱-數位金融處-永豐銀行" userId="f78494d6-bac0-4c9e-94cd-0b5e029c0856" providerId="ADAL" clId="{FA9839A9-6642-4D7D-A192-E66DD6D2AFDE}" dt="2026-03-02T04:23:46.296" v="1009" actId="478"/>
          <ac:spMkLst>
            <pc:docMk/>
            <pc:sldMk cId="237225399" sldId="2147471194"/>
            <ac:spMk id="17" creationId="{B51CB1D1-3046-C3EA-A89B-99D974849B6D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4" creationId="{74540C3C-6A2D-34CC-F75C-B08CCD29B98F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57.556" v="1340" actId="20577"/>
          <ac:spMkLst>
            <pc:docMk/>
            <pc:sldMk cId="237225399" sldId="2147471194"/>
            <ac:spMk id="25" creationId="{B112037B-3CFE-DA95-F50C-956EC9DC12BA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26" creationId="{09140074-3C60-043B-B5E5-49D1CD2107BD}"/>
          </ac:spMkLst>
        </pc:spChg>
        <pc:spChg chg="mod topLvl">
          <ac:chgData name="王雋凱-數位金融處-永豐銀行" userId="f78494d6-bac0-4c9e-94cd-0b5e029c0856" providerId="ADAL" clId="{FA9839A9-6642-4D7D-A192-E66DD6D2AFDE}" dt="2026-03-04T00:39:23.484" v="2172"/>
          <ac:spMkLst>
            <pc:docMk/>
            <pc:sldMk cId="237225399" sldId="2147471194"/>
            <ac:spMk id="29" creationId="{EB9C668D-BD73-DEF9-C711-43E1DF7457F1}"/>
          </ac:spMkLst>
        </pc:spChg>
        <pc:spChg chg="mod topLvl">
          <ac:chgData name="王雋凱-數位金融處-永豐銀行" userId="f78494d6-bac0-4c9e-94cd-0b5e029c0856" providerId="ADAL" clId="{FA9839A9-6642-4D7D-A192-E66DD6D2AFDE}" dt="2026-03-02T06:50:09.598" v="1325" actId="165"/>
          <ac:spMkLst>
            <pc:docMk/>
            <pc:sldMk cId="237225399" sldId="2147471194"/>
            <ac:spMk id="32" creationId="{61B3DAE3-F738-2376-8DBF-3773C421872A}"/>
          </ac:spMkLst>
        </pc:spChg>
        <pc:grpChg chg="add del mod">
          <ac:chgData name="王雋凱-數位金融處-永豐銀行" userId="f78494d6-bac0-4c9e-94cd-0b5e029c0856" providerId="ADAL" clId="{FA9839A9-6642-4D7D-A192-E66DD6D2AFDE}" dt="2026-03-02T06:50:09.598" v="1325" actId="165"/>
          <ac:grpSpMkLst>
            <pc:docMk/>
            <pc:sldMk cId="237225399" sldId="2147471194"/>
            <ac:grpSpMk id="10" creationId="{05C7937C-7D90-2422-AB52-0D379F62A27C}"/>
          </ac:grpSpMkLst>
        </pc:grpChg>
        <pc:cxnChg chg="mod topLvl">
          <ac:chgData name="王雋凱-數位金融處-永豐銀行" userId="f78494d6-bac0-4c9e-94cd-0b5e029c0856" providerId="ADAL" clId="{FA9839A9-6642-4D7D-A192-E66DD6D2AFDE}" dt="2026-03-02T06:50:09.598" v="1325" actId="165"/>
          <ac:cxnSpMkLst>
            <pc:docMk/>
            <pc:sldMk cId="237225399" sldId="2147471194"/>
            <ac:cxnSpMk id="6" creationId="{B01D909E-D210-3E51-5C41-8B6D262251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王雋凱-數位金融處-永豐銀行" userId="f78494d6-bac0-4c9e-94cd-0b5e029c0856" providerId="ADAL" clId="{FA9839A9-6642-4D7D-A192-E66DD6D2AFDE}" dt="2026-03-04T00:39:22.888" v="2170" actId="20577"/>
              <pc2:cmMkLst xmlns:pc2="http://schemas.microsoft.com/office/powerpoint/2019/9/main/command">
                <pc:docMk/>
                <pc:sldMk cId="237225399" sldId="2147471194"/>
                <pc2:cmMk id="{CB46A7E1-67EE-4985-8555-9250ED7AEA65}"/>
              </pc2:cmMkLst>
            </pc226:cmChg>
          </p:ext>
        </pc:extLst>
      </pc:sldChg>
      <pc:sldChg chg="del">
        <pc:chgData name="王雋凱-數位金融處-永豐銀行" userId="f78494d6-bac0-4c9e-94cd-0b5e029c0856" providerId="ADAL" clId="{FA9839A9-6642-4D7D-A192-E66DD6D2AFDE}" dt="2026-03-02T03:30:22.690" v="453" actId="2696"/>
        <pc:sldMkLst>
          <pc:docMk/>
          <pc:sldMk cId="3851381492" sldId="2147471196"/>
        </pc:sldMkLst>
      </pc:sldChg>
      <pc:sldChg chg="addSp delSp modSp new mod">
        <pc:chgData name="王雋凱-數位金融處-永豐銀行" userId="f78494d6-bac0-4c9e-94cd-0b5e029c0856" providerId="ADAL" clId="{FA9839A9-6642-4D7D-A192-E66DD6D2AFDE}" dt="2026-03-03T09:14:16.480" v="2136" actId="113"/>
        <pc:sldMkLst>
          <pc:docMk/>
          <pc:sldMk cId="3967222013" sldId="2147471197"/>
        </pc:sldMkLst>
        <pc:spChg chg="mod">
          <ac:chgData name="王雋凱-數位金融處-永豐銀行" userId="f78494d6-bac0-4c9e-94cd-0b5e029c0856" providerId="ADAL" clId="{FA9839A9-6642-4D7D-A192-E66DD6D2AFDE}" dt="2026-03-03T09:14:16.480" v="2136" actId="113"/>
          <ac:spMkLst>
            <pc:docMk/>
            <pc:sldMk cId="3967222013" sldId="2147471197"/>
            <ac:spMk id="2" creationId="{CD3BA6A3-8227-C5A1-977F-50AA27094FD2}"/>
          </ac:spMkLst>
        </pc:spChg>
        <pc:spChg chg="mod">
          <ac:chgData name="王雋凱-數位金融處-永豐銀行" userId="f78494d6-bac0-4c9e-94cd-0b5e029c0856" providerId="ADAL" clId="{FA9839A9-6642-4D7D-A192-E66DD6D2AFDE}" dt="2026-03-03T07:28:42.354" v="1358" actId="20577"/>
          <ac:spMkLst>
            <pc:docMk/>
            <pc:sldMk cId="3967222013" sldId="2147471197"/>
            <ac:spMk id="3" creationId="{BC114FA0-439C-7B0C-70AD-9834CD781F03}"/>
          </ac:spMkLst>
        </pc:spChg>
        <pc:spChg chg="mod">
          <ac:chgData name="王雋凱-數位金融處-永豐銀行" userId="f78494d6-bac0-4c9e-94cd-0b5e029c0856" providerId="ADAL" clId="{FA9839A9-6642-4D7D-A192-E66DD6D2AFDE}" dt="2026-03-02T02:26:05.556" v="184" actId="20577"/>
          <ac:spMkLst>
            <pc:docMk/>
            <pc:sldMk cId="3967222013" sldId="2147471197"/>
            <ac:spMk id="4" creationId="{17F77C49-F095-E5BA-5EA9-C05F6B4052A4}"/>
          </ac:spMkLst>
        </pc:spChg>
        <pc:picChg chg="add mod">
          <ac:chgData name="王雋凱-數位金融處-永豐銀行" userId="f78494d6-bac0-4c9e-94cd-0b5e029c0856" providerId="ADAL" clId="{FA9839A9-6642-4D7D-A192-E66DD6D2AFDE}" dt="2026-03-02T02:22:15.886" v="40" actId="1076"/>
          <ac:picMkLst>
            <pc:docMk/>
            <pc:sldMk cId="3967222013" sldId="2147471197"/>
            <ac:picMk id="5" creationId="{59041273-0A95-5959-B2DD-E8ACCD6030E9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8:10.550" v="208" actId="1076"/>
          <ac:picMkLst>
            <pc:docMk/>
            <pc:sldMk cId="3967222013" sldId="2147471197"/>
            <ac:picMk id="6" creationId="{92DB1E38-D2A8-579E-7BDF-AFC44AB2B596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2:24:43.391" v="111" actId="21"/>
          <ac:picMkLst>
            <pc:docMk/>
            <pc:sldMk cId="3967222013" sldId="2147471197"/>
            <ac:picMk id="7" creationId="{1F3254DC-E33D-DD63-90DE-7D2EAFE06185}"/>
          </ac:picMkLst>
        </pc:picChg>
        <pc:picChg chg="add mod">
          <ac:chgData name="王雋凱-數位金融處-永豐銀行" userId="f78494d6-bac0-4c9e-94cd-0b5e029c0856" providerId="ADAL" clId="{FA9839A9-6642-4D7D-A192-E66DD6D2AFDE}" dt="2026-03-02T02:26:13.255" v="186" actId="1076"/>
          <ac:picMkLst>
            <pc:docMk/>
            <pc:sldMk cId="3967222013" sldId="2147471197"/>
            <ac:picMk id="8" creationId="{1F3254DC-E33D-DD63-90DE-7D2EAFE06185}"/>
          </ac:picMkLst>
        </pc:picChg>
      </pc:sldChg>
      <pc:sldChg chg="addSp delSp modSp new mod modClrScheme chgLayout">
        <pc:chgData name="王雋凱-數位金融處-永豐銀行" userId="f78494d6-bac0-4c9e-94cd-0b5e029c0856" providerId="ADAL" clId="{FA9839A9-6642-4D7D-A192-E66DD6D2AFDE}" dt="2026-03-03T09:14:32.002" v="2140" actId="113"/>
        <pc:sldMkLst>
          <pc:docMk/>
          <pc:sldMk cId="3467987857" sldId="2147471198"/>
        </pc:sldMkLst>
        <pc:spChg chg="del mod ord">
          <ac:chgData name="王雋凱-數位金融處-永豐銀行" userId="f78494d6-bac0-4c9e-94cd-0b5e029c0856" providerId="ADAL" clId="{FA9839A9-6642-4D7D-A192-E66DD6D2AFDE}" dt="2026-03-02T02:34:45.914" v="361" actId="700"/>
          <ac:spMkLst>
            <pc:docMk/>
            <pc:sldMk cId="3467987857" sldId="2147471198"/>
            <ac:spMk id="2" creationId="{290EBD9B-34CE-B25F-2460-334D0F618DB5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32.002" v="2140" actId="113"/>
          <ac:spMkLst>
            <pc:docMk/>
            <pc:sldMk cId="3467987857" sldId="2147471198"/>
            <ac:spMk id="3" creationId="{5AF2BED5-AC00-D670-D4E9-4E168BF3FE80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2:34:59.904" v="364" actId="478"/>
          <ac:spMkLst>
            <pc:docMk/>
            <pc:sldMk cId="3467987857" sldId="2147471198"/>
            <ac:spMk id="4" creationId="{314F63CB-94B7-6B47-E7CF-8409A455FCF7}"/>
          </ac:spMkLst>
        </pc:spChg>
        <pc:graphicFrameChg chg="add mod modGraphic">
          <ac:chgData name="王雋凱-數位金融處-永豐銀行" userId="f78494d6-bac0-4c9e-94cd-0b5e029c0856" providerId="ADAL" clId="{FA9839A9-6642-4D7D-A192-E66DD6D2AFDE}" dt="2026-03-03T09:03:50.325" v="2073" actId="14100"/>
          <ac:graphicFrameMkLst>
            <pc:docMk/>
            <pc:sldMk cId="3467987857" sldId="2147471198"/>
            <ac:graphicFrameMk id="5" creationId="{CFBF48AA-76E0-04C4-88DA-F8E46CCE4C10}"/>
          </ac:graphicFrameMkLst>
        </pc:graphicFrameChg>
      </pc:sldChg>
      <pc:sldChg chg="addSp delSp modSp new mod ord modClrScheme chgLayout">
        <pc:chgData name="王雋凱-數位金融處-永豐銀行" userId="f78494d6-bac0-4c9e-94cd-0b5e029c0856" providerId="ADAL" clId="{FA9839A9-6642-4D7D-A192-E66DD6D2AFDE}" dt="2026-03-03T09:14:23.563" v="2138" actId="113"/>
        <pc:sldMkLst>
          <pc:docMk/>
          <pc:sldMk cId="311361126" sldId="2147471199"/>
        </pc:sldMkLst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2" creationId="{C77458CB-95D5-D595-4E75-DB6FF9419797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3" creationId="{98C49AB7-3D45-E2D8-A4B1-0A5D4AE85B5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3:02:56.357" v="403" actId="700"/>
          <ac:spMkLst>
            <pc:docMk/>
            <pc:sldMk cId="311361126" sldId="2147471199"/>
            <ac:spMk id="4" creationId="{C8AC89C8-3EE8-AAF4-8A75-FBE34C838A93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7" creationId="{4B30E317-FE33-3897-B0C1-24A34910C6A9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3:30:02.786" v="450" actId="700"/>
          <ac:spMkLst>
            <pc:docMk/>
            <pc:sldMk cId="311361126" sldId="2147471199"/>
            <ac:spMk id="8" creationId="{EECCF398-BED7-4C23-3CD5-431085E2B908}"/>
          </ac:spMkLst>
        </pc:spChg>
        <pc:spChg chg="add mod ord">
          <ac:chgData name="王雋凱-數位金融處-永豐銀行" userId="f78494d6-bac0-4c9e-94cd-0b5e029c0856" providerId="ADAL" clId="{FA9839A9-6642-4D7D-A192-E66DD6D2AFDE}" dt="2026-03-03T09:14:23.563" v="2138" actId="113"/>
          <ac:spMkLst>
            <pc:docMk/>
            <pc:sldMk cId="311361126" sldId="2147471199"/>
            <ac:spMk id="17" creationId="{BB792105-73CD-077E-2575-6F6DC24A5284}"/>
          </ac:spMkLst>
        </pc:spChg>
        <pc:spChg chg="add del mod ord">
          <ac:chgData name="王雋凱-數位金融處-永豐銀行" userId="f78494d6-bac0-4c9e-94cd-0b5e029c0856" providerId="ADAL" clId="{FA9839A9-6642-4D7D-A192-E66DD6D2AFDE}" dt="2026-03-02T04:03:24.666" v="566" actId="478"/>
          <ac:spMkLst>
            <pc:docMk/>
            <pc:sldMk cId="311361126" sldId="2147471199"/>
            <ac:spMk id="18" creationId="{18C7833A-661F-FE09-DC0A-942F09DDFBD6}"/>
          </ac:spMkLst>
        </pc:spChg>
        <pc:spChg chg="add mod ord">
          <ac:chgData name="王雋凱-數位金融處-永豐銀行" userId="f78494d6-bac0-4c9e-94cd-0b5e029c0856" providerId="ADAL" clId="{FA9839A9-6642-4D7D-A192-E66DD6D2AFDE}" dt="2026-03-02T03:47:32.372" v="459"/>
          <ac:spMkLst>
            <pc:docMk/>
            <pc:sldMk cId="311361126" sldId="2147471199"/>
            <ac:spMk id="19" creationId="{C86AAB90-38D5-F1CB-82DC-0280259BCBA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58.660" v="1075" actId="20577"/>
          <ac:spMkLst>
            <pc:docMk/>
            <pc:sldMk cId="311361126" sldId="2147471199"/>
            <ac:spMk id="21" creationId="{80A0A841-DFAD-C236-94C5-D86345D8FAE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1:59.947" v="1078" actId="113"/>
          <ac:spMkLst>
            <pc:docMk/>
            <pc:sldMk cId="311361126" sldId="2147471199"/>
            <ac:spMk id="22" creationId="{92C81956-A218-8398-B685-ED8F6D7E0810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3" creationId="{05501803-FA44-BA21-5C46-68B6B52AE3BA}"/>
          </ac:spMkLst>
        </pc:spChg>
        <pc:spChg chg="add del mod">
          <ac:chgData name="王雋凱-數位金融處-永豐銀行" userId="f78494d6-bac0-4c9e-94cd-0b5e029c0856" providerId="ADAL" clId="{FA9839A9-6642-4D7D-A192-E66DD6D2AFDE}" dt="2026-03-02T04:04:22.301" v="582" actId="478"/>
          <ac:spMkLst>
            <pc:docMk/>
            <pc:sldMk cId="311361126" sldId="2147471199"/>
            <ac:spMk id="24" creationId="{220D0056-ECC0-FE05-62BF-667BC422B52B}"/>
          </ac:spMkLst>
        </pc:spChg>
        <pc:spChg chg="add mod">
          <ac:chgData name="王雋凱-數位金融處-永豐銀行" userId="f78494d6-bac0-4c9e-94cd-0b5e029c0856" providerId="ADAL" clId="{FA9839A9-6642-4D7D-A192-E66DD6D2AFDE}" dt="2026-03-02T05:56:37.431" v="1063" actId="113"/>
          <ac:spMkLst>
            <pc:docMk/>
            <pc:sldMk cId="311361126" sldId="2147471199"/>
            <ac:spMk id="25" creationId="{493F346A-5751-0A5E-3B32-7175E5F461DB}"/>
          </ac:spMkLst>
        </pc:spChg>
        <pc:spChg chg="add del">
          <ac:chgData name="王雋凱-數位金融處-永豐銀行" userId="f78494d6-bac0-4c9e-94cd-0b5e029c0856" providerId="ADAL" clId="{FA9839A9-6642-4D7D-A192-E66DD6D2AFDE}" dt="2026-03-02T04:05:39.569" v="596" actId="22"/>
          <ac:spMkLst>
            <pc:docMk/>
            <pc:sldMk cId="311361126" sldId="2147471199"/>
            <ac:spMk id="27" creationId="{8CEA4A4E-DB8D-FB51-E153-5762F5AD74F1}"/>
          </ac:spMkLst>
        </pc:spChg>
        <pc:spChg chg="add mod">
          <ac:chgData name="王雋凱-數位金融處-永豐銀行" userId="f78494d6-bac0-4c9e-94cd-0b5e029c0856" providerId="ADAL" clId="{FA9839A9-6642-4D7D-A192-E66DD6D2AFDE}" dt="2026-03-02T06:12:22.203" v="1106" actId="113"/>
          <ac:spMkLst>
            <pc:docMk/>
            <pc:sldMk cId="311361126" sldId="2147471199"/>
            <ac:spMk id="28" creationId="{2A1EECEB-167F-90E2-42D1-F012EC15BC1A}"/>
          </ac:spMkLst>
        </pc:spChg>
        <pc:spChg chg="add mod">
          <ac:chgData name="王雋凱-數位金融處-永豐銀行" userId="f78494d6-bac0-4c9e-94cd-0b5e029c0856" providerId="ADAL" clId="{FA9839A9-6642-4D7D-A192-E66DD6D2AFDE}" dt="2026-03-02T04:14:09.398" v="627"/>
          <ac:spMkLst>
            <pc:docMk/>
            <pc:sldMk cId="311361126" sldId="2147471199"/>
            <ac:spMk id="29" creationId="{D3892BE5-0CB2-3758-8DEA-3C3693D98CDA}"/>
          </ac:spMkLst>
        </pc:spChg>
        <pc:spChg chg="add mod">
          <ac:chgData name="王雋凱-數位金融處-永豐銀行" userId="f78494d6-bac0-4c9e-94cd-0b5e029c0856" providerId="ADAL" clId="{FA9839A9-6642-4D7D-A192-E66DD6D2AFDE}" dt="2026-03-02T06:05:17.424" v="1086" actId="207"/>
          <ac:spMkLst>
            <pc:docMk/>
            <pc:sldMk cId="311361126" sldId="2147471199"/>
            <ac:spMk id="30" creationId="{B34176D4-EDFA-A92C-BA44-43033CD69D25}"/>
          </ac:spMkLst>
        </pc:spChg>
        <pc:grpChg chg="add mod">
          <ac:chgData name="王雋凱-數位金融處-永豐銀行" userId="f78494d6-bac0-4c9e-94cd-0b5e029c0856" providerId="ADAL" clId="{FA9839A9-6642-4D7D-A192-E66DD6D2AFDE}" dt="2026-03-02T04:19:54.986" v="797" actId="1076"/>
          <ac:grpSpMkLst>
            <pc:docMk/>
            <pc:sldMk cId="311361126" sldId="2147471199"/>
            <ac:grpSpMk id="20" creationId="{AF821598-72E5-1B86-E404-511C549BF8DA}"/>
          </ac:grpSpMkLst>
        </pc:grp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6" creationId="{AF76A2A8-EB13-D730-324F-DEB64BE19B2E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5:42.406" v="432" actId="478"/>
          <ac:picMkLst>
            <pc:docMk/>
            <pc:sldMk cId="311361126" sldId="2147471199"/>
            <ac:picMk id="10" creationId="{82EA7B49-CCD4-F25E-E940-F6E8EAB560F4}"/>
          </ac:picMkLst>
        </pc:picChg>
        <pc:picChg chg="add del mod">
          <ac:chgData name="王雋凱-數位金融處-永豐銀行" userId="f78494d6-bac0-4c9e-94cd-0b5e029c0856" providerId="ADAL" clId="{FA9839A9-6642-4D7D-A192-E66DD6D2AFDE}" dt="2026-03-02T03:26:56.831" v="438" actId="478"/>
          <ac:picMkLst>
            <pc:docMk/>
            <pc:sldMk cId="311361126" sldId="2147471199"/>
            <ac:picMk id="12" creationId="{4046CA84-E33D-E57D-D145-B4F82CCAE6C2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4" creationId="{75D96338-BF27-8D8A-16D4-5526B9ACFB88}"/>
          </ac:picMkLst>
        </pc:picChg>
        <pc:picChg chg="add mod">
          <ac:chgData name="王雋凱-數位金融處-永豐銀行" userId="f78494d6-bac0-4c9e-94cd-0b5e029c0856" providerId="ADAL" clId="{FA9839A9-6642-4D7D-A192-E66DD6D2AFDE}" dt="2026-03-02T03:48:40.098" v="472" actId="164"/>
          <ac:picMkLst>
            <pc:docMk/>
            <pc:sldMk cId="311361126" sldId="2147471199"/>
            <ac:picMk id="16" creationId="{B9C287A2-A728-5FDF-DF99-589B7DE585C0}"/>
          </ac:picMkLst>
        </pc:picChg>
      </pc:sldChg>
      <pc:sldChg chg="addSp delSp modSp new del mod modClrScheme chgLayout">
        <pc:chgData name="王雋凱-數位金融處-永豐銀行" userId="f78494d6-bac0-4c9e-94cd-0b5e029c0856" providerId="ADAL" clId="{FA9839A9-6642-4D7D-A192-E66DD6D2AFDE}" dt="2026-03-03T06:31:13.006" v="1356" actId="680"/>
        <pc:sldMkLst>
          <pc:docMk/>
          <pc:sldMk cId="124998176" sldId="2147471200"/>
        </pc:sldMkLst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2" creationId="{8696C1D3-3704-0B69-EF6D-6A83AC9B176C}"/>
          </ac:spMkLst>
        </pc:spChg>
        <pc:spChg chg="add del mod">
          <ac:chgData name="王雋凱-數位金融處-永豐銀行" userId="f78494d6-bac0-4c9e-94cd-0b5e029c0856" providerId="ADAL" clId="{FA9839A9-6642-4D7D-A192-E66DD6D2AFDE}" dt="2026-03-03T06:31:09.666" v="1355" actId="700"/>
          <ac:spMkLst>
            <pc:docMk/>
            <pc:sldMk cId="124998176" sldId="2147471200"/>
            <ac:spMk id="3" creationId="{19D42603-781D-0169-1285-05D2FD35B033}"/>
          </ac:spMkLst>
        </pc:spChg>
      </pc:sldChg>
      <pc:sldChg chg="add del">
        <pc:chgData name="王雋凱-數位金融處-永豐銀行" userId="f78494d6-bac0-4c9e-94cd-0b5e029c0856" providerId="ADAL" clId="{FA9839A9-6642-4D7D-A192-E66DD6D2AFDE}" dt="2026-03-02T04:23:59.340" v="1011" actId="2696"/>
        <pc:sldMkLst>
          <pc:docMk/>
          <pc:sldMk cId="884328003" sldId="2147471200"/>
        </pc:sldMkLst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4:34.867" v="2141" actId="113"/>
        <pc:sldMkLst>
          <pc:docMk/>
          <pc:sldMk cId="1554846421" sldId="2147471200"/>
        </pc:sldMkLst>
        <pc:spChg chg="add mod">
          <ac:chgData name="王雋凱-數位金融處-永豐銀行" userId="f78494d6-bac0-4c9e-94cd-0b5e029c0856" providerId="ADAL" clId="{FA9839A9-6642-4D7D-A192-E66DD6D2AFDE}" dt="2026-03-03T09:14:34.867" v="2141" actId="113"/>
          <ac:spMkLst>
            <pc:docMk/>
            <pc:sldMk cId="1554846421" sldId="2147471200"/>
            <ac:spMk id="2" creationId="{41CAF38F-3A1A-44D3-5AEA-FA2EEDB08B15}"/>
          </ac:spMkLst>
        </pc:spChg>
        <pc:spChg chg="add mod">
          <ac:chgData name="王雋凱-數位金融處-永豐銀行" userId="f78494d6-bac0-4c9e-94cd-0b5e029c0856" providerId="ADAL" clId="{FA9839A9-6642-4D7D-A192-E66DD6D2AFDE}" dt="2026-03-03T09:02:50.934" v="2071"/>
          <ac:spMkLst>
            <pc:docMk/>
            <pc:sldMk cId="1554846421" sldId="2147471200"/>
            <ac:spMk id="3" creationId="{08B482DE-4E6F-193D-4B5C-2A6B509BB97F}"/>
          </ac:spMkLst>
        </pc:spChg>
      </pc:sldChg>
      <pc:sldChg chg="addSp modSp new mod modClrScheme chgLayout">
        <pc:chgData name="王雋凱-數位金融處-永豐銀行" userId="f78494d6-bac0-4c9e-94cd-0b5e029c0856" providerId="ADAL" clId="{FA9839A9-6642-4D7D-A192-E66DD6D2AFDE}" dt="2026-03-03T09:13:58.784" v="2134" actId="2711"/>
        <pc:sldMkLst>
          <pc:docMk/>
          <pc:sldMk cId="3658232648" sldId="2147471201"/>
        </pc:sldMkLst>
        <pc:spChg chg="add mod">
          <ac:chgData name="王雋凱-數位金融處-永豐銀行" userId="f78494d6-bac0-4c9e-94cd-0b5e029c0856" providerId="ADAL" clId="{FA9839A9-6642-4D7D-A192-E66DD6D2AFDE}" dt="2026-03-03T09:13:58.784" v="2134" actId="2711"/>
          <ac:spMkLst>
            <pc:docMk/>
            <pc:sldMk cId="3658232648" sldId="2147471201"/>
            <ac:spMk id="2" creationId="{B9DC53A9-9E0F-0F90-37E7-215B6FFA3DB4}"/>
          </ac:spMkLst>
        </pc:spChg>
      </pc:sldChg>
      <pc:sldMasterChg chg="delSldLayout">
        <pc:chgData name="王雋凱-數位金融處-永豐銀行" userId="f78494d6-bac0-4c9e-94cd-0b5e029c0856" providerId="ADAL" clId="{FA9839A9-6642-4D7D-A192-E66DD6D2AFDE}" dt="2026-03-02T02:35:20.340" v="389" actId="2696"/>
        <pc:sldMasterMkLst>
          <pc:docMk/>
          <pc:sldMasterMk cId="0" sldId="2147483648"/>
        </pc:sldMasterMkLst>
        <pc:sldLayoutChg chg="del">
          <pc:chgData name="王雋凱-數位金融處-永豐銀行" userId="f78494d6-bac0-4c9e-94cd-0b5e029c0856" providerId="ADAL" clId="{FA9839A9-6642-4D7D-A192-E66DD6D2AFDE}" dt="2026-03-02T02:35:20.340" v="389" actId="2696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黃泳晞-數位金融處-永豐銀行" userId="d24483b1-7db0-4584-b824-353502d8b450" providerId="ADAL" clId="{B55C1C4D-17CC-4405-BFBE-762145A60BA8}"/>
    <pc:docChg chg="">
      <pc:chgData name="黃泳晞-數位金融處-永豐銀行" userId="d24483b1-7db0-4584-b824-353502d8b450" providerId="ADAL" clId="{B55C1C4D-17CC-4405-BFBE-762145A60BA8}" dt="2026-03-02T07:48:47.815" v="0"/>
      <pc:docMkLst>
        <pc:docMk/>
      </pc:docMkLst>
      <pc:sldChg chg="addCm">
        <pc:chgData name="黃泳晞-數位金融處-永豐銀行" userId="d24483b1-7db0-4584-b824-353502d8b450" providerId="ADAL" clId="{B55C1C4D-17CC-4405-BFBE-762145A60BA8}" dt="2026-03-02T07:48:47.815" v="0"/>
        <pc:sldMkLst>
          <pc:docMk/>
          <pc:sldMk cId="237225399" sldId="2147471194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DD16F-0DE4-EC66-5F23-797A9D15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83661F-7B67-DD6A-1EF5-1C7F436F9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32DF18-D75B-63F2-57E1-9677B8E20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925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8122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36EF-E0A3-1862-0FC5-4B234DFB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999704-400A-A463-68BC-8A41F542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389EBE-06F3-6654-302B-EA543323B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7719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856-2582-8790-C1C1-AECECD169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781D78D-F678-177D-52FB-E15B9704B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81FA9F-1B6B-D0D8-4075-AD9FD787F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092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BB26-52FA-1760-CC0B-4D08A0DF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6040145-FDFE-7A15-9F26-8A2CB6B5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2B4B76-8F16-77AF-00D8-0F29DD0F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0100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45B8-5CF6-AA23-ABF1-EBBAD2DD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DFB736-142A-9A55-5528-F69465BF2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B57B5E-CBDC-B9DB-EA1D-F572E85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4742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01CE-8A00-DDAF-228F-488AB162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627C8E-1D17-B77F-E0DC-20A6DB933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3C962E-CE61-DD39-2EA0-C26B0763C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6360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3D48-C599-0ECD-DE7B-BA54F91C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41EC1C4-CA15-7460-C4BC-49648E76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201FD8-ED26-BE8C-DA22-4F5A4BB7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204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lvl="0"/>
            <a:r>
              <a:rPr lang="zh-TW" altLang="en-US" b="1" dirty="0"/>
              <a:t>利害關係人</a:t>
            </a:r>
            <a:r>
              <a:rPr lang="en-US" altLang="zh-TW" b="1" dirty="0"/>
              <a:t>QA</a:t>
            </a:r>
            <a:r>
              <a:rPr lang="zh-TW" altLang="en-US" b="1" dirty="0"/>
              <a:t>小幫手</a:t>
            </a:r>
            <a:endParaRPr lang="en-US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</a:t>
            </a:r>
            <a:r>
              <a:rPr lang="zh-TW" sz="1600" b="0" dirty="0"/>
              <a:t>.</a:t>
            </a:r>
            <a:r>
              <a:rPr lang="en-US" altLang="zh-TW" sz="1600" b="0" dirty="0"/>
              <a:t>10.27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EB9937E1-DB27-243F-2FAC-F0CF4099F8D6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3200" b="1" dirty="0"/>
              <a:t>Skill </a:t>
            </a:r>
            <a:r>
              <a:rPr lang="zh-TW" altLang="en-US" sz="3200" b="1" dirty="0"/>
              <a:t>使用說明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E4D2-3F68-21E8-2F80-5202D7F8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電子產品, 螢幕擷取畫面, 陳列 的圖片&#10;&#10;AI 產生的內容可能不正確。">
            <a:extLst>
              <a:ext uri="{FF2B5EF4-FFF2-40B4-BE49-F238E27FC236}">
                <a16:creationId xmlns:a16="http://schemas.microsoft.com/office/drawing/2014/main" id="{058E6EBC-447D-A6C3-A3AD-0B4F29C3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0000"/>
            <a:ext cx="5849166" cy="431542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圖片 10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429F947F-F52B-4446-4D2D-B41EDF13B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00" y="1532368"/>
            <a:ext cx="5849166" cy="431542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FD2F69B4-FADC-55E6-94D3-D1857529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0</a:t>
            </a:r>
            <a:r>
              <a:rPr lang="zh-TW" altLang="en-US" b="1" dirty="0"/>
              <a:t>：解壓縮附件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6E976DE2-AA8E-F3EE-CD2B-0500C6AD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將附件檔案「</a:t>
            </a:r>
            <a:r>
              <a:rPr lang="en-US" altLang="zh-TW" dirty="0"/>
              <a:t>stakeholder-qa-assistant-plugin.zip</a:t>
            </a:r>
            <a:r>
              <a:rPr lang="zh-TW" altLang="en-US" dirty="0"/>
              <a:t>」解壓縮。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1DB8A0D-B309-65C1-F4C1-E7B2E80FF3B9}"/>
              </a:ext>
            </a:extLst>
          </p:cNvPr>
          <p:cNvSpPr txBox="1"/>
          <p:nvPr/>
        </p:nvSpPr>
        <p:spPr>
          <a:xfrm>
            <a:off x="1801916" y="3898798"/>
            <a:ext cx="8280000" cy="584775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Windows </a:t>
            </a:r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預設會在解壓縮路徑加入同名的「</a:t>
            </a:r>
            <a:r>
              <a:rPr lang="en-US" altLang="zh-TW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stakeholder-qa-assistant-plugin.zip</a:t>
            </a:r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」目錄，</a:t>
            </a:r>
            <a:endParaRPr lang="en-US" altLang="zh-TW" sz="16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建議先移除，避免解壓縮後出現兩層同名資料夾。</a:t>
            </a:r>
          </a:p>
        </p:txBody>
      </p:sp>
    </p:spTree>
    <p:extLst>
      <p:ext uri="{BB962C8B-B14F-4D97-AF65-F5344CB8AC3E}">
        <p14:creationId xmlns:p14="http://schemas.microsoft.com/office/powerpoint/2010/main" val="26705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1</a:t>
            </a:r>
            <a:r>
              <a:rPr lang="zh-TW" altLang="en-US" b="1" dirty="0"/>
              <a:t>：開啟 </a:t>
            </a:r>
            <a:r>
              <a:rPr lang="en-US" altLang="zh-TW" b="1" dirty="0"/>
              <a:t>Spade</a:t>
            </a:r>
            <a:r>
              <a:rPr lang="zh-TW" altLang="en-US" b="1" dirty="0"/>
              <a:t> 設定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58ACEC35-D589-65EE-39E1-F2EC8573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開啟 </a:t>
            </a:r>
            <a:r>
              <a:rPr lang="en-US" altLang="zh-TW" dirty="0"/>
              <a:t>Spade</a:t>
            </a:r>
            <a:r>
              <a:rPr lang="zh-TW" altLang="en-US" dirty="0"/>
              <a:t>，點選左下角的「設定」。</a:t>
            </a:r>
          </a:p>
        </p:txBody>
      </p:sp>
      <p:pic>
        <p:nvPicPr>
          <p:cNvPr id="4" name="圖片 3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D578488F-1CE4-88DE-F999-44222611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4F8B46C-90E9-7C98-BFAC-634E0D966725}"/>
              </a:ext>
            </a:extLst>
          </p:cNvPr>
          <p:cNvSpPr/>
          <p:nvPr/>
        </p:nvSpPr>
        <p:spPr>
          <a:xfrm>
            <a:off x="577850" y="4924425"/>
            <a:ext cx="393700" cy="16192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1E0C-4BC2-23AF-50BC-01D53AE04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807C12-2FDA-96F0-4528-5F2C1D5E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2</a:t>
            </a:r>
            <a:r>
              <a:rPr lang="zh-TW" altLang="en-US" b="1" dirty="0"/>
              <a:t>：進入 </a:t>
            </a:r>
            <a:r>
              <a:rPr lang="en-US" altLang="zh-TW" b="1" dirty="0"/>
              <a:t>Skills </a:t>
            </a:r>
            <a:r>
              <a:rPr lang="zh-TW" altLang="en-US" b="1" dirty="0"/>
              <a:t>設定頁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A8F0274-6952-11EC-B26B-0AFCCB0C9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進入設定頁後，點選左側選單的「</a:t>
            </a:r>
            <a:r>
              <a:rPr lang="en-US" altLang="zh-TW" dirty="0"/>
              <a:t>Skills</a:t>
            </a:r>
            <a:r>
              <a:rPr lang="zh-TW" altLang="en-US" dirty="0"/>
              <a:t>」。</a:t>
            </a:r>
          </a:p>
        </p:txBody>
      </p:sp>
      <p:pic>
        <p:nvPicPr>
          <p:cNvPr id="4" name="圖片 3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BAA1E6A9-629C-D008-B607-9D09B955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0832927-4450-5278-6E72-37933D2B163F}"/>
              </a:ext>
            </a:extLst>
          </p:cNvPr>
          <p:cNvSpPr/>
          <p:nvPr/>
        </p:nvSpPr>
        <p:spPr>
          <a:xfrm>
            <a:off x="583406" y="2928937"/>
            <a:ext cx="438150" cy="18097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33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2DF2-4691-324A-F840-2BCB8093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C75B80DA-1501-FFFC-27BC-C94EA3564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1E18108-FFF0-AEA3-B4CF-FBD6F46C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3</a:t>
            </a:r>
            <a:r>
              <a:rPr lang="zh-TW" altLang="en-US" b="1" dirty="0"/>
              <a:t>：安裝 </a:t>
            </a:r>
            <a:r>
              <a:rPr lang="en-US" altLang="zh-TW" b="1" dirty="0"/>
              <a:t>Skill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9E77AAF-0C4B-48B5-EDB5-E351137C2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點選「本機 </a:t>
            </a:r>
            <a:r>
              <a:rPr lang="en-US" altLang="zh-TW" dirty="0"/>
              <a:t>Skills</a:t>
            </a:r>
            <a:r>
              <a:rPr lang="zh-TW" altLang="en-US" dirty="0"/>
              <a:t>」旁的資料夾圖示。將附件解壓縮後，把 </a:t>
            </a:r>
            <a:r>
              <a:rPr lang="en-US" altLang="zh-TW" dirty="0"/>
              <a:t>stakeholder-</a:t>
            </a:r>
            <a:r>
              <a:rPr lang="en-US" altLang="zh-TW" dirty="0" err="1"/>
              <a:t>qa</a:t>
            </a:r>
            <a:r>
              <a:rPr lang="en-US" altLang="zh-TW" dirty="0"/>
              <a:t>-assistant-plugin</a:t>
            </a:r>
            <a:r>
              <a:rPr lang="zh-TW" altLang="en-US" dirty="0"/>
              <a:t> 資料夾複製至開啟的目錄。</a:t>
            </a:r>
          </a:p>
        </p:txBody>
      </p:sp>
      <p:pic>
        <p:nvPicPr>
          <p:cNvPr id="11" name="圖片 10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C41BD361-C336-0DEF-B714-57B399F65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865" y="1711037"/>
            <a:ext cx="5153623" cy="36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6BAFDEC-5E98-68AC-A4A1-54AC75E2F057}"/>
              </a:ext>
            </a:extLst>
          </p:cNvPr>
          <p:cNvSpPr/>
          <p:nvPr/>
        </p:nvSpPr>
        <p:spPr>
          <a:xfrm>
            <a:off x="2442987" y="1838325"/>
            <a:ext cx="175753" cy="1333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87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677E-AADD-0576-4C29-EA7D5FC4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EA8317B-50F0-AD0A-AD0A-B13EB262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4</a:t>
            </a:r>
            <a:r>
              <a:rPr lang="zh-TW" altLang="en-US" b="1" dirty="0"/>
              <a:t>：確認 </a:t>
            </a:r>
            <a:r>
              <a:rPr lang="en-US" altLang="zh-TW" b="1" dirty="0"/>
              <a:t>Skill </a:t>
            </a:r>
            <a:r>
              <a:rPr lang="zh-TW" altLang="en-US" b="1" dirty="0"/>
              <a:t>已安裝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6DCB8EF6-CBA1-1A36-44D4-10A37B518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重新進入 </a:t>
            </a:r>
            <a:r>
              <a:rPr lang="en-US" altLang="zh-TW" dirty="0"/>
              <a:t>Skills </a:t>
            </a:r>
            <a:r>
              <a:rPr lang="zh-TW" altLang="en-US" dirty="0"/>
              <a:t>頁面。若安裝成功，「本機 </a:t>
            </a:r>
            <a:r>
              <a:rPr lang="en-US" altLang="zh-TW" dirty="0"/>
              <a:t>Skills</a:t>
            </a:r>
            <a:r>
              <a:rPr lang="zh-TW" altLang="en-US" dirty="0"/>
              <a:t>」清單中會出現「</a:t>
            </a:r>
            <a:r>
              <a:rPr lang="en-US" altLang="zh-TW" dirty="0"/>
              <a:t>stakeholder-</a:t>
            </a:r>
            <a:r>
              <a:rPr lang="en-US" altLang="zh-TW" dirty="0" err="1"/>
              <a:t>qa</a:t>
            </a:r>
            <a:r>
              <a:rPr lang="en-US" altLang="zh-TW" dirty="0"/>
              <a:t>-assistant</a:t>
            </a:r>
            <a:r>
              <a:rPr lang="zh-TW" altLang="en-US" dirty="0"/>
              <a:t>」。</a:t>
            </a:r>
          </a:p>
        </p:txBody>
      </p:sp>
      <p:pic>
        <p:nvPicPr>
          <p:cNvPr id="10" name="圖片 9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11DB626D-6592-6DB8-8372-1FD475F5D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753A91C-309B-8D5F-2D10-2541F5238387}"/>
              </a:ext>
            </a:extLst>
          </p:cNvPr>
          <p:cNvSpPr/>
          <p:nvPr/>
        </p:nvSpPr>
        <p:spPr>
          <a:xfrm>
            <a:off x="1987550" y="2019935"/>
            <a:ext cx="1624330" cy="16446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05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8915-E434-295E-53F3-8B969F22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BC76255-F83B-AAE1-B28E-2300DBFA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5</a:t>
            </a:r>
            <a:r>
              <a:rPr lang="zh-TW" altLang="en-US" b="1" dirty="0"/>
              <a:t>：在新聊天載入 </a:t>
            </a:r>
            <a:r>
              <a:rPr lang="en-US" altLang="zh-TW" b="1" dirty="0"/>
              <a:t>Skill</a:t>
            </a:r>
            <a:endParaRPr lang="zh-TW" altLang="en-US" b="1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DBC71EAF-00A2-F47A-50DB-741888C8C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回到聊天頁面並開啟新聊天。在輸入框輸入「</a:t>
            </a:r>
            <a:r>
              <a:rPr lang="en-US" altLang="zh-TW" dirty="0"/>
              <a:t>/stakeholder…</a:t>
            </a:r>
            <a:r>
              <a:rPr lang="zh-TW" altLang="en-US" dirty="0"/>
              <a:t>」，再從建議清單選擇「</a:t>
            </a:r>
            <a:r>
              <a:rPr lang="en-US" altLang="zh-TW" dirty="0"/>
              <a:t>/stakeholder-</a:t>
            </a:r>
            <a:r>
              <a:rPr lang="en-US" altLang="zh-TW" dirty="0" err="1"/>
              <a:t>qa</a:t>
            </a:r>
            <a:r>
              <a:rPr lang="en-US" altLang="zh-TW" dirty="0"/>
              <a:t>-assistant</a:t>
            </a:r>
            <a:r>
              <a:rPr lang="zh-TW" altLang="en-US" dirty="0"/>
              <a:t>」。</a:t>
            </a:r>
          </a:p>
          <a:p>
            <a:endParaRPr lang="zh-TW" altLang="en-US" dirty="0"/>
          </a:p>
        </p:txBody>
      </p:sp>
      <p:pic>
        <p:nvPicPr>
          <p:cNvPr id="6" name="圖片 5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7CE0AB14-E49D-7D80-44F2-6AB6F5BC1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53A9301-1818-277B-A085-82A88A668588}"/>
              </a:ext>
            </a:extLst>
          </p:cNvPr>
          <p:cNvSpPr/>
          <p:nvPr/>
        </p:nvSpPr>
        <p:spPr>
          <a:xfrm>
            <a:off x="3225799" y="3187700"/>
            <a:ext cx="4556125" cy="2286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76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FF2E-A96E-96EC-3FF9-254F66B4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7DBEA-9053-154F-527B-AC1E9053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6</a:t>
            </a:r>
            <a:r>
              <a:rPr lang="zh-TW" altLang="en-US" b="1" dirty="0"/>
              <a:t>：輸入問題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3DC76F82-7160-4216-1571-5B8FA2A55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帶入「</a:t>
            </a:r>
            <a:r>
              <a:rPr lang="en-US" altLang="zh-TW" dirty="0"/>
              <a:t>/stakeholder-</a:t>
            </a:r>
            <a:r>
              <a:rPr lang="en-US" altLang="zh-TW" dirty="0" err="1"/>
              <a:t>qa</a:t>
            </a:r>
            <a:r>
              <a:rPr lang="en-US" altLang="zh-TW" dirty="0"/>
              <a:t>-assistant</a:t>
            </a:r>
            <a:r>
              <a:rPr lang="zh-TW" altLang="en-US" dirty="0"/>
              <a:t>」指令後，在同一個輸入框接續輸入問題並送出。</a:t>
            </a:r>
          </a:p>
          <a:p>
            <a:endParaRPr lang="zh-TW" altLang="en-US" dirty="0"/>
          </a:p>
        </p:txBody>
      </p:sp>
      <p:pic>
        <p:nvPicPr>
          <p:cNvPr id="6" name="圖片 5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74A59576-F735-B689-4950-CB0EF5431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C6758C7-CB93-1666-632E-8BBBDDCD92AD}"/>
              </a:ext>
            </a:extLst>
          </p:cNvPr>
          <p:cNvSpPr/>
          <p:nvPr/>
        </p:nvSpPr>
        <p:spPr>
          <a:xfrm>
            <a:off x="7388225" y="3709671"/>
            <a:ext cx="288000" cy="288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481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8EF4-0915-840C-DE21-6B5C9827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FE65D57-299E-D553-6D3F-C9577772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Step 7</a:t>
            </a:r>
            <a:r>
              <a:rPr lang="zh-TW" altLang="en-US" b="1" dirty="0"/>
              <a:t>：檢視回覆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C64D3029-A6B2-1594-41E9-320D3AAC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系統完成處理後，回覆會顯示在聊天畫面中。</a:t>
            </a:r>
          </a:p>
        </p:txBody>
      </p:sp>
      <p:pic>
        <p:nvPicPr>
          <p:cNvPr id="10" name="圖片 9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84334E24-B13C-968E-E46B-7E9A580B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99" y="1261037"/>
            <a:ext cx="8537501" cy="45000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910A0C0-790E-6130-6022-40CA333026CB}"/>
              </a:ext>
            </a:extLst>
          </p:cNvPr>
          <p:cNvSpPr/>
          <p:nvPr/>
        </p:nvSpPr>
        <p:spPr>
          <a:xfrm>
            <a:off x="2000250" y="2133600"/>
            <a:ext cx="6972300" cy="261366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209297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3946E7-66F8-4182-AA38-CFC406C59F4E}">
  <ds:schemaRefs>
    <ds:schemaRef ds:uri="7cac0686-f0c7-4236-b000-d7b90732a875"/>
    <ds:schemaRef ds:uri="9bfc64f2-d580-4df8-9fa4-4631ad6ac43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D5D526-59E0-46BD-B75A-4A393253F249}">
  <ds:schemaRefs>
    <ds:schemaRef ds:uri="7cac0686-f0c7-4236-b000-d7b90732a875"/>
    <ds:schemaRef ds:uri="9bfc64f2-d580-4df8-9fa4-4631ad6ac43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234</Words>
  <Application>Microsoft Office PowerPoint</Application>
  <PresentationFormat>自訂</PresentationFormat>
  <Paragraphs>22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Microsoft JhengHei</vt:lpstr>
      <vt:lpstr>Microsoft JhengHei</vt:lpstr>
      <vt:lpstr>Microsoft JhengHei Light</vt:lpstr>
      <vt:lpstr>標準系統字體</vt:lpstr>
      <vt:lpstr>Arial</vt:lpstr>
      <vt:lpstr>Roboto</vt:lpstr>
      <vt:lpstr>Times New Roman</vt:lpstr>
      <vt:lpstr>數科處範本</vt:lpstr>
      <vt:lpstr>利害關係人QA小幫手</vt:lpstr>
      <vt:lpstr>Step 0：解壓縮附件</vt:lpstr>
      <vt:lpstr>Step 1：開啟 Spade 設定</vt:lpstr>
      <vt:lpstr>Step 2：進入 Skills 設定頁</vt:lpstr>
      <vt:lpstr>Step 3：安裝 Skill</vt:lpstr>
      <vt:lpstr>Step 4：確認 Skill 已安裝</vt:lpstr>
      <vt:lpstr>Step 5：在新聊天載入 Skill</vt:lpstr>
      <vt:lpstr>Step 6：輸入問題</vt:lpstr>
      <vt:lpstr>Step 7：檢視回覆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王雋凱-數位金融處-永豐銀行</cp:lastModifiedBy>
  <cp:revision>36</cp:revision>
  <dcterms:modified xsi:type="dcterms:W3CDTF">2026-10-27T06:16:35Z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
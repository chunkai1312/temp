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7"/>
  </p:notesMasterIdLst>
  <p:sldIdLst>
    <p:sldId id="256" r:id="rId5"/>
    <p:sldId id="2147471188" r:id="rId6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 varScale="1">
        <p:scale>
          <a:sx n="109" d="100"/>
          <a:sy n="109" d="100"/>
        </p:scale>
        <p:origin x="8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  <pc:spChg chg="mod">
          <ac:chgData name="吳憲驊-人力資源處-永豐銀行" userId="c372d5aa-c765-4280-a5c9-548c4152a5d4" providerId="ADAL" clId="{A5CB0424-1DCD-41DE-B858-D55378E4CD93}" dt="2024-09-23T03:47:43.608" v="334" actId="6549"/>
          <ac:spMkLst>
            <pc:docMk/>
            <pc:sldMk cId="4060586183" sldId="2147471188"/>
            <ac:spMk id="6" creationId="{4B0BEFF6-7576-F03B-6928-72A9AEB67D29}"/>
          </ac:spMkLst>
        </pc:spChg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  <pc:spChg chg="add mod">
            <ac:chgData name="吳憲驊-人力資源處-永豐銀行" userId="c372d5aa-c765-4280-a5c9-548c4152a5d4" providerId="ADAL" clId="{A5CB0424-1DCD-41DE-B858-D55378E4CD93}" dt="2024-09-23T03:36:59.362" v="6" actId="14100"/>
            <ac:spMkLst>
              <pc:docMk/>
              <pc:sldMasterMk cId="0" sldId="2147483648"/>
              <pc:sldLayoutMk cId="1016505608" sldId="2147483659"/>
              <ac:spMk id="2" creationId="{E8E59DF3-723D-F8D2-F968-6FCDA67BCDDC}"/>
            </ac:spMkLst>
          </pc:spChg>
          <pc:spChg chg="add mod">
            <ac:chgData name="吳憲驊-人力資源處-永豐銀行" userId="c372d5aa-c765-4280-a5c9-548c4152a5d4" providerId="ADAL" clId="{A5CB0424-1DCD-41DE-B858-D55378E4CD93}" dt="2024-09-23T03:37:04.143" v="8" actId="1076"/>
            <ac:spMkLst>
              <pc:docMk/>
              <pc:sldMasterMk cId="0" sldId="2147483648"/>
              <pc:sldLayoutMk cId="1016505608" sldId="2147483659"/>
              <ac:spMk id="7" creationId="{AB88F2E6-F0E1-9028-69C7-33CBCB9759A2}"/>
            </ac:spMkLst>
          </pc:spChg>
        </pc:sldLayoutChg>
      </pc:sldMaster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  <pc:spChg chg="mod">
          <ac:chgData name="周立筠-數據應用部-永豐金證券" userId="S::liyun0222.zhou@sinopac.com::ee349c15-f274-43a3-b0c9-48d528d95247" providerId="AD" clId="Web-{9C13AFE3-8240-BC94-48CC-0CB3BB172451}" dt="2024-09-30T01:52:35.281" v="3" actId="20577"/>
          <ac:spMkLst>
            <pc:docMk/>
            <pc:sldMk cId="0" sldId="258"/>
            <ac:spMk id="4" creationId="{353101E3-ED46-FC0E-DE8A-AA2AFC6836B4}"/>
          </ac:spMkLst>
        </pc:spChg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  <pc:graphicFrameChg chg="mod modGraphic">
          <ac:chgData name="周立筠-數據應用部-永豐金證券" userId="ee349c15-f274-43a3-b0c9-48d528d95247" providerId="ADAL" clId="{3FB2CB3A-96A0-4538-BF95-B43B96849497}" dt="2024-09-06T07:31:31.519" v="9" actId="20577"/>
          <ac:graphicFrameMkLst>
            <pc:docMk/>
            <pc:sldMk cId="2022153893" sldId="295"/>
            <ac:graphicFrameMk id="5" creationId="{13CAFCDB-F570-3F27-546A-2275FC736121}"/>
          </ac:graphicFrameMkLst>
        </pc:graphicFrameChg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  <pc:spChg chg="mod">
          <ac:chgData name="周立筠-數據應用部-永豐金證券" userId="ee349c15-f274-43a3-b0c9-48d528d95247" providerId="ADAL" clId="{3FB2CB3A-96A0-4538-BF95-B43B96849497}" dt="2024-09-06T07:42:04.870" v="136" actId="20577"/>
          <ac:spMkLst>
            <pc:docMk/>
            <pc:sldMk cId="3155411272" sldId="2147471173"/>
            <ac:spMk id="2" creationId="{81B90A57-ED29-4C8C-A672-A0A3C3BB9CD1}"/>
          </ac:spMkLst>
        </pc:spChg>
        <pc:graphicFrameChg chg="add mod modGraphic">
          <ac:chgData name="周立筠-數據應用部-永豐金證券" userId="ee349c15-f274-43a3-b0c9-48d528d95247" providerId="ADAL" clId="{3FB2CB3A-96A0-4538-BF95-B43B96849497}" dt="2024-09-06T07:41:41.063" v="113" actId="20577"/>
          <ac:graphicFrameMkLst>
            <pc:docMk/>
            <pc:sldMk cId="3155411272" sldId="2147471173"/>
            <ac:graphicFrameMk id="3" creationId="{D8E60233-BE8D-43C8-A700-30EFB42AD38E}"/>
          </ac:graphicFrameMkLst>
        </pc:graphicFrameChg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  <pc:graphicFrameChg chg="modGraphic">
          <ac:chgData name="周立筠-數據應用部-永豐金證券" userId="ee349c15-f274-43a3-b0c9-48d528d95247" providerId="ADAL" clId="{C906908C-602B-40BA-8197-1638BF03C79B}" dt="2024-09-09T02:23:14.879" v="0" actId="14734"/>
          <ac:graphicFrameMkLst>
            <pc:docMk/>
            <pc:sldMk cId="3155411272" sldId="2147471173"/>
            <ac:graphicFrameMk id="3" creationId="{D8E60233-BE8D-43C8-A700-30EFB42AD38E}"/>
          </ac:graphicFrameMkLst>
        </pc:graphicFrameChg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  <pc:graphicFrameChg chg="mod modGraphic">
          <ac:chgData name="周立筠-數據應用部-永豐金證券" userId="S::liyun0222.zhou@sinopac.com::ee349c15-f274-43a3-b0c9-48d528d95247" providerId="AD" clId="Web-{5A204781-D460-E2E0-652B-45D9DE8FA1C8}" dt="2024-10-14T01:13:08.839" v="7"/>
          <ac:graphicFrameMkLst>
            <pc:docMk/>
            <pc:sldMk cId="2022153893" sldId="295"/>
            <ac:graphicFrameMk id="5" creationId="{13CAFCDB-F570-3F27-546A-2275FC736121}"/>
          </ac:graphicFrameMkLst>
        </pc:graphicFrameChg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  <pc:graphicFrameChg chg="mod modGraphic">
          <ac:chgData name="吳憲驊-人力資源處-永豐銀行" userId="S::simonwu@sinopac.com::c372d5aa-c765-4280-a5c9-548c4152a5d4" providerId="AD" clId="Web-{AD6359EA-AF55-13A8-8FC0-F1DDB072E1CC}" dt="2024-10-11T06:24:11.220" v="1"/>
          <ac:graphicFrameMkLst>
            <pc:docMk/>
            <pc:sldMk cId="2022153893" sldId="295"/>
            <ac:graphicFrameMk id="5" creationId="{13CAFCDB-F570-3F27-546A-2275FC736121}"/>
          </ac:graphicFrameMkLst>
        </pc:graphicFrameChg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  <pc:spChg chg="mod">
            <ac:chgData name="李宣諭-數位金融處-永豐銀行" userId="6301128a-36be-4004-bf48-5b6edf7c200a" providerId="ADAL" clId="{5556FE67-40C6-4518-82D8-D031FD5835E3}" dt="2025-04-09T03:20:37.614" v="0" actId="1076"/>
            <ac:spMkLst>
              <pc:docMk/>
              <pc:sldMasterMk cId="0" sldId="2147483648"/>
              <pc:sldLayoutMk cId="0" sldId="2147483651"/>
              <ac:spMk id="19" creationId="{00000000-0000-0000-0000-000000000000}"/>
            </ac:spMkLst>
          </pc:spChg>
        </pc:sldLayoutChg>
      </pc:sldMaster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  <pc:spChg chg="mod">
          <ac:chgData name="吳憲驊-人力資源處-永豐銀行" userId="c372d5aa-c765-4280-a5c9-548c4152a5d4" providerId="ADAL" clId="{EBE3A055-FF26-45CD-9847-CB698884E610}" dt="2024-09-06T01:52:09.293" v="932" actId="948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  <pc:spChg chg="add mod ord">
          <ac:chgData name="吳憲驊-人力資源處-永豐銀行" userId="c372d5aa-c765-4280-a5c9-548c4152a5d4" providerId="ADAL" clId="{EBE3A055-FF26-45CD-9847-CB698884E610}" dt="2024-09-30T03:54:33.357" v="4288" actId="700"/>
          <ac:spMkLst>
            <pc:docMk/>
            <pc:sldMk cId="0" sldId="258"/>
            <ac:spMk id="4" creationId="{353101E3-ED46-FC0E-DE8A-AA2AFC6836B4}"/>
          </ac:spMkLst>
        </pc:spChg>
        <pc:spChg chg="mod ord">
          <ac:chgData name="吳憲驊-人力資源處-永豐銀行" userId="c372d5aa-c765-4280-a5c9-548c4152a5d4" providerId="ADAL" clId="{EBE3A055-FF26-45CD-9847-CB698884E610}" dt="2024-09-30T03:54:33.357" v="4288" actId="700"/>
          <ac:spMkLst>
            <pc:docMk/>
            <pc:sldMk cId="0" sldId="258"/>
            <ac:spMk id="48" creationId="{00000000-0000-0000-0000-000000000000}"/>
          </ac:spMkLst>
        </pc:spChg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  <pc:spChg chg="mod">
          <ac:chgData name="吳憲驊-人力資源處-永豐銀行" userId="c372d5aa-c765-4280-a5c9-548c4152a5d4" providerId="ADAL" clId="{EBE3A055-FF26-45CD-9847-CB698884E610}" dt="2024-09-30T03:30:19.007" v="3758" actId="207"/>
          <ac:spMkLst>
            <pc:docMk/>
            <pc:sldMk cId="0" sldId="259"/>
            <ac:spMk id="54" creationId="{00000000-0000-0000-0000-000000000000}"/>
          </ac:spMkLst>
        </pc:spChg>
        <pc:graphicFrameChg chg="modGraphic">
          <ac:chgData name="吳憲驊-人力資源處-永豐銀行" userId="c372d5aa-c765-4280-a5c9-548c4152a5d4" providerId="ADAL" clId="{EBE3A055-FF26-45CD-9847-CB698884E610}" dt="2024-09-06T02:15:56.024" v="1104" actId="120"/>
          <ac:graphicFrameMkLst>
            <pc:docMk/>
            <pc:sldMk cId="0" sldId="259"/>
            <ac:graphicFrameMk id="55" creationId="{00000000-0000-0000-0000-000000000000}"/>
          </ac:graphicFrameMkLst>
        </pc:graphicFrameChg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  <pc:spChg chg="mod">
          <ac:chgData name="吳憲驊-人力資源處-永豐銀行" userId="c372d5aa-c765-4280-a5c9-548c4152a5d4" providerId="ADAL" clId="{EBE3A055-FF26-45CD-9847-CB698884E610}" dt="2024-09-30T03:30:24.098" v="3760" actId="404"/>
          <ac:spMkLst>
            <pc:docMk/>
            <pc:sldMk cId="0" sldId="260"/>
            <ac:spMk id="60" creationId="{00000000-0000-0000-0000-000000000000}"/>
          </ac:spMkLst>
        </pc:spChg>
        <pc:graphicFrameChg chg="modGraphic">
          <ac:chgData name="吳憲驊-人力資源處-永豐銀行" userId="c372d5aa-c765-4280-a5c9-548c4152a5d4" providerId="ADAL" clId="{EBE3A055-FF26-45CD-9847-CB698884E610}" dt="2024-09-06T02:15:58.196" v="1105" actId="120"/>
          <ac:graphicFrameMkLst>
            <pc:docMk/>
            <pc:sldMk cId="0" sldId="260"/>
            <ac:graphicFrameMk id="61" creationId="{00000000-0000-0000-0000-000000000000}"/>
          </ac:graphicFrameMkLst>
        </pc:graphicFrameChg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  <pc:spChg chg="mod">
          <ac:chgData name="吳憲驊-人力資源處-永豐銀行" userId="c372d5aa-c765-4280-a5c9-548c4152a5d4" providerId="ADAL" clId="{EBE3A055-FF26-45CD-9847-CB698884E610}" dt="2024-09-30T03:30:26.553" v="3762" actId="404"/>
          <ac:spMkLst>
            <pc:docMk/>
            <pc:sldMk cId="0" sldId="261"/>
            <ac:spMk id="66" creationId="{00000000-0000-0000-0000-000000000000}"/>
          </ac:spMkLst>
        </pc:spChg>
        <pc:graphicFrameChg chg="modGraphic">
          <ac:chgData name="吳憲驊-人力資源處-永豐銀行" userId="c372d5aa-c765-4280-a5c9-548c4152a5d4" providerId="ADAL" clId="{EBE3A055-FF26-45CD-9847-CB698884E610}" dt="2024-09-06T02:16:00.265" v="1106" actId="120"/>
          <ac:graphicFrameMkLst>
            <pc:docMk/>
            <pc:sldMk cId="0" sldId="261"/>
            <ac:graphicFrameMk id="67" creationId="{00000000-0000-0000-0000-000000000000}"/>
          </ac:graphicFrameMkLst>
        </pc:graphicFrameChg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  <pc:spChg chg="mod">
          <ac:chgData name="吳憲驊-人力資源處-永豐銀行" userId="c372d5aa-c765-4280-a5c9-548c4152a5d4" providerId="ADAL" clId="{EBE3A055-FF26-45CD-9847-CB698884E610}" dt="2024-09-06T02:14:53.640" v="1096" actId="20577"/>
          <ac:spMkLst>
            <pc:docMk/>
            <pc:sldMk cId="0" sldId="262"/>
            <ac:spMk id="72" creationId="{00000000-0000-0000-0000-000000000000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30T03:16:45.585" v="3597" actId="404"/>
          <ac:graphicFrameMkLst>
            <pc:docMk/>
            <pc:sldMk cId="0" sldId="262"/>
            <ac:graphicFrameMk id="73" creationId="{00000000-0000-0000-0000-000000000000}"/>
          </ac:graphicFrameMkLst>
        </pc:graphicFrameChg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  <pc:spChg chg="mod">
          <ac:chgData name="吳憲驊-人力資源處-永豐銀行" userId="c372d5aa-c765-4280-a5c9-548c4152a5d4" providerId="ADAL" clId="{EBE3A055-FF26-45CD-9847-CB698884E610}" dt="2024-09-06T02:35:21.560" v="1324" actId="20577"/>
          <ac:spMkLst>
            <pc:docMk/>
            <pc:sldMk cId="0" sldId="266"/>
            <ac:spMk id="8" creationId="{6D0E0C43-9258-DF4E-B886-0638794E7E1D}"/>
          </ac:spMkLst>
        </pc:spChg>
        <pc:spChg chg="mod">
          <ac:chgData name="吳憲驊-人力資源處-永豐銀行" userId="c372d5aa-c765-4280-a5c9-548c4152a5d4" providerId="ADAL" clId="{EBE3A055-FF26-45CD-9847-CB698884E610}" dt="2024-09-06T02:18:10.518" v="1124" actId="20577"/>
          <ac:spMkLst>
            <pc:docMk/>
            <pc:sldMk cId="0" sldId="266"/>
            <ac:spMk id="11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2:41:12.502" v="1440" actId="404"/>
          <ac:spMkLst>
            <pc:docMk/>
            <pc:sldMk cId="0" sldId="266"/>
            <ac:spMk id="12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2:41:07.651" v="1439" actId="108"/>
          <ac:spMkLst>
            <pc:docMk/>
            <pc:sldMk cId="0" sldId="266"/>
            <ac:spMk id="124" creationId="{00000000-0000-0000-0000-000000000000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06T02:35:59.915" v="1387" actId="20577"/>
          <ac:graphicFrameMkLst>
            <pc:docMk/>
            <pc:sldMk cId="0" sldId="266"/>
            <ac:graphicFrameMk id="121" creationId="{00000000-0000-0000-0000-000000000000}"/>
          </ac:graphicFrameMkLst>
        </pc:graphicFrameChg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  <pc:spChg chg="mod">
          <ac:chgData name="吳憲驊-人力資源處-永豐銀行" userId="c372d5aa-c765-4280-a5c9-548c4152a5d4" providerId="ADAL" clId="{EBE3A055-FF26-45CD-9847-CB698884E610}" dt="2024-09-06T02:17:06.567" v="1113" actId="20577"/>
          <ac:spMkLst>
            <pc:docMk/>
            <pc:sldMk cId="0" sldId="267"/>
            <ac:spMk id="12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3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3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3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4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4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15.245" v="1774" actId="108"/>
          <ac:spMkLst>
            <pc:docMk/>
            <pc:sldMk cId="0" sldId="267"/>
            <ac:spMk id="14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4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4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4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4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02.718" v="1772" actId="120"/>
          <ac:spMkLst>
            <pc:docMk/>
            <pc:sldMk cId="0" sldId="267"/>
            <ac:spMk id="15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9:10:12.297" v="1773" actId="108"/>
          <ac:spMkLst>
            <pc:docMk/>
            <pc:sldMk cId="0" sldId="267"/>
            <ac:spMk id="151" creationId="{00000000-0000-0000-0000-000000000000}"/>
          </ac:spMkLst>
        </pc:spChg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  <pc:spChg chg="mod">
          <ac:chgData name="吳憲驊-人力資源處-永豐銀行" userId="c372d5aa-c765-4280-a5c9-548c4152a5d4" providerId="ADAL" clId="{EBE3A055-FF26-45CD-9847-CB698884E610}" dt="2024-09-06T02:17:10.131" v="1114" actId="20577"/>
          <ac:spMkLst>
            <pc:docMk/>
            <pc:sldMk cId="0" sldId="268"/>
            <ac:spMk id="173" creationId="{00000000-0000-0000-0000-000000000000}"/>
          </ac:spMkLst>
        </pc:spChg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  <pc:spChg chg="mod">
          <ac:chgData name="吳憲驊-人力資源處-永豐銀行" userId="c372d5aa-c765-4280-a5c9-548c4152a5d4" providerId="ADAL" clId="{EBE3A055-FF26-45CD-9847-CB698884E610}" dt="2024-09-30T03:34:57.167" v="3786" actId="207"/>
          <ac:spMkLst>
            <pc:docMk/>
            <pc:sldMk cId="0" sldId="271"/>
            <ac:spMk id="5" creationId="{CCB50394-AB2A-2F49-A653-2B25C251FAF0}"/>
          </ac:spMkLst>
        </pc:spChg>
        <pc:spChg chg="mod">
          <ac:chgData name="吳憲驊-人力資源處-永豐銀行" userId="c372d5aa-c765-4280-a5c9-548c4152a5d4" providerId="ADAL" clId="{EBE3A055-FF26-45CD-9847-CB698884E610}" dt="2024-09-06T09:10:30.120" v="1778" actId="20577"/>
          <ac:spMkLst>
            <pc:docMk/>
            <pc:sldMk cId="0" sldId="271"/>
            <ac:spMk id="249" creationId="{00000000-0000-0000-0000-000000000000}"/>
          </ac:spMkLst>
        </pc:spChg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  <pc:spChg chg="add mod ord">
          <ac:chgData name="吳憲驊-人力資源處-永豐銀行" userId="c372d5aa-c765-4280-a5c9-548c4152a5d4" providerId="ADAL" clId="{EBE3A055-FF26-45CD-9847-CB698884E610}" dt="2024-09-30T06:03:17.105" v="4374" actId="14100"/>
          <ac:spMkLst>
            <pc:docMk/>
            <pc:sldMk cId="0" sldId="281"/>
            <ac:spMk id="3" creationId="{DAEBFAF7-E9BC-713B-646B-8B6EDDE32EC9}"/>
          </ac:spMkLst>
        </pc:spChg>
        <pc:spChg chg="mod ord">
          <ac:chgData name="吳憲驊-人力資源處-永豐銀行" userId="c372d5aa-c765-4280-a5c9-548c4152a5d4" providerId="ADAL" clId="{EBE3A055-FF26-45CD-9847-CB698884E610}" dt="2024-09-30T06:03:06.160" v="4369" actId="700"/>
          <ac:spMkLst>
            <pc:docMk/>
            <pc:sldMk cId="0" sldId="281"/>
            <ac:spMk id="361" creationId="{00000000-0000-0000-0000-000000000000}"/>
          </ac:spMkLst>
        </pc:spChg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  <pc:spChg chg="mod">
          <ac:chgData name="吳憲驊-人力資源處-永豐銀行" userId="c372d5aa-c765-4280-a5c9-548c4152a5d4" providerId="ADAL" clId="{EBE3A055-FF26-45CD-9847-CB698884E610}" dt="2024-09-24T01:16:46.073" v="2669" actId="1076"/>
          <ac:spMkLst>
            <pc:docMk/>
            <pc:sldMk cId="0" sldId="282"/>
            <ac:spMk id="371" creationId="{00000000-0000-0000-0000-000000000000}"/>
          </ac:spMkLst>
        </pc:spChg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  <pc:spChg chg="add mod ord">
          <ac:chgData name="吳憲驊-人力資源處-永豐銀行" userId="c372d5aa-c765-4280-a5c9-548c4152a5d4" providerId="ADAL" clId="{EBE3A055-FF26-45CD-9847-CB698884E610}" dt="2024-09-30T06:05:20.298" v="4408" actId="404"/>
          <ac:spMkLst>
            <pc:docMk/>
            <pc:sldMk cId="0" sldId="286"/>
            <ac:spMk id="2" creationId="{C61A0227-6D5E-B371-39C8-52DDA7424FED}"/>
          </ac:spMkLst>
        </pc:spChg>
        <pc:spChg chg="mod ord">
          <ac:chgData name="吳憲驊-人力資源處-永豐銀行" userId="c372d5aa-c765-4280-a5c9-548c4152a5d4" providerId="ADAL" clId="{EBE3A055-FF26-45CD-9847-CB698884E610}" dt="2024-09-30T06:03:25.888" v="4375" actId="700"/>
          <ac:spMkLst>
            <pc:docMk/>
            <pc:sldMk cId="0" sldId="286"/>
            <ac:spMk id="42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3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4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5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5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5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5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36.886" v="1585" actId="2711"/>
          <ac:spMkLst>
            <pc:docMk/>
            <pc:sldMk cId="0" sldId="286"/>
            <ac:spMk id="457" creationId="{00000000-0000-0000-0000-000000000000}"/>
          </ac:spMkLst>
        </pc:spChg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  <pc:spChg chg="mod">
          <ac:chgData name="吳憲驊-人力資源處-永豐銀行" userId="c372d5aa-c765-4280-a5c9-548c4152a5d4" providerId="ADAL" clId="{EBE3A055-FF26-45CD-9847-CB698884E610}" dt="2024-09-30T03:32:58.465" v="3765" actId="20577"/>
          <ac:spMkLst>
            <pc:docMk/>
            <pc:sldMk cId="0" sldId="287"/>
            <ac:spMk id="46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6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7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7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7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7.159" v="2780" actId="948"/>
          <ac:spMkLst>
            <pc:docMk/>
            <pc:sldMk cId="0" sldId="287"/>
            <ac:spMk id="47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36.105" v="2783" actId="1076"/>
          <ac:spMkLst>
            <pc:docMk/>
            <pc:sldMk cId="0" sldId="287"/>
            <ac:spMk id="47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36.105" v="2783" actId="1076"/>
          <ac:spMkLst>
            <pc:docMk/>
            <pc:sldMk cId="0" sldId="287"/>
            <ac:spMk id="47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7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7.159" v="2780" actId="948"/>
          <ac:spMkLst>
            <pc:docMk/>
            <pc:sldMk cId="0" sldId="287"/>
            <ac:spMk id="47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8.758" v="2781" actId="948"/>
          <ac:spMkLst>
            <pc:docMk/>
            <pc:sldMk cId="0" sldId="287"/>
            <ac:spMk id="48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8.758" v="2781" actId="948"/>
          <ac:spMkLst>
            <pc:docMk/>
            <pc:sldMk cId="0" sldId="287"/>
            <ac:spMk id="48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8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36.105" v="2783" actId="1076"/>
          <ac:spMkLst>
            <pc:docMk/>
            <pc:sldMk cId="0" sldId="287"/>
            <ac:spMk id="48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36.105" v="2783" actId="1076"/>
          <ac:spMkLst>
            <pc:docMk/>
            <pc:sldMk cId="0" sldId="287"/>
            <ac:spMk id="48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36.105" v="2783" actId="1076"/>
          <ac:spMkLst>
            <pc:docMk/>
            <pc:sldMk cId="0" sldId="287"/>
            <ac:spMk id="48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6.183" v="1587" actId="2711"/>
          <ac:spMkLst>
            <pc:docMk/>
            <pc:sldMk cId="0" sldId="287"/>
            <ac:spMk id="48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7.159" v="2780" actId="948"/>
          <ac:spMkLst>
            <pc:docMk/>
            <pc:sldMk cId="0" sldId="287"/>
            <ac:spMk id="48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8.758" v="2781" actId="948"/>
          <ac:spMkLst>
            <pc:docMk/>
            <pc:sldMk cId="0" sldId="287"/>
            <ac:spMk id="48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2:28.758" v="2781" actId="948"/>
          <ac:spMkLst>
            <pc:docMk/>
            <pc:sldMk cId="0" sldId="287"/>
            <ac:spMk id="490" creationId="{00000000-0000-0000-0000-000000000000}"/>
          </ac:spMkLst>
        </pc:spChg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  <pc:spChg chg="mod">
          <ac:chgData name="吳憲驊-人力資源處-永豐銀行" userId="c372d5aa-c765-4280-a5c9-548c4152a5d4" providerId="ADAL" clId="{EBE3A055-FF26-45CD-9847-CB698884E610}" dt="2024-09-30T03:33:00.811" v="3766" actId="20577"/>
          <ac:spMkLst>
            <pc:docMk/>
            <pc:sldMk cId="0" sldId="288"/>
            <ac:spMk id="49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30T02:09:07.885" v="2880" actId="1035"/>
          <ac:spMkLst>
            <pc:docMk/>
            <pc:sldMk cId="0" sldId="288"/>
            <ac:spMk id="49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30T02:09:07.885" v="2880" actId="1035"/>
          <ac:spMkLst>
            <pc:docMk/>
            <pc:sldMk cId="0" sldId="288"/>
            <ac:spMk id="49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30T02:09:07.885" v="2880" actId="1035"/>
          <ac:spMkLst>
            <pc:docMk/>
            <pc:sldMk cId="0" sldId="288"/>
            <ac:spMk id="49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51.023" v="1588" actId="2711"/>
          <ac:spMkLst>
            <pc:docMk/>
            <pc:sldMk cId="0" sldId="288"/>
            <ac:spMk id="49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12.328" v="2786" actId="14100"/>
          <ac:spMkLst>
            <pc:docMk/>
            <pc:sldMk cId="0" sldId="288"/>
            <ac:spMk id="50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0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0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19:54.303" v="2779" actId="12789"/>
          <ac:spMkLst>
            <pc:docMk/>
            <pc:sldMk cId="0" sldId="288"/>
            <ac:spMk id="50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12.328" v="2786" actId="14100"/>
          <ac:spMkLst>
            <pc:docMk/>
            <pc:sldMk cId="0" sldId="288"/>
            <ac:spMk id="50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0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0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51.023" v="1588" actId="2711"/>
          <ac:spMkLst>
            <pc:docMk/>
            <pc:sldMk cId="0" sldId="288"/>
            <ac:spMk id="51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12.328" v="2786" actId="14100"/>
          <ac:spMkLst>
            <pc:docMk/>
            <pc:sldMk cId="0" sldId="288"/>
            <ac:spMk id="51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1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1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51.023" v="1588" actId="2711"/>
          <ac:spMkLst>
            <pc:docMk/>
            <pc:sldMk cId="0" sldId="288"/>
            <ac:spMk id="51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12.328" v="2786" actId="14100"/>
          <ac:spMkLst>
            <pc:docMk/>
            <pc:sldMk cId="0" sldId="288"/>
            <ac:spMk id="51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1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23:29.281" v="2787" actId="948"/>
          <ac:spMkLst>
            <pc:docMk/>
            <pc:sldMk cId="0" sldId="288"/>
            <ac:spMk id="517" creationId="{00000000-0000-0000-0000-000000000000}"/>
          </ac:spMkLst>
        </pc:spChg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  <pc:spChg chg="mod">
          <ac:chgData name="吳憲驊-人力資源處-永豐銀行" userId="c372d5aa-c765-4280-a5c9-548c4152a5d4" providerId="ADAL" clId="{EBE3A055-FF26-45CD-9847-CB698884E610}" dt="2024-09-24T01:38:32.476" v="2797" actId="948"/>
          <ac:spMkLst>
            <pc:docMk/>
            <pc:sldMk cId="0" sldId="289"/>
            <ac:spMk id="530" creationId="{00000000-0000-0000-0000-000000000000}"/>
          </ac:spMkLst>
        </pc:spChg>
        <pc:spChg chg="mod ord">
          <ac:chgData name="吳憲驊-人力資源處-永豐銀行" userId="c372d5aa-c765-4280-a5c9-548c4152a5d4" providerId="ADAL" clId="{EBE3A055-FF26-45CD-9847-CB698884E610}" dt="2024-09-30T06:05:17.629" v="4406" actId="700"/>
          <ac:spMkLst>
            <pc:docMk/>
            <pc:sldMk cId="0" sldId="289"/>
            <ac:spMk id="532" creationId="{00000000-0000-0000-0000-000000000000}"/>
          </ac:spMkLst>
        </pc:spChg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  <pc:spChg chg="mod">
          <ac:chgData name="吳憲驊-人力資源處-永豐銀行" userId="c372d5aa-c765-4280-a5c9-548c4152a5d4" providerId="ADAL" clId="{EBE3A055-FF26-45CD-9847-CB698884E610}" dt="2024-09-24T01:39:32.779" v="2804" actId="948"/>
          <ac:spMkLst>
            <pc:docMk/>
            <pc:sldMk cId="0" sldId="290"/>
            <ac:spMk id="53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30T03:33:17.758" v="3768" actId="20577"/>
          <ac:spMkLst>
            <pc:docMk/>
            <pc:sldMk cId="0" sldId="290"/>
            <ac:spMk id="545" creationId="{00000000-0000-0000-0000-000000000000}"/>
          </ac:spMkLst>
        </pc:spChg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  <pc:spChg chg="add mod ord">
          <ac:chgData name="吳憲驊-人力資源處-永豐銀行" userId="c372d5aa-c765-4280-a5c9-548c4152a5d4" providerId="ADAL" clId="{EBE3A055-FF26-45CD-9847-CB698884E610}" dt="2024-09-30T06:03:53.989" v="4385" actId="404"/>
          <ac:spMkLst>
            <pc:docMk/>
            <pc:sldMk cId="2697488364" sldId="291"/>
            <ac:spMk id="3" creationId="{141BB81E-425F-3E0D-3888-4DB127B71F99}"/>
          </ac:spMkLst>
        </pc:spChg>
        <pc:spChg chg="mod ord">
          <ac:chgData name="吳憲驊-人力資源處-永豐銀行" userId="c372d5aa-c765-4280-a5c9-548c4152a5d4" providerId="ADAL" clId="{EBE3A055-FF26-45CD-9847-CB698884E610}" dt="2024-09-30T06:03:45.501" v="4380" actId="700"/>
          <ac:spMkLst>
            <pc:docMk/>
            <pc:sldMk cId="2697488364" sldId="291"/>
            <ac:spMk id="42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3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3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3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3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18:14.806" v="2765" actId="1036"/>
          <ac:spMkLst>
            <pc:docMk/>
            <pc:sldMk cId="2697488364" sldId="291"/>
            <ac:spMk id="43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17:33.921" v="2738" actId="1035"/>
          <ac:spMkLst>
            <pc:docMk/>
            <pc:sldMk cId="2697488364" sldId="291"/>
            <ac:spMk id="43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3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0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17:38.662" v="2749" actId="1035"/>
          <ac:spMkLst>
            <pc:docMk/>
            <pc:sldMk cId="2697488364" sldId="291"/>
            <ac:spMk id="44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6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7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49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5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53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54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3:09:41.831" v="1586" actId="2711"/>
          <ac:spMkLst>
            <pc:docMk/>
            <pc:sldMk cId="2697488364" sldId="291"/>
            <ac:spMk id="455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24T01:17:23.313" v="2696" actId="1036"/>
          <ac:spMkLst>
            <pc:docMk/>
            <pc:sldMk cId="2697488364" sldId="291"/>
            <ac:spMk id="457" creationId="{00000000-0000-0000-0000-000000000000}"/>
          </ac:spMkLst>
        </pc:spChg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  <pc:spChg chg="mod">
          <ac:chgData name="吳憲驊-人力資源處-永豐銀行" userId="c372d5aa-c765-4280-a5c9-548c4152a5d4" providerId="ADAL" clId="{EBE3A055-FF26-45CD-9847-CB698884E610}" dt="2024-09-20T03:21:04.069" v="2572" actId="14100"/>
          <ac:spMkLst>
            <pc:docMk/>
            <pc:sldMk cId="2406361714" sldId="292"/>
            <ac:spMk id="271" creationId="{00000000-0000-0000-0000-000000000000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30T03:15:33.795" v="3578" actId="14100"/>
          <ac:graphicFrameMkLst>
            <pc:docMk/>
            <pc:sldMk cId="2406361714" sldId="292"/>
            <ac:graphicFrameMk id="2" creationId="{5895A022-F08C-163B-2FAE-27C45F0066B3}"/>
          </ac:graphicFrameMkLst>
        </pc:graphicFrameChg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  <pc:spChg chg="mod">
          <ac:chgData name="吳憲驊-人力資源處-永豐銀行" userId="c372d5aa-c765-4280-a5c9-548c4152a5d4" providerId="ADAL" clId="{EBE3A055-FF26-45CD-9847-CB698884E610}" dt="2024-09-24T01:04:42.868" v="2651" actId="20577"/>
          <ac:spMkLst>
            <pc:docMk/>
            <pc:sldMk cId="2022153893" sldId="295"/>
            <ac:spMk id="271" creationId="{00000000-0000-0000-0000-000000000000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24T01:08:40.626" v="2664" actId="207"/>
          <ac:graphicFrameMkLst>
            <pc:docMk/>
            <pc:sldMk cId="2022153893" sldId="295"/>
            <ac:graphicFrameMk id="5" creationId="{13CAFCDB-F570-3F27-546A-2275FC736121}"/>
          </ac:graphicFrameMkLst>
        </pc:graphicFrameChg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  <pc:spChg chg="mod">
          <ac:chgData name="吳憲驊-人力資源處-永豐銀行" userId="c372d5aa-c765-4280-a5c9-548c4152a5d4" providerId="ADAL" clId="{EBE3A055-FF26-45CD-9847-CB698884E610}" dt="2024-09-06T03:18:22.163" v="1671" actId="20577"/>
          <ac:spMkLst>
            <pc:docMk/>
            <pc:sldMk cId="3262633635" sldId="297"/>
            <ac:spMk id="271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1:51:21.745" v="926" actId="948"/>
          <ac:spMkLst>
            <pc:docMk/>
            <pc:sldMk cId="3262633635" sldId="297"/>
            <ac:spMk id="272" creationId="{00000000-0000-0000-0000-000000000000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20T06:02:24.677" v="2612" actId="207"/>
          <ac:graphicFrameMkLst>
            <pc:docMk/>
            <pc:sldMk cId="3262633635" sldId="297"/>
            <ac:graphicFrameMk id="273" creationId="{00000000-0000-0000-0000-000000000000}"/>
          </ac:graphicFrameMkLst>
        </pc:graphicFrameChg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  <pc:spChg chg="mod">
          <ac:chgData name="吳憲驊-人力資源處-永豐銀行" userId="c372d5aa-c765-4280-a5c9-548c4152a5d4" providerId="ADAL" clId="{EBE3A055-FF26-45CD-9847-CB698884E610}" dt="2024-09-06T09:11:00.817" v="1779" actId="20577"/>
          <ac:spMkLst>
            <pc:docMk/>
            <pc:sldMk cId="4191026547" sldId="299"/>
            <ac:spMk id="8" creationId="{07925DAC-EC49-174F-9A30-A20FC8AF259F}"/>
          </ac:spMkLst>
        </pc:spChg>
        <pc:spChg chg="mod">
          <ac:chgData name="吳憲驊-人力資源處-永豐銀行" userId="c372d5aa-c765-4280-a5c9-548c4152a5d4" providerId="ADAL" clId="{EBE3A055-FF26-45CD-9847-CB698884E610}" dt="2024-09-06T03:18:59.872" v="1676" actId="20577"/>
          <ac:spMkLst>
            <pc:docMk/>
            <pc:sldMk cId="4191026547" sldId="299"/>
            <ac:spMk id="278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2:41:25.416" v="1442" actId="404"/>
          <ac:spMkLst>
            <pc:docMk/>
            <pc:sldMk cId="4191026547" sldId="299"/>
            <ac:spMk id="282" creationId="{00000000-0000-0000-0000-000000000000}"/>
          </ac:spMkLst>
        </pc:spChg>
        <pc:spChg chg="mod">
          <ac:chgData name="吳憲驊-人力資源處-永豐銀行" userId="c372d5aa-c765-4280-a5c9-548c4152a5d4" providerId="ADAL" clId="{EBE3A055-FF26-45CD-9847-CB698884E610}" dt="2024-09-06T02:40:54.054" v="1438" actId="108"/>
          <ac:spMkLst>
            <pc:docMk/>
            <pc:sldMk cId="4191026547" sldId="299"/>
            <ac:spMk id="283" creationId="{00000000-0000-0000-0000-000000000000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06T02:40:13.337" v="1436" actId="20577"/>
          <ac:graphicFrameMkLst>
            <pc:docMk/>
            <pc:sldMk cId="4191026547" sldId="299"/>
            <ac:graphicFrameMk id="280" creationId="{00000000-0000-0000-0000-000000000000}"/>
          </ac:graphicFrameMkLst>
        </pc:graphicFrameChg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  <pc:spChg chg="mod">
          <ac:chgData name="吳憲驊-人力資源處-永豐銀行" userId="c372d5aa-c765-4280-a5c9-548c4152a5d4" providerId="ADAL" clId="{EBE3A055-FF26-45CD-9847-CB698884E610}" dt="2024-09-20T05:57:26.345" v="2584" actId="20577"/>
          <ac:spMkLst>
            <pc:docMk/>
            <pc:sldMk cId="2718007652" sldId="2132739904"/>
            <ac:spMk id="2" creationId="{54F41831-0771-92A3-F62C-382E63A135F1}"/>
          </ac:spMkLst>
        </pc:spChg>
        <pc:spChg chg="mod">
          <ac:chgData name="吳憲驊-人力資源處-永豐銀行" userId="c372d5aa-c765-4280-a5c9-548c4152a5d4" providerId="ADAL" clId="{EBE3A055-FF26-45CD-9847-CB698884E610}" dt="2024-09-30T03:34:38.001" v="3780" actId="404"/>
          <ac:spMkLst>
            <pc:docMk/>
            <pc:sldMk cId="2718007652" sldId="2132739904"/>
            <ac:spMk id="3" creationId="{701DECF0-4495-CD5E-CFE3-59CDD4B695FA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20T06:05:21.791" v="2631" actId="108"/>
          <ac:graphicFrameMkLst>
            <pc:docMk/>
            <pc:sldMk cId="2718007652" sldId="2132739904"/>
            <ac:graphicFrameMk id="17" creationId="{6C1215BD-C189-9F2D-831F-BB5DC24B3361}"/>
          </ac:graphicFrameMkLst>
        </pc:graphicFrameChg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  <pc:spChg chg="mod">
          <ac:chgData name="吳憲驊-人力資源處-永豐銀行" userId="c372d5aa-c765-4280-a5c9-548c4152a5d4" providerId="ADAL" clId="{EBE3A055-FF26-45CD-9847-CB698884E610}" dt="2024-09-20T05:57:23.821" v="2582" actId="20577"/>
          <ac:spMkLst>
            <pc:docMk/>
            <pc:sldMk cId="1087620128" sldId="2132739928"/>
            <ac:spMk id="4" creationId="{604CB9F0-19FE-A6AE-4FA4-C2271F91B8AA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06T08:58:31.635" v="1748" actId="948"/>
          <ac:graphicFrameMkLst>
            <pc:docMk/>
            <pc:sldMk cId="1087620128" sldId="2132739928"/>
            <ac:graphicFrameMk id="5" creationId="{9CA7EF03-6B72-4DD0-986B-278EA9791F9D}"/>
          </ac:graphicFrameMkLst>
        </pc:graphicFrameChg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  <pc:spChg chg="mod">
          <ac:chgData name="吳憲驊-人力資源處-永豐銀行" userId="c372d5aa-c765-4280-a5c9-548c4152a5d4" providerId="ADAL" clId="{EBE3A055-FF26-45CD-9847-CB698884E610}" dt="2024-09-06T10:09:00.513" v="2486" actId="255"/>
          <ac:spMkLst>
            <pc:docMk/>
            <pc:sldMk cId="3155411272" sldId="2147471173"/>
            <ac:spMk id="2" creationId="{81B90A57-ED29-4C8C-A672-A0A3C3BB9CD1}"/>
          </ac:spMkLst>
        </pc:spChg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  <pc:spChg chg="mod">
          <ac:chgData name="吳憲驊-人力資源處-永豐銀行" userId="c372d5aa-c765-4280-a5c9-548c4152a5d4" providerId="ADAL" clId="{EBE3A055-FF26-45CD-9847-CB698884E610}" dt="2024-09-20T05:58:22.596" v="2589" actId="20577"/>
          <ac:spMkLst>
            <pc:docMk/>
            <pc:sldMk cId="269871982" sldId="2147471175"/>
            <ac:spMk id="2" creationId="{54F41831-0771-92A3-F62C-382E63A135F1}"/>
          </ac:spMkLst>
        </pc:spChg>
        <pc:spChg chg="mod">
          <ac:chgData name="吳憲驊-人力資源處-永豐銀行" userId="c372d5aa-c765-4280-a5c9-548c4152a5d4" providerId="ADAL" clId="{EBE3A055-FF26-45CD-9847-CB698884E610}" dt="2024-09-30T03:34:34.474" v="3778" actId="207"/>
          <ac:spMkLst>
            <pc:docMk/>
            <pc:sldMk cId="269871982" sldId="2147471175"/>
            <ac:spMk id="3" creationId="{701DECF0-4495-CD5E-CFE3-59CDD4B695FA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20T06:16:32.424" v="2639" actId="207"/>
          <ac:graphicFrameMkLst>
            <pc:docMk/>
            <pc:sldMk cId="269871982" sldId="2147471175"/>
            <ac:graphicFrameMk id="17" creationId="{6C1215BD-C189-9F2D-831F-BB5DC24B3361}"/>
          </ac:graphicFrameMkLst>
        </pc:graphicFrameChg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  <pc:spChg chg="mod">
          <ac:chgData name="吳憲驊-人力資源處-永豐銀行" userId="c372d5aa-c765-4280-a5c9-548c4152a5d4" providerId="ADAL" clId="{EBE3A055-FF26-45CD-9847-CB698884E610}" dt="2024-09-06T09:24:26.987" v="1875" actId="20577"/>
          <ac:spMkLst>
            <pc:docMk/>
            <pc:sldMk cId="2495256314" sldId="2147471176"/>
            <ac:spMk id="271" creationId="{00000000-0000-0000-0000-000000000000}"/>
          </ac:spMkLst>
        </pc:spChg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  <pc:spChg chg="mod">
          <ac:chgData name="吳憲驊-人力資源處-永豐銀行" userId="c372d5aa-c765-4280-a5c9-548c4152a5d4" providerId="ADAL" clId="{EBE3A055-FF26-45CD-9847-CB698884E610}" dt="2024-09-20T05:58:18.900" v="2587" actId="20577"/>
          <ac:spMkLst>
            <pc:docMk/>
            <pc:sldMk cId="399943788" sldId="2147471180"/>
            <ac:spMk id="4" creationId="{604CB9F0-19FE-A6AE-4FA4-C2271F91B8AA}"/>
          </ac:spMkLst>
        </pc:spChg>
        <pc:graphicFrameChg chg="mod modGraphic">
          <ac:chgData name="吳憲驊-人力資源處-永豐銀行" userId="c372d5aa-c765-4280-a5c9-548c4152a5d4" providerId="ADAL" clId="{EBE3A055-FF26-45CD-9847-CB698884E610}" dt="2024-09-20T06:18:12.897" v="2644" actId="207"/>
          <ac:graphicFrameMkLst>
            <pc:docMk/>
            <pc:sldMk cId="399943788" sldId="2147471180"/>
            <ac:graphicFrameMk id="5" creationId="{9CA7EF03-6B72-4DD0-986B-278EA9791F9D}"/>
          </ac:graphicFrameMkLst>
        </pc:graphicFrameChg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  <pc:spChg chg="mod">
          <ac:chgData name="吳憲驊-人力資源處-永豐銀行" userId="c372d5aa-c765-4280-a5c9-548c4152a5d4" providerId="ADAL" clId="{EBE3A055-FF26-45CD-9847-CB698884E610}" dt="2024-09-26T09:46:19.715" v="2812" actId="2711"/>
          <ac:spMkLst>
            <pc:docMk/>
            <pc:sldMk cId="2544379920" sldId="2147471182"/>
            <ac:spMk id="8" creationId="{07925DAC-EC49-174F-9A30-A20FC8AF259F}"/>
          </ac:spMkLst>
        </pc:spChg>
        <pc:spChg chg="mod">
          <ac:chgData name="吳憲驊-人力資源處-永豐銀行" userId="c372d5aa-c765-4280-a5c9-548c4152a5d4" providerId="ADAL" clId="{EBE3A055-FF26-45CD-9847-CB698884E610}" dt="2024-09-06T09:47:06.173" v="2123" actId="20577"/>
          <ac:spMkLst>
            <pc:docMk/>
            <pc:sldMk cId="2544379920" sldId="2147471182"/>
            <ac:spMk id="278" creationId="{00000000-0000-0000-0000-000000000000}"/>
          </ac:spMkLst>
        </pc:spChg>
        <pc:graphicFrameChg chg="modGraphic">
          <ac:chgData name="吳憲驊-人力資源處-永豐銀行" userId="c372d5aa-c765-4280-a5c9-548c4152a5d4" providerId="ADAL" clId="{EBE3A055-FF26-45CD-9847-CB698884E610}" dt="2024-09-06T09:50:11.956" v="2191" actId="207"/>
          <ac:graphicFrameMkLst>
            <pc:docMk/>
            <pc:sldMk cId="2544379920" sldId="2147471182"/>
            <ac:graphicFrameMk id="280" creationId="{00000000-0000-0000-0000-000000000000}"/>
          </ac:graphicFrameMkLst>
        </pc:graphicFrameChg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  <pc:spChg chg="mod">
          <ac:chgData name="吳憲驊-人力資源處-永豐銀行" userId="c372d5aa-c765-4280-a5c9-548c4152a5d4" providerId="ADAL" clId="{EBE3A055-FF26-45CD-9847-CB698884E610}" dt="2024-09-06T10:05:42.743" v="2410" actId="20577"/>
          <ac:spMkLst>
            <pc:docMk/>
            <pc:sldMk cId="393315683" sldId="2147471185"/>
            <ac:spMk id="2" creationId="{F4A7A4D6-4202-F465-A80E-70AEA1EB3F6C}"/>
          </ac:spMkLst>
        </pc:spChg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  <pc:spChg chg="add mod ord">
          <ac:chgData name="吳憲驊-人力資源處-永豐銀行" userId="c372d5aa-c765-4280-a5c9-548c4152a5d4" providerId="ADAL" clId="{EBE3A055-FF26-45CD-9847-CB698884E610}" dt="2024-09-30T06:02:59.666" v="4368" actId="404"/>
          <ac:spMkLst>
            <pc:docMk/>
            <pc:sldMk cId="2193386975" sldId="2147471186"/>
            <ac:spMk id="2" creationId="{A5BFE852-4283-E4ED-6BEE-575656748AE4}"/>
          </ac:spMkLst>
        </pc:spChg>
        <pc:spChg chg="mod ord">
          <ac:chgData name="吳憲驊-人力資源處-永豐銀行" userId="c372d5aa-c765-4280-a5c9-548c4152a5d4" providerId="ADAL" clId="{EBE3A055-FF26-45CD-9847-CB698884E610}" dt="2024-09-30T06:01:30.542" v="4322" actId="700"/>
          <ac:spMkLst>
            <pc:docMk/>
            <pc:sldMk cId="2193386975" sldId="2147471186"/>
            <ac:spMk id="112" creationId="{00000000-0000-0000-0000-000000000000}"/>
          </ac:spMkLst>
        </pc:spChg>
        <pc:graphicFrameChg chg="mod">
          <ac:chgData name="吳憲驊-人力資源處-永豐銀行" userId="c372d5aa-c765-4280-a5c9-548c4152a5d4" providerId="ADAL" clId="{EBE3A055-FF26-45CD-9847-CB698884E610}" dt="2024-09-06T10:08:48.989" v="2484" actId="1076"/>
          <ac:graphicFrameMkLst>
            <pc:docMk/>
            <pc:sldMk cId="2193386975" sldId="2147471186"/>
            <ac:graphicFrameMk id="114" creationId="{00000000-0000-0000-0000-000000000000}"/>
          </ac:graphicFrameMkLst>
        </pc:graphicFrameChg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  <pc:spChg chg="mod ord">
          <ac:chgData name="吳憲驊-人力資源處-永豐銀行" userId="c372d5aa-c765-4280-a5c9-548c4152a5d4" providerId="ADAL" clId="{EBE3A055-FF26-45CD-9847-CB698884E610}" dt="2024-09-30T03:54:25.717" v="4283" actId="700"/>
          <ac:spMkLst>
            <pc:docMk/>
            <pc:sldMk cId="4060586183" sldId="2147471188"/>
            <ac:spMk id="5" creationId="{59D2C47F-F8DE-43CB-B46D-D6A6AF83347E}"/>
          </ac:spMkLst>
        </pc:spChg>
        <pc:spChg chg="mod ord">
          <ac:chgData name="吳憲驊-人力資源處-永豐銀行" userId="c372d5aa-c765-4280-a5c9-548c4152a5d4" providerId="ADAL" clId="{EBE3A055-FF26-45CD-9847-CB698884E610}" dt="2024-09-30T05:56:19.372" v="4291" actId="404"/>
          <ac:spMkLst>
            <pc:docMk/>
            <pc:sldMk cId="4060586183" sldId="2147471188"/>
            <ac:spMk id="6" creationId="{4B0BEFF6-7576-F03B-6928-72A9AEB67D29}"/>
          </ac:spMkLst>
        </pc:spChg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  <pc:spChg chg="add mod ord">
          <ac:chgData name="吳憲驊-人力資源處-永豐銀行" userId="c372d5aa-c765-4280-a5c9-548c4152a5d4" providerId="ADAL" clId="{EBE3A055-FF26-45CD-9847-CB698884E610}" dt="2024-09-30T05:59:45.495" v="4317" actId="403"/>
          <ac:spMkLst>
            <pc:docMk/>
            <pc:sldMk cId="3467411777" sldId="2147471189"/>
            <ac:spMk id="7" creationId="{2E3C2549-8CE5-1EBD-2266-09CA8BD84AC0}"/>
          </ac:spMkLst>
        </pc:spChg>
        <pc:spChg chg="mod ord">
          <ac:chgData name="吳憲驊-人力資源處-永豐銀行" userId="c372d5aa-c765-4280-a5c9-548c4152a5d4" providerId="ADAL" clId="{EBE3A055-FF26-45CD-9847-CB698884E610}" dt="2024-09-30T03:54:43.772" v="4289" actId="700"/>
          <ac:spMkLst>
            <pc:docMk/>
            <pc:sldMk cId="3467411777" sldId="2147471189"/>
            <ac:spMk id="48" creationId="{00000000-0000-0000-0000-000000000000}"/>
          </ac:spMkLst>
        </pc:spChg>
        <pc:graphicFrameChg chg="add mod modGraphic">
          <ac:chgData name="吳憲驊-人力資源處-永豐銀行" userId="c372d5aa-c765-4280-a5c9-548c4152a5d4" providerId="ADAL" clId="{EBE3A055-FF26-45CD-9847-CB698884E610}" dt="2024-09-30T05:58:29.169" v="4312" actId="403"/>
          <ac:graphicFrameMkLst>
            <pc:docMk/>
            <pc:sldMk cId="3467411777" sldId="2147471189"/>
            <ac:graphicFrameMk id="5" creationId="{5D89DB35-D673-138D-D5DD-E21142D19880}"/>
          </ac:graphicFrameMkLst>
        </pc:graphicFrameChg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  <pc:spChg chg="add del mod">
            <ac:chgData name="吳憲驊-人力資源處-永豐銀行" userId="c372d5aa-c765-4280-a5c9-548c4152a5d4" providerId="ADAL" clId="{EBE3A055-FF26-45CD-9847-CB698884E610}" dt="2024-09-30T03:53:18.173" v="4266" actId="20577"/>
            <ac:spMkLst>
              <pc:docMk/>
              <pc:sldMasterMk cId="0" sldId="2147483648"/>
              <pc:sldLayoutMk cId="0" sldId="2147483651"/>
              <ac:spMk id="19" creationId="{00000000-0000-0000-0000-000000000000}"/>
            </ac:spMkLst>
          </pc:spChg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  <pc:spChg chg="mod">
            <ac:chgData name="吳憲驊-人力資源處-永豐銀行" userId="c372d5aa-c765-4280-a5c9-548c4152a5d4" providerId="ADAL" clId="{EBE3A055-FF26-45CD-9847-CB698884E610}" dt="2024-09-06T01:32:30.947" v="169" actId="20577"/>
            <ac:spMkLst>
              <pc:docMk/>
              <pc:sldMasterMk cId="0" sldId="2147483648"/>
              <pc:sldLayoutMk cId="2989105902" sldId="2147483654"/>
              <ac:spMk id="2" creationId="{64E9B3DD-FAA0-DF43-8AE4-2105CE51701D}"/>
            </ac:spMkLst>
          </pc:spChg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  <pc:spChg chg="mod">
            <ac:chgData name="吳憲驊-人力資源處-永豐銀行" userId="c372d5aa-c765-4280-a5c9-548c4152a5d4" providerId="ADAL" clId="{EBE3A055-FF26-45CD-9847-CB698884E610}" dt="2024-09-30T03:52:31.749" v="4244" actId="20577"/>
            <ac:spMkLst>
              <pc:docMk/>
              <pc:sldMasterMk cId="0" sldId="2147483648"/>
              <pc:sldLayoutMk cId="1016505608" sldId="2147483659"/>
              <ac:spMk id="2" creationId="{E8E59DF3-723D-F8D2-F968-6FCDA67BCDDC}"/>
            </ac:spMkLst>
          </pc:spChg>
          <pc:spChg chg="add del mod">
            <ac:chgData name="吳憲驊-人力資源處-永豐銀行" userId="c372d5aa-c765-4280-a5c9-548c4152a5d4" providerId="ADAL" clId="{EBE3A055-FF26-45CD-9847-CB698884E610}" dt="2024-09-30T03:52:53.479" v="4250" actId="20577"/>
            <ac:spMkLst>
              <pc:docMk/>
              <pc:sldMasterMk cId="0" sldId="2147483648"/>
              <pc:sldLayoutMk cId="1016505608" sldId="2147483659"/>
              <ac:spMk id="7" creationId="{AB88F2E6-F0E1-9028-69C7-33CBCB9759A2}"/>
            </ac:spMkLst>
          </pc:spChg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  <pc:spChg chg="mod">
          <ac:chgData name="吳憲驊-人力資源處-永豐銀行" userId="S::simonwu@sinopac.com::c372d5aa-c765-4280-a5c9-548c4152a5d4" providerId="AD" clId="Web-{566E13FB-08C0-32D8-F6D2-084C6563C8D8}" dt="2024-08-29T09:14:57.922" v="14" actId="20577"/>
          <ac:spMkLst>
            <pc:docMk/>
            <pc:sldMk cId="2022153893" sldId="295"/>
            <ac:spMk id="271" creationId="{00000000-0000-0000-0000-000000000000}"/>
          </ac:spMkLst>
        </pc:spChg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  <pc:spChg chg="mod">
          <ac:chgData name="張天豪-數位金融處-永豐銀行" userId="0d835702-99c9-4ef6-82d8-3ca86d4ccc15" providerId="ADAL" clId="{13649D83-BEB4-0446-824D-B84D0069EC2E}" dt="2024-09-30T06:05:54.645" v="708" actId="6549"/>
          <ac:spMkLst>
            <pc:docMk/>
            <pc:sldMk cId="0" sldId="258"/>
            <ac:spMk id="4" creationId="{353101E3-ED46-FC0E-DE8A-AA2AFC6836B4}"/>
          </ac:spMkLst>
        </pc:spChg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  <pc:graphicFrameChg chg="modGraphic">
          <ac:chgData name="張天豪-數位金融處-永豐銀行" userId="0d835702-99c9-4ef6-82d8-3ca86d4ccc15" providerId="ADAL" clId="{13649D83-BEB4-0446-824D-B84D0069EC2E}" dt="2024-09-22T01:12:10.917" v="128" actId="14734"/>
          <ac:graphicFrameMkLst>
            <pc:docMk/>
            <pc:sldMk cId="0" sldId="262"/>
            <ac:graphicFrameMk id="73" creationId="{00000000-0000-0000-0000-000000000000}"/>
          </ac:graphicFrameMkLst>
        </pc:graphicFrameChg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  <pc:spChg chg="mod">
          <ac:chgData name="張天豪-數位金融處-永豐銀行" userId="0d835702-99c9-4ef6-82d8-3ca86d4ccc15" providerId="ADAL" clId="{13649D83-BEB4-0446-824D-B84D0069EC2E}" dt="2024-09-22T01:05:29.023" v="3" actId="15"/>
          <ac:spMkLst>
            <pc:docMk/>
            <pc:sldMk cId="4191026547" sldId="299"/>
            <ac:spMk id="8" creationId="{07925DAC-EC49-174F-9A30-A20FC8AF259F}"/>
          </ac:spMkLst>
        </pc:spChg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  <pc:spChg chg="mod">
          <ac:chgData name="張天豪-數位金融處-永豐銀行" userId="0d835702-99c9-4ef6-82d8-3ca86d4ccc15" providerId="ADAL" clId="{13649D83-BEB4-0446-824D-B84D0069EC2E}" dt="2024-09-22T01:16:48.728" v="140" actId="20577"/>
          <ac:spMkLst>
            <pc:docMk/>
            <pc:sldMk cId="393315683" sldId="2147471185"/>
            <ac:spMk id="2" creationId="{F4A7A4D6-4202-F465-A80E-70AEA1EB3F6C}"/>
          </ac:spMkLst>
        </pc:spChg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  <pc:spChg chg="add mod ord">
          <ac:chgData name="張天豪-數位金融處-永豐銀行" userId="0d835702-99c9-4ef6-82d8-3ca86d4ccc15" providerId="ADAL" clId="{13649D83-BEB4-0446-824D-B84D0069EC2E}" dt="2024-09-22T01:21:02.653" v="158" actId="20577"/>
          <ac:spMkLst>
            <pc:docMk/>
            <pc:sldMk cId="4060586183" sldId="2147471188"/>
            <ac:spMk id="5" creationId="{59D2C47F-F8DE-43CB-B46D-D6A6AF83347E}"/>
          </ac:spMkLst>
        </pc:spChg>
        <pc:spChg chg="add mod ord">
          <ac:chgData name="張天豪-數位金融處-永豐銀行" userId="0d835702-99c9-4ef6-82d8-3ca86d4ccc15" providerId="ADAL" clId="{13649D83-BEB4-0446-824D-B84D0069EC2E}" dt="2024-09-30T06:06:32.388" v="718" actId="404"/>
          <ac:spMkLst>
            <pc:docMk/>
            <pc:sldMk cId="4060586183" sldId="2147471188"/>
            <ac:spMk id="6" creationId="{4B0BEFF6-7576-F03B-6928-72A9AEB67D29}"/>
          </ac:spMkLst>
        </pc:spChg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  <pc:spChg chg="mod">
          <ac:chgData name="張天豪-數位金融處-永豐銀行" userId="0d835702-99c9-4ef6-82d8-3ca86d4ccc15" providerId="ADAL" clId="{13649D83-BEB4-0446-824D-B84D0069EC2E}" dt="2024-09-30T06:00:34.121" v="640" actId="20577"/>
          <ac:spMkLst>
            <pc:docMk/>
            <pc:sldMk cId="3467411777" sldId="2147471189"/>
            <ac:spMk id="7" creationId="{2E3C2549-8CE5-1EBD-2266-09CA8BD84AC0}"/>
          </ac:spMkLst>
        </pc:spChg>
        <pc:graphicFrameChg chg="mod modGraphic">
          <ac:chgData name="張天豪-數位金融處-永豐銀行" userId="0d835702-99c9-4ef6-82d8-3ca86d4ccc15" providerId="ADAL" clId="{13649D83-BEB4-0446-824D-B84D0069EC2E}" dt="2024-09-30T06:05:26.038" v="680" actId="255"/>
          <ac:graphicFrameMkLst>
            <pc:docMk/>
            <pc:sldMk cId="3467411777" sldId="2147471189"/>
            <ac:graphicFrameMk id="5" creationId="{5D89DB35-D673-138D-D5DD-E21142D19880}"/>
          </ac:graphicFrameMkLst>
        </pc:graphicFrameChg>
      </pc:sld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  <pc:graphicFrameChg chg="modGraphic">
          <ac:chgData name="張天豪-數位金融處-永豐銀行" userId="0d835702-99c9-4ef6-82d8-3ca86d4ccc15" providerId="ADAL" clId="{05C68244-A0A4-5F4B-A227-C47B6FE62571}" dt="2024-10-12T11:25:14.956" v="80" actId="20577"/>
          <ac:graphicFrameMkLst>
            <pc:docMk/>
            <pc:sldMk cId="2406361714" sldId="292"/>
            <ac:graphicFrameMk id="2" creationId="{5895A022-F08C-163B-2FAE-27C45F0066B3}"/>
          </ac:graphicFrameMkLst>
        </pc:graphicFrameChg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  <pc:spChg chg="mod">
          <ac:chgData name="張天豪-數位金融處-永豐銀行" userId="0d835702-99c9-4ef6-82d8-3ca86d4ccc15" providerId="ADAL" clId="{05C68244-A0A4-5F4B-A227-C47B6FE62571}" dt="2024-10-13T02:59:04.551" v="212" actId="6549"/>
          <ac:spMkLst>
            <pc:docMk/>
            <pc:sldMk cId="2022153893" sldId="295"/>
            <ac:spMk id="271" creationId="{00000000-0000-0000-0000-000000000000}"/>
          </ac:spMkLst>
        </pc:spChg>
        <pc:graphicFrameChg chg="mod modGraphic">
          <ac:chgData name="張天豪-數位金融處-永豐銀行" userId="0d835702-99c9-4ef6-82d8-3ca86d4ccc15" providerId="ADAL" clId="{05C68244-A0A4-5F4B-A227-C47B6FE62571}" dt="2024-10-13T02:58:57.589" v="198" actId="2165"/>
          <ac:graphicFrameMkLst>
            <pc:docMk/>
            <pc:sldMk cId="2022153893" sldId="295"/>
            <ac:graphicFrameMk id="5" creationId="{13CAFCDB-F570-3F27-546A-2275FC736121}"/>
          </ac:graphicFrameMkLst>
        </pc:graphicFrameChg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  <pc:graphicFrameChg chg="mod modGraphic">
          <ac:chgData name="張天豪-數位金融處-永豐銀行" userId="0d835702-99c9-4ef6-82d8-3ca86d4ccc15" providerId="ADAL" clId="{05C68244-A0A4-5F4B-A227-C47B6FE62571}" dt="2024-10-12T11:29:08.768" v="165"/>
          <ac:graphicFrameMkLst>
            <pc:docMk/>
            <pc:sldMk cId="3262633635" sldId="297"/>
            <ac:graphicFrameMk id="273" creationId="{00000000-0000-0000-0000-000000000000}"/>
          </ac:graphicFrameMkLst>
        </pc:graphicFrameChg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  <pc:graphicFrameChg chg="mod modGraphic">
          <ac:chgData name="張天豪-數位金融處-永豐銀行" userId="0d835702-99c9-4ef6-82d8-3ca86d4ccc15" providerId="ADAL" clId="{05C68244-A0A4-5F4B-A227-C47B6FE62571}" dt="2024-10-12T11:25:27.938" v="88" actId="20577"/>
          <ac:graphicFrameMkLst>
            <pc:docMk/>
            <pc:sldMk cId="3155411272" sldId="2147471173"/>
            <ac:graphicFrameMk id="3" creationId="{D8E60233-BE8D-43C8-A700-30EFB42AD38E}"/>
          </ac:graphicFrameMkLst>
        </pc:graphicFrameChg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  <pc:graphicFrameChg chg="mod modGraphic">
          <ac:chgData name="張天豪-數位金融處-永豐銀行" userId="0d835702-99c9-4ef6-82d8-3ca86d4ccc15" providerId="ADAL" clId="{05C68244-A0A4-5F4B-A227-C47B6FE62571}" dt="2024-10-12T11:28:12.213" v="152" actId="207"/>
          <ac:graphicFrameMkLst>
            <pc:docMk/>
            <pc:sldMk cId="2495256314" sldId="2147471176"/>
            <ac:graphicFrameMk id="273" creationId="{00000000-0000-0000-0000-000000000000}"/>
          </ac:graphicFrameMkLst>
        </pc:graphicFrameChg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  <pc:spChg chg="mod">
            <ac:chgData name="張天豪-數位金融處-永豐銀行" userId="0d835702-99c9-4ef6-82d8-3ca86d4ccc15" providerId="ADAL" clId="{05C68244-A0A4-5F4B-A227-C47B6FE62571}" dt="2024-10-13T02:53:19.336" v="171" actId="12"/>
            <ac:spMkLst>
              <pc:docMk/>
              <pc:sldMasterMk cId="0" sldId="2147483648"/>
              <pc:sldLayoutMk cId="0" sldId="2147483651"/>
              <ac:spMk id="19" creationId="{00000000-0000-0000-0000-000000000000}"/>
            </ac:spMkLst>
          </pc:spChg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  <pc:spChg chg="mod">
            <ac:chgData name="張天豪-數位金融處-永豐銀行" userId="0d835702-99c9-4ef6-82d8-3ca86d4ccc15" providerId="ADAL" clId="{05C68244-A0A4-5F4B-A227-C47B6FE62571}" dt="2024-11-23T00:59:02.606" v="218" actId="12"/>
            <ac:spMkLst>
              <pc:docMk/>
              <pc:sldMasterMk cId="0" sldId="2147483648"/>
              <pc:sldLayoutMk cId="1016505608" sldId="2147483659"/>
              <ac:spMk id="2" creationId="{E8E59DF3-723D-F8D2-F968-6FCDA67BCDDC}"/>
            </ac:spMkLst>
          </pc:spChg>
          <pc:spChg chg="mod">
            <ac:chgData name="張天豪-數位金融處-永豐銀行" userId="0d835702-99c9-4ef6-82d8-3ca86d4ccc15" providerId="ADAL" clId="{05C68244-A0A4-5F4B-A227-C47B6FE62571}" dt="2024-11-23T00:59:06.402" v="223" actId="12"/>
            <ac:spMkLst>
              <pc:docMk/>
              <pc:sldMasterMk cId="0" sldId="2147483648"/>
              <pc:sldLayoutMk cId="1016505608" sldId="2147483659"/>
              <ac:spMk id="7" creationId="{AB88F2E6-F0E1-9028-69C7-33CBCB9759A2}"/>
            </ac:spMkLst>
          </pc:spChg>
        </pc:sldLayoutChg>
      </pc:sldMaster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3568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altLang="zh-TW" b="0" dirty="0"/>
              <a:t>Kevin Wang </a:t>
            </a:r>
            <a:r>
              <a:rPr lang="zh-TW" altLang="en-US" b="0" dirty="0"/>
              <a:t>王雋凱</a:t>
            </a:r>
            <a:endParaRPr lang="en-US" b="0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 </a:t>
            </a:r>
            <a:r>
              <a:rPr lang="en-US" altLang="zh-TW" sz="2800" b="0" dirty="0"/>
              <a:t>- </a:t>
            </a:r>
            <a:r>
              <a:rPr lang="zh-TW" altLang="en-US" sz="2800" b="0" dirty="0"/>
              <a:t>科技發展組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2025.06.02</a:t>
            </a:r>
            <a:endParaRPr sz="16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About Me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B0BEFF6-7576-F03B-6928-72A9AEB6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7" y="719138"/>
            <a:ext cx="6315385" cy="5401026"/>
          </a:xfrm>
          <a:prstGeom prst="rect">
            <a:avLst/>
          </a:prstGeom>
        </p:spPr>
        <p:txBody>
          <a:bodyPr/>
          <a:lstStyle/>
          <a:p>
            <a:pPr marL="36000" indent="0">
              <a:spcBef>
                <a:spcPts val="600"/>
              </a:spcBef>
              <a:buNone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王雋凱（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Kevin Wang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" indent="0">
              <a:spcBef>
                <a:spcPts val="600"/>
              </a:spcBef>
              <a:buNone/>
            </a:pPr>
            <a:r>
              <a:rPr lang="zh-TW" altLang="en-US" dirty="0"/>
              <a:t>累積十多年開發經驗，從前端、後端到 </a:t>
            </a:r>
            <a:r>
              <a:rPr lang="en" altLang="zh-TW" dirty="0"/>
              <a:t>DevOps </a:t>
            </a:r>
            <a:r>
              <a:rPr lang="zh-TW" altLang="en-US" dirty="0"/>
              <a:t>都有涉獵。平常愛用 </a:t>
            </a:r>
            <a:r>
              <a:rPr lang="en" altLang="zh-TW" dirty="0"/>
              <a:t>Node.js </a:t>
            </a:r>
            <a:r>
              <a:rPr lang="zh-TW" altLang="en-US" dirty="0"/>
              <a:t>和 </a:t>
            </a:r>
            <a:r>
              <a:rPr lang="en" altLang="zh-TW" dirty="0"/>
              <a:t>JavaScript </a:t>
            </a:r>
            <a:r>
              <a:rPr lang="zh-TW" altLang="en-US" dirty="0"/>
              <a:t>生態系的工具，習慣站在使用者與產品角度思考，打造真正好用、解決問題的系統。</a:t>
            </a:r>
            <a:endParaRPr lang="en-US" altLang="zh-TW" dirty="0"/>
          </a:p>
          <a:p>
            <a:pPr marL="36000" indent="0">
              <a:spcBef>
                <a:spcPts val="600"/>
              </a:spcBef>
              <a:buNone/>
            </a:pP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" indent="0">
              <a:spcBef>
                <a:spcPts val="600"/>
              </a:spcBef>
              <a:buNone/>
            </a:pPr>
            <a:r>
              <a:rPr lang="zh-TW" altLang="en-US" b="1" dirty="0"/>
              <a:t>工作經歷</a:t>
            </a:r>
            <a:endParaRPr lang="en-US" altLang="zh-TW" b="1" dirty="0"/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群馥科技（富果）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資深後端工程師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潮網科技 主任工程師</a:t>
            </a:r>
            <a:endParaRPr lang="en-US" altLang="zh-TW" dirty="0"/>
          </a:p>
          <a:p>
            <a:pPr marL="36000" indent="0">
              <a:buNone/>
            </a:pPr>
            <a:endParaRPr lang="en-US" altLang="zh-TW" sz="800" dirty="0"/>
          </a:p>
          <a:p>
            <a:pPr marL="36000" indent="0">
              <a:spcBef>
                <a:spcPts val="600"/>
              </a:spcBef>
              <a:buNone/>
            </a:pPr>
            <a:r>
              <a:rPr lang="zh-TW" altLang="en-US" b="1" dirty="0"/>
              <a:t>出版著作</a:t>
            </a:r>
            <a:endParaRPr lang="en-US" altLang="zh-TW" b="1" dirty="0"/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《Node.js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量化投資全攻略：從資料收集到自動化交易系統建構實戰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</a:p>
          <a:p>
            <a:pPr marL="36000" indent="0">
              <a:buNone/>
            </a:pPr>
            <a:endParaRPr lang="en-US" altLang="zh-TW" sz="800" dirty="0"/>
          </a:p>
          <a:p>
            <a:pPr marL="36000" indent="0">
              <a:spcBef>
                <a:spcPts val="600"/>
              </a:spcBef>
              <a:buNone/>
            </a:pPr>
            <a:r>
              <a:rPr lang="zh-TW" altLang="en-US" b="1" dirty="0"/>
              <a:t>得獎紀錄</a:t>
            </a:r>
            <a:endParaRPr lang="en-US" altLang="zh-TW" b="1" dirty="0"/>
          </a:p>
          <a:p>
            <a:r>
              <a:rPr lang="en-US" altLang="zh-TW" sz="1200" dirty="0"/>
              <a:t>2022</a:t>
            </a:r>
            <a:r>
              <a:rPr lang="zh-TW" altLang="en-US" sz="1200" dirty="0"/>
              <a:t>年 </a:t>
            </a:r>
            <a:r>
              <a:rPr lang="en-US" altLang="zh-TW" sz="1200" dirty="0" err="1"/>
              <a:t>iThome</a:t>
            </a:r>
            <a:r>
              <a:rPr lang="en-US" altLang="zh-TW" sz="1200" dirty="0"/>
              <a:t>〈</a:t>
            </a:r>
            <a:r>
              <a:rPr lang="zh-TW" altLang="en-US" sz="1200" dirty="0"/>
              <a:t>第</a:t>
            </a:r>
            <a:r>
              <a:rPr lang="en-US" altLang="zh-TW" sz="1200" dirty="0"/>
              <a:t>14</a:t>
            </a:r>
            <a:r>
              <a:rPr lang="zh-TW" altLang="en-US" sz="1200" dirty="0"/>
              <a:t>屆</a:t>
            </a:r>
            <a:r>
              <a:rPr lang="en-US" altLang="zh-TW" sz="1200" dirty="0" err="1"/>
              <a:t>iThome</a:t>
            </a:r>
            <a:r>
              <a:rPr lang="zh-TW" altLang="en-US" sz="1200" dirty="0"/>
              <a:t>鐵人賽</a:t>
            </a:r>
            <a:r>
              <a:rPr lang="en-US" altLang="zh-TW" sz="1200" dirty="0"/>
              <a:t>〉Software Development</a:t>
            </a:r>
            <a:r>
              <a:rPr lang="zh-TW" altLang="en-US" sz="1200" dirty="0"/>
              <a:t>組冠軍</a:t>
            </a:r>
          </a:p>
          <a:p>
            <a:r>
              <a:rPr lang="en-US" altLang="zh-TW" sz="1200" dirty="0"/>
              <a:t>2014</a:t>
            </a:r>
            <a:r>
              <a:rPr lang="zh-TW" altLang="en-US" sz="1200" dirty="0"/>
              <a:t>年 經濟部技術處</a:t>
            </a:r>
            <a:r>
              <a:rPr lang="en-US" altLang="zh-TW" sz="1200" dirty="0"/>
              <a:t>〈</a:t>
            </a:r>
            <a:r>
              <a:rPr lang="zh-TW" altLang="en-US" sz="1200" dirty="0"/>
              <a:t>搶鮮大賽</a:t>
            </a:r>
            <a:r>
              <a:rPr lang="en-US" altLang="zh-TW" sz="1200" dirty="0"/>
              <a:t>〉</a:t>
            </a:r>
            <a:r>
              <a:rPr lang="zh-TW" altLang="en-US" sz="1200" dirty="0"/>
              <a:t>系統實作類佳作</a:t>
            </a:r>
          </a:p>
          <a:p>
            <a:r>
              <a:rPr lang="en-US" altLang="zh-TW" sz="1200" dirty="0"/>
              <a:t>2011</a:t>
            </a:r>
            <a:r>
              <a:rPr lang="zh-TW" altLang="en-US" sz="1200" dirty="0"/>
              <a:t>年 經濟部工業局</a:t>
            </a:r>
            <a:r>
              <a:rPr lang="en-US" altLang="zh-TW" sz="1200" dirty="0"/>
              <a:t>〈</a:t>
            </a:r>
            <a:r>
              <a:rPr lang="zh-TW" altLang="en-US" sz="1200" dirty="0"/>
              <a:t>第</a:t>
            </a:r>
            <a:r>
              <a:rPr lang="en-US" altLang="zh-TW" sz="1200" dirty="0"/>
              <a:t>16</a:t>
            </a:r>
            <a:r>
              <a:rPr lang="zh-TW" altLang="en-US" sz="1200" dirty="0"/>
              <a:t>屆資訊服務創新競賽</a:t>
            </a:r>
            <a:r>
              <a:rPr lang="en-US" altLang="zh-TW" sz="1200" dirty="0"/>
              <a:t>〉IAP2</a:t>
            </a:r>
            <a:r>
              <a:rPr lang="zh-TW" altLang="en-US" sz="1200" dirty="0"/>
              <a:t>資訊技術應用組第二名</a:t>
            </a:r>
          </a:p>
          <a:p>
            <a:r>
              <a:rPr lang="en-US" altLang="zh-TW" sz="1200" dirty="0"/>
              <a:t>2011</a:t>
            </a:r>
            <a:r>
              <a:rPr lang="zh-TW" altLang="en-US" sz="1200" dirty="0"/>
              <a:t>年 經濟部工業局</a:t>
            </a:r>
            <a:r>
              <a:rPr lang="en-US" altLang="zh-TW" sz="1200" dirty="0"/>
              <a:t>〈</a:t>
            </a:r>
            <a:r>
              <a:rPr lang="zh-TW" altLang="en-US" sz="1200" dirty="0"/>
              <a:t>第</a:t>
            </a:r>
            <a:r>
              <a:rPr lang="en-US" altLang="zh-TW" sz="1200" dirty="0"/>
              <a:t>16</a:t>
            </a:r>
            <a:r>
              <a:rPr lang="zh-TW" altLang="en-US" sz="1200" dirty="0"/>
              <a:t>屆資訊服務創新競賽</a:t>
            </a:r>
            <a:r>
              <a:rPr lang="en-US" altLang="zh-TW" sz="1200" dirty="0"/>
              <a:t>〉IAP2</a:t>
            </a:r>
            <a:r>
              <a:rPr lang="zh-TW" altLang="en-US" sz="1200" dirty="0"/>
              <a:t>智慧手持裝置應用主題獎</a:t>
            </a:r>
          </a:p>
          <a:p>
            <a:r>
              <a:rPr lang="en-US" altLang="zh-TW" sz="1200" dirty="0"/>
              <a:t>2011</a:t>
            </a:r>
            <a:r>
              <a:rPr lang="zh-TW" altLang="en-US" sz="1200" dirty="0"/>
              <a:t>年 經濟部工業局</a:t>
            </a:r>
            <a:r>
              <a:rPr lang="en-US" altLang="zh-TW" sz="1200" dirty="0"/>
              <a:t>〈App Star</a:t>
            </a:r>
            <a:r>
              <a:rPr lang="zh-TW" altLang="en-US" sz="1200" dirty="0"/>
              <a:t>高手爭霸戰市集應用軟體設計大賽</a:t>
            </a:r>
            <a:r>
              <a:rPr lang="en-US" altLang="zh-TW" sz="1200" dirty="0"/>
              <a:t>〉</a:t>
            </a:r>
            <a:r>
              <a:rPr lang="zh-TW" altLang="en-US" sz="1200" dirty="0"/>
              <a:t>入圍</a:t>
            </a:r>
            <a:endParaRPr lang="en-US" altLang="zh-TW" sz="1200" dirty="0"/>
          </a:p>
          <a:p>
            <a:pPr marL="36000" indent="0">
              <a:spcBef>
                <a:spcPts val="600"/>
              </a:spcBef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 descr="一張含有 服裝, 文字, 足部穿著, 人員 的圖片&#10;&#10;AI 產生的內容可能不正確。">
            <a:extLst>
              <a:ext uri="{FF2B5EF4-FFF2-40B4-BE49-F238E27FC236}">
                <a16:creationId xmlns:a16="http://schemas.microsoft.com/office/drawing/2014/main" id="{6B2FF783-F930-5004-47E5-58E1982F4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773" y="719138"/>
            <a:ext cx="4846327" cy="540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3259A0A14F75594CB856133A4244302C" ma:contentTypeVersion="11" ma:contentTypeDescription="建立新的文件。" ma:contentTypeScope="" ma:versionID="a18927a8843d6460748de067ca74670e">
  <xsd:schema xmlns:xsd="http://www.w3.org/2001/XMLSchema" xmlns:xs="http://www.w3.org/2001/XMLSchema" xmlns:p="http://schemas.microsoft.com/office/2006/metadata/properties" xmlns:ns2="8c347b5b-664f-4082-9567-437cbd15a340" targetNamespace="http://schemas.microsoft.com/office/2006/metadata/properties" ma:root="true" ma:fieldsID="0b5c37d2eeb66c5fee6c57d07e8fdf47" ns2:_="">
    <xsd:import namespace="8c347b5b-664f-4082-9567-437cbd15a3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347b5b-664f-4082-9567-437cbd15a3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影像標籤" ma:readOnly="false" ma:fieldId="{5cf76f15-5ced-4ddc-b409-7134ff3c332f}" ma:taxonomyMulti="true" ma:sspId="b6f1147d-4a84-4851-ac23-a90e0e54e3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347b5b-664f-4082-9567-437cbd15a3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8B6725-1065-488D-B58B-C67001FAA415}"/>
</file>

<file path=customXml/itemProps3.xml><?xml version="1.0" encoding="utf-8"?>
<ds:datastoreItem xmlns:ds="http://schemas.openxmlformats.org/officeDocument/2006/customXml" ds:itemID="{0FD5D526-59E0-46BD-B75A-4A393253F249}">
  <ds:schemaRefs>
    <ds:schemaRef ds:uri="7cac0686-f0c7-4236-b000-d7b90732a875"/>
    <ds:schemaRef ds:uri="9bfc64f2-d580-4df8-9fa4-4631ad6ac4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193</Words>
  <Application>Microsoft Macintosh PowerPoint</Application>
  <PresentationFormat>自訂</PresentationFormat>
  <Paragraphs>20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微軟正黑體</vt:lpstr>
      <vt:lpstr>微軟正黑體</vt:lpstr>
      <vt:lpstr>標準系統字體</vt:lpstr>
      <vt:lpstr>Microsoft JhengHei Light</vt:lpstr>
      <vt:lpstr>Arial</vt:lpstr>
      <vt:lpstr>Roboto</vt:lpstr>
      <vt:lpstr>Times New Roman</vt:lpstr>
      <vt:lpstr>數科處範本</vt:lpstr>
      <vt:lpstr>Kevin Wang 王雋凱</vt:lpstr>
      <vt:lpstr>About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8</cp:revision>
  <dcterms:modified xsi:type="dcterms:W3CDTF">2025-06-02T14:39:33Z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0x0101003259A0A14F75594CB856133A4244302C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
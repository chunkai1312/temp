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1"/>
  </p:sldMasterIdLst>
  <p:notesMasterIdLst>
    <p:notesMasterId r:id="rId9"/>
  </p:notesMasterIdLst>
  <p:handoutMasterIdLst>
    <p:handoutMasterId r:id="rId10"/>
  </p:handoutMasterIdLst>
  <p:sldIdLst>
    <p:sldId id="2147480904" r:id="rId2"/>
    <p:sldId id="2147481186" r:id="rId3"/>
    <p:sldId id="2147480957" r:id="rId4"/>
    <p:sldId id="2147480943" r:id="rId5"/>
    <p:sldId id="2147480956" r:id="rId6"/>
    <p:sldId id="2147480952" r:id="rId7"/>
    <p:sldId id="2147480953" r:id="rId8"/>
  </p:sldIdLst>
  <p:sldSz cx="11949113" cy="6721475"/>
  <p:notesSz cx="6797675" cy="9928225"/>
  <p:custDataLst>
    <p:tags r:id="rId11"/>
  </p:custDataLst>
  <p:defaultTextStyle>
    <a:defPPr>
      <a:defRPr lang="en-US"/>
    </a:defPPr>
    <a:lvl1pPr algn="l" rtl="0" fontAlgn="base">
      <a:spcBef>
        <a:spcPct val="0"/>
      </a:spcBef>
      <a:spcAft>
        <a:spcPct val="0"/>
      </a:spcAft>
      <a:defRPr sz="4000" b="1" kern="1200">
        <a:solidFill>
          <a:schemeClr val="tx1"/>
        </a:solidFill>
        <a:latin typeface="Arial" charset="0"/>
        <a:ea typeface="华文楷体" pitchFamily="2" charset="-122"/>
        <a:cs typeface="+mn-cs"/>
      </a:defRPr>
    </a:lvl1pPr>
    <a:lvl2pPr marL="457200" algn="l" rtl="0" fontAlgn="base">
      <a:spcBef>
        <a:spcPct val="0"/>
      </a:spcBef>
      <a:spcAft>
        <a:spcPct val="0"/>
      </a:spcAft>
      <a:defRPr sz="4000" b="1" kern="1200">
        <a:solidFill>
          <a:schemeClr val="tx1"/>
        </a:solidFill>
        <a:latin typeface="Arial" charset="0"/>
        <a:ea typeface="华文楷体" pitchFamily="2" charset="-122"/>
        <a:cs typeface="+mn-cs"/>
      </a:defRPr>
    </a:lvl2pPr>
    <a:lvl3pPr marL="914400" algn="l" rtl="0" fontAlgn="base">
      <a:spcBef>
        <a:spcPct val="0"/>
      </a:spcBef>
      <a:spcAft>
        <a:spcPct val="0"/>
      </a:spcAft>
      <a:defRPr sz="4000" b="1" kern="1200">
        <a:solidFill>
          <a:schemeClr val="tx1"/>
        </a:solidFill>
        <a:latin typeface="Arial" charset="0"/>
        <a:ea typeface="华文楷体" pitchFamily="2" charset="-122"/>
        <a:cs typeface="+mn-cs"/>
      </a:defRPr>
    </a:lvl3pPr>
    <a:lvl4pPr marL="1371600" algn="l" rtl="0" fontAlgn="base">
      <a:spcBef>
        <a:spcPct val="0"/>
      </a:spcBef>
      <a:spcAft>
        <a:spcPct val="0"/>
      </a:spcAft>
      <a:defRPr sz="4000" b="1" kern="1200">
        <a:solidFill>
          <a:schemeClr val="tx1"/>
        </a:solidFill>
        <a:latin typeface="Arial" charset="0"/>
        <a:ea typeface="华文楷体" pitchFamily="2" charset="-122"/>
        <a:cs typeface="+mn-cs"/>
      </a:defRPr>
    </a:lvl4pPr>
    <a:lvl5pPr marL="1828800" algn="l" rtl="0" fontAlgn="base">
      <a:spcBef>
        <a:spcPct val="0"/>
      </a:spcBef>
      <a:spcAft>
        <a:spcPct val="0"/>
      </a:spcAft>
      <a:defRPr sz="4000" b="1" kern="1200">
        <a:solidFill>
          <a:schemeClr val="tx1"/>
        </a:solidFill>
        <a:latin typeface="Arial" charset="0"/>
        <a:ea typeface="华文楷体" pitchFamily="2" charset="-122"/>
        <a:cs typeface="+mn-cs"/>
      </a:defRPr>
    </a:lvl5pPr>
    <a:lvl6pPr marL="2286000" algn="l" defTabSz="914400" rtl="0" eaLnBrk="1" latinLnBrk="0" hangingPunct="1">
      <a:defRPr sz="4000" b="1" kern="1200">
        <a:solidFill>
          <a:schemeClr val="tx1"/>
        </a:solidFill>
        <a:latin typeface="Arial" charset="0"/>
        <a:ea typeface="华文楷体" pitchFamily="2" charset="-122"/>
        <a:cs typeface="+mn-cs"/>
      </a:defRPr>
    </a:lvl6pPr>
    <a:lvl7pPr marL="2743200" algn="l" defTabSz="914400" rtl="0" eaLnBrk="1" latinLnBrk="0" hangingPunct="1">
      <a:defRPr sz="4000" b="1" kern="1200">
        <a:solidFill>
          <a:schemeClr val="tx1"/>
        </a:solidFill>
        <a:latin typeface="Arial" charset="0"/>
        <a:ea typeface="华文楷体" pitchFamily="2" charset="-122"/>
        <a:cs typeface="+mn-cs"/>
      </a:defRPr>
    </a:lvl7pPr>
    <a:lvl8pPr marL="3200400" algn="l" defTabSz="914400" rtl="0" eaLnBrk="1" latinLnBrk="0" hangingPunct="1">
      <a:defRPr sz="4000" b="1" kern="1200">
        <a:solidFill>
          <a:schemeClr val="tx1"/>
        </a:solidFill>
        <a:latin typeface="Arial" charset="0"/>
        <a:ea typeface="华文楷体" pitchFamily="2" charset="-122"/>
        <a:cs typeface="+mn-cs"/>
      </a:defRPr>
    </a:lvl8pPr>
    <a:lvl9pPr marL="3657600" algn="l" defTabSz="914400" rtl="0" eaLnBrk="1" latinLnBrk="0" hangingPunct="1">
      <a:defRPr sz="4000" b="1" kern="1200">
        <a:solidFill>
          <a:schemeClr val="tx1"/>
        </a:solidFill>
        <a:latin typeface="Arial" charset="0"/>
        <a:ea typeface="华文楷体" pitchFamily="2" charset="-122"/>
        <a:cs typeface="+mn-cs"/>
      </a:defRPr>
    </a:lvl9pPr>
  </p:defaultTextStyle>
  <p:extLst>
    <p:ext uri="{521415D9-36F7-43E2-AB2F-B90AF26B5E84}">
      <p14:sectionLst xmlns:p14="http://schemas.microsoft.com/office/powerpoint/2010/main">
        <p14:section name="預設章節" id="{3F3E8184-D317-49BF-89BE-F2D18FD7AAD6}">
          <p14:sldIdLst>
            <p14:sldId id="2147480904"/>
            <p14:sldId id="2147481186"/>
            <p14:sldId id="2147480957"/>
          </p14:sldIdLst>
        </p14:section>
        <p14:section name="第一題:哪些業務要申報?申報金額?" id="{FD53A329-FC6D-4441-AC53-FC0BCDC60C39}">
          <p14:sldIdLst>
            <p14:sldId id="2147480943"/>
          </p14:sldIdLst>
        </p14:section>
        <p14:section name="第二題:表19申報項目有哪些?" id="{162733A0-0236-45EB-B602-0BFD97E27558}">
          <p14:sldIdLst>
            <p14:sldId id="2147480956"/>
          </p14:sldIdLst>
        </p14:section>
        <p14:section name="第三題:我的客戶暴險要達30E才須申報嗎?" id="{B8DC2250-11B3-406A-BDAD-E78A2D550A6D}">
          <p14:sldIdLst>
            <p14:sldId id="2147480952"/>
          </p14:sldIdLst>
        </p14:section>
        <p14:section name="第四題:表19最高餘額是指什麼?" id="{2DE1BFC4-198E-4A7A-AB34-DA0A1D83C280}">
          <p14:sldIdLst>
            <p14:sldId id="2147480953"/>
          </p14:sldIdLst>
        </p14:section>
      </p14:sectionLst>
    </p:ext>
    <p:ext uri="{EFAFB233-063F-42B5-8137-9DF3F51BA10A}">
      <p15:sldGuideLst xmlns:p15="http://schemas.microsoft.com/office/powerpoint/2012/main">
        <p15:guide id="1" orient="horz" pos="2166" userDrawn="1">
          <p15:clr>
            <a:srgbClr val="A4A3A4"/>
          </p15:clr>
        </p15:guide>
        <p15:guide id="2" pos="243" userDrawn="1">
          <p15:clr>
            <a:srgbClr val="A4A3A4"/>
          </p15:clr>
        </p15:guide>
      </p15:sldGuideLst>
    </p:ext>
    <p:ext uri="{2D200454-40CA-4A62-9FC3-DE9A4176ACB9}">
      <p15:notesGuideLst xmlns:p15="http://schemas.microsoft.com/office/powerpoint/2012/main">
        <p15:guide id="1" orient="horz" pos="3127">
          <p15:clr>
            <a:srgbClr val="A4A3A4"/>
          </p15:clr>
        </p15:guide>
        <p15:guide id="2" pos="214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ECEC"/>
    <a:srgbClr val="FFF4E5"/>
    <a:srgbClr val="E7F1F5"/>
    <a:srgbClr val="EAF3F7"/>
    <a:srgbClr val="16805C"/>
    <a:srgbClr val="0000FF"/>
    <a:srgbClr val="FFFFFF"/>
    <a:srgbClr val="D97706"/>
    <a:srgbClr val="469A7E"/>
    <a:srgbClr val="89B6C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948" autoAdjust="0"/>
    <p:restoredTop sz="92643" autoAdjust="0"/>
  </p:normalViewPr>
  <p:slideViewPr>
    <p:cSldViewPr snapToGrid="0">
      <p:cViewPr varScale="1">
        <p:scale>
          <a:sx n="86" d="100"/>
          <a:sy n="86" d="100"/>
        </p:scale>
        <p:origin x="102" y="216"/>
      </p:cViewPr>
      <p:guideLst>
        <p:guide orient="horz" pos="2166"/>
        <p:guide pos="243"/>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67" d="100"/>
          <a:sy n="67" d="100"/>
        </p:scale>
        <p:origin x="-756" y="-102"/>
      </p:cViewPr>
      <p:guideLst>
        <p:guide orient="horz" pos="3127"/>
        <p:guide pos="214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2947988" cy="496888"/>
          </a:xfrm>
          <a:prstGeom prst="rect">
            <a:avLst/>
          </a:prstGeom>
          <a:noFill/>
          <a:ln w="9525">
            <a:noFill/>
            <a:miter lim="800000"/>
            <a:headEnd/>
            <a:tailEnd/>
          </a:ln>
          <a:effectLst/>
        </p:spPr>
        <p:txBody>
          <a:bodyPr vert="horz" wrap="square" lIns="98935" tIns="49467" rIns="98935" bIns="49467" numCol="1" anchor="t" anchorCtr="0" compatLnSpc="1">
            <a:prstTxWarp prst="textNoShape">
              <a:avLst/>
            </a:prstTxWarp>
          </a:bodyPr>
          <a:lstStyle>
            <a:lvl1pPr defTabSz="989013">
              <a:defRPr sz="1200" b="0">
                <a:latin typeface="Times New Roman" charset="0"/>
                <a:ea typeface="新細明體" pitchFamily="18" charset="-120"/>
              </a:defRPr>
            </a:lvl1pPr>
          </a:lstStyle>
          <a:p>
            <a:pPr>
              <a:defRPr/>
            </a:pPr>
            <a:endParaRPr lang="en-US" altLang="zh-TW"/>
          </a:p>
        </p:txBody>
      </p:sp>
      <p:sp>
        <p:nvSpPr>
          <p:cNvPr id="7171" name="Rectangle 3"/>
          <p:cNvSpPr>
            <a:spLocks noGrp="1" noChangeArrowheads="1"/>
          </p:cNvSpPr>
          <p:nvPr>
            <p:ph type="dt" sz="quarter" idx="1"/>
          </p:nvPr>
        </p:nvSpPr>
        <p:spPr bwMode="auto">
          <a:xfrm>
            <a:off x="3849688" y="0"/>
            <a:ext cx="2947987" cy="496888"/>
          </a:xfrm>
          <a:prstGeom prst="rect">
            <a:avLst/>
          </a:prstGeom>
          <a:noFill/>
          <a:ln w="9525">
            <a:noFill/>
            <a:miter lim="800000"/>
            <a:headEnd/>
            <a:tailEnd/>
          </a:ln>
          <a:effectLst/>
        </p:spPr>
        <p:txBody>
          <a:bodyPr vert="horz" wrap="square" lIns="98935" tIns="49467" rIns="98935" bIns="49467" numCol="1" anchor="t" anchorCtr="0" compatLnSpc="1">
            <a:prstTxWarp prst="textNoShape">
              <a:avLst/>
            </a:prstTxWarp>
          </a:bodyPr>
          <a:lstStyle>
            <a:lvl1pPr algn="r" defTabSz="989013">
              <a:defRPr sz="1200" b="0">
                <a:latin typeface="Times New Roman" charset="0"/>
                <a:ea typeface="新細明體" pitchFamily="18" charset="-120"/>
              </a:defRPr>
            </a:lvl1pPr>
          </a:lstStyle>
          <a:p>
            <a:pPr>
              <a:defRPr/>
            </a:pPr>
            <a:fld id="{81C88EAB-EE0A-4154-B212-2925DF29A372}" type="datetime1">
              <a:rPr lang="zh-TW" altLang="en-US"/>
              <a:pPr>
                <a:defRPr/>
              </a:pPr>
              <a:t>2026/10/5</a:t>
            </a:fld>
            <a:endParaRPr lang="en-US" altLang="zh-TW"/>
          </a:p>
        </p:txBody>
      </p:sp>
      <p:sp>
        <p:nvSpPr>
          <p:cNvPr id="7172" name="Rectangle 4"/>
          <p:cNvSpPr>
            <a:spLocks noGrp="1" noChangeArrowheads="1"/>
          </p:cNvSpPr>
          <p:nvPr>
            <p:ph type="ftr" sz="quarter" idx="2"/>
          </p:nvPr>
        </p:nvSpPr>
        <p:spPr bwMode="auto">
          <a:xfrm>
            <a:off x="0" y="9431338"/>
            <a:ext cx="2947988" cy="496887"/>
          </a:xfrm>
          <a:prstGeom prst="rect">
            <a:avLst/>
          </a:prstGeom>
          <a:noFill/>
          <a:ln w="9525">
            <a:noFill/>
            <a:miter lim="800000"/>
            <a:headEnd/>
            <a:tailEnd/>
          </a:ln>
          <a:effectLst/>
        </p:spPr>
        <p:txBody>
          <a:bodyPr vert="horz" wrap="square" lIns="98935" tIns="49467" rIns="98935" bIns="49467" numCol="1" anchor="b" anchorCtr="0" compatLnSpc="1">
            <a:prstTxWarp prst="textNoShape">
              <a:avLst/>
            </a:prstTxWarp>
          </a:bodyPr>
          <a:lstStyle>
            <a:lvl1pPr defTabSz="989013">
              <a:defRPr sz="1200" b="0">
                <a:latin typeface="Times New Roman" charset="0"/>
                <a:ea typeface="新細明體" pitchFamily="18" charset="-120"/>
              </a:defRPr>
            </a:lvl1pPr>
          </a:lstStyle>
          <a:p>
            <a:pPr>
              <a:defRPr/>
            </a:pPr>
            <a:r>
              <a:rPr lang="zh-TW" altLang="en-US"/>
              <a:t>20060726 STCv1</a:t>
            </a:r>
            <a:endParaRPr lang="en-US" altLang="zh-TW"/>
          </a:p>
        </p:txBody>
      </p:sp>
      <p:sp>
        <p:nvSpPr>
          <p:cNvPr id="7173" name="Rectangle 5"/>
          <p:cNvSpPr>
            <a:spLocks noGrp="1" noChangeArrowheads="1"/>
          </p:cNvSpPr>
          <p:nvPr>
            <p:ph type="sldNum" sz="quarter" idx="3"/>
          </p:nvPr>
        </p:nvSpPr>
        <p:spPr bwMode="auto">
          <a:xfrm>
            <a:off x="3849688" y="9431338"/>
            <a:ext cx="2947987" cy="496887"/>
          </a:xfrm>
          <a:prstGeom prst="rect">
            <a:avLst/>
          </a:prstGeom>
          <a:noFill/>
          <a:ln w="9525">
            <a:noFill/>
            <a:miter lim="800000"/>
            <a:headEnd/>
            <a:tailEnd/>
          </a:ln>
          <a:effectLst/>
        </p:spPr>
        <p:txBody>
          <a:bodyPr vert="horz" wrap="square" lIns="98935" tIns="49467" rIns="98935" bIns="49467" numCol="1" anchor="b" anchorCtr="0" compatLnSpc="1">
            <a:prstTxWarp prst="textNoShape">
              <a:avLst/>
            </a:prstTxWarp>
          </a:bodyPr>
          <a:lstStyle>
            <a:lvl1pPr algn="r" defTabSz="989013">
              <a:defRPr sz="1200" b="0">
                <a:latin typeface="Times New Roman" charset="0"/>
                <a:ea typeface="新細明體" pitchFamily="18" charset="-120"/>
              </a:defRPr>
            </a:lvl1pPr>
          </a:lstStyle>
          <a:p>
            <a:pPr>
              <a:defRPr/>
            </a:pPr>
            <a:fld id="{21C6206E-F53A-43CF-8083-2B602C0BB7D5}" type="slidenum">
              <a:rPr lang="zh-TW" altLang="en-US"/>
              <a:pPr>
                <a:defRPr/>
              </a:pPr>
              <a:t>‹#›</a:t>
            </a:fld>
            <a:endParaRPr lang="en-US" altLang="zh-TW"/>
          </a:p>
        </p:txBody>
      </p:sp>
    </p:spTree>
    <p:extLst>
      <p:ext uri="{BB962C8B-B14F-4D97-AF65-F5344CB8AC3E}">
        <p14:creationId xmlns:p14="http://schemas.microsoft.com/office/powerpoint/2010/main" val="810698500"/>
      </p:ext>
    </p:extLst>
  </p:cSld>
  <p:clrMap bg1="lt1" tx1="dk1" bg2="lt2" tx2="dk2" accent1="accent1" accent2="accent2" accent3="accent3" accent4="accent4" accent5="accent5" accent6="accent6" hlink="hlink" folHlink="folHlink"/>
  <p:hf sldNum="0"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4"/>
          <p:cNvSpPr>
            <a:spLocks noGrp="1" noRot="1" noChangeAspect="1" noChangeArrowheads="1" noTextEdit="1"/>
          </p:cNvSpPr>
          <p:nvPr>
            <p:ph type="sldImg" idx="2"/>
          </p:nvPr>
        </p:nvSpPr>
        <p:spPr bwMode="auto">
          <a:xfrm>
            <a:off x="-4162425" y="1279525"/>
            <a:ext cx="15078075" cy="848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5125" name="Rectangle 5"/>
          <p:cNvSpPr>
            <a:spLocks noGrp="1" noChangeArrowheads="1"/>
          </p:cNvSpPr>
          <p:nvPr>
            <p:ph type="body" sz="quarter" idx="3"/>
          </p:nvPr>
        </p:nvSpPr>
        <p:spPr bwMode="auto">
          <a:xfrm>
            <a:off x="814388" y="366713"/>
            <a:ext cx="5645150" cy="32861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lvl="0"/>
            <a:r>
              <a:rPr lang="en-US" altLang="zh-TW" noProof="0"/>
              <a:t>Click to edit Master text styles</a:t>
            </a:r>
          </a:p>
        </p:txBody>
      </p:sp>
      <p:sp>
        <p:nvSpPr>
          <p:cNvPr id="5126" name="doc id"/>
          <p:cNvSpPr>
            <a:spLocks noGrp="1" noChangeArrowheads="1"/>
          </p:cNvSpPr>
          <p:nvPr>
            <p:ph type="ftr" sz="quarter" idx="4"/>
          </p:nvPr>
        </p:nvSpPr>
        <p:spPr bwMode="auto">
          <a:xfrm>
            <a:off x="6323013" y="112713"/>
            <a:ext cx="269875" cy="122237"/>
          </a:xfrm>
          <a:prstGeom prst="rect">
            <a:avLst/>
          </a:prstGeom>
          <a:noFill/>
          <a:ln w="9525">
            <a:noFill/>
            <a:miter lim="800000"/>
            <a:headEnd/>
            <a:tailEnd/>
          </a:ln>
          <a:effectLst/>
        </p:spPr>
        <p:txBody>
          <a:bodyPr vert="horz" wrap="none" lIns="0" tIns="0" rIns="0" bIns="0" numCol="1" anchor="b" anchorCtr="0" compatLnSpc="1">
            <a:prstTxWarp prst="textNoShape">
              <a:avLst/>
            </a:prstTxWarp>
            <a:spAutoFit/>
          </a:bodyPr>
          <a:lstStyle>
            <a:lvl1pPr algn="r" defTabSz="989013">
              <a:defRPr sz="800" b="0">
                <a:latin typeface="Arial" charset="0"/>
                <a:ea typeface="新細明體" pitchFamily="18" charset="-120"/>
              </a:defRPr>
            </a:lvl1pPr>
          </a:lstStyle>
          <a:p>
            <a:pPr>
              <a:defRPr/>
            </a:pPr>
            <a:r>
              <a:rPr lang="en-US" altLang="zh-TW"/>
              <a:t>20060726 STCv1</a:t>
            </a:r>
            <a:endParaRPr lang="zh-TW" altLang="en-US"/>
          </a:p>
        </p:txBody>
      </p:sp>
      <p:sp>
        <p:nvSpPr>
          <p:cNvPr id="5127" name="pg num"/>
          <p:cNvSpPr>
            <a:spLocks noGrp="1" noChangeArrowheads="1"/>
          </p:cNvSpPr>
          <p:nvPr>
            <p:ph type="sldNum" sz="quarter" idx="5"/>
          </p:nvPr>
        </p:nvSpPr>
        <p:spPr bwMode="auto">
          <a:xfrm>
            <a:off x="6051550" y="9547225"/>
            <a:ext cx="541338" cy="184150"/>
          </a:xfrm>
          <a:prstGeom prst="rect">
            <a:avLst/>
          </a:prstGeom>
          <a:noFill/>
          <a:ln w="9525">
            <a:noFill/>
            <a:miter lim="800000"/>
            <a:headEnd/>
            <a:tailEnd/>
          </a:ln>
          <a:effectLst/>
        </p:spPr>
        <p:txBody>
          <a:bodyPr vert="horz" wrap="square" lIns="0" tIns="0" rIns="0" bIns="0" numCol="1" anchor="b" anchorCtr="0" compatLnSpc="1">
            <a:prstTxWarp prst="textNoShape">
              <a:avLst/>
            </a:prstTxWarp>
            <a:spAutoFit/>
          </a:bodyPr>
          <a:lstStyle>
            <a:lvl1pPr algn="r" defTabSz="989013">
              <a:defRPr sz="1200" b="0">
                <a:latin typeface="Arial" charset="0"/>
                <a:ea typeface="新細明體" pitchFamily="18" charset="-120"/>
              </a:defRPr>
            </a:lvl1pPr>
          </a:lstStyle>
          <a:p>
            <a:pPr>
              <a:defRPr/>
            </a:pPr>
            <a:fld id="{B1E6EC91-7DF2-43D3-8AD2-388AEE0713B1}" type="slidenum">
              <a:rPr lang="zh-TW" altLang="en-US"/>
              <a:pPr>
                <a:defRPr/>
              </a:pPr>
              <a:t>‹#›</a:t>
            </a:fld>
            <a:endParaRPr lang="en-US" altLang="zh-TW"/>
          </a:p>
        </p:txBody>
      </p:sp>
      <p:sp>
        <p:nvSpPr>
          <p:cNvPr id="2" name="McK Separator" hidden="1"/>
          <p:cNvSpPr>
            <a:spLocks noChangeShapeType="1"/>
          </p:cNvSpPr>
          <p:nvPr/>
        </p:nvSpPr>
        <p:spPr bwMode="auto">
          <a:xfrm>
            <a:off x="814388" y="1509713"/>
            <a:ext cx="51974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Tree>
    <p:extLst>
      <p:ext uri="{BB962C8B-B14F-4D97-AF65-F5344CB8AC3E}">
        <p14:creationId xmlns:p14="http://schemas.microsoft.com/office/powerpoint/2010/main" val="2244334656"/>
      </p:ext>
    </p:extLst>
  </p:cSld>
  <p:clrMap bg1="lt1" tx1="dk1" bg2="lt2" tx2="dk2" accent1="accent1" accent2="accent2" accent3="accent3" accent4="accent4" accent5="accent5" accent6="accent6" hlink="hlink" folHlink="folHlink"/>
  <p:hf sldNum="0" hdr="0"/>
  <p:notesStyle>
    <a:lvl1pPr algn="l" rtl="0" eaLnBrk="0" fontAlgn="base" hangingPunct="0">
      <a:lnSpc>
        <a:spcPct val="90000"/>
      </a:lnSpc>
      <a:spcBef>
        <a:spcPct val="30000"/>
      </a:spcBef>
      <a:spcAft>
        <a:spcPct val="0"/>
      </a:spcAft>
      <a:defRPr sz="1600" b="1" kern="1200">
        <a:solidFill>
          <a:schemeClr val="tx1"/>
        </a:solidFill>
        <a:latin typeface="Arial" charset="0"/>
        <a:ea typeface="+mn-ea"/>
        <a:cs typeface="+mn-cs"/>
      </a:defRPr>
    </a:lvl1pPr>
    <a:lvl2pPr marL="742950" indent="-285750" algn="l" rtl="0" eaLnBrk="0" fontAlgn="base" hangingPunct="0">
      <a:spcBef>
        <a:spcPct val="30000"/>
      </a:spcBef>
      <a:spcAft>
        <a:spcPct val="0"/>
      </a:spcAft>
      <a:defRPr sz="1200" kern="1200">
        <a:solidFill>
          <a:schemeClr val="tx1"/>
        </a:solidFill>
        <a:latin typeface="Times New Roman" charset="0"/>
        <a:ea typeface="+mn-ea"/>
        <a:cs typeface="+mn-cs"/>
      </a:defRPr>
    </a:lvl2pPr>
    <a:lvl3pPr marL="1143000" indent="-228600" algn="l" rtl="0" eaLnBrk="0" fontAlgn="base" hangingPunct="0">
      <a:spcBef>
        <a:spcPct val="30000"/>
      </a:spcBef>
      <a:spcAft>
        <a:spcPct val="0"/>
      </a:spcAft>
      <a:defRPr sz="1200" kern="1200">
        <a:solidFill>
          <a:schemeClr val="tx1"/>
        </a:solidFill>
        <a:latin typeface="Times New Roman" charset="0"/>
        <a:ea typeface="+mn-ea"/>
        <a:cs typeface="+mn-cs"/>
      </a:defRPr>
    </a:lvl3pPr>
    <a:lvl4pPr marL="1600200" indent="-228600" algn="l" rtl="0" eaLnBrk="0" fontAlgn="base" hangingPunct="0">
      <a:spcBef>
        <a:spcPct val="30000"/>
      </a:spcBef>
      <a:spcAft>
        <a:spcPct val="0"/>
      </a:spcAft>
      <a:defRPr sz="1200" kern="1200">
        <a:solidFill>
          <a:schemeClr val="tx1"/>
        </a:solidFill>
        <a:latin typeface="Times New Roman" charset="0"/>
        <a:ea typeface="+mn-ea"/>
        <a:cs typeface="+mn-cs"/>
      </a:defRPr>
    </a:lvl4pPr>
    <a:lvl5pPr marL="2057400" indent="-228600" algn="l" rtl="0" eaLnBrk="0" fontAlgn="base" hangingPunct="0">
      <a:spcBef>
        <a:spcPct val="30000"/>
      </a:spcBef>
      <a:spcAft>
        <a:spcPct val="0"/>
      </a:spcAft>
      <a:defRPr sz="1200" kern="1200">
        <a:solidFill>
          <a:schemeClr val="tx1"/>
        </a:solidFill>
        <a:latin typeface="Times New Roman"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頁尾版面配置區 3"/>
          <p:cNvSpPr>
            <a:spLocks noGrp="1"/>
          </p:cNvSpPr>
          <p:nvPr>
            <p:ph type="ftr" sz="quarter" idx="4"/>
          </p:nvPr>
        </p:nvSpPr>
        <p:spPr/>
        <p:txBody>
          <a:bodyPr/>
          <a:lstStyle/>
          <a:p>
            <a:pPr>
              <a:defRPr/>
            </a:pPr>
            <a:r>
              <a:rPr lang="en-US" altLang="zh-TW"/>
              <a:t>20060726 STCv1</a:t>
            </a:r>
            <a:endParaRPr lang="zh-TW" altLang="en-US"/>
          </a:p>
        </p:txBody>
      </p:sp>
    </p:spTree>
    <p:extLst>
      <p:ext uri="{BB962C8B-B14F-4D97-AF65-F5344CB8AC3E}">
        <p14:creationId xmlns:p14="http://schemas.microsoft.com/office/powerpoint/2010/main" val="29308852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頁尾版面配置區 3"/>
          <p:cNvSpPr>
            <a:spLocks noGrp="1"/>
          </p:cNvSpPr>
          <p:nvPr>
            <p:ph type="ftr" sz="quarter" idx="4"/>
          </p:nvPr>
        </p:nvSpPr>
        <p:spPr/>
        <p:txBody>
          <a:bodyPr/>
          <a:lstStyle/>
          <a:p>
            <a:pPr>
              <a:defRPr/>
            </a:pPr>
            <a:r>
              <a:rPr lang="en-US" altLang="zh-TW"/>
              <a:t>20060726 STCv1</a:t>
            </a:r>
            <a:endParaRPr lang="zh-TW" altLang="en-US"/>
          </a:p>
        </p:txBody>
      </p:sp>
    </p:spTree>
    <p:extLst>
      <p:ext uri="{BB962C8B-B14F-4D97-AF65-F5344CB8AC3E}">
        <p14:creationId xmlns:p14="http://schemas.microsoft.com/office/powerpoint/2010/main" val="352119315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標題投影片">
    <p:spTree>
      <p:nvGrpSpPr>
        <p:cNvPr id="1" name=""/>
        <p:cNvGrpSpPr/>
        <p:nvPr/>
      </p:nvGrpSpPr>
      <p:grpSpPr>
        <a:xfrm>
          <a:off x="0" y="0"/>
          <a:ext cx="0" cy="0"/>
          <a:chOff x="0" y="0"/>
          <a:chExt cx="0" cy="0"/>
        </a:xfrm>
      </p:grpSpPr>
      <p:grpSp>
        <p:nvGrpSpPr>
          <p:cNvPr id="5" name="McK Title Elements"/>
          <p:cNvGrpSpPr>
            <a:grpSpLocks/>
          </p:cNvGrpSpPr>
          <p:nvPr userDrawn="1"/>
        </p:nvGrpSpPr>
        <p:grpSpPr bwMode="auto">
          <a:xfrm>
            <a:off x="3520173" y="2139950"/>
            <a:ext cx="6703779" cy="4510088"/>
            <a:chOff x="1663" y="1348"/>
            <a:chExt cx="3167" cy="2841"/>
          </a:xfrm>
        </p:grpSpPr>
        <p:sp>
          <p:nvSpPr>
            <p:cNvPr id="6" name="McK Confidential" hidden="1"/>
            <p:cNvSpPr txBox="1">
              <a:spLocks noChangeArrowheads="1"/>
            </p:cNvSpPr>
            <p:nvPr userDrawn="1"/>
          </p:nvSpPr>
          <p:spPr bwMode="auto">
            <a:xfrm>
              <a:off x="1663" y="1348"/>
              <a:ext cx="936"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400" b="0">
                  <a:ea typeface="新細明體" charset="-120"/>
                </a:rPr>
                <a:t>CONFIDENTIAL</a:t>
              </a:r>
            </a:p>
          </p:txBody>
        </p:sp>
        <p:sp>
          <p:nvSpPr>
            <p:cNvPr id="7" name="McK Document" hidden="1"/>
            <p:cNvSpPr txBox="1">
              <a:spLocks noChangeArrowheads="1"/>
            </p:cNvSpPr>
            <p:nvPr userDrawn="1"/>
          </p:nvSpPr>
          <p:spPr bwMode="auto">
            <a:xfrm>
              <a:off x="1663" y="3047"/>
              <a:ext cx="316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400" b="0">
                  <a:ea typeface="新細明體" charset="-120"/>
                </a:rPr>
                <a:t>Document</a:t>
              </a:r>
            </a:p>
          </p:txBody>
        </p:sp>
        <p:sp>
          <p:nvSpPr>
            <p:cNvPr id="8" name="McK Date" hidden="1"/>
            <p:cNvSpPr txBox="1">
              <a:spLocks noChangeArrowheads="1"/>
            </p:cNvSpPr>
            <p:nvPr userDrawn="1"/>
          </p:nvSpPr>
          <p:spPr bwMode="auto">
            <a:xfrm>
              <a:off x="1663" y="3216"/>
              <a:ext cx="316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400" b="0">
                  <a:ea typeface="新細明體" charset="-120"/>
                </a:rPr>
                <a:t>Date</a:t>
              </a:r>
            </a:p>
          </p:txBody>
        </p:sp>
        <p:sp>
          <p:nvSpPr>
            <p:cNvPr id="9" name="McK Disclaimer" hidden="1"/>
            <p:cNvSpPr>
              <a:spLocks noChangeArrowheads="1"/>
            </p:cNvSpPr>
            <p:nvPr userDrawn="1">
              <p:custDataLst>
                <p:tags r:id="rId1"/>
              </p:custDataLst>
            </p:nvPr>
          </p:nvSpPr>
          <p:spPr bwMode="auto">
            <a:xfrm>
              <a:off x="1663" y="3840"/>
              <a:ext cx="2303"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defTabSz="804863" eaLnBrk="0" hangingPunct="0">
                <a:defRPr sz="4000" b="1">
                  <a:solidFill>
                    <a:schemeClr val="tx1"/>
                  </a:solidFill>
                  <a:latin typeface="Arial" charset="0"/>
                  <a:ea typeface="华文楷体" pitchFamily="2" charset="-122"/>
                </a:defRPr>
              </a:lvl1pPr>
              <a:lvl2pPr marL="742950" indent="-285750" defTabSz="804863" eaLnBrk="0" hangingPunct="0">
                <a:defRPr sz="4000" b="1">
                  <a:solidFill>
                    <a:schemeClr val="tx1"/>
                  </a:solidFill>
                  <a:latin typeface="Arial" charset="0"/>
                  <a:ea typeface="华文楷体" pitchFamily="2" charset="-122"/>
                </a:defRPr>
              </a:lvl2pPr>
              <a:lvl3pPr marL="1143000" indent="-228600" defTabSz="804863" eaLnBrk="0" hangingPunct="0">
                <a:defRPr sz="4000" b="1">
                  <a:solidFill>
                    <a:schemeClr val="tx1"/>
                  </a:solidFill>
                  <a:latin typeface="Arial" charset="0"/>
                  <a:ea typeface="华文楷体" pitchFamily="2" charset="-122"/>
                </a:defRPr>
              </a:lvl3pPr>
              <a:lvl4pPr marL="1600200" indent="-228600" defTabSz="804863" eaLnBrk="0" hangingPunct="0">
                <a:defRPr sz="4000" b="1">
                  <a:solidFill>
                    <a:schemeClr val="tx1"/>
                  </a:solidFill>
                  <a:latin typeface="Arial" charset="0"/>
                  <a:ea typeface="华文楷体" pitchFamily="2" charset="-122"/>
                </a:defRPr>
              </a:lvl4pPr>
              <a:lvl5pPr marL="2057400" indent="-228600" defTabSz="804863" eaLnBrk="0" hangingPunct="0">
                <a:defRPr sz="4000" b="1">
                  <a:solidFill>
                    <a:schemeClr val="tx1"/>
                  </a:solidFill>
                  <a:latin typeface="Arial" charset="0"/>
                  <a:ea typeface="华文楷体" pitchFamily="2" charset="-122"/>
                </a:defRPr>
              </a:lvl5pPr>
              <a:lvl6pPr marL="2514600" indent="-228600" defTabSz="804863"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defTabSz="804863"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defTabSz="804863"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defTabSz="804863" eaLnBrk="0" fontAlgn="base" hangingPunct="0">
                <a:spcBef>
                  <a:spcPct val="0"/>
                </a:spcBef>
                <a:spcAft>
                  <a:spcPct val="0"/>
                </a:spcAft>
                <a:defRPr sz="4000" b="1">
                  <a:solidFill>
                    <a:schemeClr val="tx1"/>
                  </a:solidFill>
                  <a:latin typeface="Arial" charset="0"/>
                  <a:ea typeface="华文楷体" pitchFamily="2" charset="-122"/>
                </a:defRPr>
              </a:lvl9pPr>
            </a:lstStyle>
            <a:p>
              <a:pPr>
                <a:defRPr/>
              </a:pPr>
              <a:r>
                <a:rPr lang="en-US" altLang="zh-TW" sz="900" b="0">
                  <a:ea typeface="新細明體" charset="-120"/>
                </a:rPr>
                <a:t>This report is solely for the use of client personnel.  No part of it may be circulated, quoted, or reproduced for distribution outside the client organization without prior written approval from McKinsey &amp; Company. This material was used by McKinsey &amp; Company during an oral presentation; it is not a complete record of the discussion.</a:t>
              </a:r>
            </a:p>
          </p:txBody>
        </p:sp>
      </p:grpSp>
      <p:sp>
        <p:nvSpPr>
          <p:cNvPr id="10" name="Line 197"/>
          <p:cNvSpPr>
            <a:spLocks noChangeShapeType="1"/>
          </p:cNvSpPr>
          <p:nvPr userDrawn="1"/>
        </p:nvSpPr>
        <p:spPr bwMode="auto">
          <a:xfrm>
            <a:off x="1111300" y="2970213"/>
            <a:ext cx="9830235" cy="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zh-TW" altLang="en-US" sz="4000">
              <a:latin typeface="微軟正黑體" panose="020B0604030504040204" pitchFamily="34" charset="-120"/>
              <a:ea typeface="微軟正黑體" panose="020B0604030504040204" pitchFamily="34" charset="-120"/>
            </a:endParaRPr>
          </a:p>
        </p:txBody>
      </p:sp>
      <p:sp>
        <p:nvSpPr>
          <p:cNvPr id="15" name="標題 1"/>
          <p:cNvSpPr>
            <a:spLocks noGrp="1"/>
          </p:cNvSpPr>
          <p:nvPr>
            <p:ph type="title"/>
          </p:nvPr>
        </p:nvSpPr>
        <p:spPr>
          <a:xfrm>
            <a:off x="2079903" y="2259106"/>
            <a:ext cx="7996871" cy="703262"/>
          </a:xfrm>
          <a:prstGeom prst="rect">
            <a:avLst/>
          </a:prstGeom>
        </p:spPr>
        <p:txBody>
          <a:bodyPr anchor="ctr"/>
          <a:lstStyle>
            <a:lvl1pPr algn="ctr">
              <a:defRPr sz="3600">
                <a:solidFill>
                  <a:schemeClr val="tx1"/>
                </a:solidFill>
                <a:latin typeface="微軟正黑體" panose="020B0604030504040204" pitchFamily="34" charset="-120"/>
                <a:ea typeface="微軟正黑體" panose="020B0604030504040204" pitchFamily="34" charset="-120"/>
              </a:defRPr>
            </a:lvl1pPr>
          </a:lstStyle>
          <a:p>
            <a:r>
              <a:rPr lang="zh-TW" altLang="en-US" dirty="0"/>
              <a:t>按一下以編輯母片標題樣式</a:t>
            </a:r>
          </a:p>
        </p:txBody>
      </p:sp>
      <p:sp>
        <p:nvSpPr>
          <p:cNvPr id="19" name="文字版面配置區 3"/>
          <p:cNvSpPr>
            <a:spLocks noGrp="1"/>
          </p:cNvSpPr>
          <p:nvPr>
            <p:ph type="body" sz="half" idx="2"/>
          </p:nvPr>
        </p:nvSpPr>
        <p:spPr>
          <a:xfrm>
            <a:off x="3066066" y="4400365"/>
            <a:ext cx="6372818" cy="548154"/>
          </a:xfrm>
          <a:prstGeom prst="rect">
            <a:avLst/>
          </a:prstGeom>
        </p:spPr>
        <p:txBody>
          <a:bodyPr anchor="ctr"/>
          <a:lstStyle>
            <a:lvl1pPr marL="0" indent="0" algn="ctr">
              <a:buNone/>
              <a:defRPr sz="2800" b="1">
                <a:latin typeface="微軟正黑體" panose="020B0604030504040204" pitchFamily="34" charset="-120"/>
                <a:ea typeface="微軟正黑體" panose="020B0604030504040204" pitchFamily="34" charset="-12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20" name="文字版面配置區 3"/>
          <p:cNvSpPr>
            <a:spLocks noGrp="1"/>
          </p:cNvSpPr>
          <p:nvPr>
            <p:ph type="body" sz="half" idx="10"/>
          </p:nvPr>
        </p:nvSpPr>
        <p:spPr>
          <a:xfrm>
            <a:off x="3711555" y="5472955"/>
            <a:ext cx="5020457" cy="406681"/>
          </a:xfrm>
          <a:prstGeom prst="rect">
            <a:avLst/>
          </a:prstGeom>
        </p:spPr>
        <p:txBody>
          <a:bodyPr anchor="ctr"/>
          <a:lstStyle>
            <a:lvl1pPr marL="0" indent="0" algn="ctr">
              <a:buNone/>
              <a:defRPr sz="1600" b="1">
                <a:latin typeface="微軟正黑體" panose="020B0604030504040204" pitchFamily="34" charset="-120"/>
                <a:ea typeface="微軟正黑體" panose="020B0604030504040204" pitchFamily="34" charset="-12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13" name="矩形 9">
            <a:extLst>
              <a:ext uri="{FF2B5EF4-FFF2-40B4-BE49-F238E27FC236}">
                <a16:creationId xmlns:a16="http://schemas.microsoft.com/office/drawing/2014/main" id="{6FDD3136-7EFB-4718-9F66-8669A6D38D54}"/>
              </a:ext>
            </a:extLst>
          </p:cNvPr>
          <p:cNvSpPr>
            <a:spLocks noChangeArrowheads="1"/>
          </p:cNvSpPr>
          <p:nvPr userDrawn="1"/>
        </p:nvSpPr>
        <p:spPr bwMode="auto">
          <a:xfrm>
            <a:off x="16935" y="6417112"/>
            <a:ext cx="520723" cy="22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algn="ctr" eaLnBrk="1" hangingPunct="1">
              <a:lnSpc>
                <a:spcPts val="1000"/>
              </a:lnSpc>
              <a:defRPr/>
            </a:pPr>
            <a:fld id="{B24A712F-B284-4871-8CF9-DC6E056DBACF}" type="slidenum">
              <a:rPr lang="en-US" altLang="zh-TW" sz="1200" b="0" smtClean="0">
                <a:ea typeface="微軟正黑體" pitchFamily="34" charset="-120"/>
              </a:rPr>
              <a:pPr algn="ctr" eaLnBrk="1" hangingPunct="1">
                <a:lnSpc>
                  <a:spcPts val="1000"/>
                </a:lnSpc>
                <a:defRPr/>
              </a:pPr>
              <a:t>‹#›</a:t>
            </a:fld>
            <a:endParaRPr lang="en-US" altLang="zh-TW" sz="1200" b="0" dirty="0">
              <a:ea typeface="微軟正黑體" pitchFamily="34" charset="-120"/>
            </a:endParaRPr>
          </a:p>
        </p:txBody>
      </p:sp>
      <p:pic>
        <p:nvPicPr>
          <p:cNvPr id="14" name="圖片 13">
            <a:extLst>
              <a:ext uri="{FF2B5EF4-FFF2-40B4-BE49-F238E27FC236}">
                <a16:creationId xmlns:a16="http://schemas.microsoft.com/office/drawing/2014/main" id="{0B37FA8D-8709-4CA0-8112-F2BDFE463BE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73340" y="298198"/>
            <a:ext cx="2140768" cy="587244"/>
          </a:xfrm>
          <a:prstGeom prst="rect">
            <a:avLst/>
          </a:prstGeom>
        </p:spPr>
      </p:pic>
    </p:spTree>
    <p:extLst>
      <p:ext uri="{BB962C8B-B14F-4D97-AF65-F5344CB8AC3E}">
        <p14:creationId xmlns:p14="http://schemas.microsoft.com/office/powerpoint/2010/main" val="3700806302"/>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只有標題">
    <p:spTree>
      <p:nvGrpSpPr>
        <p:cNvPr id="1" name=""/>
        <p:cNvGrpSpPr/>
        <p:nvPr/>
      </p:nvGrpSpPr>
      <p:grpSpPr>
        <a:xfrm>
          <a:off x="0" y="0"/>
          <a:ext cx="0" cy="0"/>
          <a:chOff x="0" y="0"/>
          <a:chExt cx="0" cy="0"/>
        </a:xfrm>
      </p:grpSpPr>
      <p:sp>
        <p:nvSpPr>
          <p:cNvPr id="5" name="標題 1"/>
          <p:cNvSpPr>
            <a:spLocks noGrp="1"/>
          </p:cNvSpPr>
          <p:nvPr>
            <p:ph type="title"/>
          </p:nvPr>
        </p:nvSpPr>
        <p:spPr>
          <a:xfrm>
            <a:off x="358605" y="147918"/>
            <a:ext cx="11116727" cy="622580"/>
          </a:xfrm>
          <a:prstGeom prst="rect">
            <a:avLst/>
          </a:prstGeom>
        </p:spPr>
        <p:txBody>
          <a:bodyPr anchor="ctr"/>
          <a:lstStyle>
            <a:lvl1pPr algn="l">
              <a:defRPr sz="3200" b="0">
                <a:solidFill>
                  <a:schemeClr val="tx1"/>
                </a:solidFill>
                <a:latin typeface="微軟正黑體" panose="020B0604030504040204" pitchFamily="34" charset="-120"/>
                <a:ea typeface="微軟正黑體" panose="020B0604030504040204" pitchFamily="34" charset="-120"/>
              </a:defRPr>
            </a:lvl1pPr>
          </a:lstStyle>
          <a:p>
            <a:r>
              <a:rPr lang="zh-TW" altLang="en-US" dirty="0"/>
              <a:t>按一下以編輯母片標題樣式</a:t>
            </a:r>
          </a:p>
        </p:txBody>
      </p:sp>
    </p:spTree>
    <p:extLst>
      <p:ext uri="{BB962C8B-B14F-4D97-AF65-F5344CB8AC3E}">
        <p14:creationId xmlns:p14="http://schemas.microsoft.com/office/powerpoint/2010/main" val="3332627295"/>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標題及物件">
    <p:spTree>
      <p:nvGrpSpPr>
        <p:cNvPr id="1" name=""/>
        <p:cNvGrpSpPr/>
        <p:nvPr/>
      </p:nvGrpSpPr>
      <p:grpSpPr>
        <a:xfrm>
          <a:off x="0" y="0"/>
          <a:ext cx="0" cy="0"/>
          <a:chOff x="0" y="0"/>
          <a:chExt cx="0" cy="0"/>
        </a:xfrm>
      </p:grpSpPr>
      <p:sp>
        <p:nvSpPr>
          <p:cNvPr id="5" name="標題 1"/>
          <p:cNvSpPr>
            <a:spLocks noGrp="1"/>
          </p:cNvSpPr>
          <p:nvPr>
            <p:ph type="title"/>
          </p:nvPr>
        </p:nvSpPr>
        <p:spPr>
          <a:xfrm>
            <a:off x="358605" y="147918"/>
            <a:ext cx="11116727" cy="622580"/>
          </a:xfrm>
          <a:prstGeom prst="rect">
            <a:avLst/>
          </a:prstGeom>
        </p:spPr>
        <p:txBody>
          <a:bodyPr anchor="ctr"/>
          <a:lstStyle>
            <a:lvl1pPr algn="l">
              <a:defRPr sz="3200" b="0">
                <a:solidFill>
                  <a:schemeClr val="tx1"/>
                </a:solidFill>
                <a:latin typeface="微軟正黑體" panose="020B0604030504040204" pitchFamily="34" charset="-120"/>
                <a:ea typeface="微軟正黑體" panose="020B0604030504040204" pitchFamily="34" charset="-120"/>
              </a:defRPr>
            </a:lvl1pPr>
          </a:lstStyle>
          <a:p>
            <a:r>
              <a:rPr lang="zh-TW" altLang="en-US" dirty="0"/>
              <a:t>按一下以編輯母片標題樣式</a:t>
            </a:r>
          </a:p>
        </p:txBody>
      </p:sp>
      <p:sp>
        <p:nvSpPr>
          <p:cNvPr id="3" name="內容版面配置區 2"/>
          <p:cNvSpPr>
            <a:spLocks noGrp="1"/>
          </p:cNvSpPr>
          <p:nvPr>
            <p:ph sz="quarter" idx="10"/>
          </p:nvPr>
        </p:nvSpPr>
        <p:spPr>
          <a:xfrm>
            <a:off x="397951" y="889000"/>
            <a:ext cx="11110876" cy="5365750"/>
          </a:xfrm>
          <a:prstGeom prst="rect">
            <a:avLst/>
          </a:prstGeom>
        </p:spPr>
        <p:txBody>
          <a:bodyPr/>
          <a:lstStyle>
            <a:lvl1pPr>
              <a:spcBef>
                <a:spcPts val="0"/>
              </a:spcBef>
              <a:spcAft>
                <a:spcPts val="600"/>
              </a:spcAft>
              <a:defRPr sz="2400">
                <a:latin typeface="微軟正黑體" panose="020B0604030504040204" pitchFamily="34" charset="-120"/>
                <a:ea typeface="微軟正黑體" panose="020B0604030504040204" pitchFamily="34" charset="-120"/>
                <a:cs typeface="Arial" panose="020B0604020202020204" pitchFamily="34" charset="0"/>
              </a:defRPr>
            </a:lvl1pPr>
            <a:lvl2pPr marL="144463" indent="-142875">
              <a:spcBef>
                <a:spcPts val="0"/>
              </a:spcBef>
              <a:spcAft>
                <a:spcPts val="600"/>
              </a:spcAft>
              <a:buFont typeface="Wingdings" panose="05000000000000000000" pitchFamily="2" charset="2"/>
              <a:buChar char="n"/>
              <a:defRPr sz="2000">
                <a:latin typeface="微軟正黑體" panose="020B0604030504040204" pitchFamily="34" charset="-120"/>
                <a:ea typeface="微軟正黑體" panose="020B0604030504040204" pitchFamily="34" charset="-120"/>
                <a:cs typeface="Arial" panose="020B0604020202020204" pitchFamily="34" charset="0"/>
              </a:defRPr>
            </a:lvl2pPr>
            <a:lvl3pPr marL="295275" indent="-149225">
              <a:spcBef>
                <a:spcPts val="0"/>
              </a:spcBef>
              <a:spcAft>
                <a:spcPts val="600"/>
              </a:spcAft>
              <a:buFont typeface="Wingdings" panose="05000000000000000000" pitchFamily="2" charset="2"/>
              <a:buChar char="l"/>
              <a:defRPr sz="1800">
                <a:latin typeface="微軟正黑體" panose="020B0604030504040204" pitchFamily="34" charset="-120"/>
                <a:ea typeface="微軟正黑體" panose="020B0604030504040204" pitchFamily="34" charset="-120"/>
                <a:cs typeface="Arial" panose="020B0604020202020204" pitchFamily="34" charset="0"/>
              </a:defRPr>
            </a:lvl3pPr>
            <a:lvl4pPr marL="431800" indent="-134938">
              <a:spcBef>
                <a:spcPts val="0"/>
              </a:spcBef>
              <a:spcAft>
                <a:spcPts val="600"/>
              </a:spcAft>
              <a:buFont typeface="Wingdings" panose="05000000000000000000" pitchFamily="2" charset="2"/>
              <a:buChar char="u"/>
              <a:defRPr sz="1600">
                <a:latin typeface="微軟正黑體" panose="020B0604030504040204" pitchFamily="34" charset="-120"/>
                <a:ea typeface="微軟正黑體" panose="020B0604030504040204" pitchFamily="34" charset="-120"/>
                <a:cs typeface="Arial" panose="020B0604020202020204" pitchFamily="34" charset="0"/>
              </a:defRPr>
            </a:lvl4pPr>
            <a:lvl5pPr marL="582613" indent="-149225">
              <a:spcBef>
                <a:spcPts val="0"/>
              </a:spcBef>
              <a:spcAft>
                <a:spcPts val="600"/>
              </a:spcAft>
              <a:buFont typeface="Arial" panose="020B0604020202020204" pitchFamily="34" charset="0"/>
              <a:buChar char="•"/>
              <a:defRPr sz="1400">
                <a:latin typeface="微軟正黑體" panose="020B0604030504040204" pitchFamily="34" charset="-120"/>
                <a:ea typeface="微軟正黑體" panose="020B0604030504040204" pitchFamily="34" charset="-120"/>
                <a:cs typeface="Arial" panose="020B0604020202020204" pitchFamily="34" charset="0"/>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Tree>
    <p:extLst>
      <p:ext uri="{BB962C8B-B14F-4D97-AF65-F5344CB8AC3E}">
        <p14:creationId xmlns:p14="http://schemas.microsoft.com/office/powerpoint/2010/main" val="3718463153"/>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訂版面配置">
    <p:spTree>
      <p:nvGrpSpPr>
        <p:cNvPr id="1" name=""/>
        <p:cNvGrpSpPr/>
        <p:nvPr/>
      </p:nvGrpSpPr>
      <p:grpSpPr>
        <a:xfrm>
          <a:off x="0" y="0"/>
          <a:ext cx="0" cy="0"/>
          <a:chOff x="0" y="0"/>
          <a:chExt cx="0" cy="0"/>
        </a:xfrm>
      </p:grpSpPr>
      <p:sp>
        <p:nvSpPr>
          <p:cNvPr id="4" name="內容版面配置區 3">
            <a:extLst>
              <a:ext uri="{FF2B5EF4-FFF2-40B4-BE49-F238E27FC236}">
                <a16:creationId xmlns:a16="http://schemas.microsoft.com/office/drawing/2014/main" id="{A8AE6801-0935-4DDB-9F1D-37BC2745F310}"/>
              </a:ext>
            </a:extLst>
          </p:cNvPr>
          <p:cNvSpPr>
            <a:spLocks noGrp="1"/>
          </p:cNvSpPr>
          <p:nvPr>
            <p:ph sz="quarter" idx="10"/>
          </p:nvPr>
        </p:nvSpPr>
        <p:spPr>
          <a:xfrm>
            <a:off x="301725" y="904875"/>
            <a:ext cx="5522470" cy="5345113"/>
          </a:xfrm>
          <a:prstGeom prst="rect">
            <a:avLst/>
          </a:prstGeom>
        </p:spPr>
        <p:txBody>
          <a:bodyPr/>
          <a:lstStyle>
            <a:lvl1pPr>
              <a:lnSpc>
                <a:spcPts val="2200"/>
              </a:lnSpc>
              <a:defRPr>
                <a:latin typeface="微軟正黑體" panose="020B0604030504040204" pitchFamily="34" charset="-120"/>
                <a:ea typeface="微軟正黑體" panose="020B0604030504040204" pitchFamily="34" charset="-120"/>
              </a:defRPr>
            </a:lvl1pPr>
            <a:lvl2pPr marL="144463" indent="-142875">
              <a:lnSpc>
                <a:spcPts val="2200"/>
              </a:lnSpc>
              <a:buFont typeface="Wingdings" panose="05000000000000000000" pitchFamily="2" charset="2"/>
              <a:buChar char="n"/>
              <a:defRPr>
                <a:latin typeface="微軟正黑體" panose="020B0604030504040204" pitchFamily="34" charset="-120"/>
                <a:ea typeface="微軟正黑體" panose="020B0604030504040204" pitchFamily="34" charset="-120"/>
              </a:defRPr>
            </a:lvl2pPr>
            <a:lvl3pPr marL="295275" indent="-149225">
              <a:lnSpc>
                <a:spcPts val="2200"/>
              </a:lnSpc>
              <a:buFont typeface="Wingdings" panose="05000000000000000000" pitchFamily="2" charset="2"/>
              <a:buChar char="l"/>
              <a:defRPr>
                <a:latin typeface="微軟正黑體" panose="020B0604030504040204" pitchFamily="34" charset="-120"/>
                <a:ea typeface="微軟正黑體" panose="020B0604030504040204" pitchFamily="34" charset="-120"/>
              </a:defRPr>
            </a:lvl3pPr>
            <a:lvl4pPr marL="431800" indent="-134938">
              <a:lnSpc>
                <a:spcPts val="2200"/>
              </a:lnSpc>
              <a:buFont typeface="Wingdings" panose="05000000000000000000" pitchFamily="2" charset="2"/>
              <a:buChar char="u"/>
              <a:defRPr>
                <a:latin typeface="微軟正黑體" panose="020B0604030504040204" pitchFamily="34" charset="-120"/>
                <a:ea typeface="微軟正黑體" panose="020B0604030504040204" pitchFamily="34" charset="-120"/>
              </a:defRPr>
            </a:lvl4pPr>
            <a:lvl5pPr>
              <a:lnSpc>
                <a:spcPts val="2200"/>
              </a:lnSpc>
              <a:defRPr>
                <a:latin typeface="微軟正黑體" panose="020B0604030504040204" pitchFamily="34" charset="-120"/>
                <a:ea typeface="微軟正黑體" panose="020B0604030504040204" pitchFamily="34" charset="-120"/>
              </a:defRPr>
            </a:lvl5p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6" name="內容版面配置區 3">
            <a:extLst>
              <a:ext uri="{FF2B5EF4-FFF2-40B4-BE49-F238E27FC236}">
                <a16:creationId xmlns:a16="http://schemas.microsoft.com/office/drawing/2014/main" id="{C5A0BBB7-1B89-4C34-A1C9-9CEE207EB87D}"/>
              </a:ext>
            </a:extLst>
          </p:cNvPr>
          <p:cNvSpPr>
            <a:spLocks noGrp="1"/>
          </p:cNvSpPr>
          <p:nvPr>
            <p:ph sz="quarter" idx="11"/>
          </p:nvPr>
        </p:nvSpPr>
        <p:spPr>
          <a:xfrm>
            <a:off x="5991372" y="904875"/>
            <a:ext cx="5522470" cy="5345113"/>
          </a:xfrm>
          <a:prstGeom prst="rect">
            <a:avLst/>
          </a:prstGeom>
        </p:spPr>
        <p:txBody>
          <a:bodyPr/>
          <a:lstStyle>
            <a:lvl1pPr>
              <a:lnSpc>
                <a:spcPts val="2200"/>
              </a:lnSpc>
              <a:defRPr>
                <a:latin typeface="微軟正黑體" panose="020B0604030504040204" pitchFamily="34" charset="-120"/>
                <a:ea typeface="微軟正黑體" panose="020B0604030504040204" pitchFamily="34" charset="-120"/>
              </a:defRPr>
            </a:lvl1pPr>
            <a:lvl2pPr marL="144463" indent="-142875">
              <a:lnSpc>
                <a:spcPts val="2200"/>
              </a:lnSpc>
              <a:buFont typeface="Wingdings" panose="05000000000000000000" pitchFamily="2" charset="2"/>
              <a:buChar char="n"/>
              <a:defRPr>
                <a:latin typeface="微軟正黑體" panose="020B0604030504040204" pitchFamily="34" charset="-120"/>
                <a:ea typeface="微軟正黑體" panose="020B0604030504040204" pitchFamily="34" charset="-120"/>
              </a:defRPr>
            </a:lvl2pPr>
            <a:lvl3pPr marL="295275" indent="-149225">
              <a:lnSpc>
                <a:spcPts val="2200"/>
              </a:lnSpc>
              <a:buFont typeface="Wingdings" panose="05000000000000000000" pitchFamily="2" charset="2"/>
              <a:buChar char="l"/>
              <a:defRPr>
                <a:latin typeface="微軟正黑體" panose="020B0604030504040204" pitchFamily="34" charset="-120"/>
                <a:ea typeface="微軟正黑體" panose="020B0604030504040204" pitchFamily="34" charset="-120"/>
              </a:defRPr>
            </a:lvl3pPr>
            <a:lvl4pPr marL="431800" indent="-134938">
              <a:lnSpc>
                <a:spcPts val="2200"/>
              </a:lnSpc>
              <a:buFont typeface="Wingdings" panose="05000000000000000000" pitchFamily="2" charset="2"/>
              <a:buChar char="u"/>
              <a:defRPr>
                <a:latin typeface="微軟正黑體" panose="020B0604030504040204" pitchFamily="34" charset="-120"/>
                <a:ea typeface="微軟正黑體" panose="020B0604030504040204" pitchFamily="34" charset="-120"/>
              </a:defRPr>
            </a:lvl4pPr>
            <a:lvl5pPr>
              <a:lnSpc>
                <a:spcPts val="2200"/>
              </a:lnSpc>
              <a:defRPr>
                <a:latin typeface="微軟正黑體" panose="020B0604030504040204" pitchFamily="34" charset="-120"/>
                <a:ea typeface="微軟正黑體" panose="020B0604030504040204" pitchFamily="34" charset="-120"/>
              </a:defRPr>
            </a:lvl5p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7" name="標題 1">
            <a:extLst>
              <a:ext uri="{FF2B5EF4-FFF2-40B4-BE49-F238E27FC236}">
                <a16:creationId xmlns:a16="http://schemas.microsoft.com/office/drawing/2014/main" id="{D4E2322C-141C-48C2-8177-7FDD2D4D7FD8}"/>
              </a:ext>
            </a:extLst>
          </p:cNvPr>
          <p:cNvSpPr>
            <a:spLocks noGrp="1"/>
          </p:cNvSpPr>
          <p:nvPr>
            <p:ph type="title"/>
          </p:nvPr>
        </p:nvSpPr>
        <p:spPr>
          <a:xfrm>
            <a:off x="358605" y="147918"/>
            <a:ext cx="11116727" cy="622580"/>
          </a:xfrm>
          <a:prstGeom prst="rect">
            <a:avLst/>
          </a:prstGeom>
        </p:spPr>
        <p:txBody>
          <a:bodyPr anchor="ctr"/>
          <a:lstStyle>
            <a:lvl1pPr algn="l">
              <a:defRPr sz="3200" b="0">
                <a:solidFill>
                  <a:schemeClr val="tx1"/>
                </a:solidFill>
                <a:latin typeface="微軟正黑體" panose="020B0604030504040204" pitchFamily="34" charset="-120"/>
                <a:ea typeface="微軟正黑體" panose="020B0604030504040204" pitchFamily="34" charset="-120"/>
              </a:defRPr>
            </a:lvl1pPr>
          </a:lstStyle>
          <a:p>
            <a:r>
              <a:rPr lang="zh-TW" altLang="en-US" dirty="0"/>
              <a:t>按一下以編輯母片標題樣式</a:t>
            </a:r>
          </a:p>
        </p:txBody>
      </p:sp>
    </p:spTree>
    <p:extLst>
      <p:ext uri="{BB962C8B-B14F-4D97-AF65-F5344CB8AC3E}">
        <p14:creationId xmlns:p14="http://schemas.microsoft.com/office/powerpoint/2010/main" val="2840032455"/>
      </p:ext>
    </p:extLst>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F38979B5-058C-46EA-A372-5ECD9B837DAD}"/>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50807" y="6133846"/>
            <a:ext cx="4570242" cy="731880"/>
          </a:xfrm>
          <a:prstGeom prst="rect">
            <a:avLst/>
          </a:prstGeom>
        </p:spPr>
      </p:pic>
      <p:sp>
        <p:nvSpPr>
          <p:cNvPr id="1026" name="Line 197"/>
          <p:cNvSpPr>
            <a:spLocks noChangeShapeType="1"/>
          </p:cNvSpPr>
          <p:nvPr userDrawn="1"/>
        </p:nvSpPr>
        <p:spPr bwMode="auto">
          <a:xfrm>
            <a:off x="304814" y="792163"/>
            <a:ext cx="11248465" cy="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zh-TW" altLang="en-US" sz="4000"/>
          </a:p>
        </p:txBody>
      </p:sp>
      <p:sp>
        <p:nvSpPr>
          <p:cNvPr id="1027" name="矩形 9"/>
          <p:cNvSpPr>
            <a:spLocks noChangeArrowheads="1"/>
          </p:cNvSpPr>
          <p:nvPr userDrawn="1"/>
        </p:nvSpPr>
        <p:spPr bwMode="auto">
          <a:xfrm>
            <a:off x="16935" y="6417112"/>
            <a:ext cx="520723" cy="22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algn="ctr" eaLnBrk="1" hangingPunct="1">
              <a:lnSpc>
                <a:spcPts val="1000"/>
              </a:lnSpc>
              <a:defRPr/>
            </a:pPr>
            <a:fld id="{B24A712F-B284-4871-8CF9-DC6E056DBACF}" type="slidenum">
              <a:rPr lang="en-US" altLang="zh-TW" sz="1200" b="0" smtClean="0">
                <a:ea typeface="微軟正黑體" pitchFamily="34" charset="-120"/>
              </a:rPr>
              <a:pPr algn="ctr" eaLnBrk="1" hangingPunct="1">
                <a:lnSpc>
                  <a:spcPts val="1000"/>
                </a:lnSpc>
                <a:defRPr/>
              </a:pPr>
              <a:t>‹#›</a:t>
            </a:fld>
            <a:endParaRPr lang="en-US" altLang="zh-TW" sz="1200" b="0" dirty="0">
              <a:ea typeface="微軟正黑體" pitchFamily="34" charset="-120"/>
            </a:endParaRPr>
          </a:p>
        </p:txBody>
      </p:sp>
      <p:pic>
        <p:nvPicPr>
          <p:cNvPr id="7" name="圖片 6">
            <a:extLst>
              <a:ext uri="{FF2B5EF4-FFF2-40B4-BE49-F238E27FC236}">
                <a16:creationId xmlns:a16="http://schemas.microsoft.com/office/drawing/2014/main" id="{8FE1A3F2-7AC5-42CE-974C-877C71B75E76}"/>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9039753" y="6325496"/>
            <a:ext cx="2554358" cy="302073"/>
          </a:xfrm>
          <a:prstGeom prst="rect">
            <a:avLst/>
          </a:prstGeom>
        </p:spPr>
      </p:pic>
    </p:spTree>
  </p:cSld>
  <p:clrMap bg1="lt1" tx1="dk1" bg2="lt2" tx2="dk2" accent1="accent1" accent2="accent2" accent3="accent3" accent4="accent4" accent5="accent5" accent6="accent6" hlink="hlink" folHlink="folHlink"/>
  <p:sldLayoutIdLst>
    <p:sldLayoutId id="2147483705" r:id="rId1"/>
    <p:sldLayoutId id="2147483703" r:id="rId2"/>
    <p:sldLayoutId id="2147483704" r:id="rId3"/>
    <p:sldLayoutId id="2147483706" r:id="rId4"/>
  </p:sldLayoutIdLst>
  <p:transition spd="med"/>
  <p:hf hdr="0"/>
  <p:txStyles>
    <p:titleStyle>
      <a:lvl1pPr algn="l" defTabSz="895350" rtl="0" eaLnBrk="0" fontAlgn="base" hangingPunct="0">
        <a:spcBef>
          <a:spcPct val="0"/>
        </a:spcBef>
        <a:spcAft>
          <a:spcPct val="0"/>
        </a:spcAft>
        <a:defRPr sz="1900" b="1">
          <a:solidFill>
            <a:schemeClr val="tx2"/>
          </a:solidFill>
          <a:latin typeface="+mj-lt"/>
          <a:ea typeface="+mj-ea"/>
          <a:cs typeface="+mj-cs"/>
        </a:defRPr>
      </a:lvl1pPr>
      <a:lvl2pPr algn="l" defTabSz="895350" rtl="0" eaLnBrk="0" fontAlgn="base" hangingPunct="0">
        <a:spcBef>
          <a:spcPct val="0"/>
        </a:spcBef>
        <a:spcAft>
          <a:spcPct val="0"/>
        </a:spcAft>
        <a:defRPr sz="1900" b="1">
          <a:solidFill>
            <a:schemeClr val="tx2"/>
          </a:solidFill>
          <a:latin typeface="Arial" charset="0"/>
        </a:defRPr>
      </a:lvl2pPr>
      <a:lvl3pPr algn="l" defTabSz="895350" rtl="0" eaLnBrk="0" fontAlgn="base" hangingPunct="0">
        <a:spcBef>
          <a:spcPct val="0"/>
        </a:spcBef>
        <a:spcAft>
          <a:spcPct val="0"/>
        </a:spcAft>
        <a:defRPr sz="1900" b="1">
          <a:solidFill>
            <a:schemeClr val="tx2"/>
          </a:solidFill>
          <a:latin typeface="Arial" charset="0"/>
        </a:defRPr>
      </a:lvl3pPr>
      <a:lvl4pPr algn="l" defTabSz="895350" rtl="0" eaLnBrk="0" fontAlgn="base" hangingPunct="0">
        <a:spcBef>
          <a:spcPct val="0"/>
        </a:spcBef>
        <a:spcAft>
          <a:spcPct val="0"/>
        </a:spcAft>
        <a:defRPr sz="1900" b="1">
          <a:solidFill>
            <a:schemeClr val="tx2"/>
          </a:solidFill>
          <a:latin typeface="Arial" charset="0"/>
        </a:defRPr>
      </a:lvl4pPr>
      <a:lvl5pPr algn="l" defTabSz="895350" rtl="0" eaLnBrk="0" fontAlgn="base" hangingPunct="0">
        <a:spcBef>
          <a:spcPct val="0"/>
        </a:spcBef>
        <a:spcAft>
          <a:spcPct val="0"/>
        </a:spcAft>
        <a:defRPr sz="1900" b="1">
          <a:solidFill>
            <a:schemeClr val="tx2"/>
          </a:solidFill>
          <a:latin typeface="Arial" charset="0"/>
        </a:defRPr>
      </a:lvl5pPr>
      <a:lvl6pPr marL="457200" algn="l" defTabSz="895350" rtl="0" fontAlgn="base">
        <a:spcBef>
          <a:spcPct val="0"/>
        </a:spcBef>
        <a:spcAft>
          <a:spcPct val="0"/>
        </a:spcAft>
        <a:defRPr sz="1900" b="1">
          <a:solidFill>
            <a:schemeClr val="tx2"/>
          </a:solidFill>
          <a:latin typeface="Arial" charset="0"/>
        </a:defRPr>
      </a:lvl6pPr>
      <a:lvl7pPr marL="914400" algn="l" defTabSz="895350" rtl="0" fontAlgn="base">
        <a:spcBef>
          <a:spcPct val="0"/>
        </a:spcBef>
        <a:spcAft>
          <a:spcPct val="0"/>
        </a:spcAft>
        <a:defRPr sz="1900" b="1">
          <a:solidFill>
            <a:schemeClr val="tx2"/>
          </a:solidFill>
          <a:latin typeface="Arial" charset="0"/>
        </a:defRPr>
      </a:lvl7pPr>
      <a:lvl8pPr marL="1371600" algn="l" defTabSz="895350" rtl="0" fontAlgn="base">
        <a:spcBef>
          <a:spcPct val="0"/>
        </a:spcBef>
        <a:spcAft>
          <a:spcPct val="0"/>
        </a:spcAft>
        <a:defRPr sz="1900" b="1">
          <a:solidFill>
            <a:schemeClr val="tx2"/>
          </a:solidFill>
          <a:latin typeface="Arial" charset="0"/>
        </a:defRPr>
      </a:lvl8pPr>
      <a:lvl9pPr marL="1828800" algn="l" defTabSz="895350" rtl="0" fontAlgn="base">
        <a:spcBef>
          <a:spcPct val="0"/>
        </a:spcBef>
        <a:spcAft>
          <a:spcPct val="0"/>
        </a:spcAft>
        <a:defRPr sz="1900" b="1">
          <a:solidFill>
            <a:schemeClr val="tx2"/>
          </a:solidFill>
          <a:latin typeface="Arial" charset="0"/>
        </a:defRPr>
      </a:lvl9pPr>
    </p:titleStyle>
    <p:bodyStyle>
      <a:lvl1pPr algn="l" defTabSz="895350" rtl="0" eaLnBrk="0" fontAlgn="base" hangingPunct="0">
        <a:spcBef>
          <a:spcPct val="0"/>
        </a:spcBef>
        <a:spcAft>
          <a:spcPct val="0"/>
        </a:spcAft>
        <a:buSzPct val="120000"/>
        <a:defRPr sz="1600">
          <a:solidFill>
            <a:schemeClr val="tx1"/>
          </a:solidFill>
          <a:latin typeface="+mn-lt"/>
          <a:ea typeface="+mn-ea"/>
          <a:cs typeface="+mn-cs"/>
        </a:defRPr>
      </a:lvl1pPr>
      <a:lvl2pPr marL="144463" indent="-142875" algn="l" defTabSz="895350" rtl="0" eaLnBrk="0" fontAlgn="base" hangingPunct="0">
        <a:spcBef>
          <a:spcPct val="0"/>
        </a:spcBef>
        <a:spcAft>
          <a:spcPct val="0"/>
        </a:spcAft>
        <a:buSzPct val="120000"/>
        <a:buChar char="•"/>
        <a:defRPr sz="1600">
          <a:solidFill>
            <a:schemeClr val="tx1"/>
          </a:solidFill>
          <a:latin typeface="+mn-lt"/>
          <a:ea typeface="+mn-ea"/>
        </a:defRPr>
      </a:lvl2pPr>
      <a:lvl3pPr marL="295275" indent="-149225" algn="l" defTabSz="895350" rtl="0" eaLnBrk="0" fontAlgn="base" hangingPunct="0">
        <a:spcBef>
          <a:spcPct val="0"/>
        </a:spcBef>
        <a:spcAft>
          <a:spcPct val="0"/>
        </a:spcAft>
        <a:buChar char="–"/>
        <a:defRPr sz="1600">
          <a:solidFill>
            <a:schemeClr val="tx1"/>
          </a:solidFill>
          <a:latin typeface="+mn-lt"/>
          <a:ea typeface="+mn-ea"/>
        </a:defRPr>
      </a:lvl3pPr>
      <a:lvl4pPr marL="431800" indent="-134938" algn="l" defTabSz="895350" rtl="0" eaLnBrk="0" fontAlgn="base" hangingPunct="0">
        <a:spcBef>
          <a:spcPct val="0"/>
        </a:spcBef>
        <a:spcAft>
          <a:spcPct val="0"/>
        </a:spcAft>
        <a:buSzPct val="89000"/>
        <a:buChar char="•"/>
        <a:defRPr sz="1600">
          <a:solidFill>
            <a:schemeClr val="tx1"/>
          </a:solidFill>
          <a:latin typeface="+mn-lt"/>
          <a:ea typeface="+mn-ea"/>
        </a:defRPr>
      </a:lvl4pPr>
      <a:lvl5pPr marL="582613" indent="-149225" algn="l" defTabSz="895350" rtl="0" eaLnBrk="0" fontAlgn="base" hangingPunct="0">
        <a:spcBef>
          <a:spcPct val="0"/>
        </a:spcBef>
        <a:spcAft>
          <a:spcPct val="0"/>
        </a:spcAft>
        <a:buSzPct val="75000"/>
        <a:buChar char="–"/>
        <a:defRPr sz="1600">
          <a:solidFill>
            <a:schemeClr val="tx1"/>
          </a:solidFill>
          <a:latin typeface="+mn-lt"/>
          <a:ea typeface="+mn-ea"/>
        </a:defRPr>
      </a:lvl5pPr>
      <a:lvl6pPr marL="1039813" indent="-149225" algn="l" defTabSz="895350" rtl="0" fontAlgn="base">
        <a:spcBef>
          <a:spcPct val="0"/>
        </a:spcBef>
        <a:spcAft>
          <a:spcPct val="0"/>
        </a:spcAft>
        <a:buSzPct val="75000"/>
        <a:buChar char="–"/>
        <a:defRPr sz="1600">
          <a:solidFill>
            <a:schemeClr val="tx1"/>
          </a:solidFill>
          <a:latin typeface="+mn-lt"/>
          <a:ea typeface="+mn-ea"/>
        </a:defRPr>
      </a:lvl6pPr>
      <a:lvl7pPr marL="1497013" indent="-149225" algn="l" defTabSz="895350" rtl="0" fontAlgn="base">
        <a:spcBef>
          <a:spcPct val="0"/>
        </a:spcBef>
        <a:spcAft>
          <a:spcPct val="0"/>
        </a:spcAft>
        <a:buSzPct val="75000"/>
        <a:buChar char="–"/>
        <a:defRPr sz="1600">
          <a:solidFill>
            <a:schemeClr val="tx1"/>
          </a:solidFill>
          <a:latin typeface="+mn-lt"/>
          <a:ea typeface="+mn-ea"/>
        </a:defRPr>
      </a:lvl7pPr>
      <a:lvl8pPr marL="1954213" indent="-149225" algn="l" defTabSz="895350" rtl="0" fontAlgn="base">
        <a:spcBef>
          <a:spcPct val="0"/>
        </a:spcBef>
        <a:spcAft>
          <a:spcPct val="0"/>
        </a:spcAft>
        <a:buSzPct val="75000"/>
        <a:buChar char="–"/>
        <a:defRPr sz="1600">
          <a:solidFill>
            <a:schemeClr val="tx1"/>
          </a:solidFill>
          <a:latin typeface="+mn-lt"/>
          <a:ea typeface="+mn-ea"/>
        </a:defRPr>
      </a:lvl8pPr>
      <a:lvl9pPr marL="2411413" indent="-149225" algn="l" defTabSz="895350" rtl="0" fontAlgn="base">
        <a:spcBef>
          <a:spcPct val="0"/>
        </a:spcBef>
        <a:spcAft>
          <a:spcPct val="0"/>
        </a:spcAft>
        <a:buSzPct val="75000"/>
        <a:buChar char="–"/>
        <a:defRPr sz="16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6.png"/><Relationship Id="rId5" Type="http://schemas.microsoft.com/office/2007/relationships/hdphoto" Target="../media/hdphoto1.wdp"/><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742117" y="1918011"/>
            <a:ext cx="6959444" cy="1044266"/>
          </a:xfrm>
        </p:spPr>
        <p:txBody>
          <a:bodyPr/>
          <a:lstStyle/>
          <a:p>
            <a:pPr>
              <a:defRPr/>
            </a:pPr>
            <a:br>
              <a:rPr lang="en-US" altLang="zh-TW" dirty="0"/>
            </a:br>
            <a:endParaRPr lang="zh-TW" altLang="en-US" dirty="0"/>
          </a:p>
        </p:txBody>
      </p:sp>
      <p:sp>
        <p:nvSpPr>
          <p:cNvPr id="3" name="標題 1">
            <a:extLst>
              <a:ext uri="{FF2B5EF4-FFF2-40B4-BE49-F238E27FC236}">
                <a16:creationId xmlns:a16="http://schemas.microsoft.com/office/drawing/2014/main" id="{EA4B3B63-9747-5391-3BEE-D4D5FDBEF2BC}"/>
              </a:ext>
            </a:extLst>
          </p:cNvPr>
          <p:cNvSpPr txBox="1">
            <a:spLocks/>
          </p:cNvSpPr>
          <p:nvPr/>
        </p:nvSpPr>
        <p:spPr>
          <a:xfrm>
            <a:off x="416192" y="1762125"/>
            <a:ext cx="11116727" cy="1114427"/>
          </a:xfrm>
          <a:prstGeom prst="rect">
            <a:avLst/>
          </a:prstGeom>
        </p:spPr>
        <p:txBody>
          <a:bodyPr anchor="ctr"/>
          <a:lstStyle>
            <a:lvl1pPr algn="ctr" defTabSz="895350" rtl="0" eaLnBrk="0" fontAlgn="base" hangingPunct="0">
              <a:spcBef>
                <a:spcPct val="0"/>
              </a:spcBef>
              <a:spcAft>
                <a:spcPct val="0"/>
              </a:spcAft>
              <a:defRPr sz="3600" b="1">
                <a:solidFill>
                  <a:schemeClr val="tx1"/>
                </a:solidFill>
                <a:latin typeface="微軟正黑體" panose="020B0604030504040204" pitchFamily="34" charset="-120"/>
                <a:ea typeface="微軟正黑體" panose="020B0604030504040204" pitchFamily="34" charset="-120"/>
                <a:cs typeface="+mj-cs"/>
              </a:defRPr>
            </a:lvl1pPr>
            <a:lvl2pPr algn="l" defTabSz="895350" rtl="0" eaLnBrk="0" fontAlgn="base" hangingPunct="0">
              <a:spcBef>
                <a:spcPct val="0"/>
              </a:spcBef>
              <a:spcAft>
                <a:spcPct val="0"/>
              </a:spcAft>
              <a:defRPr sz="1900" b="1">
                <a:solidFill>
                  <a:schemeClr val="tx2"/>
                </a:solidFill>
                <a:latin typeface="Arial" charset="0"/>
              </a:defRPr>
            </a:lvl2pPr>
            <a:lvl3pPr algn="l" defTabSz="895350" rtl="0" eaLnBrk="0" fontAlgn="base" hangingPunct="0">
              <a:spcBef>
                <a:spcPct val="0"/>
              </a:spcBef>
              <a:spcAft>
                <a:spcPct val="0"/>
              </a:spcAft>
              <a:defRPr sz="1900" b="1">
                <a:solidFill>
                  <a:schemeClr val="tx2"/>
                </a:solidFill>
                <a:latin typeface="Arial" charset="0"/>
              </a:defRPr>
            </a:lvl3pPr>
            <a:lvl4pPr algn="l" defTabSz="895350" rtl="0" eaLnBrk="0" fontAlgn="base" hangingPunct="0">
              <a:spcBef>
                <a:spcPct val="0"/>
              </a:spcBef>
              <a:spcAft>
                <a:spcPct val="0"/>
              </a:spcAft>
              <a:defRPr sz="1900" b="1">
                <a:solidFill>
                  <a:schemeClr val="tx2"/>
                </a:solidFill>
                <a:latin typeface="Arial" charset="0"/>
              </a:defRPr>
            </a:lvl4pPr>
            <a:lvl5pPr algn="l" defTabSz="895350" rtl="0" eaLnBrk="0" fontAlgn="base" hangingPunct="0">
              <a:spcBef>
                <a:spcPct val="0"/>
              </a:spcBef>
              <a:spcAft>
                <a:spcPct val="0"/>
              </a:spcAft>
              <a:defRPr sz="1900" b="1">
                <a:solidFill>
                  <a:schemeClr val="tx2"/>
                </a:solidFill>
                <a:latin typeface="Arial" charset="0"/>
              </a:defRPr>
            </a:lvl5pPr>
            <a:lvl6pPr marL="457200" algn="l" defTabSz="895350" rtl="0" fontAlgn="base">
              <a:spcBef>
                <a:spcPct val="0"/>
              </a:spcBef>
              <a:spcAft>
                <a:spcPct val="0"/>
              </a:spcAft>
              <a:defRPr sz="1900" b="1">
                <a:solidFill>
                  <a:schemeClr val="tx2"/>
                </a:solidFill>
                <a:latin typeface="Arial" charset="0"/>
              </a:defRPr>
            </a:lvl6pPr>
            <a:lvl7pPr marL="914400" algn="l" defTabSz="895350" rtl="0" fontAlgn="base">
              <a:spcBef>
                <a:spcPct val="0"/>
              </a:spcBef>
              <a:spcAft>
                <a:spcPct val="0"/>
              </a:spcAft>
              <a:defRPr sz="1900" b="1">
                <a:solidFill>
                  <a:schemeClr val="tx2"/>
                </a:solidFill>
                <a:latin typeface="Arial" charset="0"/>
              </a:defRPr>
            </a:lvl7pPr>
            <a:lvl8pPr marL="1371600" algn="l" defTabSz="895350" rtl="0" fontAlgn="base">
              <a:spcBef>
                <a:spcPct val="0"/>
              </a:spcBef>
              <a:spcAft>
                <a:spcPct val="0"/>
              </a:spcAft>
              <a:defRPr sz="1900" b="1">
                <a:solidFill>
                  <a:schemeClr val="tx2"/>
                </a:solidFill>
                <a:latin typeface="Arial" charset="0"/>
              </a:defRPr>
            </a:lvl8pPr>
            <a:lvl9pPr marL="1828800" algn="l" defTabSz="895350" rtl="0" fontAlgn="base">
              <a:spcBef>
                <a:spcPct val="0"/>
              </a:spcBef>
              <a:spcAft>
                <a:spcPct val="0"/>
              </a:spcAft>
              <a:defRPr sz="1900" b="1">
                <a:solidFill>
                  <a:schemeClr val="tx2"/>
                </a:solidFill>
                <a:latin typeface="Arial" charset="0"/>
              </a:defRPr>
            </a:lvl9pPr>
          </a:lstStyle>
          <a:p>
            <a:r>
              <a:rPr lang="zh-TW" altLang="en-US" kern="0" dirty="0"/>
              <a:t>大額暴險管理系統通報導航</a:t>
            </a:r>
            <a:r>
              <a:rPr lang="en-US" altLang="zh-TW" kern="0" dirty="0"/>
              <a:t>Chat!</a:t>
            </a:r>
          </a:p>
          <a:p>
            <a:r>
              <a:rPr lang="zh-TW" altLang="en-US" kern="0" dirty="0"/>
              <a:t>測試結果說明</a:t>
            </a:r>
          </a:p>
        </p:txBody>
      </p:sp>
      <p:sp>
        <p:nvSpPr>
          <p:cNvPr id="4" name="標題 1">
            <a:extLst>
              <a:ext uri="{FF2B5EF4-FFF2-40B4-BE49-F238E27FC236}">
                <a16:creationId xmlns:a16="http://schemas.microsoft.com/office/drawing/2014/main" id="{AF6E5923-D6F2-702F-D1C8-8D73445951B7}"/>
              </a:ext>
            </a:extLst>
          </p:cNvPr>
          <p:cNvSpPr txBox="1">
            <a:spLocks/>
          </p:cNvSpPr>
          <p:nvPr/>
        </p:nvSpPr>
        <p:spPr>
          <a:xfrm>
            <a:off x="663475" y="4300818"/>
            <a:ext cx="11116727" cy="622580"/>
          </a:xfrm>
          <a:prstGeom prst="rect">
            <a:avLst/>
          </a:prstGeom>
        </p:spPr>
        <p:txBody>
          <a:bodyPr anchor="ctr"/>
          <a:lstStyle>
            <a:lvl1pPr algn="ctr" defTabSz="895350" rtl="0" eaLnBrk="0" fontAlgn="base" hangingPunct="0">
              <a:spcBef>
                <a:spcPct val="0"/>
              </a:spcBef>
              <a:spcAft>
                <a:spcPct val="0"/>
              </a:spcAft>
              <a:defRPr sz="3600" b="1">
                <a:solidFill>
                  <a:schemeClr val="tx1"/>
                </a:solidFill>
                <a:latin typeface="微軟正黑體" panose="020B0604030504040204" pitchFamily="34" charset="-120"/>
                <a:ea typeface="微軟正黑體" panose="020B0604030504040204" pitchFamily="34" charset="-120"/>
                <a:cs typeface="+mj-cs"/>
              </a:defRPr>
            </a:lvl1pPr>
            <a:lvl2pPr algn="l" defTabSz="895350" rtl="0" eaLnBrk="0" fontAlgn="base" hangingPunct="0">
              <a:spcBef>
                <a:spcPct val="0"/>
              </a:spcBef>
              <a:spcAft>
                <a:spcPct val="0"/>
              </a:spcAft>
              <a:defRPr sz="1900" b="1">
                <a:solidFill>
                  <a:schemeClr val="tx2"/>
                </a:solidFill>
                <a:latin typeface="Arial" charset="0"/>
              </a:defRPr>
            </a:lvl2pPr>
            <a:lvl3pPr algn="l" defTabSz="895350" rtl="0" eaLnBrk="0" fontAlgn="base" hangingPunct="0">
              <a:spcBef>
                <a:spcPct val="0"/>
              </a:spcBef>
              <a:spcAft>
                <a:spcPct val="0"/>
              </a:spcAft>
              <a:defRPr sz="1900" b="1">
                <a:solidFill>
                  <a:schemeClr val="tx2"/>
                </a:solidFill>
                <a:latin typeface="Arial" charset="0"/>
              </a:defRPr>
            </a:lvl3pPr>
            <a:lvl4pPr algn="l" defTabSz="895350" rtl="0" eaLnBrk="0" fontAlgn="base" hangingPunct="0">
              <a:spcBef>
                <a:spcPct val="0"/>
              </a:spcBef>
              <a:spcAft>
                <a:spcPct val="0"/>
              </a:spcAft>
              <a:defRPr sz="1900" b="1">
                <a:solidFill>
                  <a:schemeClr val="tx2"/>
                </a:solidFill>
                <a:latin typeface="Arial" charset="0"/>
              </a:defRPr>
            </a:lvl4pPr>
            <a:lvl5pPr algn="l" defTabSz="895350" rtl="0" eaLnBrk="0" fontAlgn="base" hangingPunct="0">
              <a:spcBef>
                <a:spcPct val="0"/>
              </a:spcBef>
              <a:spcAft>
                <a:spcPct val="0"/>
              </a:spcAft>
              <a:defRPr sz="1900" b="1">
                <a:solidFill>
                  <a:schemeClr val="tx2"/>
                </a:solidFill>
                <a:latin typeface="Arial" charset="0"/>
              </a:defRPr>
            </a:lvl5pPr>
            <a:lvl6pPr marL="457200" algn="l" defTabSz="895350" rtl="0" fontAlgn="base">
              <a:spcBef>
                <a:spcPct val="0"/>
              </a:spcBef>
              <a:spcAft>
                <a:spcPct val="0"/>
              </a:spcAft>
              <a:defRPr sz="1900" b="1">
                <a:solidFill>
                  <a:schemeClr val="tx2"/>
                </a:solidFill>
                <a:latin typeface="Arial" charset="0"/>
              </a:defRPr>
            </a:lvl6pPr>
            <a:lvl7pPr marL="914400" algn="l" defTabSz="895350" rtl="0" fontAlgn="base">
              <a:spcBef>
                <a:spcPct val="0"/>
              </a:spcBef>
              <a:spcAft>
                <a:spcPct val="0"/>
              </a:spcAft>
              <a:defRPr sz="1900" b="1">
                <a:solidFill>
                  <a:schemeClr val="tx2"/>
                </a:solidFill>
                <a:latin typeface="Arial" charset="0"/>
              </a:defRPr>
            </a:lvl7pPr>
            <a:lvl8pPr marL="1371600" algn="l" defTabSz="895350" rtl="0" fontAlgn="base">
              <a:spcBef>
                <a:spcPct val="0"/>
              </a:spcBef>
              <a:spcAft>
                <a:spcPct val="0"/>
              </a:spcAft>
              <a:defRPr sz="1900" b="1">
                <a:solidFill>
                  <a:schemeClr val="tx2"/>
                </a:solidFill>
                <a:latin typeface="Arial" charset="0"/>
              </a:defRPr>
            </a:lvl8pPr>
            <a:lvl9pPr marL="1828800" algn="l" defTabSz="895350" rtl="0" fontAlgn="base">
              <a:spcBef>
                <a:spcPct val="0"/>
              </a:spcBef>
              <a:spcAft>
                <a:spcPct val="0"/>
              </a:spcAft>
              <a:defRPr sz="1900" b="1">
                <a:solidFill>
                  <a:schemeClr val="tx2"/>
                </a:solidFill>
                <a:latin typeface="Arial" charset="0"/>
              </a:defRPr>
            </a:lvl9pPr>
          </a:lstStyle>
          <a:p>
            <a:r>
              <a:rPr lang="zh-TW" altLang="en-US" sz="2800" kern="0" dirty="0"/>
              <a:t>風險管理處</a:t>
            </a:r>
          </a:p>
        </p:txBody>
      </p:sp>
    </p:spTree>
    <p:extLst>
      <p:ext uri="{BB962C8B-B14F-4D97-AF65-F5344CB8AC3E}">
        <p14:creationId xmlns:p14="http://schemas.microsoft.com/office/powerpoint/2010/main" val="3630316897"/>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C56DB-1D41-9BC5-00A6-1E906D585FA2}"/>
            </a:ext>
          </a:extLst>
        </p:cNvPr>
        <p:cNvGrpSpPr/>
        <p:nvPr/>
      </p:nvGrpSpPr>
      <p:grpSpPr>
        <a:xfrm>
          <a:off x="0" y="0"/>
          <a:ext cx="0" cy="0"/>
          <a:chOff x="0" y="0"/>
          <a:chExt cx="0" cy="0"/>
        </a:xfrm>
      </p:grpSpPr>
      <p:pic>
        <p:nvPicPr>
          <p:cNvPr id="12" name="圖片 11" descr="一張含有 文字, 螢幕擷取畫面, 字型, 設計 的圖片&#10;&#10;AI 產生的內容可能不正確。">
            <a:extLst>
              <a:ext uri="{FF2B5EF4-FFF2-40B4-BE49-F238E27FC236}">
                <a16:creationId xmlns:a16="http://schemas.microsoft.com/office/drawing/2014/main" id="{20940D98-1CCC-FDCF-23CB-E94FB85B5B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09731" y="1379622"/>
            <a:ext cx="7939839" cy="3928913"/>
          </a:xfrm>
          <a:prstGeom prst="rect">
            <a:avLst/>
          </a:prstGeom>
          <a:ln>
            <a:solidFill>
              <a:schemeClr val="accent4">
                <a:lumMod val="50000"/>
              </a:schemeClr>
            </a:solidFill>
          </a:ln>
          <a:effectLst>
            <a:glow rad="127000">
              <a:schemeClr val="accent1">
                <a:alpha val="90000"/>
              </a:schemeClr>
            </a:glow>
            <a:outerShdw blurRad="50800" dist="38100" dir="2700000" algn="tl" rotWithShape="0">
              <a:prstClr val="black">
                <a:alpha val="40000"/>
              </a:prstClr>
            </a:outerShdw>
            <a:reflection blurRad="6350" stA="52000" endA="300" endPos="35000" dir="5400000" sy="-100000" algn="bl" rotWithShape="0"/>
          </a:effectLst>
          <a:scene3d>
            <a:camera prst="orthographicFront"/>
            <a:lightRig rig="threePt" dir="t"/>
          </a:scene3d>
          <a:sp3d>
            <a:bevelT/>
          </a:sp3d>
        </p:spPr>
      </p:pic>
      <p:sp>
        <p:nvSpPr>
          <p:cNvPr id="36" name="矩形: 圓角 35">
            <a:extLst>
              <a:ext uri="{FF2B5EF4-FFF2-40B4-BE49-F238E27FC236}">
                <a16:creationId xmlns:a16="http://schemas.microsoft.com/office/drawing/2014/main" id="{08AA3FFA-429E-89A2-C27E-5C6A7649EE8C}"/>
              </a:ext>
            </a:extLst>
          </p:cNvPr>
          <p:cNvSpPr/>
          <p:nvPr/>
        </p:nvSpPr>
        <p:spPr bwMode="auto">
          <a:xfrm>
            <a:off x="1050217" y="5184416"/>
            <a:ext cx="10757469" cy="1515935"/>
          </a:xfrm>
          <a:prstGeom prst="roundRect">
            <a:avLst/>
          </a:prstGeom>
          <a:solidFill>
            <a:schemeClr val="accent5">
              <a:lumMod val="50000"/>
            </a:schemeClr>
          </a:solidFill>
          <a:ln w="9525" cap="flat" cmpd="sng" algn="ctr">
            <a:noFill/>
            <a:prstDash val="solid"/>
            <a:round/>
            <a:headEnd type="none" w="med" len="med"/>
            <a:tailEnd type="none" w="med" len="med"/>
          </a:ln>
          <a:effectLst>
            <a:outerShdw blurRad="50800" dist="38100" dir="13500000" algn="br" rotWithShape="0">
              <a:prstClr val="black">
                <a:alpha val="40000"/>
              </a:prstClr>
            </a:outerShdw>
          </a:effectLst>
          <a:scene3d>
            <a:camera prst="orthographicFront"/>
            <a:lightRig rig="threePt" dir="t"/>
          </a:scene3d>
          <a:sp3d>
            <a:bevelT w="139700" h="139700" prst="divot"/>
          </a:sp3d>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1600" b="1" i="0" u="none" strike="noStrike" cap="none" normalizeH="0" baseline="0" dirty="0">
              <a:ln>
                <a:noFill/>
              </a:ln>
              <a:solidFill>
                <a:schemeClr val="accent2">
                  <a:lumMod val="50000"/>
                </a:schemeClr>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endParaRPr>
          </a:p>
        </p:txBody>
      </p:sp>
      <p:sp>
        <p:nvSpPr>
          <p:cNvPr id="2" name="標題 1">
            <a:extLst>
              <a:ext uri="{FF2B5EF4-FFF2-40B4-BE49-F238E27FC236}">
                <a16:creationId xmlns:a16="http://schemas.microsoft.com/office/drawing/2014/main" id="{378493BF-7535-AC74-3160-BD5B1616AA4E}"/>
              </a:ext>
            </a:extLst>
          </p:cNvPr>
          <p:cNvSpPr>
            <a:spLocks noGrp="1"/>
          </p:cNvSpPr>
          <p:nvPr>
            <p:ph type="title"/>
          </p:nvPr>
        </p:nvSpPr>
        <p:spPr>
          <a:xfrm>
            <a:off x="232460" y="229616"/>
            <a:ext cx="11116727" cy="622580"/>
          </a:xfrm>
        </p:spPr>
        <p:txBody>
          <a:bodyPr/>
          <a:lstStyle/>
          <a:p>
            <a:r>
              <a:rPr lang="zh-TW" altLang="en-US" b="1" dirty="0"/>
              <a:t>大額暴險管理系統 通報導航</a:t>
            </a:r>
            <a:r>
              <a:rPr lang="en-US" altLang="zh-TW" b="1" dirty="0"/>
              <a:t>Chat!</a:t>
            </a:r>
            <a:r>
              <a:rPr lang="zh-TW" altLang="en-US" b="1" dirty="0"/>
              <a:t>  預期導入成果</a:t>
            </a:r>
            <a:br>
              <a:rPr lang="en-US" altLang="zh-TW" b="1" dirty="0"/>
            </a:br>
            <a:endParaRPr lang="zh-TW" altLang="en-US" sz="2000" b="1" dirty="0">
              <a:solidFill>
                <a:schemeClr val="accent5">
                  <a:lumMod val="50000"/>
                </a:schemeClr>
              </a:solidFill>
              <a:latin typeface="微軟正黑體" panose="020B0604030504040204" pitchFamily="34" charset="-120"/>
              <a:ea typeface="微軟正黑體" panose="020B0604030504040204" pitchFamily="34" charset="-120"/>
            </a:endParaRPr>
          </a:p>
        </p:txBody>
      </p:sp>
      <p:sp>
        <p:nvSpPr>
          <p:cNvPr id="4" name="矩形 3">
            <a:extLst>
              <a:ext uri="{FF2B5EF4-FFF2-40B4-BE49-F238E27FC236}">
                <a16:creationId xmlns:a16="http://schemas.microsoft.com/office/drawing/2014/main" id="{3C6BA218-4211-82DB-6381-CA450B4D0379}"/>
              </a:ext>
            </a:extLst>
          </p:cNvPr>
          <p:cNvSpPr/>
          <p:nvPr/>
        </p:nvSpPr>
        <p:spPr bwMode="auto">
          <a:xfrm>
            <a:off x="155643" y="1563758"/>
            <a:ext cx="2750569" cy="2378508"/>
          </a:xfrm>
          <a:prstGeom prst="rect">
            <a:avLst/>
          </a:prstGeom>
          <a:solidFill>
            <a:srgbClr val="E5F3F7"/>
          </a:solidFill>
          <a:ln w="19050">
            <a:noFill/>
            <a:headEnd/>
            <a:tailEnd/>
          </a:ln>
          <a:scene3d>
            <a:camera prst="orthographicFront"/>
            <a:lightRig rig="threePt" dir="t"/>
          </a:scene3d>
          <a:sp3d>
            <a:bevelT/>
          </a:sp3d>
        </p:spPr>
        <p:style>
          <a:lnRef idx="2">
            <a:schemeClr val="accent5"/>
          </a:lnRef>
          <a:fillRef idx="1">
            <a:schemeClr val="lt1"/>
          </a:fillRef>
          <a:effectRef idx="0">
            <a:schemeClr val="accent5"/>
          </a:effectRef>
          <a:fontRef idx="minor">
            <a:schemeClr val="dk1"/>
          </a:fontRef>
        </p:style>
        <p:txBody>
          <a:bodyPr lIns="35995" tIns="35995" rIns="35995" bIns="35995" anchor="ctr"/>
          <a:lstStyle/>
          <a:p>
            <a:pPr marL="82800" marR="0" lvl="0" indent="0" algn="l" defTabSz="448006" rtl="0" eaLnBrk="1" fontAlgn="base" latinLnBrk="0" hangingPunct="1">
              <a:lnSpc>
                <a:spcPct val="100000"/>
              </a:lnSpc>
              <a:spcBef>
                <a:spcPct val="0"/>
              </a:spcBef>
              <a:spcAft>
                <a:spcPct val="0"/>
              </a:spcAft>
              <a:buClrTx/>
              <a:buSzTx/>
              <a:tabLst/>
              <a:defRPr/>
            </a:pPr>
            <a:r>
              <a:rPr lang="zh-TW" altLang="en-US" sz="1600" dirty="0">
                <a:solidFill>
                  <a:schemeClr val="accent2">
                    <a:lumMod val="50000"/>
                  </a:schemeClr>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提供資訊仰賴人員經驗，</a:t>
            </a:r>
            <a:endParaRPr lang="en-US" altLang="zh-TW" sz="1600" dirty="0">
              <a:solidFill>
                <a:schemeClr val="accent2">
                  <a:lumMod val="50000"/>
                </a:schemeClr>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endParaRPr>
          </a:p>
          <a:p>
            <a:pPr marL="82800" marR="0" lvl="0" indent="0" algn="l" defTabSz="448006" rtl="0" eaLnBrk="1" fontAlgn="base" latinLnBrk="0" hangingPunct="1">
              <a:lnSpc>
                <a:spcPct val="100000"/>
              </a:lnSpc>
              <a:spcBef>
                <a:spcPct val="0"/>
              </a:spcBef>
              <a:spcAft>
                <a:spcPct val="0"/>
              </a:spcAft>
              <a:buClrTx/>
              <a:buSzTx/>
              <a:tabLst/>
              <a:defRPr/>
            </a:pPr>
            <a:r>
              <a:rPr lang="zh-TW" altLang="en-US" sz="1600" dirty="0">
                <a:solidFill>
                  <a:schemeClr val="accent2">
                    <a:lumMod val="50000"/>
                  </a:schemeClr>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缺乏即時且一致之支援機制</a:t>
            </a:r>
            <a:endParaRPr lang="en-US" altLang="zh-TW" sz="1600" dirty="0">
              <a:solidFill>
                <a:schemeClr val="accent2">
                  <a:lumMod val="50000"/>
                </a:schemeClr>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endParaRPr>
          </a:p>
          <a:p>
            <a:pPr marL="368550" marR="0" lvl="0" indent="-285750" algn="l" defTabSz="448006" rtl="0" eaLnBrk="1" fontAlgn="base" latinLnBrk="0" hangingPunct="1">
              <a:lnSpc>
                <a:spcPct val="100000"/>
              </a:lnSpc>
              <a:spcBef>
                <a:spcPct val="0"/>
              </a:spcBef>
              <a:spcAft>
                <a:spcPct val="0"/>
              </a:spcAft>
              <a:buClrTx/>
              <a:buSzTx/>
              <a:buFont typeface="Arial" panose="020B0604020202020204" pitchFamily="34" charset="0"/>
              <a:buChar char="•"/>
              <a:tabLst/>
              <a:defRPr/>
            </a:pPr>
            <a:r>
              <a:rPr lang="zh-TW" altLang="en-US" sz="1200" dirty="0">
                <a:solidFill>
                  <a:schemeClr val="tx1"/>
                </a:solidFill>
                <a:latin typeface="微軟正黑體" panose="020B0604030504040204" pitchFamily="34" charset="-120"/>
                <a:ea typeface="微軟正黑體" panose="020B0604030504040204" pitchFamily="34" charset="-120"/>
              </a:rPr>
              <a:t>子公司作業疑問依賴風管處人工回覆，效率有限</a:t>
            </a:r>
            <a:endParaRPr lang="en-US" altLang="zh-TW" sz="1200" dirty="0">
              <a:solidFill>
                <a:schemeClr val="tx1"/>
              </a:solidFill>
              <a:latin typeface="微軟正黑體" panose="020B0604030504040204" pitchFamily="34" charset="-120"/>
              <a:ea typeface="微軟正黑體" panose="020B0604030504040204" pitchFamily="34" charset="-120"/>
            </a:endParaRPr>
          </a:p>
          <a:p>
            <a:pPr marL="368550" marR="0" lvl="0" indent="-285750" algn="l" defTabSz="448006" rtl="0" eaLnBrk="1" fontAlgn="base" latinLnBrk="0" hangingPunct="1">
              <a:lnSpc>
                <a:spcPct val="100000"/>
              </a:lnSpc>
              <a:spcBef>
                <a:spcPct val="0"/>
              </a:spcBef>
              <a:spcAft>
                <a:spcPct val="0"/>
              </a:spcAft>
              <a:buClrTx/>
              <a:buSzTx/>
              <a:buFont typeface="Arial" panose="020B0604020202020204" pitchFamily="34" charset="0"/>
              <a:buChar char="•"/>
              <a:tabLst/>
              <a:defRPr/>
            </a:pPr>
            <a:r>
              <a:rPr lang="zh-TW" altLang="en-US" sz="1200" dirty="0">
                <a:solidFill>
                  <a:schemeClr val="tx1"/>
                </a:solidFill>
                <a:latin typeface="微軟正黑體" panose="020B0604030504040204" pitchFamily="34" charset="-120"/>
                <a:ea typeface="微軟正黑體" panose="020B0604030504040204" pitchFamily="34" charset="-120"/>
              </a:rPr>
              <a:t>申報邏輯（如金控法</a:t>
            </a:r>
            <a:r>
              <a:rPr lang="en-US" altLang="zh-TW" sz="1200" dirty="0">
                <a:solidFill>
                  <a:schemeClr val="tx1"/>
                </a:solidFill>
                <a:latin typeface="微軟正黑體" panose="020B0604030504040204" pitchFamily="34" charset="-120"/>
                <a:ea typeface="微軟正黑體" panose="020B0604030504040204" pitchFamily="34" charset="-120"/>
              </a:rPr>
              <a:t>§46</a:t>
            </a:r>
            <a:r>
              <a:rPr lang="zh-TW" altLang="en-US" sz="1200" dirty="0">
                <a:solidFill>
                  <a:schemeClr val="tx1"/>
                </a:solidFill>
                <a:latin typeface="微軟正黑體" panose="020B0604030504040204" pitchFamily="34" charset="-120"/>
                <a:ea typeface="微軟正黑體" panose="020B0604030504040204" pitchFamily="34" charset="-120"/>
              </a:rPr>
              <a:t>）可能發生理解不一致情形</a:t>
            </a:r>
            <a:endParaRPr lang="en-US" altLang="zh-TW" sz="1200" dirty="0">
              <a:solidFill>
                <a:schemeClr val="tx1"/>
              </a:solidFill>
              <a:latin typeface="微軟正黑體" panose="020B0604030504040204" pitchFamily="34" charset="-120"/>
              <a:ea typeface="微軟正黑體" panose="020B0604030504040204" pitchFamily="34" charset="-120"/>
            </a:endParaRPr>
          </a:p>
          <a:p>
            <a:pPr marL="368550" marR="0" lvl="0" indent="-285750" algn="l" defTabSz="448006" rtl="0" eaLnBrk="1" fontAlgn="base" latinLnBrk="0" hangingPunct="1">
              <a:lnSpc>
                <a:spcPct val="100000"/>
              </a:lnSpc>
              <a:spcBef>
                <a:spcPct val="0"/>
              </a:spcBef>
              <a:spcAft>
                <a:spcPct val="0"/>
              </a:spcAft>
              <a:buClrTx/>
              <a:buSzTx/>
              <a:buFont typeface="Arial" panose="020B0604020202020204" pitchFamily="34" charset="0"/>
              <a:buChar char="•"/>
              <a:tabLst/>
              <a:defRPr/>
            </a:pPr>
            <a:r>
              <a:rPr lang="zh-TW" altLang="en-US" sz="1200" dirty="0">
                <a:solidFill>
                  <a:schemeClr val="tx1"/>
                </a:solidFill>
                <a:latin typeface="微軟正黑體" panose="020B0604030504040204" pitchFamily="34" charset="-120"/>
                <a:ea typeface="微軟正黑體" panose="020B0604030504040204" pitchFamily="34" charset="-120"/>
              </a:rPr>
              <a:t>問答分散，知識未有效累積</a:t>
            </a:r>
            <a:endParaRPr kumimoji="0" lang="zh-TW" altLang="en-US" sz="12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endParaRPr>
          </a:p>
        </p:txBody>
      </p:sp>
      <p:sp>
        <p:nvSpPr>
          <p:cNvPr id="20" name="矩形 19">
            <a:extLst>
              <a:ext uri="{FF2B5EF4-FFF2-40B4-BE49-F238E27FC236}">
                <a16:creationId xmlns:a16="http://schemas.microsoft.com/office/drawing/2014/main" id="{09783D48-245E-3DEB-ACFD-C817899DFE71}"/>
              </a:ext>
            </a:extLst>
          </p:cNvPr>
          <p:cNvSpPr/>
          <p:nvPr/>
        </p:nvSpPr>
        <p:spPr bwMode="auto">
          <a:xfrm>
            <a:off x="155644" y="914572"/>
            <a:ext cx="1007234" cy="778466"/>
          </a:xfrm>
          <a:prstGeom prst="rect">
            <a:avLst/>
          </a:prstGeom>
          <a:solidFill>
            <a:schemeClr val="accent5">
              <a:lumMod val="75000"/>
            </a:schemeClr>
          </a:solidFill>
          <a:ln w="19050">
            <a:noFill/>
            <a:headEnd/>
            <a:tailEnd/>
          </a:ln>
          <a:scene3d>
            <a:camera prst="orthographicFront"/>
            <a:lightRig rig="threePt" dir="t"/>
          </a:scene3d>
          <a:sp3d>
            <a:bevelT/>
          </a:sp3d>
        </p:spPr>
        <p:style>
          <a:lnRef idx="2">
            <a:schemeClr val="accent5"/>
          </a:lnRef>
          <a:fillRef idx="1">
            <a:schemeClr val="lt1"/>
          </a:fillRef>
          <a:effectRef idx="0">
            <a:schemeClr val="accent5"/>
          </a:effectRef>
          <a:fontRef idx="minor">
            <a:schemeClr val="dk1"/>
          </a:fontRef>
        </p:style>
        <p:txBody>
          <a:bodyPr lIns="36728" tIns="36728" rIns="36728" bIns="36728" anchor="ctr"/>
          <a:lstStyle/>
          <a:p>
            <a:pPr marL="0" marR="0" lvl="0" indent="0" algn="ctr" defTabSz="457102" rtl="0" eaLnBrk="1" fontAlgn="base" latinLnBrk="0" hangingPunct="1">
              <a:lnSpc>
                <a:spcPct val="100000"/>
              </a:lnSpc>
              <a:spcBef>
                <a:spcPct val="0"/>
              </a:spcBef>
              <a:spcAft>
                <a:spcPct val="0"/>
              </a:spcAft>
              <a:buClrTx/>
              <a:buSzTx/>
              <a:buFontTx/>
              <a:buNone/>
              <a:tabLst/>
              <a:defRPr/>
            </a:pPr>
            <a:r>
              <a:rPr lang="zh-TW" altLang="en-US" sz="1400" dirty="0">
                <a:solidFill>
                  <a:prstClr val="white"/>
                </a:solidFill>
                <a:latin typeface="微軟正黑體" panose="020B0604030504040204" pitchFamily="34" charset="-120"/>
                <a:ea typeface="微軟正黑體" panose="020B0604030504040204" pitchFamily="34" charset="-120"/>
              </a:rPr>
              <a:t>背景</a:t>
            </a:r>
            <a:endParaRPr lang="en-US" altLang="zh-TW" sz="1400" dirty="0">
              <a:solidFill>
                <a:prstClr val="white"/>
              </a:solidFill>
              <a:latin typeface="微軟正黑體" panose="020B0604030504040204" pitchFamily="34" charset="-120"/>
              <a:ea typeface="微軟正黑體" panose="020B0604030504040204" pitchFamily="34" charset="-120"/>
            </a:endParaRPr>
          </a:p>
          <a:p>
            <a:pPr marL="0" marR="0" lvl="0" indent="0" algn="ctr" defTabSz="457102" rtl="0" eaLnBrk="1" fontAlgn="base" latinLnBrk="0" hangingPunct="1">
              <a:lnSpc>
                <a:spcPct val="100000"/>
              </a:lnSpc>
              <a:spcBef>
                <a:spcPct val="0"/>
              </a:spcBef>
              <a:spcAft>
                <a:spcPct val="0"/>
              </a:spcAft>
              <a:buClrTx/>
              <a:buSzTx/>
              <a:buFontTx/>
              <a:buNone/>
              <a:tabLst/>
              <a:defRPr/>
            </a:pPr>
            <a:r>
              <a:rPr lang="en-US" altLang="zh-TW" sz="1400" dirty="0">
                <a:solidFill>
                  <a:prstClr val="white"/>
                </a:solidFill>
                <a:latin typeface="微軟正黑體" panose="020B0604030504040204" pitchFamily="34" charset="-120"/>
                <a:ea typeface="微軟正黑體" panose="020B0604030504040204" pitchFamily="34" charset="-120"/>
              </a:rPr>
              <a:t>&amp;</a:t>
            </a:r>
          </a:p>
          <a:p>
            <a:pPr marL="0" marR="0" lvl="0" indent="0" algn="ctr" defTabSz="457102" rtl="0" eaLnBrk="1" fontAlgn="base" latinLnBrk="0" hangingPunct="1">
              <a:lnSpc>
                <a:spcPct val="100000"/>
              </a:lnSpc>
              <a:spcBef>
                <a:spcPct val="0"/>
              </a:spcBef>
              <a:spcAft>
                <a:spcPct val="0"/>
              </a:spcAft>
              <a:buClrTx/>
              <a:buSzTx/>
              <a:buFontTx/>
              <a:buNone/>
              <a:tabLst/>
              <a:defRPr/>
            </a:pPr>
            <a:r>
              <a:rPr lang="zh-TW" altLang="en-US" sz="1400" dirty="0">
                <a:solidFill>
                  <a:prstClr val="white"/>
                </a:solidFill>
                <a:latin typeface="微軟正黑體" panose="020B0604030504040204" pitchFamily="34" charset="-120"/>
                <a:ea typeface="微軟正黑體" panose="020B0604030504040204" pitchFamily="34" charset="-120"/>
              </a:rPr>
              <a:t>痛點</a:t>
            </a:r>
            <a:endParaRPr kumimoji="0" lang="en-US" altLang="zh-TW" sz="1400" b="1" i="0" u="none" strike="noStrike" kern="1200" cap="none" spc="0" normalizeH="0" baseline="0" noProof="0" dirty="0">
              <a:ln>
                <a:noFill/>
              </a:ln>
              <a:solidFill>
                <a:prstClr val="white"/>
              </a:solidFill>
              <a:effectLst/>
              <a:uLnTx/>
              <a:uFillTx/>
              <a:latin typeface="微軟正黑體" panose="020B0604030504040204" pitchFamily="34" charset="-120"/>
              <a:ea typeface="微軟正黑體" panose="020B0604030504040204" pitchFamily="34" charset="-120"/>
              <a:cs typeface="+mn-cs"/>
            </a:endParaRPr>
          </a:p>
        </p:txBody>
      </p:sp>
      <p:sp>
        <p:nvSpPr>
          <p:cNvPr id="8" name="爆炸: 十四角 7">
            <a:extLst>
              <a:ext uri="{FF2B5EF4-FFF2-40B4-BE49-F238E27FC236}">
                <a16:creationId xmlns:a16="http://schemas.microsoft.com/office/drawing/2014/main" id="{A738AF78-8270-ADE8-E3F6-099B4563B454}"/>
              </a:ext>
            </a:extLst>
          </p:cNvPr>
          <p:cNvSpPr/>
          <p:nvPr/>
        </p:nvSpPr>
        <p:spPr bwMode="auto">
          <a:xfrm>
            <a:off x="-40438" y="694177"/>
            <a:ext cx="529734" cy="547522"/>
          </a:xfrm>
          <a:prstGeom prst="irregularSeal2">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30" name="矩形 29">
            <a:extLst>
              <a:ext uri="{FF2B5EF4-FFF2-40B4-BE49-F238E27FC236}">
                <a16:creationId xmlns:a16="http://schemas.microsoft.com/office/drawing/2014/main" id="{0A81B49F-8BD9-2FD7-FD38-CD5B59A47834}"/>
              </a:ext>
            </a:extLst>
          </p:cNvPr>
          <p:cNvSpPr/>
          <p:nvPr/>
        </p:nvSpPr>
        <p:spPr bwMode="auto">
          <a:xfrm>
            <a:off x="398791" y="5028437"/>
            <a:ext cx="902892" cy="778466"/>
          </a:xfrm>
          <a:prstGeom prst="rect">
            <a:avLst/>
          </a:prstGeom>
          <a:solidFill>
            <a:schemeClr val="accent5">
              <a:lumMod val="75000"/>
            </a:schemeClr>
          </a:solidFill>
          <a:ln w="19050">
            <a:noFill/>
            <a:headEnd/>
            <a:tailEnd/>
          </a:ln>
          <a:scene3d>
            <a:camera prst="orthographicFront"/>
            <a:lightRig rig="threePt" dir="t"/>
          </a:scene3d>
          <a:sp3d>
            <a:bevelT/>
          </a:sp3d>
        </p:spPr>
        <p:style>
          <a:lnRef idx="2">
            <a:schemeClr val="accent5"/>
          </a:lnRef>
          <a:fillRef idx="1">
            <a:schemeClr val="lt1"/>
          </a:fillRef>
          <a:effectRef idx="0">
            <a:schemeClr val="accent5"/>
          </a:effectRef>
          <a:fontRef idx="minor">
            <a:schemeClr val="dk1"/>
          </a:fontRef>
        </p:style>
        <p:txBody>
          <a:bodyPr lIns="36728" tIns="36728" rIns="36728" bIns="36728" anchor="ctr"/>
          <a:lstStyle/>
          <a:p>
            <a:pPr marL="0" marR="0" lvl="0" indent="0" algn="ctr" defTabSz="457102" rtl="0" eaLnBrk="1" fontAlgn="base" latinLnBrk="0" hangingPunct="1">
              <a:lnSpc>
                <a:spcPct val="100000"/>
              </a:lnSpc>
              <a:spcBef>
                <a:spcPct val="0"/>
              </a:spcBef>
              <a:spcAft>
                <a:spcPct val="0"/>
              </a:spcAft>
              <a:buClrTx/>
              <a:buSzTx/>
              <a:buFontTx/>
              <a:buNone/>
              <a:tabLst/>
              <a:defRPr/>
            </a:pPr>
            <a:r>
              <a:rPr lang="zh-TW" altLang="en-US" sz="1400" dirty="0">
                <a:solidFill>
                  <a:prstClr val="white"/>
                </a:solidFill>
                <a:latin typeface="微軟正黑體" panose="020B0604030504040204" pitchFamily="34" charset="-120"/>
                <a:ea typeface="微軟正黑體" panose="020B0604030504040204" pitchFamily="34" charset="-120"/>
              </a:rPr>
              <a:t>成果</a:t>
            </a:r>
            <a:endParaRPr lang="en-US" altLang="zh-TW" sz="1400" dirty="0">
              <a:solidFill>
                <a:prstClr val="white"/>
              </a:solidFill>
              <a:latin typeface="微軟正黑體" panose="020B0604030504040204" pitchFamily="34" charset="-120"/>
              <a:ea typeface="微軟正黑體" panose="020B0604030504040204" pitchFamily="34" charset="-120"/>
            </a:endParaRPr>
          </a:p>
          <a:p>
            <a:pPr marL="0" marR="0" lvl="0" indent="0" algn="ctr" defTabSz="457102" rtl="0" eaLnBrk="1" fontAlgn="base" latinLnBrk="0" hangingPunct="1">
              <a:lnSpc>
                <a:spcPct val="100000"/>
              </a:lnSpc>
              <a:spcBef>
                <a:spcPct val="0"/>
              </a:spcBef>
              <a:spcAft>
                <a:spcPct val="0"/>
              </a:spcAft>
              <a:buClrTx/>
              <a:buSzTx/>
              <a:buFontTx/>
              <a:buNone/>
              <a:tabLst/>
              <a:defRPr/>
            </a:pPr>
            <a:r>
              <a:rPr lang="en-US" altLang="zh-TW" sz="1400" dirty="0">
                <a:solidFill>
                  <a:prstClr val="white"/>
                </a:solidFill>
                <a:latin typeface="微軟正黑體" panose="020B0604030504040204" pitchFamily="34" charset="-120"/>
                <a:ea typeface="微軟正黑體" panose="020B0604030504040204" pitchFamily="34" charset="-120"/>
              </a:rPr>
              <a:t>&amp;</a:t>
            </a:r>
          </a:p>
          <a:p>
            <a:pPr lvl="0" algn="ctr" defTabSz="457102">
              <a:defRPr/>
            </a:pPr>
            <a:r>
              <a:rPr lang="zh-TW" altLang="en-US" sz="1400" dirty="0">
                <a:solidFill>
                  <a:prstClr val="white"/>
                </a:solidFill>
                <a:latin typeface="微軟正黑體" panose="020B0604030504040204" pitchFamily="34" charset="-120"/>
                <a:ea typeface="微軟正黑體" panose="020B0604030504040204" pitchFamily="34" charset="-120"/>
              </a:rPr>
              <a:t>效益</a:t>
            </a:r>
            <a:endParaRPr kumimoji="0" lang="en-US" altLang="zh-TW" sz="1400" b="1" i="0" u="none" strike="noStrike" kern="1200" cap="none" spc="0" normalizeH="0" baseline="0" noProof="0" dirty="0">
              <a:ln>
                <a:noFill/>
              </a:ln>
              <a:solidFill>
                <a:prstClr val="white"/>
              </a:solidFill>
              <a:effectLst/>
              <a:uLnTx/>
              <a:uFillTx/>
              <a:latin typeface="微軟正黑體" panose="020B0604030504040204" pitchFamily="34" charset="-120"/>
              <a:ea typeface="微軟正黑體" panose="020B0604030504040204" pitchFamily="34" charset="-120"/>
              <a:cs typeface="+mn-cs"/>
            </a:endParaRPr>
          </a:p>
        </p:txBody>
      </p:sp>
      <p:graphicFrame>
        <p:nvGraphicFramePr>
          <p:cNvPr id="38" name="表格 37">
            <a:extLst>
              <a:ext uri="{FF2B5EF4-FFF2-40B4-BE49-F238E27FC236}">
                <a16:creationId xmlns:a16="http://schemas.microsoft.com/office/drawing/2014/main" id="{A3808235-23E5-10BA-E819-01A721B20899}"/>
              </a:ext>
            </a:extLst>
          </p:cNvPr>
          <p:cNvGraphicFramePr>
            <a:graphicFrameLocks noGrp="1"/>
          </p:cNvGraphicFramePr>
          <p:nvPr/>
        </p:nvGraphicFramePr>
        <p:xfrm>
          <a:off x="1542957" y="5308536"/>
          <a:ext cx="5216659" cy="1302090"/>
        </p:xfrm>
        <a:graphic>
          <a:graphicData uri="http://schemas.openxmlformats.org/drawingml/2006/table">
            <a:tbl>
              <a:tblPr/>
              <a:tblGrid>
                <a:gridCol w="1972056">
                  <a:extLst>
                    <a:ext uri="{9D8B030D-6E8A-4147-A177-3AD203B41FA5}">
                      <a16:colId xmlns:a16="http://schemas.microsoft.com/office/drawing/2014/main" val="2663169832"/>
                    </a:ext>
                  </a:extLst>
                </a:gridCol>
                <a:gridCol w="1517789">
                  <a:extLst>
                    <a:ext uri="{9D8B030D-6E8A-4147-A177-3AD203B41FA5}">
                      <a16:colId xmlns:a16="http://schemas.microsoft.com/office/drawing/2014/main" val="4002796168"/>
                    </a:ext>
                  </a:extLst>
                </a:gridCol>
                <a:gridCol w="1726814">
                  <a:extLst>
                    <a:ext uri="{9D8B030D-6E8A-4147-A177-3AD203B41FA5}">
                      <a16:colId xmlns:a16="http://schemas.microsoft.com/office/drawing/2014/main" val="3594042834"/>
                    </a:ext>
                  </a:extLst>
                </a:gridCol>
              </a:tblGrid>
              <a:tr h="434030">
                <a:tc>
                  <a:txBody>
                    <a:bodyPr/>
                    <a:lstStyle/>
                    <a:p>
                      <a:pPr algn="l" fontAlgn="ctr"/>
                      <a:r>
                        <a:rPr lang="zh-TW" altLang="en-US" sz="1400" b="1" i="0" u="none" strike="noStrike" dirty="0">
                          <a:solidFill>
                            <a:schemeClr val="accent2">
                              <a:lumMod val="50000"/>
                            </a:schemeClr>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效率提升</a:t>
                      </a:r>
                    </a:p>
                  </a:txBody>
                  <a:tcPr marL="8313" marR="8313" marT="8313" marB="0" anchor="ctr">
                    <a:lnL w="8313" cap="flat" cmpd="sng" algn="ctr">
                      <a:solidFill>
                        <a:srgbClr val="E6E6E6"/>
                      </a:solidFill>
                      <a:prstDash val="solid"/>
                      <a:round/>
                      <a:headEnd type="none" w="med" len="med"/>
                      <a:tailEnd type="none" w="med" len="med"/>
                    </a:lnL>
                    <a:lnR w="8313" cap="flat" cmpd="sng" algn="ctr">
                      <a:solidFill>
                        <a:srgbClr val="E6E6E6"/>
                      </a:solidFill>
                      <a:prstDash val="solid"/>
                      <a:round/>
                      <a:headEnd type="none" w="med" len="med"/>
                      <a:tailEnd type="none" w="med" len="med"/>
                    </a:lnR>
                    <a:lnT w="8313" cap="flat" cmpd="sng" algn="ctr">
                      <a:solidFill>
                        <a:srgbClr val="E6E6E6"/>
                      </a:solidFill>
                      <a:prstDash val="solid"/>
                      <a:round/>
                      <a:headEnd type="none" w="med" len="med"/>
                      <a:tailEnd type="none" w="med" len="med"/>
                    </a:lnT>
                    <a:lnB w="8313" cap="flat" cmpd="sng" algn="ctr">
                      <a:solidFill>
                        <a:srgbClr val="E6E6E6"/>
                      </a:solidFill>
                      <a:prstDash val="solid"/>
                      <a:round/>
                      <a:headEnd type="none" w="med" len="med"/>
                      <a:tailEnd type="none" w="med" len="med"/>
                    </a:lnB>
                    <a:solidFill>
                      <a:schemeClr val="bg1">
                        <a:lumMod val="85000"/>
                      </a:schemeClr>
                    </a:solidFill>
                  </a:tcPr>
                </a:tc>
                <a:tc>
                  <a:txBody>
                    <a:bodyPr/>
                    <a:lstStyle/>
                    <a:p>
                      <a:pPr algn="ctr" fontAlgn="ctr"/>
                      <a:r>
                        <a:rPr lang="zh-TW" altLang="en-US" sz="1400" b="1" i="0" u="none" strike="noStrike" dirty="0">
                          <a:solidFill>
                            <a:srgbClr val="000000"/>
                          </a:solidFill>
                          <a:effectLst/>
                          <a:latin typeface="微軟正黑體" panose="020B0604030504040204" pitchFamily="34" charset="-120"/>
                          <a:ea typeface="微軟正黑體" panose="020B0604030504040204" pitchFamily="34" charset="-120"/>
                        </a:rPr>
                        <a:t>即時回覆問題</a:t>
                      </a:r>
                    </a:p>
                  </a:txBody>
                  <a:tcPr marL="8313" marR="8313" marT="8313" marB="0" anchor="ctr">
                    <a:lnL w="8313" cap="flat" cmpd="sng" algn="ctr">
                      <a:solidFill>
                        <a:srgbClr val="E6E6E6"/>
                      </a:solidFill>
                      <a:prstDash val="solid"/>
                      <a:round/>
                      <a:headEnd type="none" w="med" len="med"/>
                      <a:tailEnd type="none" w="med" len="med"/>
                    </a:lnL>
                    <a:lnR w="8313" cap="flat" cmpd="sng" algn="ctr">
                      <a:solidFill>
                        <a:srgbClr val="E6E6E6"/>
                      </a:solidFill>
                      <a:prstDash val="solid"/>
                      <a:round/>
                      <a:headEnd type="none" w="med" len="med"/>
                      <a:tailEnd type="none" w="med" len="med"/>
                    </a:lnR>
                    <a:lnT w="8313" cap="flat" cmpd="sng" algn="ctr">
                      <a:solidFill>
                        <a:srgbClr val="E6E6E6"/>
                      </a:solidFill>
                      <a:prstDash val="solid"/>
                      <a:round/>
                      <a:headEnd type="none" w="med" len="med"/>
                      <a:tailEnd type="none" w="med" len="med"/>
                    </a:lnT>
                    <a:lnB w="8313" cap="flat" cmpd="sng" algn="ctr">
                      <a:solidFill>
                        <a:srgbClr val="E6E6E6"/>
                      </a:solidFill>
                      <a:prstDash val="solid"/>
                      <a:round/>
                      <a:headEnd type="none" w="med" len="med"/>
                      <a:tailEnd type="none" w="med" len="med"/>
                    </a:lnB>
                    <a:solidFill>
                      <a:srgbClr val="F5F5F5"/>
                    </a:solidFill>
                  </a:tcPr>
                </a:tc>
                <a:tc>
                  <a:txBody>
                    <a:bodyPr/>
                    <a:lstStyle/>
                    <a:p>
                      <a:pPr algn="ctr" fontAlgn="ctr"/>
                      <a:r>
                        <a:rPr lang="zh-TW" altLang="en-US" sz="1400" b="1" i="0" u="none" strike="noStrike">
                          <a:solidFill>
                            <a:srgbClr val="000000"/>
                          </a:solidFill>
                          <a:effectLst/>
                          <a:latin typeface="微軟正黑體" panose="020B0604030504040204" pitchFamily="34" charset="-120"/>
                          <a:ea typeface="微軟正黑體" panose="020B0604030504040204" pitchFamily="34" charset="-120"/>
                        </a:rPr>
                        <a:t>降低人工負擔</a:t>
                      </a:r>
                    </a:p>
                  </a:txBody>
                  <a:tcPr marL="8313" marR="8313" marT="8313" marB="0" anchor="ctr">
                    <a:lnL w="8313" cap="flat" cmpd="sng" algn="ctr">
                      <a:solidFill>
                        <a:srgbClr val="E6E6E6"/>
                      </a:solidFill>
                      <a:prstDash val="solid"/>
                      <a:round/>
                      <a:headEnd type="none" w="med" len="med"/>
                      <a:tailEnd type="none" w="med" len="med"/>
                    </a:lnL>
                    <a:lnR w="8313" cap="flat" cmpd="sng" algn="ctr">
                      <a:solidFill>
                        <a:srgbClr val="E6E6E6"/>
                      </a:solidFill>
                      <a:prstDash val="solid"/>
                      <a:round/>
                      <a:headEnd type="none" w="med" len="med"/>
                      <a:tailEnd type="none" w="med" len="med"/>
                    </a:lnR>
                    <a:lnT w="8313" cap="flat" cmpd="sng" algn="ctr">
                      <a:solidFill>
                        <a:srgbClr val="E6E6E6"/>
                      </a:solidFill>
                      <a:prstDash val="solid"/>
                      <a:round/>
                      <a:headEnd type="none" w="med" len="med"/>
                      <a:tailEnd type="none" w="med" len="med"/>
                    </a:lnT>
                    <a:lnB w="8313"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2664425441"/>
                  </a:ext>
                </a:extLst>
              </a:tr>
              <a:tr h="434030">
                <a:tc>
                  <a:txBody>
                    <a:bodyPr/>
                    <a:lstStyle/>
                    <a:p>
                      <a:pPr algn="l" fontAlgn="ctr"/>
                      <a:r>
                        <a:rPr lang="zh-TW" altLang="en-US" sz="1400" b="1" i="0" u="none" strike="noStrike" dirty="0">
                          <a:solidFill>
                            <a:schemeClr val="accent2">
                              <a:lumMod val="50000"/>
                            </a:schemeClr>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資料品質強化</a:t>
                      </a:r>
                    </a:p>
                  </a:txBody>
                  <a:tcPr marL="8313" marR="8313" marT="8313" marB="0" anchor="ctr">
                    <a:lnL w="8313" cap="flat" cmpd="sng" algn="ctr">
                      <a:solidFill>
                        <a:srgbClr val="E6E6E6"/>
                      </a:solidFill>
                      <a:prstDash val="solid"/>
                      <a:round/>
                      <a:headEnd type="none" w="med" len="med"/>
                      <a:tailEnd type="none" w="med" len="med"/>
                    </a:lnL>
                    <a:lnR w="8313" cap="flat" cmpd="sng" algn="ctr">
                      <a:solidFill>
                        <a:srgbClr val="E6E6E6"/>
                      </a:solidFill>
                      <a:prstDash val="solid"/>
                      <a:round/>
                      <a:headEnd type="none" w="med" len="med"/>
                      <a:tailEnd type="none" w="med" len="med"/>
                    </a:lnR>
                    <a:lnT w="8313" cap="flat" cmpd="sng" algn="ctr">
                      <a:solidFill>
                        <a:srgbClr val="E6E6E6"/>
                      </a:solidFill>
                      <a:prstDash val="solid"/>
                      <a:round/>
                      <a:headEnd type="none" w="med" len="med"/>
                      <a:tailEnd type="none" w="med" len="med"/>
                    </a:lnT>
                    <a:lnB w="8313" cap="flat" cmpd="sng" algn="ctr">
                      <a:solidFill>
                        <a:srgbClr val="E6E6E6"/>
                      </a:solidFill>
                      <a:prstDash val="solid"/>
                      <a:round/>
                      <a:headEnd type="none" w="med" len="med"/>
                      <a:tailEnd type="none" w="med" len="med"/>
                    </a:lnB>
                    <a:solidFill>
                      <a:schemeClr val="accent5">
                        <a:lumMod val="60000"/>
                        <a:lumOff val="40000"/>
                      </a:schemeClr>
                    </a:solidFill>
                  </a:tcPr>
                </a:tc>
                <a:tc>
                  <a:txBody>
                    <a:bodyPr/>
                    <a:lstStyle/>
                    <a:p>
                      <a:pPr algn="ctr" fontAlgn="ctr"/>
                      <a:r>
                        <a:rPr lang="zh-TW" altLang="en-US" sz="1400" b="1" i="0" u="none" strike="noStrike" dirty="0">
                          <a:solidFill>
                            <a:srgbClr val="000000"/>
                          </a:solidFill>
                          <a:effectLst/>
                          <a:latin typeface="微軟正黑體" panose="020B0604030504040204" pitchFamily="34" charset="-120"/>
                          <a:ea typeface="微軟正黑體" panose="020B0604030504040204" pitchFamily="34" charset="-120"/>
                        </a:rPr>
                        <a:t>統一申報標準</a:t>
                      </a:r>
                    </a:p>
                  </a:txBody>
                  <a:tcPr marL="8313" marR="8313" marT="8313" marB="0" anchor="ctr">
                    <a:lnL w="8313" cap="flat" cmpd="sng" algn="ctr">
                      <a:solidFill>
                        <a:srgbClr val="E6E6E6"/>
                      </a:solidFill>
                      <a:prstDash val="solid"/>
                      <a:round/>
                      <a:headEnd type="none" w="med" len="med"/>
                      <a:tailEnd type="none" w="med" len="med"/>
                    </a:lnL>
                    <a:lnR w="8313" cap="flat" cmpd="sng" algn="ctr">
                      <a:solidFill>
                        <a:srgbClr val="E6E6E6"/>
                      </a:solidFill>
                      <a:prstDash val="solid"/>
                      <a:round/>
                      <a:headEnd type="none" w="med" len="med"/>
                      <a:tailEnd type="none" w="med" len="med"/>
                    </a:lnR>
                    <a:lnT w="8313" cap="flat" cmpd="sng" algn="ctr">
                      <a:solidFill>
                        <a:srgbClr val="E6E6E6"/>
                      </a:solidFill>
                      <a:prstDash val="solid"/>
                      <a:round/>
                      <a:headEnd type="none" w="med" len="med"/>
                      <a:tailEnd type="none" w="med" len="med"/>
                    </a:lnT>
                    <a:lnB w="8313" cap="flat" cmpd="sng" algn="ctr">
                      <a:solidFill>
                        <a:srgbClr val="E6E6E6"/>
                      </a:solidFill>
                      <a:prstDash val="solid"/>
                      <a:round/>
                      <a:headEnd type="none" w="med" len="med"/>
                      <a:tailEnd type="none" w="med" len="med"/>
                    </a:lnB>
                    <a:solidFill>
                      <a:schemeClr val="accent5">
                        <a:lumMod val="20000"/>
                        <a:lumOff val="80000"/>
                      </a:schemeClr>
                    </a:solidFill>
                  </a:tcPr>
                </a:tc>
                <a:tc>
                  <a:txBody>
                    <a:bodyPr/>
                    <a:lstStyle/>
                    <a:p>
                      <a:pPr algn="ctr" fontAlgn="ctr"/>
                      <a:r>
                        <a:rPr lang="zh-TW" altLang="en-US" sz="1400" b="1" i="0" u="none" strike="noStrike" dirty="0">
                          <a:solidFill>
                            <a:srgbClr val="000000"/>
                          </a:solidFill>
                          <a:effectLst/>
                          <a:latin typeface="微軟正黑體" panose="020B0604030504040204" pitchFamily="34" charset="-120"/>
                          <a:ea typeface="微軟正黑體" panose="020B0604030504040204" pitchFamily="34" charset="-120"/>
                        </a:rPr>
                        <a:t>減少誤判</a:t>
                      </a:r>
                    </a:p>
                  </a:txBody>
                  <a:tcPr marL="8313" marR="8313" marT="8313" marB="0" anchor="ctr">
                    <a:lnL w="8313" cap="flat" cmpd="sng" algn="ctr">
                      <a:solidFill>
                        <a:srgbClr val="E6E6E6"/>
                      </a:solidFill>
                      <a:prstDash val="solid"/>
                      <a:round/>
                      <a:headEnd type="none" w="med" len="med"/>
                      <a:tailEnd type="none" w="med" len="med"/>
                    </a:lnL>
                    <a:lnR w="8313" cap="flat" cmpd="sng" algn="ctr">
                      <a:solidFill>
                        <a:srgbClr val="E6E6E6"/>
                      </a:solidFill>
                      <a:prstDash val="solid"/>
                      <a:round/>
                      <a:headEnd type="none" w="med" len="med"/>
                      <a:tailEnd type="none" w="med" len="med"/>
                    </a:lnR>
                    <a:lnT w="8313" cap="flat" cmpd="sng" algn="ctr">
                      <a:solidFill>
                        <a:srgbClr val="E6E6E6"/>
                      </a:solidFill>
                      <a:prstDash val="solid"/>
                      <a:round/>
                      <a:headEnd type="none" w="med" len="med"/>
                      <a:tailEnd type="none" w="med" len="med"/>
                    </a:lnT>
                    <a:lnB w="8313" cap="flat" cmpd="sng" algn="ctr">
                      <a:solidFill>
                        <a:srgbClr val="E6E6E6"/>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878639789"/>
                  </a:ext>
                </a:extLst>
              </a:tr>
              <a:tr h="434030">
                <a:tc>
                  <a:txBody>
                    <a:bodyPr/>
                    <a:lstStyle/>
                    <a:p>
                      <a:pPr algn="l" fontAlgn="ctr"/>
                      <a:r>
                        <a:rPr lang="zh-TW" altLang="en-US" sz="1400" b="1" i="0" u="none" strike="noStrike" dirty="0">
                          <a:solidFill>
                            <a:schemeClr val="accent2">
                              <a:lumMod val="50000"/>
                            </a:schemeClr>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知識資產化</a:t>
                      </a:r>
                    </a:p>
                  </a:txBody>
                  <a:tcPr marL="8313" marR="8313" marT="8313" marB="0" anchor="ctr">
                    <a:lnL w="8313" cap="flat" cmpd="sng" algn="ctr">
                      <a:solidFill>
                        <a:srgbClr val="E6E6E6"/>
                      </a:solidFill>
                      <a:prstDash val="solid"/>
                      <a:round/>
                      <a:headEnd type="none" w="med" len="med"/>
                      <a:tailEnd type="none" w="med" len="med"/>
                    </a:lnL>
                    <a:lnR w="8313" cap="flat" cmpd="sng" algn="ctr">
                      <a:solidFill>
                        <a:srgbClr val="E6E6E6"/>
                      </a:solidFill>
                      <a:prstDash val="solid"/>
                      <a:round/>
                      <a:headEnd type="none" w="med" len="med"/>
                      <a:tailEnd type="none" w="med" len="med"/>
                    </a:lnR>
                    <a:lnT w="8313" cap="flat" cmpd="sng" algn="ctr">
                      <a:solidFill>
                        <a:srgbClr val="E6E6E6"/>
                      </a:solidFill>
                      <a:prstDash val="solid"/>
                      <a:round/>
                      <a:headEnd type="none" w="med" len="med"/>
                      <a:tailEnd type="none" w="med" len="med"/>
                    </a:lnT>
                    <a:lnB w="8313" cap="flat" cmpd="sng" algn="ctr">
                      <a:solidFill>
                        <a:srgbClr val="E6E6E6"/>
                      </a:solidFill>
                      <a:prstDash val="solid"/>
                      <a:round/>
                      <a:headEnd type="none" w="med" len="med"/>
                      <a:tailEnd type="none" w="med" len="med"/>
                    </a:lnB>
                    <a:solidFill>
                      <a:schemeClr val="bg1">
                        <a:lumMod val="85000"/>
                      </a:schemeClr>
                    </a:solidFill>
                  </a:tcPr>
                </a:tc>
                <a:tc>
                  <a:txBody>
                    <a:bodyPr/>
                    <a:lstStyle/>
                    <a:p>
                      <a:pPr algn="ctr" fontAlgn="ctr"/>
                      <a:r>
                        <a:rPr lang="en-US" sz="1400" b="1" i="0" u="none" strike="noStrike" dirty="0">
                          <a:solidFill>
                            <a:srgbClr val="000000"/>
                          </a:solidFill>
                          <a:effectLst/>
                          <a:latin typeface="微軟正黑體" panose="020B0604030504040204" pitchFamily="34" charset="-120"/>
                          <a:ea typeface="微軟正黑體" panose="020B0604030504040204" pitchFamily="34" charset="-120"/>
                        </a:rPr>
                        <a:t>FAQ</a:t>
                      </a:r>
                      <a:r>
                        <a:rPr lang="zh-TW" altLang="en-US" sz="1400" b="1" i="0" u="none" strike="noStrike" dirty="0">
                          <a:solidFill>
                            <a:srgbClr val="000000"/>
                          </a:solidFill>
                          <a:effectLst/>
                          <a:latin typeface="微軟正黑體" panose="020B0604030504040204" pitchFamily="34" charset="-120"/>
                          <a:ea typeface="微軟正黑體" panose="020B0604030504040204" pitchFamily="34" charset="-120"/>
                        </a:rPr>
                        <a:t>結構化</a:t>
                      </a:r>
                    </a:p>
                  </a:txBody>
                  <a:tcPr marL="8313" marR="8313" marT="8313" marB="0" anchor="ctr">
                    <a:lnL w="8313" cap="flat" cmpd="sng" algn="ctr">
                      <a:solidFill>
                        <a:srgbClr val="E6E6E6"/>
                      </a:solidFill>
                      <a:prstDash val="solid"/>
                      <a:round/>
                      <a:headEnd type="none" w="med" len="med"/>
                      <a:tailEnd type="none" w="med" len="med"/>
                    </a:lnL>
                    <a:lnR w="8313" cap="flat" cmpd="sng" algn="ctr">
                      <a:solidFill>
                        <a:srgbClr val="E6E6E6"/>
                      </a:solidFill>
                      <a:prstDash val="solid"/>
                      <a:round/>
                      <a:headEnd type="none" w="med" len="med"/>
                      <a:tailEnd type="none" w="med" len="med"/>
                    </a:lnR>
                    <a:lnT w="8313" cap="flat" cmpd="sng" algn="ctr">
                      <a:solidFill>
                        <a:srgbClr val="E6E6E6"/>
                      </a:solidFill>
                      <a:prstDash val="solid"/>
                      <a:round/>
                      <a:headEnd type="none" w="med" len="med"/>
                      <a:tailEnd type="none" w="med" len="med"/>
                    </a:lnT>
                    <a:lnB w="8313" cap="flat" cmpd="sng" algn="ctr">
                      <a:solidFill>
                        <a:srgbClr val="E6E6E6"/>
                      </a:solidFill>
                      <a:prstDash val="solid"/>
                      <a:round/>
                      <a:headEnd type="none" w="med" len="med"/>
                      <a:tailEnd type="none" w="med" len="med"/>
                    </a:lnB>
                    <a:solidFill>
                      <a:srgbClr val="F5F5F5"/>
                    </a:solidFill>
                  </a:tcPr>
                </a:tc>
                <a:tc>
                  <a:txBody>
                    <a:bodyPr/>
                    <a:lstStyle/>
                    <a:p>
                      <a:pPr algn="ctr" fontAlgn="ctr"/>
                      <a:r>
                        <a:rPr lang="zh-TW" altLang="en-US" sz="1400" b="1" i="0" u="none" strike="noStrike" dirty="0">
                          <a:solidFill>
                            <a:srgbClr val="000000"/>
                          </a:solidFill>
                          <a:effectLst/>
                          <a:latin typeface="微軟正黑體" panose="020B0604030504040204" pitchFamily="34" charset="-120"/>
                          <a:ea typeface="微軟正黑體" panose="020B0604030504040204" pitchFamily="34" charset="-120"/>
                        </a:rPr>
                        <a:t>降低人員依賴</a:t>
                      </a:r>
                    </a:p>
                  </a:txBody>
                  <a:tcPr marL="8313" marR="8313" marT="8313" marB="0" anchor="ctr">
                    <a:lnL w="8313" cap="flat" cmpd="sng" algn="ctr">
                      <a:solidFill>
                        <a:srgbClr val="E6E6E6"/>
                      </a:solidFill>
                      <a:prstDash val="solid"/>
                      <a:round/>
                      <a:headEnd type="none" w="med" len="med"/>
                      <a:tailEnd type="none" w="med" len="med"/>
                    </a:lnL>
                    <a:lnR w="8313" cap="flat" cmpd="sng" algn="ctr">
                      <a:solidFill>
                        <a:srgbClr val="E6E6E6"/>
                      </a:solidFill>
                      <a:prstDash val="solid"/>
                      <a:round/>
                      <a:headEnd type="none" w="med" len="med"/>
                      <a:tailEnd type="none" w="med" len="med"/>
                    </a:lnR>
                    <a:lnT w="8313" cap="flat" cmpd="sng" algn="ctr">
                      <a:solidFill>
                        <a:srgbClr val="E6E6E6"/>
                      </a:solidFill>
                      <a:prstDash val="solid"/>
                      <a:round/>
                      <a:headEnd type="none" w="med" len="med"/>
                      <a:tailEnd type="none" w="med" len="med"/>
                    </a:lnT>
                    <a:lnB w="8313"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557544488"/>
                  </a:ext>
                </a:extLst>
              </a:tr>
            </a:tbl>
          </a:graphicData>
        </a:graphic>
      </p:graphicFrame>
      <p:sp>
        <p:nvSpPr>
          <p:cNvPr id="44" name="箭號: 燕尾形向右 43">
            <a:extLst>
              <a:ext uri="{FF2B5EF4-FFF2-40B4-BE49-F238E27FC236}">
                <a16:creationId xmlns:a16="http://schemas.microsoft.com/office/drawing/2014/main" id="{272B789C-EB01-AECE-C791-9C6E84C1B63F}"/>
              </a:ext>
            </a:extLst>
          </p:cNvPr>
          <p:cNvSpPr/>
          <p:nvPr/>
        </p:nvSpPr>
        <p:spPr bwMode="auto">
          <a:xfrm>
            <a:off x="2548886" y="5463399"/>
            <a:ext cx="369318" cy="194152"/>
          </a:xfrm>
          <a:prstGeom prst="notched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dirty="0">
              <a:ln>
                <a:noFill/>
              </a:ln>
              <a:solidFill>
                <a:schemeClr val="tx1"/>
              </a:solidFill>
              <a:effectLst/>
              <a:latin typeface="Arial" charset="0"/>
              <a:ea typeface="华文楷体" pitchFamily="2" charset="-122"/>
            </a:endParaRPr>
          </a:p>
        </p:txBody>
      </p:sp>
      <p:sp>
        <p:nvSpPr>
          <p:cNvPr id="47" name="箭號: 燕尾形向右 46">
            <a:extLst>
              <a:ext uri="{FF2B5EF4-FFF2-40B4-BE49-F238E27FC236}">
                <a16:creationId xmlns:a16="http://schemas.microsoft.com/office/drawing/2014/main" id="{DAF1B785-C8DF-2A41-E152-C5957A3CB867}"/>
              </a:ext>
            </a:extLst>
          </p:cNvPr>
          <p:cNvSpPr/>
          <p:nvPr/>
        </p:nvSpPr>
        <p:spPr bwMode="auto">
          <a:xfrm>
            <a:off x="2975073" y="6321147"/>
            <a:ext cx="369318" cy="194152"/>
          </a:xfrm>
          <a:prstGeom prst="notched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dirty="0">
              <a:ln>
                <a:noFill/>
              </a:ln>
              <a:solidFill>
                <a:schemeClr val="tx1"/>
              </a:solidFill>
              <a:effectLst/>
              <a:latin typeface="Arial" charset="0"/>
              <a:ea typeface="华文楷体" pitchFamily="2" charset="-122"/>
            </a:endParaRPr>
          </a:p>
        </p:txBody>
      </p:sp>
      <p:sp>
        <p:nvSpPr>
          <p:cNvPr id="48" name="箭號: 燕尾形向右 47">
            <a:extLst>
              <a:ext uri="{FF2B5EF4-FFF2-40B4-BE49-F238E27FC236}">
                <a16:creationId xmlns:a16="http://schemas.microsoft.com/office/drawing/2014/main" id="{4052B0F9-B4D5-38F4-7C38-EF255733B509}"/>
              </a:ext>
            </a:extLst>
          </p:cNvPr>
          <p:cNvSpPr/>
          <p:nvPr/>
        </p:nvSpPr>
        <p:spPr bwMode="auto">
          <a:xfrm>
            <a:off x="2762780" y="5862505"/>
            <a:ext cx="369318" cy="194152"/>
          </a:xfrm>
          <a:prstGeom prst="notched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dirty="0">
              <a:ln>
                <a:noFill/>
              </a:ln>
              <a:solidFill>
                <a:schemeClr val="tx1"/>
              </a:solidFill>
              <a:effectLst/>
              <a:latin typeface="Arial" charset="0"/>
              <a:ea typeface="华文楷体" pitchFamily="2" charset="-122"/>
            </a:endParaRPr>
          </a:p>
        </p:txBody>
      </p:sp>
      <p:sp>
        <p:nvSpPr>
          <p:cNvPr id="49" name="加號 48">
            <a:extLst>
              <a:ext uri="{FF2B5EF4-FFF2-40B4-BE49-F238E27FC236}">
                <a16:creationId xmlns:a16="http://schemas.microsoft.com/office/drawing/2014/main" id="{DFCF49C6-8B3F-4300-CA2E-691D7522FD0C}"/>
              </a:ext>
            </a:extLst>
          </p:cNvPr>
          <p:cNvSpPr/>
          <p:nvPr/>
        </p:nvSpPr>
        <p:spPr bwMode="auto">
          <a:xfrm>
            <a:off x="4962169" y="5518222"/>
            <a:ext cx="179669" cy="97076"/>
          </a:xfrm>
          <a:prstGeom prst="mathPlus">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51" name="加號 50">
            <a:extLst>
              <a:ext uri="{FF2B5EF4-FFF2-40B4-BE49-F238E27FC236}">
                <a16:creationId xmlns:a16="http://schemas.microsoft.com/office/drawing/2014/main" id="{1A216323-E373-08E6-38BE-D483A8A4B0A6}"/>
              </a:ext>
            </a:extLst>
          </p:cNvPr>
          <p:cNvSpPr/>
          <p:nvPr/>
        </p:nvSpPr>
        <p:spPr bwMode="auto">
          <a:xfrm>
            <a:off x="4962169" y="5924331"/>
            <a:ext cx="179669" cy="97076"/>
          </a:xfrm>
          <a:prstGeom prst="mathPlus">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54" name="加號 53">
            <a:extLst>
              <a:ext uri="{FF2B5EF4-FFF2-40B4-BE49-F238E27FC236}">
                <a16:creationId xmlns:a16="http://schemas.microsoft.com/office/drawing/2014/main" id="{D2D0689A-DA22-EA8B-4D2F-8E28F6230ECB}"/>
              </a:ext>
            </a:extLst>
          </p:cNvPr>
          <p:cNvSpPr/>
          <p:nvPr/>
        </p:nvSpPr>
        <p:spPr bwMode="auto">
          <a:xfrm>
            <a:off x="4962169" y="6369685"/>
            <a:ext cx="179669" cy="97076"/>
          </a:xfrm>
          <a:prstGeom prst="mathPlus">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63" name="矩形 62">
            <a:extLst>
              <a:ext uri="{FF2B5EF4-FFF2-40B4-BE49-F238E27FC236}">
                <a16:creationId xmlns:a16="http://schemas.microsoft.com/office/drawing/2014/main" id="{B1A79A31-8F97-1E69-57B7-062A70331982}"/>
              </a:ext>
            </a:extLst>
          </p:cNvPr>
          <p:cNvSpPr/>
          <p:nvPr/>
        </p:nvSpPr>
        <p:spPr bwMode="auto">
          <a:xfrm>
            <a:off x="3615037" y="887558"/>
            <a:ext cx="773356" cy="576475"/>
          </a:xfrm>
          <a:prstGeom prst="rect">
            <a:avLst/>
          </a:prstGeom>
          <a:solidFill>
            <a:schemeClr val="accent5">
              <a:lumMod val="75000"/>
            </a:schemeClr>
          </a:solidFill>
          <a:ln w="19050">
            <a:noFill/>
            <a:headEnd/>
            <a:tailEnd/>
          </a:ln>
          <a:scene3d>
            <a:camera prst="orthographicFront"/>
            <a:lightRig rig="threePt" dir="t"/>
          </a:scene3d>
          <a:sp3d>
            <a:bevelT/>
          </a:sp3d>
        </p:spPr>
        <p:style>
          <a:lnRef idx="2">
            <a:schemeClr val="accent5"/>
          </a:lnRef>
          <a:fillRef idx="1">
            <a:schemeClr val="lt1"/>
          </a:fillRef>
          <a:effectRef idx="0">
            <a:schemeClr val="accent5"/>
          </a:effectRef>
          <a:fontRef idx="minor">
            <a:schemeClr val="dk1"/>
          </a:fontRef>
        </p:style>
        <p:txBody>
          <a:bodyPr lIns="36728" tIns="36728" rIns="36728" bIns="36728" anchor="ctr"/>
          <a:lstStyle/>
          <a:p>
            <a:pPr marL="0" marR="0" lvl="0" indent="0" algn="ctr" defTabSz="457102" rtl="0" eaLnBrk="1" fontAlgn="base" latinLnBrk="0" hangingPunct="1">
              <a:lnSpc>
                <a:spcPct val="100000"/>
              </a:lnSpc>
              <a:spcBef>
                <a:spcPct val="0"/>
              </a:spcBef>
              <a:spcAft>
                <a:spcPct val="0"/>
              </a:spcAft>
              <a:buClrTx/>
              <a:buSzTx/>
              <a:buFontTx/>
              <a:buNone/>
              <a:tabLst/>
              <a:defRPr/>
            </a:pPr>
            <a:r>
              <a:rPr kumimoji="0" lang="zh-TW" altLang="en-US" sz="1400" b="1" i="0" u="none" strike="noStrike" kern="1200" cap="none" spc="0" normalizeH="0" baseline="0" noProof="0" dirty="0">
                <a:ln>
                  <a:noFill/>
                </a:ln>
                <a:solidFill>
                  <a:prstClr val="white"/>
                </a:solidFill>
                <a:effectLst/>
                <a:uLnTx/>
                <a:uFillTx/>
                <a:latin typeface="微軟正黑體" panose="020B0604030504040204" pitchFamily="34" charset="-120"/>
                <a:ea typeface="微軟正黑體" panose="020B0604030504040204" pitchFamily="34" charset="-120"/>
                <a:cs typeface="+mn-cs"/>
              </a:rPr>
              <a:t>解決</a:t>
            </a:r>
            <a:endParaRPr kumimoji="0" lang="en-US" altLang="zh-TW" sz="1400" b="1" i="0" u="none" strike="noStrike" kern="1200" cap="none" spc="0" normalizeH="0" baseline="0" noProof="0" dirty="0">
              <a:ln>
                <a:noFill/>
              </a:ln>
              <a:solidFill>
                <a:prstClr val="white"/>
              </a:solidFill>
              <a:effectLst/>
              <a:uLnTx/>
              <a:uFillTx/>
              <a:latin typeface="微軟正黑體" panose="020B0604030504040204" pitchFamily="34" charset="-120"/>
              <a:ea typeface="微軟正黑體" panose="020B0604030504040204" pitchFamily="34" charset="-120"/>
              <a:cs typeface="+mn-cs"/>
            </a:endParaRPr>
          </a:p>
          <a:p>
            <a:pPr marL="0" marR="0" lvl="0" indent="0" algn="ctr" defTabSz="457102" rtl="0" eaLnBrk="1" fontAlgn="base" latinLnBrk="0" hangingPunct="1">
              <a:lnSpc>
                <a:spcPct val="100000"/>
              </a:lnSpc>
              <a:spcBef>
                <a:spcPct val="0"/>
              </a:spcBef>
              <a:spcAft>
                <a:spcPct val="0"/>
              </a:spcAft>
              <a:buClrTx/>
              <a:buSzTx/>
              <a:buFontTx/>
              <a:buNone/>
              <a:tabLst/>
              <a:defRPr/>
            </a:pPr>
            <a:r>
              <a:rPr kumimoji="0" lang="zh-TW" altLang="en-US" sz="1400" b="1" i="0" u="none" strike="noStrike" kern="1200" cap="none" spc="0" normalizeH="0" baseline="0" noProof="0" dirty="0">
                <a:ln>
                  <a:noFill/>
                </a:ln>
                <a:solidFill>
                  <a:prstClr val="white"/>
                </a:solidFill>
                <a:effectLst/>
                <a:uLnTx/>
                <a:uFillTx/>
                <a:latin typeface="微軟正黑體" panose="020B0604030504040204" pitchFamily="34" charset="-120"/>
                <a:ea typeface="微軟正黑體" panose="020B0604030504040204" pitchFamily="34" charset="-120"/>
                <a:cs typeface="+mn-cs"/>
              </a:rPr>
              <a:t>方案</a:t>
            </a:r>
            <a:endParaRPr kumimoji="0" lang="en-US" altLang="zh-TW" sz="1400" b="1" i="0" u="none" strike="noStrike" kern="1200" cap="none" spc="0" normalizeH="0" baseline="0" noProof="0" dirty="0">
              <a:ln>
                <a:noFill/>
              </a:ln>
              <a:solidFill>
                <a:prstClr val="white"/>
              </a:solidFill>
              <a:effectLst/>
              <a:uLnTx/>
              <a:uFillTx/>
              <a:latin typeface="微軟正黑體" panose="020B0604030504040204" pitchFamily="34" charset="-120"/>
              <a:ea typeface="微軟正黑體" panose="020B0604030504040204" pitchFamily="34" charset="-120"/>
              <a:cs typeface="+mn-cs"/>
            </a:endParaRPr>
          </a:p>
        </p:txBody>
      </p:sp>
      <p:pic>
        <p:nvPicPr>
          <p:cNvPr id="69" name="圖片 68" descr="一張含有 美工圖案, 卡通 的圖片&#10;&#10;自動產生的描述">
            <a:extLst>
              <a:ext uri="{FF2B5EF4-FFF2-40B4-BE49-F238E27FC236}">
                <a16:creationId xmlns:a16="http://schemas.microsoft.com/office/drawing/2014/main" id="{CE9DA948-ACDC-2800-1106-B0C7A284A58F}"/>
              </a:ext>
            </a:extLst>
          </p:cNvPr>
          <p:cNvPicPr>
            <a:picLocks noChangeAspect="1"/>
          </p:cNvPicPr>
          <p:nvPr/>
        </p:nvPicPr>
        <p:blipFill>
          <a:blip r:embed="rId4" cstate="print">
            <a:extLst>
              <a:ext uri="{BEBA8EAE-BF5A-486C-A8C5-ECC9F3942E4B}">
                <a14:imgProps xmlns:a14="http://schemas.microsoft.com/office/drawing/2010/main">
                  <a14:imgLayer r:embed="rId5">
                    <a14:imgEffect>
                      <a14:backgroundRemoval t="9910" b="89790" l="9610" r="89790">
                        <a14:foregroundMark x1="21321" y1="15916" x2="21321" y2="15916"/>
                        <a14:foregroundMark x1="49249" y1="28829" x2="49249" y2="28829"/>
                        <a14:foregroundMark x1="9610" y1="77477" x2="9610" y2="77477"/>
                      </a14:backgroundRemoval>
                    </a14:imgEffect>
                  </a14:imgLayer>
                </a14:imgProps>
              </a:ext>
              <a:ext uri="{28A0092B-C50C-407E-A947-70E740481C1C}">
                <a14:useLocalDpi xmlns:a14="http://schemas.microsoft.com/office/drawing/2010/main" val="0"/>
              </a:ext>
            </a:extLst>
          </a:blip>
          <a:stretch>
            <a:fillRect/>
          </a:stretch>
        </p:blipFill>
        <p:spPr>
          <a:xfrm>
            <a:off x="53641" y="4835714"/>
            <a:ext cx="720234" cy="581956"/>
          </a:xfrm>
          <a:prstGeom prst="rect">
            <a:avLst/>
          </a:prstGeom>
        </p:spPr>
      </p:pic>
      <p:sp>
        <p:nvSpPr>
          <p:cNvPr id="72" name="矩形 71">
            <a:extLst>
              <a:ext uri="{FF2B5EF4-FFF2-40B4-BE49-F238E27FC236}">
                <a16:creationId xmlns:a16="http://schemas.microsoft.com/office/drawing/2014/main" id="{B77671F7-39AC-7F9C-38B6-DF3000409C7C}"/>
              </a:ext>
            </a:extLst>
          </p:cNvPr>
          <p:cNvSpPr/>
          <p:nvPr/>
        </p:nvSpPr>
        <p:spPr bwMode="auto">
          <a:xfrm>
            <a:off x="4502353" y="890539"/>
            <a:ext cx="6957464" cy="573494"/>
          </a:xfrm>
          <a:prstGeom prst="rect">
            <a:avLst/>
          </a:prstGeom>
          <a:solidFill>
            <a:srgbClr val="E5F3F7"/>
          </a:solidFill>
          <a:ln w="19050">
            <a:noFill/>
            <a:headEnd/>
            <a:tailEnd/>
          </a:ln>
          <a:effectLst>
            <a:outerShdw blurRad="50800" dist="38100" dir="2700000" algn="tl" rotWithShape="0">
              <a:prstClr val="black">
                <a:alpha val="40000"/>
              </a:prstClr>
            </a:outerShdw>
            <a:reflection stA="45000" endPos="4000" dist="50800" dir="5400000" sy="-100000" algn="bl" rotWithShape="0"/>
          </a:effectLst>
          <a:scene3d>
            <a:camera prst="orthographicFront"/>
            <a:lightRig rig="threePt" dir="t"/>
          </a:scene3d>
          <a:sp3d>
            <a:bevelT/>
          </a:sp3d>
        </p:spPr>
        <p:style>
          <a:lnRef idx="2">
            <a:schemeClr val="accent5"/>
          </a:lnRef>
          <a:fillRef idx="1">
            <a:schemeClr val="lt1"/>
          </a:fillRef>
          <a:effectRef idx="0">
            <a:schemeClr val="accent5"/>
          </a:effectRef>
          <a:fontRef idx="minor">
            <a:schemeClr val="dk1"/>
          </a:fontRef>
        </p:style>
        <p:txBody>
          <a:bodyPr lIns="35995" tIns="35995" rIns="35995" bIns="35995" anchor="ctr"/>
          <a:lstStyle/>
          <a:p>
            <a:pPr marL="82800" marR="0" lvl="0" indent="0" algn="ctr" defTabSz="448006" rtl="0" eaLnBrk="1" fontAlgn="base" latinLnBrk="0" hangingPunct="1">
              <a:lnSpc>
                <a:spcPct val="100000"/>
              </a:lnSpc>
              <a:spcBef>
                <a:spcPct val="0"/>
              </a:spcBef>
              <a:spcAft>
                <a:spcPct val="0"/>
              </a:spcAft>
              <a:buClrTx/>
              <a:buSzTx/>
              <a:tabLst/>
              <a:defRPr/>
            </a:pPr>
            <a:r>
              <a:rPr lang="zh-TW" altLang="en-US" sz="1600" dirty="0">
                <a:solidFill>
                  <a:schemeClr val="accent2">
                    <a:lumMod val="50000"/>
                  </a:schemeClr>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於永豐雲架設  </a:t>
            </a:r>
            <a:r>
              <a:rPr lang="zh-TW" altLang="en-US" sz="1800" dirty="0">
                <a:solidFill>
                  <a:srgbClr val="003300"/>
                </a:solidFill>
                <a:effectLst>
                  <a:outerShdw blurRad="38100" dist="38100" dir="2700000" algn="tl">
                    <a:srgbClr val="000000">
                      <a:alpha val="43137"/>
                    </a:srgbClr>
                  </a:outerShdw>
                </a:effectLst>
                <a:highlight>
                  <a:srgbClr val="00FFFF"/>
                </a:highlight>
                <a:latin typeface="微軟正黑體" panose="020B0604030504040204" pitchFamily="34" charset="-120"/>
                <a:ea typeface="微軟正黑體" panose="020B0604030504040204" pitchFamily="34" charset="-120"/>
              </a:rPr>
              <a:t>導航</a:t>
            </a:r>
            <a:r>
              <a:rPr lang="en-US" altLang="zh-TW" sz="1800" dirty="0">
                <a:solidFill>
                  <a:srgbClr val="003300"/>
                </a:solidFill>
                <a:effectLst>
                  <a:outerShdw blurRad="38100" dist="38100" dir="2700000" algn="tl">
                    <a:srgbClr val="000000">
                      <a:alpha val="43137"/>
                    </a:srgbClr>
                  </a:outerShdw>
                </a:effectLst>
                <a:highlight>
                  <a:srgbClr val="00FFFF"/>
                </a:highlight>
                <a:latin typeface="微軟正黑體" panose="020B0604030504040204" pitchFamily="34" charset="-120"/>
                <a:ea typeface="微軟正黑體" panose="020B0604030504040204" pitchFamily="34" charset="-120"/>
              </a:rPr>
              <a:t>Chat! </a:t>
            </a:r>
            <a:r>
              <a:rPr lang="zh-TW" altLang="en-US" sz="1600" dirty="0">
                <a:solidFill>
                  <a:schemeClr val="accent2">
                    <a:lumMod val="50000"/>
                  </a:schemeClr>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提供作業方式及合規議題之</a:t>
            </a:r>
            <a:r>
              <a:rPr lang="en-US" altLang="zh-TW" sz="1600" dirty="0">
                <a:solidFill>
                  <a:schemeClr val="accent2">
                    <a:lumMod val="50000"/>
                  </a:schemeClr>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AI </a:t>
            </a:r>
            <a:r>
              <a:rPr lang="zh-TW" altLang="en-US" sz="1600" dirty="0">
                <a:solidFill>
                  <a:schemeClr val="accent2">
                    <a:lumMod val="50000"/>
                  </a:schemeClr>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問答功能</a:t>
            </a:r>
            <a:endParaRPr kumimoji="0" lang="zh-TW" altLang="en-US" sz="1600" b="1" i="0" u="none" strike="noStrike" kern="1200" cap="none" spc="0" normalizeH="0" baseline="0" noProof="0" dirty="0">
              <a:ln>
                <a:noFill/>
              </a:ln>
              <a:solidFill>
                <a:schemeClr val="accent2">
                  <a:lumMod val="50000"/>
                </a:schemeClr>
              </a:solidFill>
              <a:effectLst>
                <a:outerShdw blurRad="38100" dist="38100" dir="2700000" algn="tl">
                  <a:srgbClr val="000000">
                    <a:alpha val="43137"/>
                  </a:srgbClr>
                </a:outerShdw>
              </a:effectLst>
              <a:uLnTx/>
              <a:uFillTx/>
              <a:latin typeface="微軟正黑體" panose="020B0604030504040204" pitchFamily="34" charset="-120"/>
              <a:ea typeface="微軟正黑體" panose="020B0604030504040204" pitchFamily="34" charset="-120"/>
            </a:endParaRPr>
          </a:p>
        </p:txBody>
      </p:sp>
      <p:pic>
        <p:nvPicPr>
          <p:cNvPr id="62" name="Picture 2" descr="Project Icon">
            <a:extLst>
              <a:ext uri="{FF2B5EF4-FFF2-40B4-BE49-F238E27FC236}">
                <a16:creationId xmlns:a16="http://schemas.microsoft.com/office/drawing/2014/main" id="{6EB8E55F-C0E5-E6FC-7E3D-9BDC23881392}"/>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212777" y="694177"/>
            <a:ext cx="496954" cy="428617"/>
          </a:xfrm>
          <a:prstGeom prst="rect">
            <a:avLst/>
          </a:prstGeom>
          <a:noFill/>
          <a:extLst>
            <a:ext uri="{909E8E84-426E-40DD-AFC4-6F175D3DCCD1}">
              <a14:hiddenFill xmlns:a14="http://schemas.microsoft.com/office/drawing/2010/main">
                <a:solidFill>
                  <a:srgbClr val="FFFFFF"/>
                </a:solidFill>
              </a14:hiddenFill>
            </a:ext>
          </a:extLst>
        </p:spPr>
      </p:pic>
      <p:sp>
        <p:nvSpPr>
          <p:cNvPr id="5" name="等腰三角形 4">
            <a:extLst>
              <a:ext uri="{FF2B5EF4-FFF2-40B4-BE49-F238E27FC236}">
                <a16:creationId xmlns:a16="http://schemas.microsoft.com/office/drawing/2014/main" id="{6AF10D8D-721B-5E2D-1496-F8E694C1F870}"/>
              </a:ext>
            </a:extLst>
          </p:cNvPr>
          <p:cNvSpPr/>
          <p:nvPr/>
        </p:nvSpPr>
        <p:spPr bwMode="auto">
          <a:xfrm rot="5400000">
            <a:off x="1252422" y="2797279"/>
            <a:ext cx="4000644" cy="306589"/>
          </a:xfrm>
          <a:prstGeom prst="triangle">
            <a:avLst>
              <a:gd name="adj" fmla="val 49494"/>
            </a:avLst>
          </a:prstGeom>
          <a:solidFill>
            <a:schemeClr val="accent3">
              <a:lumMod val="20000"/>
              <a:lumOff val="80000"/>
            </a:schemeClr>
          </a:solidFill>
          <a:ln>
            <a:headEnd type="none" w="med" len="med"/>
            <a:tailEnd type="none" w="med" len="med"/>
          </a:ln>
        </p:spPr>
        <p:style>
          <a:lnRef idx="3">
            <a:schemeClr val="lt1"/>
          </a:lnRef>
          <a:fillRef idx="1">
            <a:schemeClr val="accent4"/>
          </a:fillRef>
          <a:effectRef idx="1">
            <a:schemeClr val="accent4"/>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7" name="箭號: 向下 6">
            <a:extLst>
              <a:ext uri="{FF2B5EF4-FFF2-40B4-BE49-F238E27FC236}">
                <a16:creationId xmlns:a16="http://schemas.microsoft.com/office/drawing/2014/main" id="{1D8F2807-CE32-C822-196D-BCAB3272EA9D}"/>
              </a:ext>
            </a:extLst>
          </p:cNvPr>
          <p:cNvSpPr/>
          <p:nvPr/>
        </p:nvSpPr>
        <p:spPr bwMode="auto">
          <a:xfrm>
            <a:off x="10768088" y="1339937"/>
            <a:ext cx="581099" cy="355285"/>
          </a:xfrm>
          <a:prstGeom prst="downArrow">
            <a:avLst/>
          </a:prstGeom>
          <a:solidFill>
            <a:schemeClr val="accent3">
              <a:lumMod val="50000"/>
            </a:schemeClr>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10" name="流程圖: 換頁接點 9">
            <a:extLst>
              <a:ext uri="{FF2B5EF4-FFF2-40B4-BE49-F238E27FC236}">
                <a16:creationId xmlns:a16="http://schemas.microsoft.com/office/drawing/2014/main" id="{8428AE27-3646-E04B-0E7B-99ECCFA12FE8}"/>
              </a:ext>
            </a:extLst>
          </p:cNvPr>
          <p:cNvSpPr/>
          <p:nvPr/>
        </p:nvSpPr>
        <p:spPr bwMode="auto">
          <a:xfrm rot="5400000">
            <a:off x="8446315" y="4019446"/>
            <a:ext cx="1001296" cy="3903866"/>
          </a:xfrm>
          <a:prstGeom prst="flowChartOffpageConnector">
            <a:avLst/>
          </a:prstGeom>
          <a:solidFill>
            <a:schemeClr val="tx2">
              <a:lumMod val="20000"/>
              <a:lumOff val="80000"/>
            </a:schemeClr>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a:scene3d>
            <a:camera prst="orthographicFront"/>
            <a:lightRig rig="threePt" dir="t"/>
          </a:scene3d>
          <a:sp3d>
            <a:bevelT/>
          </a:sp3d>
        </p:spPr>
        <p:txBody>
          <a:bodyPr vert="vert270" wrap="squar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zh-TW" altLang="en-US" sz="1800" b="1" i="0" u="none" strike="noStrike" cap="none" normalizeH="0" baseline="0" dirty="0">
                <a:ln>
                  <a:noFill/>
                </a:ln>
                <a:solidFill>
                  <a:schemeClr val="tx2">
                    <a:lumMod val="50000"/>
                  </a:schemeClr>
                </a:solidFill>
                <a:effectLst/>
                <a:latin typeface="微軟正黑體" panose="020B0604030504040204" pitchFamily="34" charset="-120"/>
                <a:ea typeface="微軟正黑體" panose="020B0604030504040204" pitchFamily="34" charset="-120"/>
              </a:rPr>
              <a:t>提升</a:t>
            </a:r>
            <a:r>
              <a:rPr lang="zh-TW" altLang="en-US" sz="1800" dirty="0">
                <a:solidFill>
                  <a:schemeClr val="tx2">
                    <a:lumMod val="50000"/>
                  </a:schemeClr>
                </a:solidFill>
                <a:latin typeface="微軟正黑體" panose="020B0604030504040204" pitchFamily="34" charset="-120"/>
                <a:ea typeface="微軟正黑體" panose="020B0604030504040204" pitchFamily="34" charset="-120"/>
              </a:rPr>
              <a:t>本金控</a:t>
            </a:r>
            <a:r>
              <a:rPr kumimoji="0" lang="zh-TW" altLang="en-US" sz="1800" b="1" i="0" u="none" strike="noStrike" cap="none" normalizeH="0" baseline="0" dirty="0">
                <a:ln>
                  <a:noFill/>
                </a:ln>
                <a:solidFill>
                  <a:schemeClr val="tx2">
                    <a:lumMod val="50000"/>
                  </a:schemeClr>
                </a:solidFill>
                <a:effectLst/>
                <a:latin typeface="微軟正黑體" panose="020B0604030504040204" pitchFamily="34" charset="-120"/>
                <a:ea typeface="微軟正黑體" panose="020B0604030504040204" pitchFamily="34" charset="-120"/>
              </a:rPr>
              <a:t>集團大額暴險</a:t>
            </a:r>
          </a:p>
          <a:p>
            <a:pPr marL="0" marR="0" indent="0" algn="l" defTabSz="914400" rtl="0" eaLnBrk="1" fontAlgn="base" latinLnBrk="0" hangingPunct="1">
              <a:lnSpc>
                <a:spcPct val="100000"/>
              </a:lnSpc>
              <a:spcBef>
                <a:spcPct val="0"/>
              </a:spcBef>
              <a:spcAft>
                <a:spcPct val="0"/>
              </a:spcAft>
              <a:buClrTx/>
              <a:buSzTx/>
              <a:buFontTx/>
              <a:buNone/>
              <a:tabLst/>
            </a:pPr>
            <a:r>
              <a:rPr kumimoji="0" lang="zh-TW" altLang="en-US" sz="1800" b="1" i="0" u="none" strike="noStrike" cap="none" normalizeH="0" baseline="0" dirty="0">
                <a:ln>
                  <a:noFill/>
                </a:ln>
                <a:solidFill>
                  <a:schemeClr val="tx2">
                    <a:lumMod val="50000"/>
                  </a:schemeClr>
                </a:solidFill>
                <a:effectLst/>
                <a:latin typeface="微軟正黑體" panose="020B0604030504040204" pitchFamily="34" charset="-120"/>
                <a:ea typeface="微軟正黑體" panose="020B0604030504040204" pitchFamily="34" charset="-120"/>
              </a:rPr>
              <a:t>申報效率與一致性管理，</a:t>
            </a:r>
          </a:p>
          <a:p>
            <a:pPr marL="0" marR="0" indent="0" algn="l" defTabSz="914400" rtl="0" eaLnBrk="1" fontAlgn="base" latinLnBrk="0" hangingPunct="1">
              <a:lnSpc>
                <a:spcPct val="100000"/>
              </a:lnSpc>
              <a:spcBef>
                <a:spcPct val="0"/>
              </a:spcBef>
              <a:spcAft>
                <a:spcPct val="0"/>
              </a:spcAft>
              <a:buClrTx/>
              <a:buSzTx/>
              <a:buFontTx/>
              <a:buNone/>
              <a:tabLst/>
            </a:pPr>
            <a:r>
              <a:rPr kumimoji="0" lang="zh-TW" altLang="en-US" sz="1800" b="1" i="0" u="none" strike="noStrike" cap="none" normalizeH="0" baseline="0" dirty="0">
                <a:ln>
                  <a:noFill/>
                </a:ln>
                <a:solidFill>
                  <a:schemeClr val="tx2">
                    <a:lumMod val="50000"/>
                  </a:schemeClr>
                </a:solidFill>
                <a:effectLst/>
                <a:latin typeface="微軟正黑體" panose="020B0604030504040204" pitchFamily="34" charset="-120"/>
                <a:ea typeface="微軟正黑體" panose="020B0604030504040204" pitchFamily="34" charset="-120"/>
              </a:rPr>
              <a:t>強化風險管理基礎</a:t>
            </a:r>
          </a:p>
        </p:txBody>
      </p:sp>
    </p:spTree>
    <p:extLst>
      <p:ext uri="{BB962C8B-B14F-4D97-AF65-F5344CB8AC3E}">
        <p14:creationId xmlns:p14="http://schemas.microsoft.com/office/powerpoint/2010/main" val="3323458151"/>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2B677-07F6-904C-E3A0-F26ECC20CE69}"/>
            </a:ext>
          </a:extLst>
        </p:cNvPr>
        <p:cNvGrpSpPr/>
        <p:nvPr/>
      </p:nvGrpSpPr>
      <p:grpSpPr>
        <a:xfrm>
          <a:off x="0" y="0"/>
          <a:ext cx="0" cy="0"/>
          <a:chOff x="0" y="0"/>
          <a:chExt cx="0" cy="0"/>
        </a:xfrm>
      </p:grpSpPr>
      <p:sp>
        <p:nvSpPr>
          <p:cNvPr id="7" name="文字方塊 6">
            <a:extLst>
              <a:ext uri="{FF2B5EF4-FFF2-40B4-BE49-F238E27FC236}">
                <a16:creationId xmlns:a16="http://schemas.microsoft.com/office/drawing/2014/main" id="{001A5AF2-6D39-678A-DBC1-0A3572BC673C}"/>
              </a:ext>
            </a:extLst>
          </p:cNvPr>
          <p:cNvSpPr txBox="1"/>
          <p:nvPr/>
        </p:nvSpPr>
        <p:spPr>
          <a:xfrm>
            <a:off x="358605" y="3362186"/>
            <a:ext cx="11003830" cy="1000274"/>
          </a:xfrm>
          <a:prstGeom prst="rect">
            <a:avLst/>
          </a:prstGeom>
          <a:solidFill>
            <a:schemeClr val="bg1">
              <a:lumMod val="95000"/>
            </a:schemeClr>
          </a:solidFill>
          <a:effectLst>
            <a:outerShdw blurRad="50800" dist="38100" dir="2700000" algn="tl" rotWithShape="0">
              <a:prstClr val="black">
                <a:alpha val="40000"/>
              </a:prstClr>
            </a:outerShdw>
          </a:effectLst>
        </p:spPr>
        <p:txBody>
          <a:bodyPr wrap="square">
            <a:spAutoFit/>
          </a:bodyPr>
          <a:lstStyle/>
          <a:p>
            <a:pPr>
              <a:spcBef>
                <a:spcPts val="600"/>
              </a:spcBef>
            </a:pPr>
            <a:r>
              <a:rPr lang="zh-TW" altLang="en-US" sz="1800" dirty="0">
                <a:latin typeface="微軟正黑體" panose="020B0604030504040204" pitchFamily="34" charset="-120"/>
                <a:ea typeface="微軟正黑體" panose="020B0604030504040204" pitchFamily="34" charset="-120"/>
              </a:rPr>
              <a:t>目前執行以上二種方式 </a:t>
            </a:r>
            <a:r>
              <a:rPr lang="en-US" altLang="zh-TW" sz="1400" dirty="0">
                <a:solidFill>
                  <a:schemeClr val="accent1">
                    <a:lumMod val="50000"/>
                  </a:schemeClr>
                </a:solidFill>
                <a:latin typeface="微軟正黑體" panose="020B0604030504040204" pitchFamily="34" charset="-120"/>
                <a:ea typeface="微軟正黑體" panose="020B0604030504040204" pitchFamily="34" charset="-120"/>
              </a:rPr>
              <a:t>(PROMPT</a:t>
            </a:r>
            <a:r>
              <a:rPr lang="zh-TW" altLang="en-US" sz="1400" dirty="0">
                <a:solidFill>
                  <a:schemeClr val="accent1">
                    <a:lumMod val="50000"/>
                  </a:schemeClr>
                </a:solidFill>
                <a:latin typeface="微軟正黑體" panose="020B0604030504040204" pitchFamily="34" charset="-120"/>
                <a:ea typeface="微軟正黑體" panose="020B0604030504040204" pitchFamily="34" charset="-120"/>
              </a:rPr>
              <a:t>及資料設定內容皆一致</a:t>
            </a:r>
            <a:r>
              <a:rPr lang="en-US" altLang="zh-TW" sz="1400" dirty="0">
                <a:solidFill>
                  <a:schemeClr val="accent1">
                    <a:lumMod val="50000"/>
                  </a:schemeClr>
                </a:solidFill>
                <a:latin typeface="微軟正黑體" panose="020B0604030504040204" pitchFamily="34" charset="-120"/>
                <a:ea typeface="微軟正黑體" panose="020B0604030504040204" pitchFamily="34" charset="-120"/>
              </a:rPr>
              <a:t>) </a:t>
            </a:r>
            <a:r>
              <a:rPr lang="zh-TW" altLang="en-US" sz="1800" dirty="0">
                <a:latin typeface="微軟正黑體" panose="020B0604030504040204" pitchFamily="34" charset="-120"/>
                <a:ea typeface="微軟正黑體" panose="020B0604030504040204" pitchFamily="34" charset="-120"/>
              </a:rPr>
              <a:t>後，驗測發現方式 </a:t>
            </a:r>
            <a:r>
              <a:rPr lang="en-US" altLang="zh-TW" sz="1800" dirty="0">
                <a:effectLst>
                  <a:outerShdw blurRad="38100" dist="38100" dir="2700000" algn="tl">
                    <a:srgbClr val="000000">
                      <a:alpha val="43137"/>
                    </a:srgbClr>
                  </a:outerShdw>
                </a:effectLst>
                <a:highlight>
                  <a:srgbClr val="00FFFF"/>
                </a:highlight>
                <a:latin typeface="微軟正黑體" panose="020B0604030504040204" pitchFamily="34" charset="-120"/>
                <a:ea typeface="微軟正黑體" panose="020B0604030504040204" pitchFamily="34" charset="-120"/>
              </a:rPr>
              <a:t>B </a:t>
            </a:r>
            <a:r>
              <a:rPr lang="en-US" altLang="zh-TW" sz="1800" dirty="0">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 </a:t>
            </a:r>
            <a:r>
              <a:rPr lang="zh-TW" altLang="en-US" sz="1800" dirty="0">
                <a:latin typeface="微軟正黑體" panose="020B0604030504040204" pitchFamily="34" charset="-120"/>
                <a:ea typeface="微軟正黑體" panose="020B0604030504040204" pitchFamily="34" charset="-120"/>
              </a:rPr>
              <a:t>效果不如預期。</a:t>
            </a:r>
            <a:endParaRPr lang="en-US" altLang="zh-TW" sz="1800" dirty="0">
              <a:latin typeface="微軟正黑體" panose="020B0604030504040204" pitchFamily="34" charset="-120"/>
              <a:ea typeface="微軟正黑體" panose="020B0604030504040204" pitchFamily="34" charset="-120"/>
            </a:endParaRPr>
          </a:p>
          <a:p>
            <a:pPr>
              <a:spcBef>
                <a:spcPts val="600"/>
              </a:spcBef>
            </a:pPr>
            <a:r>
              <a:rPr lang="zh-TW" altLang="en-US" sz="1800" dirty="0">
                <a:latin typeface="微軟正黑體" panose="020B0604030504040204" pitchFamily="34" charset="-120"/>
                <a:ea typeface="微軟正黑體" panose="020B0604030504040204" pitchFamily="34" charset="-120"/>
              </a:rPr>
              <a:t>問題分類如下：</a:t>
            </a:r>
            <a:br>
              <a:rPr lang="en-US" altLang="zh-TW" sz="1800" dirty="0">
                <a:latin typeface="微軟正黑體" panose="020B0604030504040204" pitchFamily="34" charset="-120"/>
                <a:ea typeface="微軟正黑體" panose="020B0604030504040204" pitchFamily="34" charset="-120"/>
              </a:rPr>
            </a:br>
            <a:endParaRPr lang="zh-TW" altLang="en-US" sz="1800" dirty="0">
              <a:latin typeface="微軟正黑體" panose="020B0604030504040204" pitchFamily="34" charset="-120"/>
              <a:ea typeface="微軟正黑體" panose="020B0604030504040204" pitchFamily="34" charset="-120"/>
            </a:endParaRPr>
          </a:p>
        </p:txBody>
      </p:sp>
      <p:sp>
        <p:nvSpPr>
          <p:cNvPr id="5" name="文字方塊 4">
            <a:extLst>
              <a:ext uri="{FF2B5EF4-FFF2-40B4-BE49-F238E27FC236}">
                <a16:creationId xmlns:a16="http://schemas.microsoft.com/office/drawing/2014/main" id="{4C592532-AB08-845A-88ED-7E891F98533E}"/>
              </a:ext>
            </a:extLst>
          </p:cNvPr>
          <p:cNvSpPr txBox="1"/>
          <p:nvPr/>
        </p:nvSpPr>
        <p:spPr>
          <a:xfrm>
            <a:off x="358605" y="953377"/>
            <a:ext cx="11003830" cy="1469633"/>
          </a:xfrm>
          <a:prstGeom prst="rect">
            <a:avLst/>
          </a:prstGeom>
          <a:solidFill>
            <a:schemeClr val="bg1">
              <a:lumMod val="95000"/>
            </a:schemeClr>
          </a:solidFill>
          <a:effectLst>
            <a:outerShdw blurRad="50800" dist="38100" dir="2700000" algn="tl" rotWithShape="0">
              <a:prstClr val="black">
                <a:alpha val="40000"/>
              </a:prstClr>
            </a:outerShdw>
          </a:effectLst>
        </p:spPr>
        <p:txBody>
          <a:bodyPr wrap="square">
            <a:spAutoFit/>
          </a:bodyPr>
          <a:lstStyle/>
          <a:p>
            <a:pPr>
              <a:spcBef>
                <a:spcPts val="300"/>
              </a:spcBef>
              <a:spcAft>
                <a:spcPts val="0"/>
              </a:spcAft>
            </a:pPr>
            <a:r>
              <a:rPr lang="zh-TW" altLang="en-US" sz="1800" dirty="0">
                <a:latin typeface="微軟正黑體" panose="020B0604030504040204" pitchFamily="34" charset="-120"/>
                <a:ea typeface="微軟正黑體" panose="020B0604030504040204" pitchFamily="34" charset="-120"/>
              </a:rPr>
              <a:t>現行永豐雲</a:t>
            </a:r>
            <a:r>
              <a:rPr lang="en-US" altLang="zh-TW" sz="1800" dirty="0">
                <a:latin typeface="微軟正黑體" panose="020B0604030504040204" pitchFamily="34" charset="-120"/>
                <a:ea typeface="微軟正黑體" panose="020B0604030504040204" pitchFamily="34" charset="-120"/>
              </a:rPr>
              <a:t>CHAT </a:t>
            </a:r>
            <a:r>
              <a:rPr lang="zh-TW" altLang="en-US" sz="1800" dirty="0">
                <a:latin typeface="微軟正黑體" panose="020B0604030504040204" pitchFamily="34" charset="-120"/>
                <a:ea typeface="微軟正黑體" panose="020B0604030504040204" pitchFamily="34" charset="-120"/>
              </a:rPr>
              <a:t>資料設定方式：</a:t>
            </a:r>
            <a:endParaRPr lang="en-US" altLang="zh-TW" sz="1800" dirty="0">
              <a:latin typeface="微軟正黑體" panose="020B0604030504040204" pitchFamily="34" charset="-120"/>
              <a:ea typeface="微軟正黑體" panose="020B0604030504040204" pitchFamily="34" charset="-120"/>
            </a:endParaRPr>
          </a:p>
          <a:p>
            <a:pPr>
              <a:spcBef>
                <a:spcPts val="300"/>
              </a:spcBef>
              <a:spcAft>
                <a:spcPts val="0"/>
              </a:spcAft>
            </a:pPr>
            <a:r>
              <a:rPr lang="en-US" altLang="zh-TW" sz="1800" dirty="0">
                <a:effectLst>
                  <a:outerShdw blurRad="38100" dist="38100" dir="2700000" algn="tl">
                    <a:srgbClr val="000000">
                      <a:alpha val="43137"/>
                    </a:srgbClr>
                  </a:outerShdw>
                </a:effectLst>
                <a:highlight>
                  <a:srgbClr val="00FFFF"/>
                </a:highlight>
                <a:latin typeface="微軟正黑體" panose="020B0604030504040204" pitchFamily="34" charset="-120"/>
                <a:ea typeface="微軟正黑體" panose="020B0604030504040204" pitchFamily="34" charset="-120"/>
              </a:rPr>
              <a:t>A </a:t>
            </a:r>
            <a:r>
              <a:rPr lang="zh-TW" altLang="en-US" sz="1800" dirty="0">
                <a:latin typeface="微軟正黑體" panose="020B0604030504040204" pitchFamily="34" charset="-120"/>
                <a:ea typeface="微軟正黑體" panose="020B0604030504040204" pitchFamily="34" charset="-120"/>
              </a:rPr>
              <a:t>上傳檔案 </a:t>
            </a:r>
            <a:r>
              <a:rPr lang="en-US" altLang="zh-TW" sz="1600" dirty="0">
                <a:latin typeface="微軟正黑體" panose="020B0604030504040204" pitchFamily="34" charset="-120"/>
                <a:ea typeface="微軟正黑體" panose="020B0604030504040204" pitchFamily="34" charset="-120"/>
              </a:rPr>
              <a:t>(</a:t>
            </a:r>
            <a:r>
              <a:rPr lang="zh-TW" altLang="en-US" sz="1600" dirty="0">
                <a:latin typeface="微軟正黑體" panose="020B0604030504040204" pitchFamily="34" charset="-120"/>
                <a:ea typeface="微軟正黑體" panose="020B0604030504040204" pitchFamily="34" charset="-120"/>
              </a:rPr>
              <a:t>全文檢索</a:t>
            </a:r>
            <a:r>
              <a:rPr lang="en-US" altLang="zh-TW" sz="1600" dirty="0">
                <a:latin typeface="微軟正黑體" panose="020B0604030504040204" pitchFamily="34" charset="-120"/>
                <a:ea typeface="微軟正黑體" panose="020B0604030504040204" pitchFamily="34" charset="-120"/>
              </a:rPr>
              <a:t>)     </a:t>
            </a:r>
            <a:r>
              <a:rPr lang="en-US" altLang="zh-TW" sz="1800" dirty="0">
                <a:effectLst>
                  <a:outerShdw blurRad="38100" dist="38100" dir="2700000" algn="tl">
                    <a:srgbClr val="000000">
                      <a:alpha val="43137"/>
                    </a:srgbClr>
                  </a:outerShdw>
                </a:effectLst>
                <a:highlight>
                  <a:srgbClr val="00FFFF"/>
                </a:highlight>
                <a:latin typeface="微軟正黑體" panose="020B0604030504040204" pitchFamily="34" charset="-120"/>
                <a:ea typeface="微軟正黑體" panose="020B0604030504040204" pitchFamily="34" charset="-120"/>
              </a:rPr>
              <a:t>B </a:t>
            </a:r>
            <a:r>
              <a:rPr lang="en-US" altLang="zh-TW" sz="1800" dirty="0">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 </a:t>
            </a:r>
            <a:r>
              <a:rPr lang="zh-TW" altLang="en-US" sz="1800" dirty="0">
                <a:latin typeface="微軟正黑體" panose="020B0604030504040204" pitchFamily="34" charset="-120"/>
                <a:ea typeface="微軟正黑體" panose="020B0604030504040204" pitchFamily="34" charset="-120"/>
              </a:rPr>
              <a:t>知識庫資料 </a:t>
            </a:r>
            <a:r>
              <a:rPr lang="en-US" altLang="zh-TW" sz="1600" dirty="0">
                <a:latin typeface="微軟正黑體" panose="020B0604030504040204" pitchFamily="34" charset="-120"/>
                <a:ea typeface="微軟正黑體" panose="020B0604030504040204" pitchFamily="34" charset="-120"/>
              </a:rPr>
              <a:t>(</a:t>
            </a:r>
            <a:r>
              <a:rPr lang="zh-TW" altLang="en-US" sz="1600" dirty="0">
                <a:latin typeface="微軟正黑體" panose="020B0604030504040204" pitchFamily="34" charset="-120"/>
                <a:ea typeface="微軟正黑體" panose="020B0604030504040204" pitchFamily="34" charset="-120"/>
              </a:rPr>
              <a:t>向量檢索</a:t>
            </a:r>
            <a:r>
              <a:rPr lang="en-US" altLang="zh-TW" sz="1600" dirty="0">
                <a:latin typeface="微軟正黑體" panose="020B0604030504040204" pitchFamily="34" charset="-120"/>
                <a:ea typeface="微軟正黑體" panose="020B0604030504040204" pitchFamily="34" charset="-120"/>
              </a:rPr>
              <a:t>)</a:t>
            </a:r>
          </a:p>
          <a:p>
            <a:pPr>
              <a:spcBef>
                <a:spcPts val="1200"/>
              </a:spcBef>
              <a:spcAft>
                <a:spcPts val="0"/>
              </a:spcAft>
            </a:pPr>
            <a:r>
              <a:rPr lang="zh-TW" altLang="en-US" sz="1800" dirty="0">
                <a:latin typeface="微軟正黑體" panose="020B0604030504040204" pitchFamily="34" charset="-120"/>
                <a:ea typeface="微軟正黑體" panose="020B0604030504040204" pitchFamily="34" charset="-120"/>
              </a:rPr>
              <a:t>目前規定是要以方式 </a:t>
            </a:r>
            <a:r>
              <a:rPr lang="en-US" altLang="zh-TW" sz="1800" dirty="0">
                <a:effectLst>
                  <a:outerShdw blurRad="38100" dist="38100" dir="2700000" algn="tl">
                    <a:srgbClr val="000000">
                      <a:alpha val="43137"/>
                    </a:srgbClr>
                  </a:outerShdw>
                </a:effectLst>
                <a:highlight>
                  <a:srgbClr val="00FFFF"/>
                </a:highlight>
                <a:latin typeface="微軟正黑體" panose="020B0604030504040204" pitchFamily="34" charset="-120"/>
                <a:ea typeface="微軟正黑體" panose="020B0604030504040204" pitchFamily="34" charset="-120"/>
              </a:rPr>
              <a:t>B </a:t>
            </a:r>
            <a:r>
              <a:rPr lang="en-US" altLang="zh-TW" sz="1800" dirty="0">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 </a:t>
            </a:r>
            <a:r>
              <a:rPr lang="zh-TW" altLang="en-US" sz="1800" dirty="0">
                <a:latin typeface="微軟正黑體" panose="020B0604030504040204" pitchFamily="34" charset="-120"/>
                <a:ea typeface="微軟正黑體" panose="020B0604030504040204" pitchFamily="34" charset="-120"/>
              </a:rPr>
              <a:t>上架</a:t>
            </a:r>
            <a:endParaRPr lang="en-US" altLang="zh-TW" sz="1800" dirty="0">
              <a:latin typeface="微軟正黑體" panose="020B0604030504040204" pitchFamily="34" charset="-120"/>
              <a:ea typeface="微軟正黑體" panose="020B0604030504040204" pitchFamily="34" charset="-120"/>
            </a:endParaRPr>
          </a:p>
          <a:p>
            <a:pPr>
              <a:spcBef>
                <a:spcPts val="600"/>
              </a:spcBef>
              <a:spcAft>
                <a:spcPts val="0"/>
              </a:spcAft>
            </a:pPr>
            <a:endParaRPr lang="en-US" altLang="zh-TW" sz="1800" dirty="0">
              <a:latin typeface="微軟正黑體" panose="020B0604030504040204" pitchFamily="34" charset="-120"/>
              <a:ea typeface="微軟正黑體" panose="020B0604030504040204" pitchFamily="34" charset="-120"/>
            </a:endParaRPr>
          </a:p>
        </p:txBody>
      </p:sp>
      <p:sp>
        <p:nvSpPr>
          <p:cNvPr id="2" name="標題 1">
            <a:extLst>
              <a:ext uri="{FF2B5EF4-FFF2-40B4-BE49-F238E27FC236}">
                <a16:creationId xmlns:a16="http://schemas.microsoft.com/office/drawing/2014/main" id="{1D978FF4-64B0-6213-9BB9-797B18012F32}"/>
              </a:ext>
            </a:extLst>
          </p:cNvPr>
          <p:cNvSpPr>
            <a:spLocks noGrp="1"/>
          </p:cNvSpPr>
          <p:nvPr>
            <p:ph type="title"/>
          </p:nvPr>
        </p:nvSpPr>
        <p:spPr/>
        <p:txBody>
          <a:bodyPr/>
          <a:lstStyle/>
          <a:p>
            <a:r>
              <a:rPr lang="zh-TW" altLang="en-US" b="1" dirty="0">
                <a:latin typeface="Aptos"/>
              </a:rPr>
              <a:t>測試問題概況 </a:t>
            </a:r>
            <a:r>
              <a:rPr lang="en-US" altLang="zh-TW" b="1" dirty="0">
                <a:latin typeface="Aptos"/>
              </a:rPr>
              <a:t>_</a:t>
            </a:r>
            <a:endParaRPr lang="zh-TW" altLang="en-US" b="1" dirty="0">
              <a:latin typeface="Aptos"/>
            </a:endParaRPr>
          </a:p>
        </p:txBody>
      </p:sp>
      <p:sp>
        <p:nvSpPr>
          <p:cNvPr id="8" name="Rounded Rectangle 15">
            <a:extLst>
              <a:ext uri="{FF2B5EF4-FFF2-40B4-BE49-F238E27FC236}">
                <a16:creationId xmlns:a16="http://schemas.microsoft.com/office/drawing/2014/main" id="{9667D987-50D1-49BA-F0A9-6091FE31FB7D}"/>
              </a:ext>
            </a:extLst>
          </p:cNvPr>
          <p:cNvSpPr/>
          <p:nvPr/>
        </p:nvSpPr>
        <p:spPr>
          <a:xfrm>
            <a:off x="2125075" y="4117028"/>
            <a:ext cx="7516880" cy="530352"/>
          </a:xfrm>
          <a:prstGeom prst="roundRect">
            <a:avLst>
              <a:gd name="adj" fmla="val 8000"/>
            </a:avLst>
          </a:prstGeom>
          <a:solidFill>
            <a:srgbClr val="EA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16">
            <a:extLst>
              <a:ext uri="{FF2B5EF4-FFF2-40B4-BE49-F238E27FC236}">
                <a16:creationId xmlns:a16="http://schemas.microsoft.com/office/drawing/2014/main" id="{46B7F7A5-6517-9137-ED10-6289F1C3E75B}"/>
              </a:ext>
            </a:extLst>
          </p:cNvPr>
          <p:cNvSpPr txBox="1"/>
          <p:nvPr/>
        </p:nvSpPr>
        <p:spPr>
          <a:xfrm>
            <a:off x="2335387" y="4208467"/>
            <a:ext cx="1652088" cy="387798"/>
          </a:xfrm>
          <a:prstGeom prst="rect">
            <a:avLst/>
          </a:prstGeom>
          <a:noFill/>
        </p:spPr>
        <p:txBody>
          <a:bodyPr wrap="square" lIns="54864" tIns="54864" rIns="54864" bIns="54864" anchor="t">
            <a:spAutoFit/>
          </a:bodyPr>
          <a:lstStyle/>
          <a:p>
            <a:pPr algn="l"/>
            <a:r>
              <a:rPr sz="1800" b="1" dirty="0" err="1">
                <a:solidFill>
                  <a:schemeClr val="accent1">
                    <a:lumMod val="50000"/>
                  </a:schemeClr>
                </a:solidFill>
                <a:latin typeface="微軟正黑體" panose="020B0604030504040204" pitchFamily="34" charset="-120"/>
                <a:ea typeface="微軟正黑體" panose="020B0604030504040204" pitchFamily="34" charset="-120"/>
              </a:rPr>
              <a:t>回覆不完整</a:t>
            </a:r>
            <a:endParaRPr sz="1800" b="1" dirty="0">
              <a:solidFill>
                <a:schemeClr val="accent1">
                  <a:lumMod val="50000"/>
                </a:schemeClr>
              </a:solidFill>
              <a:latin typeface="微軟正黑體" panose="020B0604030504040204" pitchFamily="34" charset="-120"/>
              <a:ea typeface="微軟正黑體" panose="020B0604030504040204" pitchFamily="34" charset="-120"/>
            </a:endParaRPr>
          </a:p>
        </p:txBody>
      </p:sp>
      <p:sp>
        <p:nvSpPr>
          <p:cNvPr id="10" name="TextBox 17">
            <a:extLst>
              <a:ext uri="{FF2B5EF4-FFF2-40B4-BE49-F238E27FC236}">
                <a16:creationId xmlns:a16="http://schemas.microsoft.com/office/drawing/2014/main" id="{E15D8918-B592-534C-3FF0-F909FE422305}"/>
              </a:ext>
            </a:extLst>
          </p:cNvPr>
          <p:cNvSpPr txBox="1"/>
          <p:nvPr/>
        </p:nvSpPr>
        <p:spPr>
          <a:xfrm>
            <a:off x="7706989" y="4278195"/>
            <a:ext cx="1486701" cy="326243"/>
          </a:xfrm>
          <a:prstGeom prst="rect">
            <a:avLst/>
          </a:prstGeom>
          <a:noFill/>
        </p:spPr>
        <p:txBody>
          <a:bodyPr wrap="square" lIns="54864" tIns="54864" rIns="54864" bIns="54864" anchor="t">
            <a:spAutoFit/>
          </a:bodyPr>
          <a:lstStyle/>
          <a:p>
            <a:pPr algn="l"/>
            <a:r>
              <a:rPr sz="1400" b="1" dirty="0">
                <a:solidFill>
                  <a:srgbClr val="263238"/>
                </a:solidFill>
                <a:latin typeface="微軟正黑體" panose="020B0604030504040204" pitchFamily="34" charset="-120"/>
                <a:ea typeface="微軟正黑體" panose="020B0604030504040204" pitchFamily="34" charset="-120"/>
              </a:rPr>
              <a:t>2 </a:t>
            </a:r>
            <a:r>
              <a:rPr lang="zh-TW" altLang="en-US" sz="1400" dirty="0">
                <a:solidFill>
                  <a:srgbClr val="263238"/>
                </a:solidFill>
                <a:latin typeface="微軟正黑體" panose="020B0604030504040204" pitchFamily="34" charset="-120"/>
                <a:ea typeface="微軟正黑體" panose="020B0604030504040204" pitchFamily="34" charset="-120"/>
              </a:rPr>
              <a:t>例</a:t>
            </a:r>
            <a:r>
              <a:rPr sz="1400" b="1" dirty="0">
                <a:solidFill>
                  <a:srgbClr val="263238"/>
                </a:solidFill>
                <a:latin typeface="微軟正黑體" panose="020B0604030504040204" pitchFamily="34" charset="-120"/>
                <a:ea typeface="微軟正黑體" panose="020B0604030504040204" pitchFamily="34" charset="-120"/>
              </a:rPr>
              <a:t>｜Q1、Q</a:t>
            </a:r>
            <a:r>
              <a:rPr lang="en-US" sz="1400" b="1" dirty="0">
                <a:solidFill>
                  <a:srgbClr val="263238"/>
                </a:solidFill>
                <a:latin typeface="微軟正黑體" panose="020B0604030504040204" pitchFamily="34" charset="-120"/>
                <a:ea typeface="微軟正黑體" panose="020B0604030504040204" pitchFamily="34" charset="-120"/>
              </a:rPr>
              <a:t>2</a:t>
            </a:r>
            <a:endParaRPr sz="1400" b="1" dirty="0">
              <a:solidFill>
                <a:srgbClr val="263238"/>
              </a:solidFill>
              <a:latin typeface="微軟正黑體" panose="020B0604030504040204" pitchFamily="34" charset="-120"/>
              <a:ea typeface="微軟正黑體" panose="020B0604030504040204" pitchFamily="34" charset="-120"/>
            </a:endParaRPr>
          </a:p>
        </p:txBody>
      </p:sp>
      <p:sp>
        <p:nvSpPr>
          <p:cNvPr id="11" name="TextBox 18">
            <a:extLst>
              <a:ext uri="{FF2B5EF4-FFF2-40B4-BE49-F238E27FC236}">
                <a16:creationId xmlns:a16="http://schemas.microsoft.com/office/drawing/2014/main" id="{78CE5029-C631-5041-13C3-8CB5A9A4C0A3}"/>
              </a:ext>
            </a:extLst>
          </p:cNvPr>
          <p:cNvSpPr txBox="1"/>
          <p:nvPr/>
        </p:nvSpPr>
        <p:spPr>
          <a:xfrm>
            <a:off x="4073252" y="4270022"/>
            <a:ext cx="2870228" cy="326243"/>
          </a:xfrm>
          <a:prstGeom prst="rect">
            <a:avLst/>
          </a:prstGeom>
          <a:noFill/>
        </p:spPr>
        <p:txBody>
          <a:bodyPr wrap="square" lIns="54864" tIns="54864" rIns="54864" bIns="54864" anchor="t">
            <a:spAutoFit/>
          </a:bodyPr>
          <a:lstStyle/>
          <a:p>
            <a:pPr algn="l"/>
            <a:r>
              <a:rPr sz="1400" dirty="0" err="1">
                <a:solidFill>
                  <a:srgbClr val="263238"/>
                </a:solidFill>
                <a:latin typeface="微軟正黑體" panose="020B0604030504040204" pitchFamily="34" charset="-120"/>
                <a:ea typeface="微軟正黑體" panose="020B0604030504040204" pitchFamily="34" charset="-120"/>
              </a:rPr>
              <a:t>未完整回答關鍵條件或定義</a:t>
            </a:r>
            <a:endParaRPr sz="1400" dirty="0">
              <a:solidFill>
                <a:srgbClr val="263238"/>
              </a:solidFill>
              <a:latin typeface="微軟正黑體" panose="020B0604030504040204" pitchFamily="34" charset="-120"/>
              <a:ea typeface="微軟正黑體" panose="020B0604030504040204" pitchFamily="34" charset="-120"/>
            </a:endParaRPr>
          </a:p>
        </p:txBody>
      </p:sp>
      <p:sp>
        <p:nvSpPr>
          <p:cNvPr id="12" name="Rounded Rectangle 19">
            <a:extLst>
              <a:ext uri="{FF2B5EF4-FFF2-40B4-BE49-F238E27FC236}">
                <a16:creationId xmlns:a16="http://schemas.microsoft.com/office/drawing/2014/main" id="{92EFC362-1338-2DC9-D66C-A7AD822AF041}"/>
              </a:ext>
            </a:extLst>
          </p:cNvPr>
          <p:cNvSpPr/>
          <p:nvPr/>
        </p:nvSpPr>
        <p:spPr>
          <a:xfrm>
            <a:off x="2125075" y="4830260"/>
            <a:ext cx="7516880" cy="530352"/>
          </a:xfrm>
          <a:prstGeom prst="roundRect">
            <a:avLst>
              <a:gd name="adj" fmla="val 8000"/>
            </a:avLst>
          </a:prstGeom>
          <a:solidFill>
            <a:srgbClr val="FFF4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21">
            <a:extLst>
              <a:ext uri="{FF2B5EF4-FFF2-40B4-BE49-F238E27FC236}">
                <a16:creationId xmlns:a16="http://schemas.microsoft.com/office/drawing/2014/main" id="{AE99E507-546D-B1C3-68BC-422852955ECD}"/>
              </a:ext>
            </a:extLst>
          </p:cNvPr>
          <p:cNvSpPr txBox="1"/>
          <p:nvPr/>
        </p:nvSpPr>
        <p:spPr>
          <a:xfrm>
            <a:off x="7706989" y="4991428"/>
            <a:ext cx="1577292" cy="326243"/>
          </a:xfrm>
          <a:prstGeom prst="rect">
            <a:avLst/>
          </a:prstGeom>
          <a:noFill/>
        </p:spPr>
        <p:txBody>
          <a:bodyPr wrap="square" lIns="54864" tIns="54864" rIns="54864" bIns="54864" anchor="t">
            <a:spAutoFit/>
          </a:bodyPr>
          <a:lstStyle/>
          <a:p>
            <a:r>
              <a:rPr sz="1400" b="1" dirty="0">
                <a:solidFill>
                  <a:srgbClr val="263238"/>
                </a:solidFill>
                <a:latin typeface="微軟正黑體" panose="020B0604030504040204" pitchFamily="34" charset="-120"/>
                <a:ea typeface="微軟正黑體" panose="020B0604030504040204" pitchFamily="34" charset="-120"/>
              </a:rPr>
              <a:t>1</a:t>
            </a:r>
            <a:r>
              <a:rPr lang="en-US" sz="1400" b="1" dirty="0">
                <a:solidFill>
                  <a:srgbClr val="263238"/>
                </a:solidFill>
                <a:latin typeface="微軟正黑體" panose="020B0604030504040204" pitchFamily="34" charset="-120"/>
                <a:ea typeface="微軟正黑體" panose="020B0604030504040204" pitchFamily="34" charset="-120"/>
              </a:rPr>
              <a:t> </a:t>
            </a:r>
            <a:r>
              <a:rPr lang="zh-TW" altLang="en-US" sz="1400" dirty="0">
                <a:solidFill>
                  <a:srgbClr val="263238"/>
                </a:solidFill>
                <a:latin typeface="微軟正黑體" panose="020B0604030504040204" pitchFamily="34" charset="-120"/>
                <a:ea typeface="微軟正黑體" panose="020B0604030504040204" pitchFamily="34" charset="-120"/>
              </a:rPr>
              <a:t>例</a:t>
            </a:r>
            <a:r>
              <a:rPr sz="1400" b="1" dirty="0">
                <a:solidFill>
                  <a:srgbClr val="263238"/>
                </a:solidFill>
                <a:latin typeface="微軟正黑體" panose="020B0604030504040204" pitchFamily="34" charset="-120"/>
                <a:ea typeface="微軟正黑體" panose="020B0604030504040204" pitchFamily="34" charset="-120"/>
              </a:rPr>
              <a:t>｜Q</a:t>
            </a:r>
            <a:r>
              <a:rPr lang="en-US" sz="1400" b="1" dirty="0">
                <a:solidFill>
                  <a:srgbClr val="263238"/>
                </a:solidFill>
                <a:latin typeface="微軟正黑體" panose="020B0604030504040204" pitchFamily="34" charset="-120"/>
                <a:ea typeface="微軟正黑體" panose="020B0604030504040204" pitchFamily="34" charset="-120"/>
              </a:rPr>
              <a:t>3</a:t>
            </a:r>
            <a:endParaRPr sz="1400" b="1" dirty="0">
              <a:solidFill>
                <a:srgbClr val="263238"/>
              </a:solidFill>
              <a:latin typeface="微軟正黑體" panose="020B0604030504040204" pitchFamily="34" charset="-120"/>
              <a:ea typeface="微軟正黑體" panose="020B0604030504040204" pitchFamily="34" charset="-120"/>
            </a:endParaRPr>
          </a:p>
        </p:txBody>
      </p:sp>
      <p:sp>
        <p:nvSpPr>
          <p:cNvPr id="14" name="TextBox 22">
            <a:extLst>
              <a:ext uri="{FF2B5EF4-FFF2-40B4-BE49-F238E27FC236}">
                <a16:creationId xmlns:a16="http://schemas.microsoft.com/office/drawing/2014/main" id="{645C2954-B432-8684-6F17-172CD59C11D1}"/>
              </a:ext>
            </a:extLst>
          </p:cNvPr>
          <p:cNvSpPr txBox="1"/>
          <p:nvPr/>
        </p:nvSpPr>
        <p:spPr>
          <a:xfrm>
            <a:off x="4073253" y="4983255"/>
            <a:ext cx="2790714" cy="326243"/>
          </a:xfrm>
          <a:prstGeom prst="rect">
            <a:avLst/>
          </a:prstGeom>
          <a:noFill/>
        </p:spPr>
        <p:txBody>
          <a:bodyPr wrap="square" lIns="54864" tIns="54864" rIns="54864" bIns="54864" anchor="t">
            <a:spAutoFit/>
          </a:bodyPr>
          <a:lstStyle/>
          <a:p>
            <a:pPr algn="l"/>
            <a:r>
              <a:rPr sz="1400" dirty="0" err="1">
                <a:solidFill>
                  <a:srgbClr val="263238"/>
                </a:solidFill>
                <a:latin typeface="微軟正黑體" panose="020B0604030504040204" pitchFamily="34" charset="-120"/>
                <a:ea typeface="微軟正黑體" panose="020B0604030504040204" pitchFamily="34" charset="-120"/>
              </a:rPr>
              <a:t>引用或判斷依據不正確</a:t>
            </a:r>
            <a:endParaRPr sz="1400" dirty="0">
              <a:solidFill>
                <a:srgbClr val="263238"/>
              </a:solidFill>
              <a:latin typeface="微軟正黑體" panose="020B0604030504040204" pitchFamily="34" charset="-120"/>
              <a:ea typeface="微軟正黑體" panose="020B0604030504040204" pitchFamily="34" charset="-120"/>
            </a:endParaRPr>
          </a:p>
        </p:txBody>
      </p:sp>
      <p:sp>
        <p:nvSpPr>
          <p:cNvPr id="15" name="Rounded Rectangle 23">
            <a:extLst>
              <a:ext uri="{FF2B5EF4-FFF2-40B4-BE49-F238E27FC236}">
                <a16:creationId xmlns:a16="http://schemas.microsoft.com/office/drawing/2014/main" id="{6028B3FD-E887-589D-7E68-7371F5069DFA}"/>
              </a:ext>
            </a:extLst>
          </p:cNvPr>
          <p:cNvSpPr/>
          <p:nvPr/>
        </p:nvSpPr>
        <p:spPr>
          <a:xfrm>
            <a:off x="2125075" y="5602604"/>
            <a:ext cx="7516880" cy="530352"/>
          </a:xfrm>
          <a:prstGeom prst="roundRect">
            <a:avLst>
              <a:gd name="adj" fmla="val 8000"/>
            </a:avLst>
          </a:prstGeom>
          <a:solidFill>
            <a:srgbClr val="FD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24">
            <a:extLst>
              <a:ext uri="{FF2B5EF4-FFF2-40B4-BE49-F238E27FC236}">
                <a16:creationId xmlns:a16="http://schemas.microsoft.com/office/drawing/2014/main" id="{86278508-9DF8-3946-98DC-D146A38A4577}"/>
              </a:ext>
            </a:extLst>
          </p:cNvPr>
          <p:cNvSpPr txBox="1"/>
          <p:nvPr/>
        </p:nvSpPr>
        <p:spPr>
          <a:xfrm>
            <a:off x="2335387" y="5634931"/>
            <a:ext cx="1751480" cy="387798"/>
          </a:xfrm>
          <a:prstGeom prst="rect">
            <a:avLst/>
          </a:prstGeom>
          <a:noFill/>
        </p:spPr>
        <p:txBody>
          <a:bodyPr wrap="square" lIns="54864" tIns="54864" rIns="54864" bIns="54864" anchor="t">
            <a:spAutoFit/>
          </a:bodyPr>
          <a:lstStyle/>
          <a:p>
            <a:pPr algn="l"/>
            <a:r>
              <a:rPr sz="1800" b="1" dirty="0" err="1">
                <a:solidFill>
                  <a:srgbClr val="C00000"/>
                </a:solidFill>
                <a:latin typeface="微軟正黑體" panose="020B0604030504040204" pitchFamily="34" charset="-120"/>
                <a:ea typeface="微軟正黑體" panose="020B0604030504040204" pitchFamily="34" charset="-120"/>
              </a:rPr>
              <a:t>答非所問</a:t>
            </a:r>
            <a:endParaRPr sz="1800" b="1" dirty="0">
              <a:solidFill>
                <a:srgbClr val="C00000"/>
              </a:solidFill>
              <a:latin typeface="微軟正黑體" panose="020B0604030504040204" pitchFamily="34" charset="-120"/>
              <a:ea typeface="微軟正黑體" panose="020B0604030504040204" pitchFamily="34" charset="-120"/>
            </a:endParaRPr>
          </a:p>
        </p:txBody>
      </p:sp>
      <p:sp>
        <p:nvSpPr>
          <p:cNvPr id="17" name="TextBox 25">
            <a:extLst>
              <a:ext uri="{FF2B5EF4-FFF2-40B4-BE49-F238E27FC236}">
                <a16:creationId xmlns:a16="http://schemas.microsoft.com/office/drawing/2014/main" id="{168A038F-78C7-375B-4CC3-8C4E8EA2C71A}"/>
              </a:ext>
            </a:extLst>
          </p:cNvPr>
          <p:cNvSpPr txBox="1"/>
          <p:nvPr/>
        </p:nvSpPr>
        <p:spPr>
          <a:xfrm>
            <a:off x="7706989" y="5704659"/>
            <a:ext cx="1486701" cy="326243"/>
          </a:xfrm>
          <a:prstGeom prst="rect">
            <a:avLst/>
          </a:prstGeom>
          <a:noFill/>
        </p:spPr>
        <p:txBody>
          <a:bodyPr wrap="square" lIns="54864" tIns="54864" rIns="54864" bIns="54864" anchor="t">
            <a:spAutoFit/>
          </a:bodyPr>
          <a:lstStyle/>
          <a:p>
            <a:r>
              <a:rPr sz="1400" b="1" dirty="0">
                <a:solidFill>
                  <a:srgbClr val="263238"/>
                </a:solidFill>
                <a:latin typeface="微軟正黑體" panose="020B0604030504040204" pitchFamily="34" charset="-120"/>
                <a:ea typeface="微軟正黑體" panose="020B0604030504040204" pitchFamily="34" charset="-120"/>
              </a:rPr>
              <a:t>1</a:t>
            </a:r>
            <a:r>
              <a:rPr lang="en-US" sz="1400" b="1" dirty="0">
                <a:solidFill>
                  <a:srgbClr val="263238"/>
                </a:solidFill>
                <a:latin typeface="微軟正黑體" panose="020B0604030504040204" pitchFamily="34" charset="-120"/>
                <a:ea typeface="微軟正黑體" panose="020B0604030504040204" pitchFamily="34" charset="-120"/>
              </a:rPr>
              <a:t> </a:t>
            </a:r>
            <a:r>
              <a:rPr lang="zh-TW" altLang="en-US" sz="1400" dirty="0">
                <a:solidFill>
                  <a:srgbClr val="263238"/>
                </a:solidFill>
                <a:latin typeface="微軟正黑體" panose="020B0604030504040204" pitchFamily="34" charset="-120"/>
                <a:ea typeface="微軟正黑體" panose="020B0604030504040204" pitchFamily="34" charset="-120"/>
              </a:rPr>
              <a:t>例</a:t>
            </a:r>
            <a:r>
              <a:rPr sz="1400" b="1" dirty="0">
                <a:solidFill>
                  <a:srgbClr val="263238"/>
                </a:solidFill>
                <a:latin typeface="微軟正黑體" panose="020B0604030504040204" pitchFamily="34" charset="-120"/>
                <a:ea typeface="微軟正黑體" panose="020B0604030504040204" pitchFamily="34" charset="-120"/>
              </a:rPr>
              <a:t>｜Q</a:t>
            </a:r>
            <a:r>
              <a:rPr lang="en-US" sz="1400" b="1" dirty="0">
                <a:solidFill>
                  <a:srgbClr val="263238"/>
                </a:solidFill>
                <a:latin typeface="微軟正黑體" panose="020B0604030504040204" pitchFamily="34" charset="-120"/>
                <a:ea typeface="微軟正黑體" panose="020B0604030504040204" pitchFamily="34" charset="-120"/>
              </a:rPr>
              <a:t>4</a:t>
            </a:r>
            <a:endParaRPr sz="1400" b="1" dirty="0">
              <a:solidFill>
                <a:srgbClr val="263238"/>
              </a:solidFill>
              <a:latin typeface="微軟正黑體" panose="020B0604030504040204" pitchFamily="34" charset="-120"/>
              <a:ea typeface="微軟正黑體" panose="020B0604030504040204" pitchFamily="34" charset="-120"/>
            </a:endParaRPr>
          </a:p>
        </p:txBody>
      </p:sp>
      <p:sp>
        <p:nvSpPr>
          <p:cNvPr id="18" name="TextBox 26">
            <a:extLst>
              <a:ext uri="{FF2B5EF4-FFF2-40B4-BE49-F238E27FC236}">
                <a16:creationId xmlns:a16="http://schemas.microsoft.com/office/drawing/2014/main" id="{8FA42976-F754-50AF-8719-B5CC2D47DD5D}"/>
              </a:ext>
            </a:extLst>
          </p:cNvPr>
          <p:cNvSpPr txBox="1"/>
          <p:nvPr/>
        </p:nvSpPr>
        <p:spPr>
          <a:xfrm>
            <a:off x="4073253" y="5696486"/>
            <a:ext cx="2631688" cy="326243"/>
          </a:xfrm>
          <a:prstGeom prst="rect">
            <a:avLst/>
          </a:prstGeom>
          <a:noFill/>
        </p:spPr>
        <p:txBody>
          <a:bodyPr wrap="square" lIns="54864" tIns="54864" rIns="54864" bIns="54864" anchor="t">
            <a:spAutoFit/>
          </a:bodyPr>
          <a:lstStyle/>
          <a:p>
            <a:pPr algn="l"/>
            <a:r>
              <a:rPr sz="1400" dirty="0" err="1">
                <a:solidFill>
                  <a:srgbClr val="263238"/>
                </a:solidFill>
                <a:latin typeface="微軟正黑體" panose="020B0604030504040204" pitchFamily="34" charset="-120"/>
                <a:ea typeface="微軟正黑體" panose="020B0604030504040204" pitchFamily="34" charset="-120"/>
              </a:rPr>
              <a:t>未針對使用者問題作答</a:t>
            </a:r>
            <a:endParaRPr sz="1400" dirty="0">
              <a:solidFill>
                <a:srgbClr val="263238"/>
              </a:solidFill>
              <a:latin typeface="微軟正黑體" panose="020B0604030504040204" pitchFamily="34" charset="-120"/>
              <a:ea typeface="微軟正黑體" panose="020B0604030504040204" pitchFamily="34" charset="-120"/>
            </a:endParaRPr>
          </a:p>
        </p:txBody>
      </p:sp>
      <p:sp>
        <p:nvSpPr>
          <p:cNvPr id="19" name="TextBox 20">
            <a:extLst>
              <a:ext uri="{FF2B5EF4-FFF2-40B4-BE49-F238E27FC236}">
                <a16:creationId xmlns:a16="http://schemas.microsoft.com/office/drawing/2014/main" id="{3018F810-BB7F-5F47-04CD-AA0AE04B4B44}"/>
              </a:ext>
            </a:extLst>
          </p:cNvPr>
          <p:cNvSpPr txBox="1"/>
          <p:nvPr/>
        </p:nvSpPr>
        <p:spPr>
          <a:xfrm>
            <a:off x="2307955" y="4921700"/>
            <a:ext cx="1679520" cy="387798"/>
          </a:xfrm>
          <a:prstGeom prst="rect">
            <a:avLst/>
          </a:prstGeom>
          <a:noFill/>
        </p:spPr>
        <p:txBody>
          <a:bodyPr wrap="square" lIns="54864" tIns="54864" rIns="54864" bIns="54864" anchor="t">
            <a:spAutoFit/>
          </a:bodyPr>
          <a:lstStyle/>
          <a:p>
            <a:pPr algn="l"/>
            <a:r>
              <a:rPr sz="1800" b="1" dirty="0" err="1">
                <a:solidFill>
                  <a:srgbClr val="D97706"/>
                </a:solidFill>
                <a:latin typeface="微軟正黑體" panose="020B0604030504040204" pitchFamily="34" charset="-120"/>
                <a:ea typeface="微軟正黑體" panose="020B0604030504040204" pitchFamily="34" charset="-120"/>
              </a:rPr>
              <a:t>回覆錯誤</a:t>
            </a:r>
            <a:endParaRPr sz="1800" b="1" dirty="0">
              <a:solidFill>
                <a:srgbClr val="D97706"/>
              </a:solidFill>
              <a:latin typeface="微軟正黑體" panose="020B0604030504040204" pitchFamily="34" charset="-120"/>
              <a:ea typeface="微軟正黑體" panose="020B0604030504040204" pitchFamily="34" charset="-120"/>
            </a:endParaRPr>
          </a:p>
        </p:txBody>
      </p:sp>
      <p:pic>
        <p:nvPicPr>
          <p:cNvPr id="6" name="圖片 5">
            <a:extLst>
              <a:ext uri="{FF2B5EF4-FFF2-40B4-BE49-F238E27FC236}">
                <a16:creationId xmlns:a16="http://schemas.microsoft.com/office/drawing/2014/main" id="{4E5B9353-AE1E-3E11-8DC9-3ACDEFA9C488}"/>
              </a:ext>
            </a:extLst>
          </p:cNvPr>
          <p:cNvPicPr>
            <a:picLocks noChangeAspect="1"/>
          </p:cNvPicPr>
          <p:nvPr/>
        </p:nvPicPr>
        <p:blipFill>
          <a:blip r:embed="rId2"/>
          <a:stretch>
            <a:fillRect/>
          </a:stretch>
        </p:blipFill>
        <p:spPr>
          <a:xfrm>
            <a:off x="7132174" y="1029532"/>
            <a:ext cx="3974391" cy="2148320"/>
          </a:xfrm>
          <a:prstGeom prst="rect">
            <a:avLst/>
          </a:prstGeom>
          <a:effectLst>
            <a:outerShdw blurRad="50800" dist="38100" dir="2700000" algn="tl" rotWithShape="0">
              <a:prstClr val="black">
                <a:alpha val="40000"/>
              </a:prstClr>
            </a:outerShdw>
          </a:effectLst>
        </p:spPr>
      </p:pic>
      <p:sp>
        <p:nvSpPr>
          <p:cNvPr id="20" name="文字方塊 19">
            <a:extLst>
              <a:ext uri="{FF2B5EF4-FFF2-40B4-BE49-F238E27FC236}">
                <a16:creationId xmlns:a16="http://schemas.microsoft.com/office/drawing/2014/main" id="{D99ACEEA-E2AC-36E3-C8E5-FF37BA428F8A}"/>
              </a:ext>
            </a:extLst>
          </p:cNvPr>
          <p:cNvSpPr txBox="1"/>
          <p:nvPr/>
        </p:nvSpPr>
        <p:spPr>
          <a:xfrm>
            <a:off x="6943479" y="2370636"/>
            <a:ext cx="536713" cy="338554"/>
          </a:xfrm>
          <a:prstGeom prst="rect">
            <a:avLst/>
          </a:prstGeom>
          <a:noFill/>
        </p:spPr>
        <p:txBody>
          <a:bodyPr wrap="square">
            <a:spAutoFit/>
          </a:bodyPr>
          <a:lstStyle/>
          <a:p>
            <a:r>
              <a:rPr lang="en-US" altLang="zh-TW" sz="1600" dirty="0">
                <a:effectLst>
                  <a:outerShdw blurRad="38100" dist="38100" dir="2700000" algn="tl">
                    <a:srgbClr val="000000">
                      <a:alpha val="43137"/>
                    </a:srgbClr>
                  </a:outerShdw>
                </a:effectLst>
                <a:highlight>
                  <a:srgbClr val="00FFFF"/>
                </a:highlight>
                <a:latin typeface="微軟正黑體" panose="020B0604030504040204" pitchFamily="34" charset="-120"/>
                <a:ea typeface="微軟正黑體" panose="020B0604030504040204" pitchFamily="34" charset="-120"/>
              </a:rPr>
              <a:t>A </a:t>
            </a:r>
            <a:endParaRPr lang="zh-TW" altLang="en-US" sz="1600" dirty="0"/>
          </a:p>
        </p:txBody>
      </p:sp>
      <p:sp>
        <p:nvSpPr>
          <p:cNvPr id="21" name="文字方塊 20">
            <a:extLst>
              <a:ext uri="{FF2B5EF4-FFF2-40B4-BE49-F238E27FC236}">
                <a16:creationId xmlns:a16="http://schemas.microsoft.com/office/drawing/2014/main" id="{1D619A84-7F04-EC56-1EFF-97F0BF92B793}"/>
              </a:ext>
            </a:extLst>
          </p:cNvPr>
          <p:cNvSpPr txBox="1"/>
          <p:nvPr/>
        </p:nvSpPr>
        <p:spPr>
          <a:xfrm>
            <a:off x="6943480" y="1327289"/>
            <a:ext cx="536713" cy="338554"/>
          </a:xfrm>
          <a:prstGeom prst="rect">
            <a:avLst/>
          </a:prstGeom>
          <a:noFill/>
        </p:spPr>
        <p:txBody>
          <a:bodyPr wrap="square">
            <a:spAutoFit/>
          </a:bodyPr>
          <a:lstStyle/>
          <a:p>
            <a:r>
              <a:rPr lang="en-US" altLang="zh-TW" sz="1600" dirty="0">
                <a:effectLst>
                  <a:outerShdw blurRad="38100" dist="38100" dir="2700000" algn="tl">
                    <a:srgbClr val="000000">
                      <a:alpha val="43137"/>
                    </a:srgbClr>
                  </a:outerShdw>
                </a:effectLst>
                <a:highlight>
                  <a:srgbClr val="00FFFF"/>
                </a:highlight>
                <a:latin typeface="微軟正黑體" panose="020B0604030504040204" pitchFamily="34" charset="-120"/>
                <a:ea typeface="微軟正黑體" panose="020B0604030504040204" pitchFamily="34" charset="-120"/>
              </a:rPr>
              <a:t>B </a:t>
            </a:r>
            <a:endParaRPr lang="zh-TW" altLang="en-US" sz="1600" dirty="0"/>
          </a:p>
        </p:txBody>
      </p:sp>
    </p:spTree>
    <p:extLst>
      <p:ext uri="{BB962C8B-B14F-4D97-AF65-F5344CB8AC3E}">
        <p14:creationId xmlns:p14="http://schemas.microsoft.com/office/powerpoint/2010/main" val="1710666710"/>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4356185-5A2C-8E2A-C9B3-00B6D37A8AFF}"/>
              </a:ext>
            </a:extLst>
          </p:cNvPr>
          <p:cNvSpPr>
            <a:spLocks noGrp="1"/>
          </p:cNvSpPr>
          <p:nvPr>
            <p:ph type="title"/>
          </p:nvPr>
        </p:nvSpPr>
        <p:spPr>
          <a:xfrm>
            <a:off x="289030" y="840313"/>
            <a:ext cx="5365841" cy="364682"/>
          </a:xfrm>
          <a:gradFill>
            <a:gsLst>
              <a:gs pos="0">
                <a:schemeClr val="bg1">
                  <a:lumMod val="95000"/>
                </a:schemeClr>
              </a:gs>
              <a:gs pos="74000">
                <a:schemeClr val="bg1">
                  <a:lumMod val="75000"/>
                </a:schemeClr>
              </a:gs>
              <a:gs pos="83000">
                <a:schemeClr val="bg1">
                  <a:lumMod val="95000"/>
                </a:schemeClr>
              </a:gs>
              <a:gs pos="100000">
                <a:schemeClr val="bg1">
                  <a:lumMod val="95000"/>
                </a:schemeClr>
              </a:gs>
            </a:gsLst>
            <a:lin ang="5400000" scaled="1"/>
          </a:gradFill>
        </p:spPr>
        <p:txBody>
          <a:bodyPr/>
          <a:lstStyle/>
          <a:p>
            <a:r>
              <a:rPr lang="en-US" altLang="zh-TW" sz="1400" b="1" dirty="0"/>
              <a:t>Q1</a:t>
            </a:r>
            <a:r>
              <a:rPr lang="zh-TW" altLang="en-US" sz="1400" b="1" dirty="0"/>
              <a:t>｜哪些業務</a:t>
            </a:r>
            <a:r>
              <a:rPr lang="en-US" altLang="zh-TW" sz="1400" b="1" dirty="0"/>
              <a:t>/</a:t>
            </a:r>
            <a:r>
              <a:rPr lang="zh-TW" altLang="en-US" sz="1400" b="1" dirty="0"/>
              <a:t>暴險要申報</a:t>
            </a:r>
            <a:r>
              <a:rPr lang="en-US" altLang="zh-TW" sz="1400" b="1" dirty="0"/>
              <a:t>/</a:t>
            </a:r>
            <a:r>
              <a:rPr lang="zh-TW" altLang="en-US" sz="1400" b="1" dirty="0"/>
              <a:t>呈報</a:t>
            </a:r>
            <a:r>
              <a:rPr lang="en-US" altLang="zh-TW" sz="1400" b="1" dirty="0"/>
              <a:t>/</a:t>
            </a:r>
            <a:r>
              <a:rPr lang="zh-TW" altLang="en-US" sz="1400" b="1" dirty="0"/>
              <a:t>計算進去</a:t>
            </a:r>
            <a:r>
              <a:rPr lang="en-US" altLang="zh-TW" sz="1400" b="1" dirty="0"/>
              <a:t>?</a:t>
            </a:r>
            <a:r>
              <a:rPr lang="zh-TW" altLang="en-US" sz="1400" b="1" dirty="0"/>
              <a:t>暴險多少金額要申報</a:t>
            </a:r>
            <a:r>
              <a:rPr lang="en-US" altLang="zh-TW" sz="1400" b="1" dirty="0"/>
              <a:t>?</a:t>
            </a:r>
            <a:endParaRPr lang="zh-TW" altLang="en-US" sz="1400" b="1" dirty="0"/>
          </a:p>
        </p:txBody>
      </p:sp>
      <p:grpSp>
        <p:nvGrpSpPr>
          <p:cNvPr id="22" name="群組 21">
            <a:extLst>
              <a:ext uri="{FF2B5EF4-FFF2-40B4-BE49-F238E27FC236}">
                <a16:creationId xmlns:a16="http://schemas.microsoft.com/office/drawing/2014/main" id="{533C43AD-8771-8368-66D0-6CAA8779CCCE}"/>
              </a:ext>
            </a:extLst>
          </p:cNvPr>
          <p:cNvGrpSpPr/>
          <p:nvPr/>
        </p:nvGrpSpPr>
        <p:grpSpPr>
          <a:xfrm>
            <a:off x="358605" y="1799933"/>
            <a:ext cx="5406928" cy="3572586"/>
            <a:chOff x="3100864" y="1811655"/>
            <a:chExt cx="5747385" cy="3098165"/>
          </a:xfrm>
        </p:grpSpPr>
        <p:pic>
          <p:nvPicPr>
            <p:cNvPr id="20" name="圖片 19" descr="一張含有 文字, 螢幕擷取畫面, 字型 的圖片&#10;&#10;AI 產生的內容可能不正確。">
              <a:extLst>
                <a:ext uri="{FF2B5EF4-FFF2-40B4-BE49-F238E27FC236}">
                  <a16:creationId xmlns:a16="http://schemas.microsoft.com/office/drawing/2014/main" id="{CDDB0500-EB81-EC1F-5475-B2AA38F0F225}"/>
                </a:ext>
              </a:extLst>
            </p:cNvPr>
            <p:cNvPicPr>
              <a:picLocks noChangeAspect="1"/>
            </p:cNvPicPr>
            <p:nvPr/>
          </p:nvPicPr>
          <p:blipFill rotWithShape="1">
            <a:blip r:embed="rId2">
              <a:extLst>
                <a:ext uri="{28A0092B-C50C-407E-A947-70E740481C1C}">
                  <a14:useLocalDpi xmlns:a14="http://schemas.microsoft.com/office/drawing/2010/main" val="0"/>
                </a:ext>
              </a:extLst>
            </a:blip>
            <a:srcRect b="29462"/>
            <a:stretch>
              <a:fillRect/>
            </a:stretch>
          </p:blipFill>
          <p:spPr bwMode="auto">
            <a:xfrm>
              <a:off x="3100864" y="1811655"/>
              <a:ext cx="5735955" cy="2386330"/>
            </a:xfrm>
            <a:prstGeom prst="rect">
              <a:avLst/>
            </a:prstGeom>
            <a:ln>
              <a:noFill/>
            </a:ln>
            <a:extLst>
              <a:ext uri="{53640926-AAD7-44D8-BBD7-CCE9431645EC}">
                <a14:shadowObscured xmlns:a14="http://schemas.microsoft.com/office/drawing/2010/main"/>
              </a:ext>
            </a:extLst>
          </p:spPr>
        </p:pic>
        <p:pic>
          <p:nvPicPr>
            <p:cNvPr id="21" name="圖片 20" descr="一張含有 文字, 螢幕擷取畫面, 字型 的圖片&#10;&#10;AI 產生的內容可能不正確。">
              <a:extLst>
                <a:ext uri="{FF2B5EF4-FFF2-40B4-BE49-F238E27FC236}">
                  <a16:creationId xmlns:a16="http://schemas.microsoft.com/office/drawing/2014/main" id="{E24559D6-DF91-7FF4-0A08-32F91BB36176}"/>
                </a:ext>
              </a:extLst>
            </p:cNvPr>
            <p:cNvPicPr>
              <a:picLocks noChangeAspect="1"/>
            </p:cNvPicPr>
            <p:nvPr/>
          </p:nvPicPr>
          <p:blipFill rotWithShape="1">
            <a:blip r:embed="rId2">
              <a:extLst>
                <a:ext uri="{28A0092B-C50C-407E-A947-70E740481C1C}">
                  <a14:useLocalDpi xmlns:a14="http://schemas.microsoft.com/office/drawing/2010/main" val="0"/>
                </a:ext>
              </a:extLst>
            </a:blip>
            <a:srcRect t="77231" b="1713"/>
            <a:stretch>
              <a:fillRect/>
            </a:stretch>
          </p:blipFill>
          <p:spPr bwMode="auto">
            <a:xfrm>
              <a:off x="3112294" y="4197985"/>
              <a:ext cx="5735955" cy="711835"/>
            </a:xfrm>
            <a:prstGeom prst="rect">
              <a:avLst/>
            </a:prstGeom>
            <a:ln>
              <a:noFill/>
            </a:ln>
            <a:extLst>
              <a:ext uri="{53640926-AAD7-44D8-BBD7-CCE9431645EC}">
                <a14:shadowObscured xmlns:a14="http://schemas.microsoft.com/office/drawing/2010/main"/>
              </a:ext>
            </a:extLst>
          </p:spPr>
        </p:pic>
      </p:grpSp>
      <p:pic>
        <p:nvPicPr>
          <p:cNvPr id="5" name="圖片 4" descr="一張含有 文字, 螢幕擷取畫面, 字型 的圖片&#10;&#10;AI 產生的內容可能不正確。">
            <a:extLst>
              <a:ext uri="{FF2B5EF4-FFF2-40B4-BE49-F238E27FC236}">
                <a16:creationId xmlns:a16="http://schemas.microsoft.com/office/drawing/2014/main" id="{EEF33417-CCCE-77F2-E9C3-34A051FADE21}"/>
              </a:ext>
            </a:extLst>
          </p:cNvPr>
          <p:cNvPicPr>
            <a:picLocks noChangeAspect="1"/>
          </p:cNvPicPr>
          <p:nvPr/>
        </p:nvPicPr>
        <p:blipFill>
          <a:blip r:embed="rId3">
            <a:extLst>
              <a:ext uri="{28A0092B-C50C-407E-A947-70E740481C1C}">
                <a14:useLocalDpi xmlns:a14="http://schemas.microsoft.com/office/drawing/2010/main" val="0"/>
              </a:ext>
            </a:extLst>
          </a:blip>
          <a:srcRect r="12319"/>
          <a:stretch>
            <a:fillRect/>
          </a:stretch>
        </p:blipFill>
        <p:spPr>
          <a:xfrm>
            <a:off x="6142126" y="1434195"/>
            <a:ext cx="3249587" cy="2402451"/>
          </a:xfrm>
          <a:prstGeom prst="rect">
            <a:avLst/>
          </a:prstGeom>
          <a:ln w="12700">
            <a:noFill/>
          </a:ln>
        </p:spPr>
      </p:pic>
      <p:grpSp>
        <p:nvGrpSpPr>
          <p:cNvPr id="11" name="群組 10">
            <a:extLst>
              <a:ext uri="{FF2B5EF4-FFF2-40B4-BE49-F238E27FC236}">
                <a16:creationId xmlns:a16="http://schemas.microsoft.com/office/drawing/2014/main" id="{BC5A6A83-95AC-AC03-470C-9F59A081FA98}"/>
              </a:ext>
            </a:extLst>
          </p:cNvPr>
          <p:cNvGrpSpPr/>
          <p:nvPr/>
        </p:nvGrpSpPr>
        <p:grpSpPr>
          <a:xfrm>
            <a:off x="6170883" y="3958434"/>
            <a:ext cx="4930792" cy="2402451"/>
            <a:chOff x="6135762" y="3819975"/>
            <a:chExt cx="4930792" cy="2386747"/>
          </a:xfrm>
        </p:grpSpPr>
        <p:pic>
          <p:nvPicPr>
            <p:cNvPr id="6" name="圖片 5" descr="一張含有 文字, 螢幕擷取畫面, 字型, 數字 的圖片&#10;&#10;AI 產生的內容可能不正確。">
              <a:extLst>
                <a:ext uri="{FF2B5EF4-FFF2-40B4-BE49-F238E27FC236}">
                  <a16:creationId xmlns:a16="http://schemas.microsoft.com/office/drawing/2014/main" id="{88B9F580-74F3-3CBB-4950-FEF37D4119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35762" y="3819975"/>
              <a:ext cx="4930792" cy="2386747"/>
            </a:xfrm>
            <a:prstGeom prst="rect">
              <a:avLst/>
            </a:prstGeom>
            <a:ln w="12700">
              <a:noFill/>
            </a:ln>
          </p:spPr>
        </p:pic>
        <p:cxnSp>
          <p:nvCxnSpPr>
            <p:cNvPr id="7" name="直線接點 6">
              <a:extLst>
                <a:ext uri="{FF2B5EF4-FFF2-40B4-BE49-F238E27FC236}">
                  <a16:creationId xmlns:a16="http://schemas.microsoft.com/office/drawing/2014/main" id="{B926574C-9028-F922-5C49-4B1232C8632D}"/>
                </a:ext>
              </a:extLst>
            </p:cNvPr>
            <p:cNvCxnSpPr>
              <a:cxnSpLocks/>
            </p:cNvCxnSpPr>
            <p:nvPr/>
          </p:nvCxnSpPr>
          <p:spPr bwMode="auto">
            <a:xfrm>
              <a:off x="6341364" y="4524374"/>
              <a:ext cx="2329795" cy="0"/>
            </a:xfrm>
            <a:prstGeom prst="line">
              <a:avLst/>
            </a:prstGeom>
            <a:solidFill>
              <a:schemeClr val="accent1"/>
            </a:solidFill>
            <a:ln w="19050" cap="flat" cmpd="sng" algn="ctr">
              <a:solidFill>
                <a:srgbClr val="FF0000"/>
              </a:solidFill>
              <a:prstDash val="solid"/>
              <a:round/>
              <a:headEnd type="none" w="med" len="med"/>
              <a:tailEnd type="none" w="med" len="med"/>
            </a:ln>
            <a:effectLst/>
          </p:spPr>
        </p:cxnSp>
      </p:grpSp>
      <p:sp>
        <p:nvSpPr>
          <p:cNvPr id="13" name="TextBox 16">
            <a:extLst>
              <a:ext uri="{FF2B5EF4-FFF2-40B4-BE49-F238E27FC236}">
                <a16:creationId xmlns:a16="http://schemas.microsoft.com/office/drawing/2014/main" id="{6C6E9F62-7178-4BCD-0A00-C23F6E74DE43}"/>
              </a:ext>
            </a:extLst>
          </p:cNvPr>
          <p:cNvSpPr txBox="1"/>
          <p:nvPr/>
        </p:nvSpPr>
        <p:spPr>
          <a:xfrm>
            <a:off x="369358" y="5511301"/>
            <a:ext cx="3162917" cy="326243"/>
          </a:xfrm>
          <a:prstGeom prst="rect">
            <a:avLst/>
          </a:prstGeom>
          <a:noFill/>
        </p:spPr>
        <p:txBody>
          <a:bodyPr wrap="none" lIns="54864" tIns="54864" rIns="54864" bIns="54864" anchor="t">
            <a:spAutoFit/>
          </a:bodyPr>
          <a:lstStyle/>
          <a:p>
            <a:pPr algn="l"/>
            <a:r>
              <a:rPr sz="1400" b="1" dirty="0" err="1">
                <a:solidFill>
                  <a:srgbClr val="16805C"/>
                </a:solidFill>
                <a:latin typeface="微軟正黑體" panose="020B0604030504040204" pitchFamily="34" charset="-120"/>
                <a:ea typeface="微軟正黑體" panose="020B0604030504040204" pitchFamily="34" charset="-120"/>
              </a:rPr>
              <a:t>上架前可完整涵蓋申報範圍與金額條件</a:t>
            </a:r>
            <a:endParaRPr sz="1400" b="1" dirty="0">
              <a:solidFill>
                <a:srgbClr val="16805C"/>
              </a:solidFill>
              <a:latin typeface="微軟正黑體" panose="020B0604030504040204" pitchFamily="34" charset="-120"/>
              <a:ea typeface="微軟正黑體" panose="020B0604030504040204" pitchFamily="34" charset="-120"/>
            </a:endParaRPr>
          </a:p>
        </p:txBody>
      </p:sp>
      <p:grpSp>
        <p:nvGrpSpPr>
          <p:cNvPr id="17" name="群組 16">
            <a:extLst>
              <a:ext uri="{FF2B5EF4-FFF2-40B4-BE49-F238E27FC236}">
                <a16:creationId xmlns:a16="http://schemas.microsoft.com/office/drawing/2014/main" id="{3CF3AC3C-E25C-38BF-C94F-2E061894556F}"/>
              </a:ext>
            </a:extLst>
          </p:cNvPr>
          <p:cNvGrpSpPr/>
          <p:nvPr/>
        </p:nvGrpSpPr>
        <p:grpSpPr>
          <a:xfrm>
            <a:off x="358605" y="1333438"/>
            <a:ext cx="2240280" cy="347472"/>
            <a:chOff x="749808" y="1810512"/>
            <a:chExt cx="2240280" cy="347472"/>
          </a:xfrm>
        </p:grpSpPr>
        <p:sp>
          <p:nvSpPr>
            <p:cNvPr id="15" name="Rounded Rectangle 7">
              <a:extLst>
                <a:ext uri="{FF2B5EF4-FFF2-40B4-BE49-F238E27FC236}">
                  <a16:creationId xmlns:a16="http://schemas.microsoft.com/office/drawing/2014/main" id="{4AFF6DFA-CED2-12D9-58B1-BF772CBC48E9}"/>
                </a:ext>
              </a:extLst>
            </p:cNvPr>
            <p:cNvSpPr/>
            <p:nvPr/>
          </p:nvSpPr>
          <p:spPr>
            <a:xfrm>
              <a:off x="749808" y="1810512"/>
              <a:ext cx="2240280" cy="347472"/>
            </a:xfrm>
            <a:prstGeom prst="roundRect">
              <a:avLst>
                <a:gd name="adj" fmla="val 8000"/>
              </a:avLst>
            </a:prstGeom>
            <a:solidFill>
              <a:srgbClr val="E8F5EF"/>
            </a:solidFill>
            <a:ln>
              <a:solidFill>
                <a:srgbClr val="E8F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8">
              <a:extLst>
                <a:ext uri="{FF2B5EF4-FFF2-40B4-BE49-F238E27FC236}">
                  <a16:creationId xmlns:a16="http://schemas.microsoft.com/office/drawing/2014/main" id="{E71519F3-547E-4964-F345-B79276B6CC16}"/>
                </a:ext>
              </a:extLst>
            </p:cNvPr>
            <p:cNvSpPr txBox="1"/>
            <p:nvPr/>
          </p:nvSpPr>
          <p:spPr>
            <a:xfrm>
              <a:off x="1188575" y="1811983"/>
              <a:ext cx="1362744" cy="326243"/>
            </a:xfrm>
            <a:prstGeom prst="rect">
              <a:avLst/>
            </a:prstGeom>
            <a:noFill/>
          </p:spPr>
          <p:txBody>
            <a:bodyPr wrap="none" lIns="54864" tIns="54864" rIns="54864" bIns="54864" anchor="ctr">
              <a:spAutoFit/>
            </a:bodyPr>
            <a:lstStyle/>
            <a:p>
              <a:pPr algn="ctr"/>
              <a:r>
                <a:rPr sz="1400" b="1" dirty="0">
                  <a:solidFill>
                    <a:srgbClr val="16805C"/>
                  </a:solidFill>
                  <a:latin typeface="微軟正黑體" panose="020B0604030504040204" pitchFamily="34" charset="-120"/>
                  <a:ea typeface="微軟正黑體" panose="020B0604030504040204" pitchFamily="34" charset="-120"/>
                </a:rPr>
                <a:t>✓ </a:t>
              </a:r>
              <a:r>
                <a:rPr lang="en-US" altLang="zh-TW" sz="1400" dirty="0">
                  <a:highlight>
                    <a:srgbClr val="00FFFF"/>
                  </a:highlight>
                  <a:latin typeface="微軟正黑體" panose="020B0604030504040204" pitchFamily="34" charset="-120"/>
                  <a:ea typeface="微軟正黑體" panose="020B0604030504040204" pitchFamily="34" charset="-120"/>
                </a:rPr>
                <a:t>A </a:t>
              </a:r>
              <a:r>
                <a:rPr sz="1400" b="1" dirty="0">
                  <a:solidFill>
                    <a:srgbClr val="16805C"/>
                  </a:solidFill>
                  <a:latin typeface="微軟正黑體" panose="020B0604030504040204" pitchFamily="34" charset="-120"/>
                  <a:ea typeface="微軟正黑體" panose="020B0604030504040204" pitchFamily="34" charset="-120"/>
                </a:rPr>
                <a:t>｜</a:t>
              </a:r>
              <a:r>
                <a:rPr sz="1400" b="1" dirty="0" err="1">
                  <a:solidFill>
                    <a:srgbClr val="16805C"/>
                  </a:solidFill>
                  <a:latin typeface="微軟正黑體" panose="020B0604030504040204" pitchFamily="34" charset="-120"/>
                  <a:ea typeface="微軟正黑體" panose="020B0604030504040204" pitchFamily="34" charset="-120"/>
                </a:rPr>
                <a:t>符合預期</a:t>
              </a:r>
              <a:endParaRPr sz="1400" b="1" dirty="0">
                <a:solidFill>
                  <a:srgbClr val="16805C"/>
                </a:solidFill>
                <a:latin typeface="微軟正黑體" panose="020B0604030504040204" pitchFamily="34" charset="-120"/>
                <a:ea typeface="微軟正黑體" panose="020B0604030504040204" pitchFamily="34" charset="-120"/>
              </a:endParaRPr>
            </a:p>
          </p:txBody>
        </p:sp>
      </p:grpSp>
      <p:grpSp>
        <p:nvGrpSpPr>
          <p:cNvPr id="25" name="群組 24">
            <a:extLst>
              <a:ext uri="{FF2B5EF4-FFF2-40B4-BE49-F238E27FC236}">
                <a16:creationId xmlns:a16="http://schemas.microsoft.com/office/drawing/2014/main" id="{E286C277-08EC-5994-8731-DFC1001AFFCB}"/>
              </a:ext>
            </a:extLst>
          </p:cNvPr>
          <p:cNvGrpSpPr/>
          <p:nvPr/>
        </p:nvGrpSpPr>
        <p:grpSpPr>
          <a:xfrm>
            <a:off x="6170883" y="954711"/>
            <a:ext cx="2001079" cy="347472"/>
            <a:chOff x="9864463" y="1455611"/>
            <a:chExt cx="2001079" cy="347472"/>
          </a:xfrm>
        </p:grpSpPr>
        <p:sp>
          <p:nvSpPr>
            <p:cNvPr id="23" name="Rounded Rectangle 9">
              <a:extLst>
                <a:ext uri="{FF2B5EF4-FFF2-40B4-BE49-F238E27FC236}">
                  <a16:creationId xmlns:a16="http://schemas.microsoft.com/office/drawing/2014/main" id="{DE715620-D280-0343-AD9C-65F51B7C82DE}"/>
                </a:ext>
              </a:extLst>
            </p:cNvPr>
            <p:cNvSpPr/>
            <p:nvPr/>
          </p:nvSpPr>
          <p:spPr>
            <a:xfrm>
              <a:off x="9864463" y="1455611"/>
              <a:ext cx="2001079" cy="347472"/>
            </a:xfrm>
            <a:prstGeom prst="roundRect">
              <a:avLst>
                <a:gd name="adj" fmla="val 8000"/>
              </a:avLst>
            </a:prstGeom>
            <a:solidFill>
              <a:srgbClr val="EAF3F7"/>
            </a:solidFill>
            <a:ln>
              <a:solidFill>
                <a:srgbClr val="EAF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10">
              <a:extLst>
                <a:ext uri="{FF2B5EF4-FFF2-40B4-BE49-F238E27FC236}">
                  <a16:creationId xmlns:a16="http://schemas.microsoft.com/office/drawing/2014/main" id="{FD8127DD-A499-4E6B-2FC7-9BACED4D3AE2}"/>
                </a:ext>
              </a:extLst>
            </p:cNvPr>
            <p:cNvSpPr txBox="1"/>
            <p:nvPr/>
          </p:nvSpPr>
          <p:spPr>
            <a:xfrm>
              <a:off x="10076060" y="1466226"/>
              <a:ext cx="1479764" cy="326243"/>
            </a:xfrm>
            <a:prstGeom prst="rect">
              <a:avLst/>
            </a:prstGeom>
            <a:noFill/>
          </p:spPr>
          <p:txBody>
            <a:bodyPr wrap="none" lIns="54864" tIns="54864" rIns="54864" bIns="54864" anchor="ctr">
              <a:spAutoFit/>
            </a:bodyPr>
            <a:lstStyle/>
            <a:p>
              <a:pPr algn="ctr"/>
              <a:r>
                <a:rPr sz="1400" b="1" dirty="0">
                  <a:solidFill>
                    <a:schemeClr val="accent1">
                      <a:lumMod val="50000"/>
                    </a:schemeClr>
                  </a:solidFill>
                  <a:latin typeface="微軟正黑體" panose="020B0604030504040204" pitchFamily="34" charset="-120"/>
                  <a:ea typeface="微軟正黑體" panose="020B0604030504040204" pitchFamily="34" charset="-120"/>
                </a:rPr>
                <a:t>! </a:t>
              </a:r>
              <a:r>
                <a:rPr lang="en-US" altLang="zh-TW" sz="1400" dirty="0">
                  <a:effectLst>
                    <a:outerShdw blurRad="38100" dist="38100" dir="2700000" algn="tl">
                      <a:srgbClr val="000000">
                        <a:alpha val="43137"/>
                      </a:srgbClr>
                    </a:outerShdw>
                  </a:effectLst>
                  <a:highlight>
                    <a:srgbClr val="00FFFF"/>
                  </a:highlight>
                  <a:latin typeface="微軟正黑體" panose="020B0604030504040204" pitchFamily="34" charset="-120"/>
                  <a:ea typeface="微軟正黑體" panose="020B0604030504040204" pitchFamily="34" charset="-120"/>
                </a:rPr>
                <a:t>B </a:t>
              </a:r>
              <a:r>
                <a:rPr sz="1400" b="1" dirty="0">
                  <a:solidFill>
                    <a:schemeClr val="accent1">
                      <a:lumMod val="50000"/>
                    </a:schemeClr>
                  </a:solidFill>
                  <a:latin typeface="微軟正黑體" panose="020B0604030504040204" pitchFamily="34" charset="-120"/>
                  <a:ea typeface="微軟正黑體" panose="020B0604030504040204" pitchFamily="34" charset="-120"/>
                </a:rPr>
                <a:t>｜</a:t>
              </a:r>
              <a:r>
                <a:rPr sz="1400" b="1" dirty="0" err="1">
                  <a:solidFill>
                    <a:schemeClr val="accent1">
                      <a:lumMod val="50000"/>
                    </a:schemeClr>
                  </a:solidFill>
                  <a:latin typeface="微軟正黑體" panose="020B0604030504040204" pitchFamily="34" charset="-120"/>
                  <a:ea typeface="微軟正黑體" panose="020B0604030504040204" pitchFamily="34" charset="-120"/>
                </a:rPr>
                <a:t>回覆不完整</a:t>
              </a:r>
              <a:endParaRPr sz="1400" b="1" dirty="0">
                <a:solidFill>
                  <a:schemeClr val="accent1">
                    <a:lumMod val="50000"/>
                  </a:schemeClr>
                </a:solidFill>
                <a:latin typeface="微軟正黑體" panose="020B0604030504040204" pitchFamily="34" charset="-120"/>
                <a:ea typeface="微軟正黑體" panose="020B0604030504040204" pitchFamily="34" charset="-120"/>
              </a:endParaRPr>
            </a:p>
          </p:txBody>
        </p:sp>
      </p:grpSp>
      <p:cxnSp>
        <p:nvCxnSpPr>
          <p:cNvPr id="39" name="直線接點 38">
            <a:extLst>
              <a:ext uri="{FF2B5EF4-FFF2-40B4-BE49-F238E27FC236}">
                <a16:creationId xmlns:a16="http://schemas.microsoft.com/office/drawing/2014/main" id="{8B59CA92-5E4E-F5F4-5474-711836774B3D}"/>
              </a:ext>
            </a:extLst>
          </p:cNvPr>
          <p:cNvCxnSpPr>
            <a:cxnSpLocks/>
          </p:cNvCxnSpPr>
          <p:nvPr/>
        </p:nvCxnSpPr>
        <p:spPr bwMode="auto">
          <a:xfrm>
            <a:off x="465132" y="5115863"/>
            <a:ext cx="5189739" cy="0"/>
          </a:xfrm>
          <a:prstGeom prst="line">
            <a:avLst/>
          </a:prstGeom>
          <a:solidFill>
            <a:schemeClr val="accent1"/>
          </a:solidFill>
          <a:ln w="19050" cap="flat" cmpd="sng" algn="ctr">
            <a:solidFill>
              <a:srgbClr val="16805C"/>
            </a:solidFill>
            <a:prstDash val="solid"/>
            <a:round/>
            <a:headEnd type="none" w="med" len="med"/>
            <a:tailEnd type="none" w="med" len="med"/>
          </a:ln>
          <a:effectLst/>
        </p:spPr>
      </p:cxnSp>
      <p:sp>
        <p:nvSpPr>
          <p:cNvPr id="19" name="標題 1">
            <a:extLst>
              <a:ext uri="{FF2B5EF4-FFF2-40B4-BE49-F238E27FC236}">
                <a16:creationId xmlns:a16="http://schemas.microsoft.com/office/drawing/2014/main" id="{DBB4BD7C-D8E9-260F-1899-2ECF443D08E3}"/>
              </a:ext>
            </a:extLst>
          </p:cNvPr>
          <p:cNvSpPr txBox="1">
            <a:spLocks/>
          </p:cNvSpPr>
          <p:nvPr/>
        </p:nvSpPr>
        <p:spPr>
          <a:xfrm>
            <a:off x="358605" y="147918"/>
            <a:ext cx="11116727" cy="622580"/>
          </a:xfrm>
          <a:prstGeom prst="rect">
            <a:avLst/>
          </a:prstGeom>
        </p:spPr>
        <p:txBody>
          <a:bodyPr anchor="ctr"/>
          <a:lstStyle>
            <a:lvl1pPr algn="l" defTabSz="895350" rtl="0" eaLnBrk="0" fontAlgn="base" hangingPunct="0">
              <a:spcBef>
                <a:spcPct val="0"/>
              </a:spcBef>
              <a:spcAft>
                <a:spcPct val="0"/>
              </a:spcAft>
              <a:defRPr sz="3200" b="0">
                <a:solidFill>
                  <a:schemeClr val="tx1"/>
                </a:solidFill>
                <a:latin typeface="微軟正黑體" panose="020B0604030504040204" pitchFamily="34" charset="-120"/>
                <a:ea typeface="微軟正黑體" panose="020B0604030504040204" pitchFamily="34" charset="-120"/>
                <a:cs typeface="+mj-cs"/>
              </a:defRPr>
            </a:lvl1pPr>
            <a:lvl2pPr algn="l" defTabSz="895350" rtl="0" eaLnBrk="0" fontAlgn="base" hangingPunct="0">
              <a:spcBef>
                <a:spcPct val="0"/>
              </a:spcBef>
              <a:spcAft>
                <a:spcPct val="0"/>
              </a:spcAft>
              <a:defRPr sz="1900" b="1">
                <a:solidFill>
                  <a:schemeClr val="tx2"/>
                </a:solidFill>
                <a:latin typeface="Arial" charset="0"/>
              </a:defRPr>
            </a:lvl2pPr>
            <a:lvl3pPr algn="l" defTabSz="895350" rtl="0" eaLnBrk="0" fontAlgn="base" hangingPunct="0">
              <a:spcBef>
                <a:spcPct val="0"/>
              </a:spcBef>
              <a:spcAft>
                <a:spcPct val="0"/>
              </a:spcAft>
              <a:defRPr sz="1900" b="1">
                <a:solidFill>
                  <a:schemeClr val="tx2"/>
                </a:solidFill>
                <a:latin typeface="Arial" charset="0"/>
              </a:defRPr>
            </a:lvl3pPr>
            <a:lvl4pPr algn="l" defTabSz="895350" rtl="0" eaLnBrk="0" fontAlgn="base" hangingPunct="0">
              <a:spcBef>
                <a:spcPct val="0"/>
              </a:spcBef>
              <a:spcAft>
                <a:spcPct val="0"/>
              </a:spcAft>
              <a:defRPr sz="1900" b="1">
                <a:solidFill>
                  <a:schemeClr val="tx2"/>
                </a:solidFill>
                <a:latin typeface="Arial" charset="0"/>
              </a:defRPr>
            </a:lvl4pPr>
            <a:lvl5pPr algn="l" defTabSz="895350" rtl="0" eaLnBrk="0" fontAlgn="base" hangingPunct="0">
              <a:spcBef>
                <a:spcPct val="0"/>
              </a:spcBef>
              <a:spcAft>
                <a:spcPct val="0"/>
              </a:spcAft>
              <a:defRPr sz="1900" b="1">
                <a:solidFill>
                  <a:schemeClr val="tx2"/>
                </a:solidFill>
                <a:latin typeface="Arial" charset="0"/>
              </a:defRPr>
            </a:lvl5pPr>
            <a:lvl6pPr marL="457200" algn="l" defTabSz="895350" rtl="0" fontAlgn="base">
              <a:spcBef>
                <a:spcPct val="0"/>
              </a:spcBef>
              <a:spcAft>
                <a:spcPct val="0"/>
              </a:spcAft>
              <a:defRPr sz="1900" b="1">
                <a:solidFill>
                  <a:schemeClr val="tx2"/>
                </a:solidFill>
                <a:latin typeface="Arial" charset="0"/>
              </a:defRPr>
            </a:lvl6pPr>
            <a:lvl7pPr marL="914400" algn="l" defTabSz="895350" rtl="0" fontAlgn="base">
              <a:spcBef>
                <a:spcPct val="0"/>
              </a:spcBef>
              <a:spcAft>
                <a:spcPct val="0"/>
              </a:spcAft>
              <a:defRPr sz="1900" b="1">
                <a:solidFill>
                  <a:schemeClr val="tx2"/>
                </a:solidFill>
                <a:latin typeface="Arial" charset="0"/>
              </a:defRPr>
            </a:lvl7pPr>
            <a:lvl8pPr marL="1371600" algn="l" defTabSz="895350" rtl="0" fontAlgn="base">
              <a:spcBef>
                <a:spcPct val="0"/>
              </a:spcBef>
              <a:spcAft>
                <a:spcPct val="0"/>
              </a:spcAft>
              <a:defRPr sz="1900" b="1">
                <a:solidFill>
                  <a:schemeClr val="tx2"/>
                </a:solidFill>
                <a:latin typeface="Arial" charset="0"/>
              </a:defRPr>
            </a:lvl8pPr>
            <a:lvl9pPr marL="1828800" algn="l" defTabSz="895350" rtl="0" fontAlgn="base">
              <a:spcBef>
                <a:spcPct val="0"/>
              </a:spcBef>
              <a:spcAft>
                <a:spcPct val="0"/>
              </a:spcAft>
              <a:defRPr sz="1900" b="1">
                <a:solidFill>
                  <a:schemeClr val="tx2"/>
                </a:solidFill>
                <a:latin typeface="Arial" charset="0"/>
              </a:defRPr>
            </a:lvl9pPr>
          </a:lstStyle>
          <a:p>
            <a:r>
              <a:rPr lang="zh-TW" altLang="en-US" b="1" kern="0" dirty="0"/>
              <a:t>問題類型一 </a:t>
            </a:r>
            <a:r>
              <a:rPr lang="en-US" altLang="zh-TW" b="1" kern="0" dirty="0"/>
              <a:t>_ </a:t>
            </a:r>
            <a:r>
              <a:rPr lang="zh-TW" altLang="en-US" b="1" kern="0" dirty="0">
                <a:solidFill>
                  <a:schemeClr val="tx2">
                    <a:lumMod val="50000"/>
                  </a:schemeClr>
                </a:solidFill>
              </a:rPr>
              <a:t>回覆不完整 </a:t>
            </a:r>
            <a:r>
              <a:rPr lang="en-US" altLang="zh-TW" sz="2000" b="1" kern="0" dirty="0">
                <a:solidFill>
                  <a:schemeClr val="tx2">
                    <a:lumMod val="50000"/>
                  </a:schemeClr>
                </a:solidFill>
              </a:rPr>
              <a:t>(1)</a:t>
            </a:r>
            <a:endParaRPr lang="zh-TW" altLang="en-US" sz="2000" b="1" kern="0" dirty="0">
              <a:solidFill>
                <a:schemeClr val="tx2">
                  <a:lumMod val="50000"/>
                </a:schemeClr>
              </a:solidFill>
            </a:endParaRPr>
          </a:p>
        </p:txBody>
      </p:sp>
      <p:grpSp>
        <p:nvGrpSpPr>
          <p:cNvPr id="3" name="群組 2">
            <a:extLst>
              <a:ext uri="{FF2B5EF4-FFF2-40B4-BE49-F238E27FC236}">
                <a16:creationId xmlns:a16="http://schemas.microsoft.com/office/drawing/2014/main" id="{DAA70A48-B701-4EF1-578F-66B05C5402C1}"/>
              </a:ext>
            </a:extLst>
          </p:cNvPr>
          <p:cNvGrpSpPr/>
          <p:nvPr/>
        </p:nvGrpSpPr>
        <p:grpSpPr>
          <a:xfrm>
            <a:off x="9681714" y="2926080"/>
            <a:ext cx="1836064" cy="1276326"/>
            <a:chOff x="9681714" y="2926080"/>
            <a:chExt cx="1836064" cy="1276326"/>
          </a:xfrm>
        </p:grpSpPr>
        <p:sp>
          <p:nvSpPr>
            <p:cNvPr id="31" name="語音泡泡: 圓角矩形 30">
              <a:extLst>
                <a:ext uri="{FF2B5EF4-FFF2-40B4-BE49-F238E27FC236}">
                  <a16:creationId xmlns:a16="http://schemas.microsoft.com/office/drawing/2014/main" id="{72289E4E-2421-4859-1A41-50BA5CB00935}"/>
                </a:ext>
              </a:extLst>
            </p:cNvPr>
            <p:cNvSpPr/>
            <p:nvPr/>
          </p:nvSpPr>
          <p:spPr bwMode="auto">
            <a:xfrm>
              <a:off x="9681714" y="2926080"/>
              <a:ext cx="1836064" cy="1276326"/>
            </a:xfrm>
            <a:prstGeom prst="wedgeRoundRectCallout">
              <a:avLst>
                <a:gd name="adj1" fmla="val -45734"/>
                <a:gd name="adj2" fmla="val 66121"/>
                <a:gd name="adj3" fmla="val 16667"/>
              </a:avLst>
            </a:prstGeom>
            <a:solidFill>
              <a:srgbClr val="EAF3F7"/>
            </a:solidFill>
            <a:ln w="9525" cap="flat" cmpd="sng" algn="ctr">
              <a:noFill/>
              <a:prstDash val="solid"/>
              <a:round/>
              <a:headEnd type="none" w="med" len="med"/>
              <a:tailEnd type="none" w="med" len="med"/>
            </a:ln>
            <a:effectLst>
              <a:outerShdw blurRad="50800" dist="38100" dir="5400000" algn="t"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32" name="TextBox 18">
              <a:extLst>
                <a:ext uri="{FF2B5EF4-FFF2-40B4-BE49-F238E27FC236}">
                  <a16:creationId xmlns:a16="http://schemas.microsoft.com/office/drawing/2014/main" id="{027A76C3-8254-9341-C0F7-767225D58B20}"/>
                </a:ext>
              </a:extLst>
            </p:cNvPr>
            <p:cNvSpPr txBox="1"/>
            <p:nvPr/>
          </p:nvSpPr>
          <p:spPr>
            <a:xfrm>
              <a:off x="9851322" y="3301765"/>
              <a:ext cx="1627958" cy="849463"/>
            </a:xfrm>
            <a:prstGeom prst="rect">
              <a:avLst/>
            </a:prstGeom>
            <a:noFill/>
          </p:spPr>
          <p:txBody>
            <a:bodyPr wrap="square" lIns="54864" tIns="54864" rIns="54864" bIns="54864" anchor="t">
              <a:spAutoFit/>
            </a:bodyPr>
            <a:lstStyle/>
            <a:p>
              <a:pPr algn="l"/>
              <a:r>
                <a:rPr sz="1200" dirty="0" err="1">
                  <a:solidFill>
                    <a:srgbClr val="0000FF"/>
                  </a:solidFill>
                  <a:latin typeface="微軟正黑體" panose="020B0604030504040204" pitchFamily="34" charset="-120"/>
                  <a:ea typeface="微軟正黑體" panose="020B0604030504040204" pitchFamily="34" charset="-120"/>
                </a:rPr>
                <a:t>未明確回答「所有金額都要申報</a:t>
              </a:r>
              <a:r>
                <a:rPr lang="zh-TW" altLang="en-US" sz="1200" dirty="0">
                  <a:solidFill>
                    <a:srgbClr val="0000FF"/>
                  </a:solidFill>
                  <a:latin typeface="微軟正黑體" panose="020B0604030504040204" pitchFamily="34" charset="-120"/>
                  <a:ea typeface="微軟正黑體" panose="020B0604030504040204" pitchFamily="34" charset="-120"/>
                </a:rPr>
                <a:t>」，</a:t>
              </a:r>
              <a:r>
                <a:rPr sz="1200" dirty="0" err="1">
                  <a:solidFill>
                    <a:srgbClr val="0000FF"/>
                  </a:solidFill>
                  <a:latin typeface="微軟正黑體" panose="020B0604030504040204" pitchFamily="34" charset="-120"/>
                  <a:ea typeface="微軟正黑體" panose="020B0604030504040204" pitchFamily="34" charset="-120"/>
                </a:rPr>
                <a:t>可能造成申報範圍判斷不完整</a:t>
              </a:r>
              <a:r>
                <a:rPr sz="1200" dirty="0">
                  <a:solidFill>
                    <a:srgbClr val="0000FF"/>
                  </a:solidFill>
                  <a:latin typeface="微軟正黑體" panose="020B0604030504040204" pitchFamily="34" charset="-120"/>
                  <a:ea typeface="微軟正黑體" panose="020B0604030504040204" pitchFamily="34" charset="-120"/>
                </a:rPr>
                <a:t>。</a:t>
              </a:r>
            </a:p>
          </p:txBody>
        </p:sp>
        <p:sp>
          <p:nvSpPr>
            <p:cNvPr id="33" name="TextBox 17">
              <a:extLst>
                <a:ext uri="{FF2B5EF4-FFF2-40B4-BE49-F238E27FC236}">
                  <a16:creationId xmlns:a16="http://schemas.microsoft.com/office/drawing/2014/main" id="{A8F062DA-EA7D-843C-788E-B4681E24E01C}"/>
                </a:ext>
              </a:extLst>
            </p:cNvPr>
            <p:cNvSpPr txBox="1"/>
            <p:nvPr/>
          </p:nvSpPr>
          <p:spPr>
            <a:xfrm>
              <a:off x="9851322" y="3001181"/>
              <a:ext cx="469872" cy="326243"/>
            </a:xfrm>
            <a:prstGeom prst="rect">
              <a:avLst/>
            </a:prstGeom>
            <a:noFill/>
          </p:spPr>
          <p:txBody>
            <a:bodyPr wrap="none" lIns="54864" tIns="54864" rIns="54864" bIns="54864" anchor="t">
              <a:spAutoFit/>
            </a:bodyPr>
            <a:lstStyle/>
            <a:p>
              <a:pPr algn="l"/>
              <a:r>
                <a:rPr sz="1400" dirty="0" err="1">
                  <a:solidFill>
                    <a:srgbClr val="C62828"/>
                  </a:solidFill>
                  <a:highlight>
                    <a:srgbClr val="FFFF00"/>
                  </a:highlight>
                  <a:latin typeface="微軟正黑體" panose="020B0604030504040204" pitchFamily="34" charset="-120"/>
                  <a:ea typeface="微軟正黑體" panose="020B0604030504040204" pitchFamily="34" charset="-120"/>
                </a:rPr>
                <a:t>問題</a:t>
              </a:r>
              <a:endParaRPr sz="1400" dirty="0">
                <a:solidFill>
                  <a:srgbClr val="C62828"/>
                </a:solidFill>
                <a:highlight>
                  <a:srgbClr val="FFFF00"/>
                </a:highlight>
                <a:latin typeface="微軟正黑體" panose="020B0604030504040204" pitchFamily="34" charset="-120"/>
                <a:ea typeface="微軟正黑體" panose="020B0604030504040204" pitchFamily="34" charset="-120"/>
              </a:endParaRPr>
            </a:p>
          </p:txBody>
        </p:sp>
      </p:grpSp>
    </p:spTree>
    <p:extLst>
      <p:ext uri="{BB962C8B-B14F-4D97-AF65-F5344CB8AC3E}">
        <p14:creationId xmlns:p14="http://schemas.microsoft.com/office/powerpoint/2010/main" val="675927173"/>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09163-A9D1-B0BA-37F2-194CBC043293}"/>
            </a:ext>
          </a:extLst>
        </p:cNvPr>
        <p:cNvGrpSpPr/>
        <p:nvPr/>
      </p:nvGrpSpPr>
      <p:grpSpPr>
        <a:xfrm>
          <a:off x="0" y="0"/>
          <a:ext cx="0" cy="0"/>
          <a:chOff x="0" y="0"/>
          <a:chExt cx="0" cy="0"/>
        </a:xfrm>
      </p:grpSpPr>
      <p:grpSp>
        <p:nvGrpSpPr>
          <p:cNvPr id="17" name="群組 16">
            <a:extLst>
              <a:ext uri="{FF2B5EF4-FFF2-40B4-BE49-F238E27FC236}">
                <a16:creationId xmlns:a16="http://schemas.microsoft.com/office/drawing/2014/main" id="{701E813A-C26A-A9B0-75C1-04F44E6F082D}"/>
              </a:ext>
            </a:extLst>
          </p:cNvPr>
          <p:cNvGrpSpPr/>
          <p:nvPr/>
        </p:nvGrpSpPr>
        <p:grpSpPr>
          <a:xfrm>
            <a:off x="307507" y="1261693"/>
            <a:ext cx="3767250" cy="347472"/>
            <a:chOff x="739568" y="1810512"/>
            <a:chExt cx="3093153" cy="347472"/>
          </a:xfrm>
        </p:grpSpPr>
        <p:sp>
          <p:nvSpPr>
            <p:cNvPr id="15" name="Rounded Rectangle 7">
              <a:extLst>
                <a:ext uri="{FF2B5EF4-FFF2-40B4-BE49-F238E27FC236}">
                  <a16:creationId xmlns:a16="http://schemas.microsoft.com/office/drawing/2014/main" id="{6795D96D-3796-4E9A-A2CD-2C4E366A067E}"/>
                </a:ext>
              </a:extLst>
            </p:cNvPr>
            <p:cNvSpPr/>
            <p:nvPr/>
          </p:nvSpPr>
          <p:spPr>
            <a:xfrm>
              <a:off x="749808" y="1810512"/>
              <a:ext cx="3072674" cy="347472"/>
            </a:xfrm>
            <a:prstGeom prst="roundRect">
              <a:avLst>
                <a:gd name="adj" fmla="val 8000"/>
              </a:avLst>
            </a:prstGeom>
            <a:solidFill>
              <a:srgbClr val="E8F5EF"/>
            </a:solidFill>
            <a:ln>
              <a:solidFill>
                <a:srgbClr val="E8F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8">
              <a:extLst>
                <a:ext uri="{FF2B5EF4-FFF2-40B4-BE49-F238E27FC236}">
                  <a16:creationId xmlns:a16="http://schemas.microsoft.com/office/drawing/2014/main" id="{5C97E39D-E083-451C-47DF-4A0E835965AB}"/>
                </a:ext>
              </a:extLst>
            </p:cNvPr>
            <p:cNvSpPr txBox="1"/>
            <p:nvPr/>
          </p:nvSpPr>
          <p:spPr>
            <a:xfrm>
              <a:off x="739568" y="1818313"/>
              <a:ext cx="3093153" cy="326243"/>
            </a:xfrm>
            <a:prstGeom prst="rect">
              <a:avLst/>
            </a:prstGeom>
            <a:noFill/>
          </p:spPr>
          <p:txBody>
            <a:bodyPr wrap="none" lIns="54864" tIns="54864" rIns="54864" bIns="54864" anchor="ctr">
              <a:spAutoFit/>
            </a:bodyPr>
            <a:lstStyle/>
            <a:p>
              <a:pPr algn="ctr"/>
              <a:r>
                <a:rPr sz="1400" b="1" dirty="0">
                  <a:solidFill>
                    <a:srgbClr val="16805C"/>
                  </a:solidFill>
                  <a:latin typeface="微軟正黑體" panose="020B0604030504040204" pitchFamily="34" charset="-120"/>
                  <a:ea typeface="微軟正黑體" panose="020B0604030504040204" pitchFamily="34" charset="-120"/>
                </a:rPr>
                <a:t>✓ </a:t>
              </a:r>
              <a:r>
                <a:rPr lang="en-US" altLang="zh-TW" sz="1400" dirty="0">
                  <a:effectLst>
                    <a:outerShdw blurRad="38100" dist="38100" dir="2700000" algn="tl">
                      <a:srgbClr val="000000">
                        <a:alpha val="43137"/>
                      </a:srgbClr>
                    </a:outerShdw>
                  </a:effectLst>
                  <a:highlight>
                    <a:srgbClr val="00FFFF"/>
                  </a:highlight>
                  <a:latin typeface="微軟正黑體" panose="020B0604030504040204" pitchFamily="34" charset="-120"/>
                  <a:ea typeface="微軟正黑體" panose="020B0604030504040204" pitchFamily="34" charset="-120"/>
                </a:rPr>
                <a:t>A </a:t>
              </a:r>
              <a:r>
                <a:rPr sz="1400" b="1" dirty="0">
                  <a:solidFill>
                    <a:srgbClr val="16805C"/>
                  </a:solidFill>
                  <a:latin typeface="微軟正黑體" panose="020B0604030504040204" pitchFamily="34" charset="-120"/>
                  <a:ea typeface="微軟正黑體" panose="020B0604030504040204" pitchFamily="34" charset="-120"/>
                </a:rPr>
                <a:t>｜</a:t>
              </a:r>
              <a:r>
                <a:rPr sz="1400" b="1" dirty="0" err="1">
                  <a:solidFill>
                    <a:srgbClr val="16805C"/>
                  </a:solidFill>
                  <a:latin typeface="微軟正黑體" panose="020B0604030504040204" pitchFamily="34" charset="-120"/>
                  <a:ea typeface="微軟正黑體" panose="020B0604030504040204" pitchFamily="34" charset="-120"/>
                </a:rPr>
                <a:t>符合預期</a:t>
              </a:r>
              <a:r>
                <a:rPr lang="en-US" sz="1400" b="1" dirty="0">
                  <a:solidFill>
                    <a:srgbClr val="16805C"/>
                  </a:solidFill>
                  <a:latin typeface="微軟正黑體" panose="020B0604030504040204" pitchFamily="34" charset="-120"/>
                  <a:ea typeface="微軟正黑體" panose="020B0604030504040204" pitchFamily="34" charset="-120"/>
                </a:rPr>
                <a:t>  __</a:t>
              </a:r>
              <a:r>
                <a:rPr lang="zh-TW" altLang="en-US" sz="1400" dirty="0">
                  <a:latin typeface="微軟正黑體" panose="020B0604030504040204" pitchFamily="34" charset="-120"/>
                  <a:ea typeface="微軟正黑體" panose="020B0604030504040204" pitchFamily="34" charset="-120"/>
                </a:rPr>
                <a:t>可提供最高餘額的相關說明</a:t>
              </a:r>
              <a:endParaRPr sz="1400" b="1" dirty="0">
                <a:latin typeface="微軟正黑體" panose="020B0604030504040204" pitchFamily="34" charset="-120"/>
                <a:ea typeface="微軟正黑體" panose="020B0604030504040204" pitchFamily="34" charset="-120"/>
              </a:endParaRPr>
            </a:p>
          </p:txBody>
        </p:sp>
      </p:grpSp>
      <p:pic>
        <p:nvPicPr>
          <p:cNvPr id="4" name="圖片 3">
            <a:extLst>
              <a:ext uri="{FF2B5EF4-FFF2-40B4-BE49-F238E27FC236}">
                <a16:creationId xmlns:a16="http://schemas.microsoft.com/office/drawing/2014/main" id="{4E2BAACE-AF89-225B-DEDA-98DB668C43D6}"/>
              </a:ext>
            </a:extLst>
          </p:cNvPr>
          <p:cNvPicPr>
            <a:picLocks noChangeAspect="1"/>
          </p:cNvPicPr>
          <p:nvPr/>
        </p:nvPicPr>
        <p:blipFill>
          <a:blip r:embed="rId2"/>
          <a:stretch>
            <a:fillRect/>
          </a:stretch>
        </p:blipFill>
        <p:spPr>
          <a:xfrm>
            <a:off x="294127" y="1677665"/>
            <a:ext cx="4382360" cy="2387761"/>
          </a:xfrm>
          <a:prstGeom prst="rect">
            <a:avLst/>
          </a:prstGeom>
        </p:spPr>
      </p:pic>
      <p:pic>
        <p:nvPicPr>
          <p:cNvPr id="10" name="圖片 9">
            <a:extLst>
              <a:ext uri="{FF2B5EF4-FFF2-40B4-BE49-F238E27FC236}">
                <a16:creationId xmlns:a16="http://schemas.microsoft.com/office/drawing/2014/main" id="{877E18C6-237F-8345-C269-0A277392793A}"/>
              </a:ext>
            </a:extLst>
          </p:cNvPr>
          <p:cNvPicPr>
            <a:picLocks noChangeAspect="1"/>
          </p:cNvPicPr>
          <p:nvPr/>
        </p:nvPicPr>
        <p:blipFill>
          <a:blip r:embed="rId3"/>
          <a:stretch>
            <a:fillRect/>
          </a:stretch>
        </p:blipFill>
        <p:spPr>
          <a:xfrm>
            <a:off x="294127" y="4065426"/>
            <a:ext cx="5095318" cy="2387761"/>
          </a:xfrm>
          <a:prstGeom prst="rect">
            <a:avLst/>
          </a:prstGeom>
          <a:ln>
            <a:noFill/>
          </a:ln>
        </p:spPr>
      </p:pic>
      <p:grpSp>
        <p:nvGrpSpPr>
          <p:cNvPr id="21" name="群組 20">
            <a:extLst>
              <a:ext uri="{FF2B5EF4-FFF2-40B4-BE49-F238E27FC236}">
                <a16:creationId xmlns:a16="http://schemas.microsoft.com/office/drawing/2014/main" id="{DA4DA2A0-9408-DBDF-05C8-8D83D63C86E8}"/>
              </a:ext>
            </a:extLst>
          </p:cNvPr>
          <p:cNvGrpSpPr/>
          <p:nvPr/>
        </p:nvGrpSpPr>
        <p:grpSpPr>
          <a:xfrm>
            <a:off x="6310366" y="878105"/>
            <a:ext cx="2454489" cy="347472"/>
            <a:chOff x="9864463" y="1455611"/>
            <a:chExt cx="2001079" cy="347472"/>
          </a:xfrm>
        </p:grpSpPr>
        <p:sp>
          <p:nvSpPr>
            <p:cNvPr id="22" name="Rounded Rectangle 9">
              <a:extLst>
                <a:ext uri="{FF2B5EF4-FFF2-40B4-BE49-F238E27FC236}">
                  <a16:creationId xmlns:a16="http://schemas.microsoft.com/office/drawing/2014/main" id="{3A040C33-7FA5-008D-980D-F34848A5BBCD}"/>
                </a:ext>
              </a:extLst>
            </p:cNvPr>
            <p:cNvSpPr/>
            <p:nvPr/>
          </p:nvSpPr>
          <p:spPr>
            <a:xfrm>
              <a:off x="9864463" y="1455611"/>
              <a:ext cx="2001079" cy="347472"/>
            </a:xfrm>
            <a:prstGeom prst="roundRect">
              <a:avLst>
                <a:gd name="adj" fmla="val 8000"/>
              </a:avLst>
            </a:prstGeom>
            <a:solidFill>
              <a:srgbClr val="EAF3F7"/>
            </a:solidFill>
            <a:ln>
              <a:solidFill>
                <a:srgbClr val="EAF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10">
              <a:extLst>
                <a:ext uri="{FF2B5EF4-FFF2-40B4-BE49-F238E27FC236}">
                  <a16:creationId xmlns:a16="http://schemas.microsoft.com/office/drawing/2014/main" id="{A8712326-9EA9-59DB-05AD-61DDA140DA45}"/>
                </a:ext>
              </a:extLst>
            </p:cNvPr>
            <p:cNvSpPr txBox="1"/>
            <p:nvPr/>
          </p:nvSpPr>
          <p:spPr>
            <a:xfrm>
              <a:off x="10076060" y="1466226"/>
              <a:ext cx="1479764" cy="326243"/>
            </a:xfrm>
            <a:prstGeom prst="rect">
              <a:avLst/>
            </a:prstGeom>
            <a:noFill/>
          </p:spPr>
          <p:txBody>
            <a:bodyPr wrap="none" lIns="54864" tIns="54864" rIns="54864" bIns="54864" anchor="ctr">
              <a:spAutoFit/>
            </a:bodyPr>
            <a:lstStyle/>
            <a:p>
              <a:pPr algn="ctr"/>
              <a:r>
                <a:rPr sz="1400" b="1" dirty="0">
                  <a:solidFill>
                    <a:schemeClr val="accent1">
                      <a:lumMod val="50000"/>
                    </a:schemeClr>
                  </a:solidFill>
                  <a:latin typeface="微軟正黑體" panose="020B0604030504040204" pitchFamily="34" charset="-120"/>
                  <a:ea typeface="微軟正黑體" panose="020B0604030504040204" pitchFamily="34" charset="-120"/>
                </a:rPr>
                <a:t>! </a:t>
              </a:r>
              <a:r>
                <a:rPr lang="en-US" altLang="zh-TW" sz="1400" dirty="0">
                  <a:effectLst>
                    <a:outerShdw blurRad="38100" dist="38100" dir="2700000" algn="tl">
                      <a:srgbClr val="000000">
                        <a:alpha val="43137"/>
                      </a:srgbClr>
                    </a:outerShdw>
                  </a:effectLst>
                  <a:highlight>
                    <a:srgbClr val="00FFFF"/>
                  </a:highlight>
                  <a:latin typeface="微軟正黑體" panose="020B0604030504040204" pitchFamily="34" charset="-120"/>
                  <a:ea typeface="微軟正黑體" panose="020B0604030504040204" pitchFamily="34" charset="-120"/>
                </a:rPr>
                <a:t>B </a:t>
              </a:r>
              <a:r>
                <a:rPr sz="1400" b="1" dirty="0">
                  <a:solidFill>
                    <a:schemeClr val="accent1">
                      <a:lumMod val="50000"/>
                    </a:schemeClr>
                  </a:solidFill>
                  <a:latin typeface="微軟正黑體" panose="020B0604030504040204" pitchFamily="34" charset="-120"/>
                  <a:ea typeface="微軟正黑體" panose="020B0604030504040204" pitchFamily="34" charset="-120"/>
                </a:rPr>
                <a:t>｜</a:t>
              </a:r>
              <a:r>
                <a:rPr sz="1400" b="1" dirty="0" err="1">
                  <a:solidFill>
                    <a:schemeClr val="accent1">
                      <a:lumMod val="50000"/>
                    </a:schemeClr>
                  </a:solidFill>
                  <a:latin typeface="微軟正黑體" panose="020B0604030504040204" pitchFamily="34" charset="-120"/>
                  <a:ea typeface="微軟正黑體" panose="020B0604030504040204" pitchFamily="34" charset="-120"/>
                </a:rPr>
                <a:t>回覆不完整</a:t>
              </a:r>
              <a:endParaRPr sz="1400" b="1" dirty="0">
                <a:solidFill>
                  <a:schemeClr val="accent1">
                    <a:lumMod val="50000"/>
                  </a:schemeClr>
                </a:solidFill>
                <a:latin typeface="微軟正黑體" panose="020B0604030504040204" pitchFamily="34" charset="-120"/>
                <a:ea typeface="微軟正黑體" panose="020B0604030504040204" pitchFamily="34" charset="-120"/>
              </a:endParaRPr>
            </a:p>
          </p:txBody>
        </p:sp>
      </p:grpSp>
      <p:pic>
        <p:nvPicPr>
          <p:cNvPr id="24" name="圖片 23" descr="一張含有 文字, 螢幕擷取畫面, 數字, 字型 的圖片&#10;&#10;AI 產生的內容可能不正確。">
            <a:extLst>
              <a:ext uri="{FF2B5EF4-FFF2-40B4-BE49-F238E27FC236}">
                <a16:creationId xmlns:a16="http://schemas.microsoft.com/office/drawing/2014/main" id="{D7D2AA09-B696-AED9-98DC-BFAE1F12127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08910" y="1350403"/>
            <a:ext cx="4552122" cy="2117941"/>
          </a:xfrm>
          <a:prstGeom prst="rect">
            <a:avLst/>
          </a:prstGeom>
          <a:ln w="12700">
            <a:noFill/>
          </a:ln>
        </p:spPr>
      </p:pic>
      <p:grpSp>
        <p:nvGrpSpPr>
          <p:cNvPr id="25" name="群組 24">
            <a:extLst>
              <a:ext uri="{FF2B5EF4-FFF2-40B4-BE49-F238E27FC236}">
                <a16:creationId xmlns:a16="http://schemas.microsoft.com/office/drawing/2014/main" id="{47E2972B-D8D3-64C0-D36E-85630A45350B}"/>
              </a:ext>
            </a:extLst>
          </p:cNvPr>
          <p:cNvGrpSpPr/>
          <p:nvPr/>
        </p:nvGrpSpPr>
        <p:grpSpPr>
          <a:xfrm>
            <a:off x="6308910" y="3577148"/>
            <a:ext cx="4928823" cy="2709031"/>
            <a:chOff x="5275207" y="1795826"/>
            <a:chExt cx="6489366" cy="2450147"/>
          </a:xfrm>
        </p:grpSpPr>
        <p:pic>
          <p:nvPicPr>
            <p:cNvPr id="26" name="圖片 25" descr="一張含有 文字, 螢幕擷取畫面, 字型 的圖片&#10;&#10;AI 產生的內容可能不正確。">
              <a:extLst>
                <a:ext uri="{FF2B5EF4-FFF2-40B4-BE49-F238E27FC236}">
                  <a16:creationId xmlns:a16="http://schemas.microsoft.com/office/drawing/2014/main" id="{CF45F2CC-BEFC-06E7-5E47-BEFDF1996726}"/>
                </a:ext>
              </a:extLst>
            </p:cNvPr>
            <p:cNvPicPr>
              <a:picLocks noChangeAspect="1"/>
            </p:cNvPicPr>
            <p:nvPr/>
          </p:nvPicPr>
          <p:blipFill>
            <a:blip r:embed="rId5"/>
            <a:srcRect r="1606"/>
            <a:stretch>
              <a:fillRect/>
            </a:stretch>
          </p:blipFill>
          <p:spPr>
            <a:xfrm>
              <a:off x="5275207" y="1795826"/>
              <a:ext cx="6489366" cy="2450147"/>
            </a:xfrm>
            <a:prstGeom prst="rect">
              <a:avLst/>
            </a:prstGeom>
            <a:ln w="12700" cap="sq">
              <a:noFill/>
              <a:prstDash val="solid"/>
              <a:miter lim="800000"/>
            </a:ln>
            <a:effectLst>
              <a:outerShdw blurRad="50800" dist="38100" dir="2700000" algn="tl" rotWithShape="0">
                <a:srgbClr val="000000">
                  <a:alpha val="43000"/>
                </a:srgbClr>
              </a:outerShdw>
            </a:effectLst>
          </p:spPr>
        </p:pic>
        <p:cxnSp>
          <p:nvCxnSpPr>
            <p:cNvPr id="27" name="直線接點 26">
              <a:extLst>
                <a:ext uri="{FF2B5EF4-FFF2-40B4-BE49-F238E27FC236}">
                  <a16:creationId xmlns:a16="http://schemas.microsoft.com/office/drawing/2014/main" id="{B9BA760D-ED98-07AA-139C-D998D5CB2FAA}"/>
                </a:ext>
              </a:extLst>
            </p:cNvPr>
            <p:cNvCxnSpPr>
              <a:cxnSpLocks/>
            </p:cNvCxnSpPr>
            <p:nvPr/>
          </p:nvCxnSpPr>
          <p:spPr bwMode="auto">
            <a:xfrm>
              <a:off x="6474714" y="2379720"/>
              <a:ext cx="5117211" cy="0"/>
            </a:xfrm>
            <a:prstGeom prst="line">
              <a:avLst/>
            </a:prstGeom>
            <a:solidFill>
              <a:schemeClr val="accent1"/>
            </a:solidFill>
            <a:ln w="19050" cap="flat" cmpd="sng" algn="ctr">
              <a:solidFill>
                <a:srgbClr val="C00000"/>
              </a:solidFill>
              <a:prstDash val="solid"/>
              <a:round/>
              <a:headEnd type="none" w="med" len="med"/>
              <a:tailEnd type="none" w="med" len="med"/>
            </a:ln>
            <a:effectLst/>
          </p:spPr>
        </p:cxnSp>
        <p:cxnSp>
          <p:nvCxnSpPr>
            <p:cNvPr id="28" name="直線接點 27">
              <a:extLst>
                <a:ext uri="{FF2B5EF4-FFF2-40B4-BE49-F238E27FC236}">
                  <a16:creationId xmlns:a16="http://schemas.microsoft.com/office/drawing/2014/main" id="{3346F1DB-0FDB-2464-E8B6-FAADA2090D14}"/>
                </a:ext>
              </a:extLst>
            </p:cNvPr>
            <p:cNvCxnSpPr>
              <a:cxnSpLocks/>
            </p:cNvCxnSpPr>
            <p:nvPr/>
          </p:nvCxnSpPr>
          <p:spPr bwMode="auto">
            <a:xfrm>
              <a:off x="5369814" y="2560695"/>
              <a:ext cx="449961" cy="0"/>
            </a:xfrm>
            <a:prstGeom prst="line">
              <a:avLst/>
            </a:prstGeom>
            <a:solidFill>
              <a:schemeClr val="accent1"/>
            </a:solidFill>
            <a:ln w="19050" cap="flat" cmpd="sng" algn="ctr">
              <a:solidFill>
                <a:srgbClr val="C00000"/>
              </a:solidFill>
              <a:prstDash val="solid"/>
              <a:round/>
              <a:headEnd type="none" w="med" len="med"/>
              <a:tailEnd type="none" w="med" len="med"/>
            </a:ln>
            <a:effectLst/>
          </p:spPr>
        </p:cxnSp>
      </p:grpSp>
      <p:sp>
        <p:nvSpPr>
          <p:cNvPr id="29" name="標題 1">
            <a:extLst>
              <a:ext uri="{FF2B5EF4-FFF2-40B4-BE49-F238E27FC236}">
                <a16:creationId xmlns:a16="http://schemas.microsoft.com/office/drawing/2014/main" id="{2AC38250-0EE9-D389-85D2-3446D7851674}"/>
              </a:ext>
            </a:extLst>
          </p:cNvPr>
          <p:cNvSpPr txBox="1">
            <a:spLocks/>
          </p:cNvSpPr>
          <p:nvPr/>
        </p:nvSpPr>
        <p:spPr>
          <a:xfrm>
            <a:off x="333949" y="861180"/>
            <a:ext cx="4817913" cy="364682"/>
          </a:xfrm>
          <a:prstGeom prst="rect">
            <a:avLst/>
          </a:prstGeom>
          <a:gradFill>
            <a:gsLst>
              <a:gs pos="0">
                <a:schemeClr val="bg1">
                  <a:lumMod val="95000"/>
                </a:schemeClr>
              </a:gs>
              <a:gs pos="74000">
                <a:schemeClr val="bg1">
                  <a:lumMod val="75000"/>
                </a:schemeClr>
              </a:gs>
              <a:gs pos="83000">
                <a:schemeClr val="bg1">
                  <a:lumMod val="95000"/>
                </a:schemeClr>
              </a:gs>
              <a:gs pos="100000">
                <a:schemeClr val="bg1">
                  <a:lumMod val="95000"/>
                </a:schemeClr>
              </a:gs>
            </a:gsLst>
            <a:lin ang="5400000" scaled="1"/>
          </a:gradFill>
        </p:spPr>
        <p:txBody>
          <a:bodyPr anchor="ctr"/>
          <a:lstStyle>
            <a:lvl1pPr algn="l" defTabSz="895350" rtl="0" eaLnBrk="0" fontAlgn="base" hangingPunct="0">
              <a:spcBef>
                <a:spcPct val="0"/>
              </a:spcBef>
              <a:spcAft>
                <a:spcPct val="0"/>
              </a:spcAft>
              <a:defRPr sz="3200" b="0">
                <a:solidFill>
                  <a:schemeClr val="tx1"/>
                </a:solidFill>
                <a:latin typeface="微軟正黑體" panose="020B0604030504040204" pitchFamily="34" charset="-120"/>
                <a:ea typeface="微軟正黑體" panose="020B0604030504040204" pitchFamily="34" charset="-120"/>
                <a:cs typeface="+mj-cs"/>
              </a:defRPr>
            </a:lvl1pPr>
            <a:lvl2pPr algn="l" defTabSz="895350" rtl="0" eaLnBrk="0" fontAlgn="base" hangingPunct="0">
              <a:spcBef>
                <a:spcPct val="0"/>
              </a:spcBef>
              <a:spcAft>
                <a:spcPct val="0"/>
              </a:spcAft>
              <a:defRPr sz="1900" b="1">
                <a:solidFill>
                  <a:schemeClr val="tx2"/>
                </a:solidFill>
                <a:latin typeface="Arial" charset="0"/>
              </a:defRPr>
            </a:lvl2pPr>
            <a:lvl3pPr algn="l" defTabSz="895350" rtl="0" eaLnBrk="0" fontAlgn="base" hangingPunct="0">
              <a:spcBef>
                <a:spcPct val="0"/>
              </a:spcBef>
              <a:spcAft>
                <a:spcPct val="0"/>
              </a:spcAft>
              <a:defRPr sz="1900" b="1">
                <a:solidFill>
                  <a:schemeClr val="tx2"/>
                </a:solidFill>
                <a:latin typeface="Arial" charset="0"/>
              </a:defRPr>
            </a:lvl3pPr>
            <a:lvl4pPr algn="l" defTabSz="895350" rtl="0" eaLnBrk="0" fontAlgn="base" hangingPunct="0">
              <a:spcBef>
                <a:spcPct val="0"/>
              </a:spcBef>
              <a:spcAft>
                <a:spcPct val="0"/>
              </a:spcAft>
              <a:defRPr sz="1900" b="1">
                <a:solidFill>
                  <a:schemeClr val="tx2"/>
                </a:solidFill>
                <a:latin typeface="Arial" charset="0"/>
              </a:defRPr>
            </a:lvl4pPr>
            <a:lvl5pPr algn="l" defTabSz="895350" rtl="0" eaLnBrk="0" fontAlgn="base" hangingPunct="0">
              <a:spcBef>
                <a:spcPct val="0"/>
              </a:spcBef>
              <a:spcAft>
                <a:spcPct val="0"/>
              </a:spcAft>
              <a:defRPr sz="1900" b="1">
                <a:solidFill>
                  <a:schemeClr val="tx2"/>
                </a:solidFill>
                <a:latin typeface="Arial" charset="0"/>
              </a:defRPr>
            </a:lvl5pPr>
            <a:lvl6pPr marL="457200" algn="l" defTabSz="895350" rtl="0" fontAlgn="base">
              <a:spcBef>
                <a:spcPct val="0"/>
              </a:spcBef>
              <a:spcAft>
                <a:spcPct val="0"/>
              </a:spcAft>
              <a:defRPr sz="1900" b="1">
                <a:solidFill>
                  <a:schemeClr val="tx2"/>
                </a:solidFill>
                <a:latin typeface="Arial" charset="0"/>
              </a:defRPr>
            </a:lvl6pPr>
            <a:lvl7pPr marL="914400" algn="l" defTabSz="895350" rtl="0" fontAlgn="base">
              <a:spcBef>
                <a:spcPct val="0"/>
              </a:spcBef>
              <a:spcAft>
                <a:spcPct val="0"/>
              </a:spcAft>
              <a:defRPr sz="1900" b="1">
                <a:solidFill>
                  <a:schemeClr val="tx2"/>
                </a:solidFill>
                <a:latin typeface="Arial" charset="0"/>
              </a:defRPr>
            </a:lvl7pPr>
            <a:lvl8pPr marL="1371600" algn="l" defTabSz="895350" rtl="0" fontAlgn="base">
              <a:spcBef>
                <a:spcPct val="0"/>
              </a:spcBef>
              <a:spcAft>
                <a:spcPct val="0"/>
              </a:spcAft>
              <a:defRPr sz="1900" b="1">
                <a:solidFill>
                  <a:schemeClr val="tx2"/>
                </a:solidFill>
                <a:latin typeface="Arial" charset="0"/>
              </a:defRPr>
            </a:lvl8pPr>
            <a:lvl9pPr marL="1828800" algn="l" defTabSz="895350" rtl="0" fontAlgn="base">
              <a:spcBef>
                <a:spcPct val="0"/>
              </a:spcBef>
              <a:spcAft>
                <a:spcPct val="0"/>
              </a:spcAft>
              <a:defRPr sz="1900" b="1">
                <a:solidFill>
                  <a:schemeClr val="tx2"/>
                </a:solidFill>
                <a:latin typeface="Arial" charset="0"/>
              </a:defRPr>
            </a:lvl9pPr>
          </a:lstStyle>
          <a:p>
            <a:r>
              <a:rPr lang="en-US" altLang="zh-TW" sz="1400" b="1" kern="0" dirty="0"/>
              <a:t>Q2</a:t>
            </a:r>
            <a:r>
              <a:rPr lang="zh-TW" altLang="en-US" sz="1400" b="1" kern="0" dirty="0"/>
              <a:t>｜表十九申報那些要報最高餘額</a:t>
            </a:r>
            <a:r>
              <a:rPr lang="en-US" altLang="zh-TW" sz="1400" b="1" kern="0" dirty="0"/>
              <a:t>? </a:t>
            </a:r>
            <a:r>
              <a:rPr lang="zh-TW" altLang="en-US" sz="1400" b="1" kern="0" dirty="0"/>
              <a:t>最高餘額指的是什麼</a:t>
            </a:r>
            <a:r>
              <a:rPr lang="en-US" altLang="zh-TW" sz="1400" b="1" kern="0" dirty="0"/>
              <a:t>?</a:t>
            </a:r>
            <a:endParaRPr lang="zh-TW" altLang="en-US" sz="1400" b="1" kern="0" dirty="0"/>
          </a:p>
        </p:txBody>
      </p:sp>
      <p:sp>
        <p:nvSpPr>
          <p:cNvPr id="32" name="標題 1">
            <a:extLst>
              <a:ext uri="{FF2B5EF4-FFF2-40B4-BE49-F238E27FC236}">
                <a16:creationId xmlns:a16="http://schemas.microsoft.com/office/drawing/2014/main" id="{84626429-3546-0F2A-3152-65DFF38016A8}"/>
              </a:ext>
            </a:extLst>
          </p:cNvPr>
          <p:cNvSpPr txBox="1">
            <a:spLocks/>
          </p:cNvSpPr>
          <p:nvPr/>
        </p:nvSpPr>
        <p:spPr>
          <a:xfrm>
            <a:off x="358605" y="147918"/>
            <a:ext cx="11116727" cy="622580"/>
          </a:xfrm>
          <a:prstGeom prst="rect">
            <a:avLst/>
          </a:prstGeom>
        </p:spPr>
        <p:txBody>
          <a:bodyPr anchor="ctr"/>
          <a:lstStyle>
            <a:lvl1pPr algn="l" defTabSz="895350" rtl="0" eaLnBrk="0" fontAlgn="base" hangingPunct="0">
              <a:spcBef>
                <a:spcPct val="0"/>
              </a:spcBef>
              <a:spcAft>
                <a:spcPct val="0"/>
              </a:spcAft>
              <a:defRPr sz="3200" b="0">
                <a:solidFill>
                  <a:schemeClr val="tx1"/>
                </a:solidFill>
                <a:latin typeface="微軟正黑體" panose="020B0604030504040204" pitchFamily="34" charset="-120"/>
                <a:ea typeface="微軟正黑體" panose="020B0604030504040204" pitchFamily="34" charset="-120"/>
                <a:cs typeface="+mj-cs"/>
              </a:defRPr>
            </a:lvl1pPr>
            <a:lvl2pPr algn="l" defTabSz="895350" rtl="0" eaLnBrk="0" fontAlgn="base" hangingPunct="0">
              <a:spcBef>
                <a:spcPct val="0"/>
              </a:spcBef>
              <a:spcAft>
                <a:spcPct val="0"/>
              </a:spcAft>
              <a:defRPr sz="1900" b="1">
                <a:solidFill>
                  <a:schemeClr val="tx2"/>
                </a:solidFill>
                <a:latin typeface="Arial" charset="0"/>
              </a:defRPr>
            </a:lvl2pPr>
            <a:lvl3pPr algn="l" defTabSz="895350" rtl="0" eaLnBrk="0" fontAlgn="base" hangingPunct="0">
              <a:spcBef>
                <a:spcPct val="0"/>
              </a:spcBef>
              <a:spcAft>
                <a:spcPct val="0"/>
              </a:spcAft>
              <a:defRPr sz="1900" b="1">
                <a:solidFill>
                  <a:schemeClr val="tx2"/>
                </a:solidFill>
                <a:latin typeface="Arial" charset="0"/>
              </a:defRPr>
            </a:lvl3pPr>
            <a:lvl4pPr algn="l" defTabSz="895350" rtl="0" eaLnBrk="0" fontAlgn="base" hangingPunct="0">
              <a:spcBef>
                <a:spcPct val="0"/>
              </a:spcBef>
              <a:spcAft>
                <a:spcPct val="0"/>
              </a:spcAft>
              <a:defRPr sz="1900" b="1">
                <a:solidFill>
                  <a:schemeClr val="tx2"/>
                </a:solidFill>
                <a:latin typeface="Arial" charset="0"/>
              </a:defRPr>
            </a:lvl4pPr>
            <a:lvl5pPr algn="l" defTabSz="895350" rtl="0" eaLnBrk="0" fontAlgn="base" hangingPunct="0">
              <a:spcBef>
                <a:spcPct val="0"/>
              </a:spcBef>
              <a:spcAft>
                <a:spcPct val="0"/>
              </a:spcAft>
              <a:defRPr sz="1900" b="1">
                <a:solidFill>
                  <a:schemeClr val="tx2"/>
                </a:solidFill>
                <a:latin typeface="Arial" charset="0"/>
              </a:defRPr>
            </a:lvl5pPr>
            <a:lvl6pPr marL="457200" algn="l" defTabSz="895350" rtl="0" fontAlgn="base">
              <a:spcBef>
                <a:spcPct val="0"/>
              </a:spcBef>
              <a:spcAft>
                <a:spcPct val="0"/>
              </a:spcAft>
              <a:defRPr sz="1900" b="1">
                <a:solidFill>
                  <a:schemeClr val="tx2"/>
                </a:solidFill>
                <a:latin typeface="Arial" charset="0"/>
              </a:defRPr>
            </a:lvl6pPr>
            <a:lvl7pPr marL="914400" algn="l" defTabSz="895350" rtl="0" fontAlgn="base">
              <a:spcBef>
                <a:spcPct val="0"/>
              </a:spcBef>
              <a:spcAft>
                <a:spcPct val="0"/>
              </a:spcAft>
              <a:defRPr sz="1900" b="1">
                <a:solidFill>
                  <a:schemeClr val="tx2"/>
                </a:solidFill>
                <a:latin typeface="Arial" charset="0"/>
              </a:defRPr>
            </a:lvl7pPr>
            <a:lvl8pPr marL="1371600" algn="l" defTabSz="895350" rtl="0" fontAlgn="base">
              <a:spcBef>
                <a:spcPct val="0"/>
              </a:spcBef>
              <a:spcAft>
                <a:spcPct val="0"/>
              </a:spcAft>
              <a:defRPr sz="1900" b="1">
                <a:solidFill>
                  <a:schemeClr val="tx2"/>
                </a:solidFill>
                <a:latin typeface="Arial" charset="0"/>
              </a:defRPr>
            </a:lvl8pPr>
            <a:lvl9pPr marL="1828800" algn="l" defTabSz="895350" rtl="0" fontAlgn="base">
              <a:spcBef>
                <a:spcPct val="0"/>
              </a:spcBef>
              <a:spcAft>
                <a:spcPct val="0"/>
              </a:spcAft>
              <a:defRPr sz="1900" b="1">
                <a:solidFill>
                  <a:schemeClr val="tx2"/>
                </a:solidFill>
                <a:latin typeface="Arial" charset="0"/>
              </a:defRPr>
            </a:lvl9pPr>
          </a:lstStyle>
          <a:p>
            <a:r>
              <a:rPr lang="zh-TW" altLang="en-US" b="1" kern="0" dirty="0"/>
              <a:t>問題類型一 </a:t>
            </a:r>
            <a:r>
              <a:rPr lang="en-US" altLang="zh-TW" b="1" kern="0" dirty="0"/>
              <a:t>_ </a:t>
            </a:r>
            <a:r>
              <a:rPr lang="zh-TW" altLang="en-US" b="1" kern="0" dirty="0">
                <a:solidFill>
                  <a:schemeClr val="tx2">
                    <a:lumMod val="50000"/>
                  </a:schemeClr>
                </a:solidFill>
              </a:rPr>
              <a:t>回覆不完整 </a:t>
            </a:r>
            <a:r>
              <a:rPr lang="en-US" altLang="zh-TW" sz="2000" b="1" kern="0" dirty="0">
                <a:solidFill>
                  <a:schemeClr val="tx2">
                    <a:lumMod val="50000"/>
                  </a:schemeClr>
                </a:solidFill>
              </a:rPr>
              <a:t>(2)</a:t>
            </a:r>
            <a:endParaRPr lang="zh-TW" altLang="en-US" sz="2000" b="1" kern="0" dirty="0">
              <a:solidFill>
                <a:schemeClr val="tx2">
                  <a:lumMod val="50000"/>
                </a:schemeClr>
              </a:solidFill>
            </a:endParaRPr>
          </a:p>
        </p:txBody>
      </p:sp>
      <p:grpSp>
        <p:nvGrpSpPr>
          <p:cNvPr id="2" name="群組 1">
            <a:extLst>
              <a:ext uri="{FF2B5EF4-FFF2-40B4-BE49-F238E27FC236}">
                <a16:creationId xmlns:a16="http://schemas.microsoft.com/office/drawing/2014/main" id="{18BC61E3-8E8D-80C0-5C16-86A0F5A4B8C0}"/>
              </a:ext>
            </a:extLst>
          </p:cNvPr>
          <p:cNvGrpSpPr/>
          <p:nvPr/>
        </p:nvGrpSpPr>
        <p:grpSpPr>
          <a:xfrm>
            <a:off x="9859060" y="2505556"/>
            <a:ext cx="1836064" cy="992922"/>
            <a:chOff x="10113049" y="2194392"/>
            <a:chExt cx="1836064" cy="1166345"/>
          </a:xfrm>
        </p:grpSpPr>
        <p:sp>
          <p:nvSpPr>
            <p:cNvPr id="37" name="語音泡泡: 圓角矩形 36">
              <a:extLst>
                <a:ext uri="{FF2B5EF4-FFF2-40B4-BE49-F238E27FC236}">
                  <a16:creationId xmlns:a16="http://schemas.microsoft.com/office/drawing/2014/main" id="{B22ACBB5-9414-070A-5D49-A753D9563CF7}"/>
                </a:ext>
              </a:extLst>
            </p:cNvPr>
            <p:cNvSpPr/>
            <p:nvPr/>
          </p:nvSpPr>
          <p:spPr bwMode="auto">
            <a:xfrm>
              <a:off x="10113049" y="2194392"/>
              <a:ext cx="1836064" cy="1166345"/>
            </a:xfrm>
            <a:prstGeom prst="wedgeRoundRectCallout">
              <a:avLst>
                <a:gd name="adj1" fmla="val -37073"/>
                <a:gd name="adj2" fmla="val 80608"/>
                <a:gd name="adj3" fmla="val 16667"/>
              </a:avLst>
            </a:prstGeom>
            <a:solidFill>
              <a:srgbClr val="E7F1F5"/>
            </a:solidFill>
            <a:ln w="9525" cap="flat" cmpd="sng" algn="ctr">
              <a:noFill/>
              <a:prstDash val="solid"/>
              <a:round/>
              <a:headEnd type="none" w="med" len="med"/>
              <a:tailEnd type="none" w="med" len="med"/>
            </a:ln>
            <a:effectLst>
              <a:outerShdw blurRad="50800" dist="38100" dir="5400000" algn="t"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38" name="TextBox 18">
              <a:extLst>
                <a:ext uri="{FF2B5EF4-FFF2-40B4-BE49-F238E27FC236}">
                  <a16:creationId xmlns:a16="http://schemas.microsoft.com/office/drawing/2014/main" id="{933F3C23-7516-E321-A488-88F5F6BF1713}"/>
                </a:ext>
              </a:extLst>
            </p:cNvPr>
            <p:cNvSpPr txBox="1"/>
            <p:nvPr/>
          </p:nvSpPr>
          <p:spPr>
            <a:xfrm>
              <a:off x="10262812" y="2677549"/>
              <a:ext cx="1574124" cy="480131"/>
            </a:xfrm>
            <a:prstGeom prst="rect">
              <a:avLst/>
            </a:prstGeom>
            <a:noFill/>
          </p:spPr>
          <p:txBody>
            <a:bodyPr wrap="square" lIns="54864" tIns="54864" rIns="54864" bIns="54864" anchor="t">
              <a:spAutoFit/>
            </a:bodyPr>
            <a:lstStyle/>
            <a:p>
              <a:r>
                <a:rPr lang="zh-TW" altLang="en-US" sz="1200" dirty="0">
                  <a:solidFill>
                    <a:srgbClr val="0000FF"/>
                  </a:solidFill>
                  <a:latin typeface="微軟正黑體" panose="020B0604030504040204" pitchFamily="34" charset="-120"/>
                  <a:ea typeface="微軟正黑體" panose="020B0604030504040204" pitchFamily="34" charset="-120"/>
                </a:rPr>
                <a:t>未明確指出「最高餘額」的定義。</a:t>
              </a:r>
            </a:p>
          </p:txBody>
        </p:sp>
        <p:sp>
          <p:nvSpPr>
            <p:cNvPr id="39" name="TextBox 17">
              <a:extLst>
                <a:ext uri="{FF2B5EF4-FFF2-40B4-BE49-F238E27FC236}">
                  <a16:creationId xmlns:a16="http://schemas.microsoft.com/office/drawing/2014/main" id="{518A926B-10DF-2639-48FF-D9BEB5F29106}"/>
                </a:ext>
              </a:extLst>
            </p:cNvPr>
            <p:cNvSpPr txBox="1"/>
            <p:nvPr/>
          </p:nvSpPr>
          <p:spPr>
            <a:xfrm>
              <a:off x="10262811" y="2382083"/>
              <a:ext cx="493317" cy="326243"/>
            </a:xfrm>
            <a:prstGeom prst="rect">
              <a:avLst/>
            </a:prstGeom>
            <a:noFill/>
          </p:spPr>
          <p:txBody>
            <a:bodyPr wrap="square" lIns="54864" tIns="54864" rIns="54864" bIns="54864" anchor="t">
              <a:spAutoFit/>
            </a:bodyPr>
            <a:lstStyle/>
            <a:p>
              <a:pPr algn="l"/>
              <a:r>
                <a:rPr sz="1400" dirty="0" err="1">
                  <a:solidFill>
                    <a:srgbClr val="C62828"/>
                  </a:solidFill>
                  <a:highlight>
                    <a:srgbClr val="FFFF00"/>
                  </a:highlight>
                  <a:latin typeface="微軟正黑體" panose="020B0604030504040204" pitchFamily="34" charset="-120"/>
                  <a:ea typeface="微軟正黑體" panose="020B0604030504040204" pitchFamily="34" charset="-120"/>
                </a:rPr>
                <a:t>問題</a:t>
              </a:r>
              <a:endParaRPr sz="1400" dirty="0">
                <a:solidFill>
                  <a:srgbClr val="C62828"/>
                </a:solidFill>
                <a:highlight>
                  <a:srgbClr val="FFFF00"/>
                </a:highlight>
                <a:latin typeface="微軟正黑體" panose="020B0604030504040204" pitchFamily="34" charset="-120"/>
                <a:ea typeface="微軟正黑體" panose="020B0604030504040204" pitchFamily="34" charset="-120"/>
              </a:endParaRPr>
            </a:p>
          </p:txBody>
        </p:sp>
      </p:grpSp>
      <p:cxnSp>
        <p:nvCxnSpPr>
          <p:cNvPr id="3" name="直線接點 2">
            <a:extLst>
              <a:ext uri="{FF2B5EF4-FFF2-40B4-BE49-F238E27FC236}">
                <a16:creationId xmlns:a16="http://schemas.microsoft.com/office/drawing/2014/main" id="{58AE2E34-077F-2CB0-9D18-D5225243A175}"/>
              </a:ext>
            </a:extLst>
          </p:cNvPr>
          <p:cNvCxnSpPr>
            <a:cxnSpLocks/>
          </p:cNvCxnSpPr>
          <p:nvPr/>
        </p:nvCxnSpPr>
        <p:spPr bwMode="auto">
          <a:xfrm>
            <a:off x="603049" y="5703613"/>
            <a:ext cx="4033615" cy="0"/>
          </a:xfrm>
          <a:prstGeom prst="line">
            <a:avLst/>
          </a:prstGeom>
          <a:solidFill>
            <a:schemeClr val="accent1"/>
          </a:solidFill>
          <a:ln w="19050" cap="flat" cmpd="sng" algn="ctr">
            <a:solidFill>
              <a:srgbClr val="16805C"/>
            </a:solidFill>
            <a:prstDash val="solid"/>
            <a:round/>
            <a:headEnd type="none" w="med" len="med"/>
            <a:tailEnd type="none" w="med" len="med"/>
          </a:ln>
          <a:effectLst/>
        </p:spPr>
      </p:cxnSp>
    </p:spTree>
    <p:extLst>
      <p:ext uri="{BB962C8B-B14F-4D97-AF65-F5344CB8AC3E}">
        <p14:creationId xmlns:p14="http://schemas.microsoft.com/office/powerpoint/2010/main" val="3185239564"/>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75151-3D97-72E6-474D-ACF4D1AB42F4}"/>
            </a:ext>
          </a:extLst>
        </p:cNvPr>
        <p:cNvGrpSpPr/>
        <p:nvPr/>
      </p:nvGrpSpPr>
      <p:grpSpPr>
        <a:xfrm>
          <a:off x="0" y="0"/>
          <a:ext cx="0" cy="0"/>
          <a:chOff x="0" y="0"/>
          <a:chExt cx="0" cy="0"/>
        </a:xfrm>
      </p:grpSpPr>
      <p:sp>
        <p:nvSpPr>
          <p:cNvPr id="7" name="語音泡泡: 圓角矩形 6">
            <a:extLst>
              <a:ext uri="{FF2B5EF4-FFF2-40B4-BE49-F238E27FC236}">
                <a16:creationId xmlns:a16="http://schemas.microsoft.com/office/drawing/2014/main" id="{5DB89CD2-917E-4714-82E5-4AD6478AD9FB}"/>
              </a:ext>
            </a:extLst>
          </p:cNvPr>
          <p:cNvSpPr/>
          <p:nvPr/>
        </p:nvSpPr>
        <p:spPr bwMode="auto">
          <a:xfrm>
            <a:off x="10019779" y="1824195"/>
            <a:ext cx="1836064" cy="1351928"/>
          </a:xfrm>
          <a:prstGeom prst="wedgeRoundRectCallout">
            <a:avLst>
              <a:gd name="adj1" fmla="val -65428"/>
              <a:gd name="adj2" fmla="val 14942"/>
              <a:gd name="adj3" fmla="val 16667"/>
            </a:avLst>
          </a:prstGeom>
          <a:solidFill>
            <a:srgbClr val="FFF4E5"/>
          </a:solidFill>
          <a:ln w="9525" cap="flat" cmpd="sng" algn="ctr">
            <a:noFill/>
            <a:prstDash val="solid"/>
            <a:round/>
            <a:headEnd type="none" w="med" len="med"/>
            <a:tailEnd type="none" w="med" len="med"/>
          </a:ln>
          <a:effectLst>
            <a:outerShdw blurRad="50800" dist="38100" dir="5400000" algn="t"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pic>
        <p:nvPicPr>
          <p:cNvPr id="10" name="圖片 9" descr="一張含有 文字, 螢幕擷取畫面, 字型, 數字 的圖片&#10;&#10;AI 產生的內容可能不正確。">
            <a:extLst>
              <a:ext uri="{FF2B5EF4-FFF2-40B4-BE49-F238E27FC236}">
                <a16:creationId xmlns:a16="http://schemas.microsoft.com/office/drawing/2014/main" id="{55692286-FE5E-125E-CFC0-47EF89F6D9B7}"/>
              </a:ext>
            </a:extLst>
          </p:cNvPr>
          <p:cNvPicPr>
            <a:picLocks noChangeAspect="1"/>
          </p:cNvPicPr>
          <p:nvPr/>
        </p:nvPicPr>
        <p:blipFill>
          <a:blip r:embed="rId3">
            <a:extLst>
              <a:ext uri="{28A0092B-C50C-407E-A947-70E740481C1C}">
                <a14:useLocalDpi xmlns:a14="http://schemas.microsoft.com/office/drawing/2010/main" val="0"/>
              </a:ext>
            </a:extLst>
          </a:blip>
          <a:srcRect r="13494"/>
          <a:stretch>
            <a:fillRect/>
          </a:stretch>
        </p:blipFill>
        <p:spPr>
          <a:xfrm>
            <a:off x="6223343" y="1379684"/>
            <a:ext cx="3435003" cy="2155040"/>
          </a:xfrm>
          <a:prstGeom prst="rect">
            <a:avLst/>
          </a:prstGeom>
          <a:ln w="12700">
            <a:solidFill>
              <a:srgbClr val="C00000"/>
            </a:solidFill>
            <a:prstDash val="lgDash"/>
          </a:ln>
        </p:spPr>
      </p:pic>
      <p:sp>
        <p:nvSpPr>
          <p:cNvPr id="13" name="TextBox 16">
            <a:extLst>
              <a:ext uri="{FF2B5EF4-FFF2-40B4-BE49-F238E27FC236}">
                <a16:creationId xmlns:a16="http://schemas.microsoft.com/office/drawing/2014/main" id="{51F0663F-AA93-DE01-2C64-3E6694445125}"/>
              </a:ext>
            </a:extLst>
          </p:cNvPr>
          <p:cNvSpPr txBox="1"/>
          <p:nvPr/>
        </p:nvSpPr>
        <p:spPr>
          <a:xfrm>
            <a:off x="358605" y="5710077"/>
            <a:ext cx="4419671" cy="326243"/>
          </a:xfrm>
          <a:prstGeom prst="rect">
            <a:avLst/>
          </a:prstGeom>
          <a:noFill/>
        </p:spPr>
        <p:txBody>
          <a:bodyPr wrap="none" lIns="54864" tIns="54864" rIns="54864" bIns="54864" anchor="t">
            <a:spAutoFit/>
          </a:bodyPr>
          <a:lstStyle/>
          <a:p>
            <a:r>
              <a:rPr lang="zh-TW" altLang="en-US" sz="1400" dirty="0">
                <a:solidFill>
                  <a:srgbClr val="16805C"/>
                </a:solidFill>
                <a:latin typeface="微軟正黑體" panose="020B0604030504040204" pitchFamily="34" charset="-120"/>
                <a:ea typeface="微軟正黑體" panose="020B0604030504040204" pitchFamily="34" charset="-120"/>
              </a:rPr>
              <a:t>上架前可正確回答申報項目、金額計算方式與幣別單位</a:t>
            </a:r>
          </a:p>
        </p:txBody>
      </p:sp>
      <p:grpSp>
        <p:nvGrpSpPr>
          <p:cNvPr id="17" name="群組 16">
            <a:extLst>
              <a:ext uri="{FF2B5EF4-FFF2-40B4-BE49-F238E27FC236}">
                <a16:creationId xmlns:a16="http://schemas.microsoft.com/office/drawing/2014/main" id="{941DC5FC-0D97-086E-E7AC-B7EF08D5DE5B}"/>
              </a:ext>
            </a:extLst>
          </p:cNvPr>
          <p:cNvGrpSpPr/>
          <p:nvPr/>
        </p:nvGrpSpPr>
        <p:grpSpPr>
          <a:xfrm>
            <a:off x="365227" y="1479508"/>
            <a:ext cx="2240280" cy="347472"/>
            <a:chOff x="749808" y="1810512"/>
            <a:chExt cx="2240280" cy="347472"/>
          </a:xfrm>
        </p:grpSpPr>
        <p:sp>
          <p:nvSpPr>
            <p:cNvPr id="15" name="Rounded Rectangle 7">
              <a:extLst>
                <a:ext uri="{FF2B5EF4-FFF2-40B4-BE49-F238E27FC236}">
                  <a16:creationId xmlns:a16="http://schemas.microsoft.com/office/drawing/2014/main" id="{35134833-D932-974C-FD2A-E23A1CE8E1E3}"/>
                </a:ext>
              </a:extLst>
            </p:cNvPr>
            <p:cNvSpPr/>
            <p:nvPr/>
          </p:nvSpPr>
          <p:spPr>
            <a:xfrm>
              <a:off x="749808" y="1810512"/>
              <a:ext cx="2240280" cy="347472"/>
            </a:xfrm>
            <a:prstGeom prst="roundRect">
              <a:avLst>
                <a:gd name="adj" fmla="val 8000"/>
              </a:avLst>
            </a:prstGeom>
            <a:solidFill>
              <a:srgbClr val="E8F5EF"/>
            </a:solidFill>
            <a:ln>
              <a:solidFill>
                <a:srgbClr val="E8F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8">
              <a:extLst>
                <a:ext uri="{FF2B5EF4-FFF2-40B4-BE49-F238E27FC236}">
                  <a16:creationId xmlns:a16="http://schemas.microsoft.com/office/drawing/2014/main" id="{DA39ABEA-A31F-6379-0878-4D0B0C863677}"/>
                </a:ext>
              </a:extLst>
            </p:cNvPr>
            <p:cNvSpPr txBox="1"/>
            <p:nvPr/>
          </p:nvSpPr>
          <p:spPr>
            <a:xfrm>
              <a:off x="1188575" y="1811983"/>
              <a:ext cx="1362744" cy="326243"/>
            </a:xfrm>
            <a:prstGeom prst="rect">
              <a:avLst/>
            </a:prstGeom>
            <a:noFill/>
          </p:spPr>
          <p:txBody>
            <a:bodyPr wrap="none" lIns="54864" tIns="54864" rIns="54864" bIns="54864" anchor="ctr">
              <a:spAutoFit/>
            </a:bodyPr>
            <a:lstStyle/>
            <a:p>
              <a:pPr algn="ctr"/>
              <a:r>
                <a:rPr sz="1400" b="1" dirty="0">
                  <a:solidFill>
                    <a:srgbClr val="16805C"/>
                  </a:solidFill>
                  <a:latin typeface="微軟正黑體" panose="020B0604030504040204" pitchFamily="34" charset="-120"/>
                  <a:ea typeface="微軟正黑體" panose="020B0604030504040204" pitchFamily="34" charset="-120"/>
                </a:rPr>
                <a:t>✓ </a:t>
              </a:r>
              <a:r>
                <a:rPr lang="en-US" altLang="zh-TW" sz="1400" dirty="0">
                  <a:effectLst>
                    <a:outerShdw blurRad="38100" dist="38100" dir="2700000" algn="tl">
                      <a:srgbClr val="000000">
                        <a:alpha val="43137"/>
                      </a:srgbClr>
                    </a:outerShdw>
                  </a:effectLst>
                  <a:highlight>
                    <a:srgbClr val="00FFFF"/>
                  </a:highlight>
                  <a:latin typeface="微軟正黑體" panose="020B0604030504040204" pitchFamily="34" charset="-120"/>
                  <a:ea typeface="微軟正黑體" panose="020B0604030504040204" pitchFamily="34" charset="-120"/>
                </a:rPr>
                <a:t>A </a:t>
              </a:r>
              <a:r>
                <a:rPr sz="1400" b="1" dirty="0">
                  <a:solidFill>
                    <a:srgbClr val="16805C"/>
                  </a:solidFill>
                  <a:latin typeface="微軟正黑體" panose="020B0604030504040204" pitchFamily="34" charset="-120"/>
                  <a:ea typeface="微軟正黑體" panose="020B0604030504040204" pitchFamily="34" charset="-120"/>
                </a:rPr>
                <a:t>｜</a:t>
              </a:r>
              <a:r>
                <a:rPr sz="1400" b="1" dirty="0" err="1">
                  <a:solidFill>
                    <a:srgbClr val="16805C"/>
                  </a:solidFill>
                  <a:latin typeface="微軟正黑體" panose="020B0604030504040204" pitchFamily="34" charset="-120"/>
                  <a:ea typeface="微軟正黑體" panose="020B0604030504040204" pitchFamily="34" charset="-120"/>
                </a:rPr>
                <a:t>符合預期</a:t>
              </a:r>
              <a:endParaRPr sz="1400" b="1" dirty="0">
                <a:solidFill>
                  <a:srgbClr val="16805C"/>
                </a:solidFill>
                <a:latin typeface="微軟正黑體" panose="020B0604030504040204" pitchFamily="34" charset="-120"/>
                <a:ea typeface="微軟正黑體" panose="020B0604030504040204" pitchFamily="34" charset="-120"/>
              </a:endParaRPr>
            </a:p>
          </p:txBody>
        </p:sp>
      </p:grpSp>
      <p:grpSp>
        <p:nvGrpSpPr>
          <p:cNvPr id="25" name="群組 24">
            <a:extLst>
              <a:ext uri="{FF2B5EF4-FFF2-40B4-BE49-F238E27FC236}">
                <a16:creationId xmlns:a16="http://schemas.microsoft.com/office/drawing/2014/main" id="{9485BE2C-D453-E714-6BF9-4C2FF0E58CE8}"/>
              </a:ext>
            </a:extLst>
          </p:cNvPr>
          <p:cNvGrpSpPr/>
          <p:nvPr/>
        </p:nvGrpSpPr>
        <p:grpSpPr>
          <a:xfrm>
            <a:off x="6223343" y="865681"/>
            <a:ext cx="2001079" cy="347472"/>
            <a:chOff x="9864463" y="1455611"/>
            <a:chExt cx="2001079" cy="347472"/>
          </a:xfrm>
          <a:solidFill>
            <a:srgbClr val="FFF4E5"/>
          </a:solidFill>
        </p:grpSpPr>
        <p:sp>
          <p:nvSpPr>
            <p:cNvPr id="23" name="Rounded Rectangle 9">
              <a:extLst>
                <a:ext uri="{FF2B5EF4-FFF2-40B4-BE49-F238E27FC236}">
                  <a16:creationId xmlns:a16="http://schemas.microsoft.com/office/drawing/2014/main" id="{DBBC30D3-EEF4-C8A6-B331-7EA448592053}"/>
                </a:ext>
              </a:extLst>
            </p:cNvPr>
            <p:cNvSpPr/>
            <p:nvPr/>
          </p:nvSpPr>
          <p:spPr>
            <a:xfrm>
              <a:off x="9864463" y="1455611"/>
              <a:ext cx="2001079" cy="347472"/>
            </a:xfrm>
            <a:prstGeom prst="roundRect">
              <a:avLst>
                <a:gd name="adj" fmla="val 8000"/>
              </a:avLst>
            </a:prstGeom>
            <a:grpFill/>
            <a:ln>
              <a:solidFill>
                <a:srgbClr val="FFF4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10">
              <a:extLst>
                <a:ext uri="{FF2B5EF4-FFF2-40B4-BE49-F238E27FC236}">
                  <a16:creationId xmlns:a16="http://schemas.microsoft.com/office/drawing/2014/main" id="{D84322DF-35B0-0841-6406-5998D5CC530D}"/>
                </a:ext>
              </a:extLst>
            </p:cNvPr>
            <p:cNvSpPr txBox="1"/>
            <p:nvPr/>
          </p:nvSpPr>
          <p:spPr>
            <a:xfrm>
              <a:off x="10165826" y="1466226"/>
              <a:ext cx="1300228" cy="326243"/>
            </a:xfrm>
            <a:prstGeom prst="rect">
              <a:avLst/>
            </a:prstGeom>
            <a:grpFill/>
            <a:ln>
              <a:solidFill>
                <a:srgbClr val="FFF4E5"/>
              </a:solidFill>
            </a:ln>
          </p:spPr>
          <p:txBody>
            <a:bodyPr wrap="none" lIns="54864" tIns="54864" rIns="54864" bIns="54864" anchor="ctr">
              <a:spAutoFit/>
            </a:bodyPr>
            <a:lstStyle/>
            <a:p>
              <a:pPr algn="ctr"/>
              <a:r>
                <a:rPr sz="1400" b="1" dirty="0">
                  <a:solidFill>
                    <a:srgbClr val="D97706"/>
                  </a:solidFill>
                  <a:latin typeface="微軟正黑體" panose="020B0604030504040204" pitchFamily="34" charset="-120"/>
                  <a:ea typeface="微軟正黑體" panose="020B0604030504040204" pitchFamily="34" charset="-120"/>
                </a:rPr>
                <a:t>! </a:t>
              </a:r>
              <a:r>
                <a:rPr lang="en-US" altLang="zh-TW" sz="1400" dirty="0">
                  <a:effectLst>
                    <a:outerShdw blurRad="38100" dist="38100" dir="2700000" algn="tl">
                      <a:srgbClr val="000000">
                        <a:alpha val="43137"/>
                      </a:srgbClr>
                    </a:outerShdw>
                  </a:effectLst>
                  <a:highlight>
                    <a:srgbClr val="00FFFF"/>
                  </a:highlight>
                  <a:latin typeface="微軟正黑體" panose="020B0604030504040204" pitchFamily="34" charset="-120"/>
                  <a:ea typeface="微軟正黑體" panose="020B0604030504040204" pitchFamily="34" charset="-120"/>
                </a:rPr>
                <a:t>B </a:t>
              </a:r>
              <a:r>
                <a:rPr sz="1400" b="1" dirty="0">
                  <a:solidFill>
                    <a:srgbClr val="D97706"/>
                  </a:solidFill>
                  <a:latin typeface="微軟正黑體" panose="020B0604030504040204" pitchFamily="34" charset="-120"/>
                  <a:ea typeface="微軟正黑體" panose="020B0604030504040204" pitchFamily="34" charset="-120"/>
                </a:rPr>
                <a:t>｜</a:t>
              </a:r>
              <a:r>
                <a:rPr sz="1400" b="1" dirty="0" err="1">
                  <a:solidFill>
                    <a:srgbClr val="D97706"/>
                  </a:solidFill>
                  <a:latin typeface="微軟正黑體" panose="020B0604030504040204" pitchFamily="34" charset="-120"/>
                  <a:ea typeface="微軟正黑體" panose="020B0604030504040204" pitchFamily="34" charset="-120"/>
                </a:rPr>
                <a:t>回覆</a:t>
              </a:r>
              <a:r>
                <a:rPr lang="zh-TW" altLang="en-US" sz="1400" b="1" dirty="0">
                  <a:solidFill>
                    <a:srgbClr val="D97706"/>
                  </a:solidFill>
                  <a:latin typeface="微軟正黑體" panose="020B0604030504040204" pitchFamily="34" charset="-120"/>
                  <a:ea typeface="微軟正黑體" panose="020B0604030504040204" pitchFamily="34" charset="-120"/>
                </a:rPr>
                <a:t>錯誤</a:t>
              </a:r>
              <a:endParaRPr sz="1400" b="1" dirty="0">
                <a:solidFill>
                  <a:srgbClr val="D97706"/>
                </a:solidFill>
                <a:latin typeface="微軟正黑體" panose="020B0604030504040204" pitchFamily="34" charset="-120"/>
                <a:ea typeface="微軟正黑體" panose="020B0604030504040204" pitchFamily="34" charset="-120"/>
              </a:endParaRPr>
            </a:p>
          </p:txBody>
        </p:sp>
      </p:grpSp>
      <p:sp>
        <p:nvSpPr>
          <p:cNvPr id="27" name="TextBox 18">
            <a:extLst>
              <a:ext uri="{FF2B5EF4-FFF2-40B4-BE49-F238E27FC236}">
                <a16:creationId xmlns:a16="http://schemas.microsoft.com/office/drawing/2014/main" id="{988B8CFB-F18A-E0BD-2380-E435AB793632}"/>
              </a:ext>
            </a:extLst>
          </p:cNvPr>
          <p:cNvSpPr txBox="1"/>
          <p:nvPr/>
        </p:nvSpPr>
        <p:spPr>
          <a:xfrm>
            <a:off x="10114577" y="2329651"/>
            <a:ext cx="1659158" cy="664797"/>
          </a:xfrm>
          <a:prstGeom prst="rect">
            <a:avLst/>
          </a:prstGeom>
          <a:noFill/>
        </p:spPr>
        <p:txBody>
          <a:bodyPr wrap="square" lIns="54864" tIns="54864" rIns="54864" bIns="54864" anchor="t">
            <a:spAutoFit/>
          </a:bodyPr>
          <a:lstStyle/>
          <a:p>
            <a:r>
              <a:rPr lang="zh-TW" altLang="en-US" sz="1200" dirty="0">
                <a:solidFill>
                  <a:srgbClr val="0000FF"/>
                </a:solidFill>
                <a:latin typeface="微軟正黑體" panose="020B0604030504040204" pitchFamily="34" charset="-120"/>
                <a:ea typeface="微軟正黑體" panose="020B0604030504040204" pitchFamily="34" charset="-120"/>
              </a:rPr>
              <a:t>系統引用的回答依據不正確；回答之交易行為應表七的報表說明。</a:t>
            </a:r>
            <a:endParaRPr sz="1200" dirty="0">
              <a:solidFill>
                <a:srgbClr val="0000FF"/>
              </a:solidFill>
              <a:latin typeface="微軟正黑體" panose="020B0604030504040204" pitchFamily="34" charset="-120"/>
              <a:ea typeface="微軟正黑體" panose="020B0604030504040204" pitchFamily="34" charset="-120"/>
            </a:endParaRPr>
          </a:p>
        </p:txBody>
      </p:sp>
      <p:sp>
        <p:nvSpPr>
          <p:cNvPr id="28" name="TextBox 17">
            <a:extLst>
              <a:ext uri="{FF2B5EF4-FFF2-40B4-BE49-F238E27FC236}">
                <a16:creationId xmlns:a16="http://schemas.microsoft.com/office/drawing/2014/main" id="{729F9F83-2F43-A4A3-5217-09CA5FA582EA}"/>
              </a:ext>
            </a:extLst>
          </p:cNvPr>
          <p:cNvSpPr txBox="1"/>
          <p:nvPr/>
        </p:nvSpPr>
        <p:spPr>
          <a:xfrm>
            <a:off x="10114576" y="1958429"/>
            <a:ext cx="469872" cy="326243"/>
          </a:xfrm>
          <a:prstGeom prst="rect">
            <a:avLst/>
          </a:prstGeom>
          <a:noFill/>
        </p:spPr>
        <p:txBody>
          <a:bodyPr wrap="none" lIns="54864" tIns="54864" rIns="54864" bIns="54864" anchor="t">
            <a:spAutoFit/>
          </a:bodyPr>
          <a:lstStyle/>
          <a:p>
            <a:pPr algn="l"/>
            <a:r>
              <a:rPr sz="1400" dirty="0" err="1">
                <a:solidFill>
                  <a:srgbClr val="C62828"/>
                </a:solidFill>
                <a:highlight>
                  <a:srgbClr val="FFFF00"/>
                </a:highlight>
                <a:latin typeface="微軟正黑體" panose="020B0604030504040204" pitchFamily="34" charset="-120"/>
                <a:ea typeface="微軟正黑體" panose="020B0604030504040204" pitchFamily="34" charset="-120"/>
              </a:rPr>
              <a:t>問題</a:t>
            </a:r>
            <a:endParaRPr sz="1400" dirty="0">
              <a:solidFill>
                <a:srgbClr val="C62828"/>
              </a:solidFill>
              <a:highlight>
                <a:srgbClr val="FFFF00"/>
              </a:highlight>
              <a:latin typeface="微軟正黑體" panose="020B0604030504040204" pitchFamily="34" charset="-120"/>
              <a:ea typeface="微軟正黑體" panose="020B0604030504040204" pitchFamily="34" charset="-120"/>
            </a:endParaRPr>
          </a:p>
        </p:txBody>
      </p:sp>
      <p:pic>
        <p:nvPicPr>
          <p:cNvPr id="4" name="圖片 3" descr="一張含有 文字, 螢幕擷取畫面, 字型, 數字 的圖片&#10;&#10;AI 產生的內容可能不正確。">
            <a:extLst>
              <a:ext uri="{FF2B5EF4-FFF2-40B4-BE49-F238E27FC236}">
                <a16:creationId xmlns:a16="http://schemas.microsoft.com/office/drawing/2014/main" id="{BE97D936-7926-9AD4-019C-49DCBACFA65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8605" y="2050496"/>
            <a:ext cx="5138588" cy="3528210"/>
          </a:xfrm>
          <a:prstGeom prst="rect">
            <a:avLst/>
          </a:prstGeom>
        </p:spPr>
      </p:pic>
      <p:pic>
        <p:nvPicPr>
          <p:cNvPr id="12" name="圖片 11" descr="一張含有 文字, 螢幕擷取畫面, 字型 的圖片&#10;&#10;AI 產生的內容可能不正確。">
            <a:extLst>
              <a:ext uri="{FF2B5EF4-FFF2-40B4-BE49-F238E27FC236}">
                <a16:creationId xmlns:a16="http://schemas.microsoft.com/office/drawing/2014/main" id="{DCB26E6F-2C36-C867-F4E0-915D2617B04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23343" y="3624020"/>
            <a:ext cx="4143065" cy="2809657"/>
          </a:xfrm>
          <a:prstGeom prst="rect">
            <a:avLst/>
          </a:prstGeom>
          <a:ln w="12700">
            <a:noFill/>
          </a:ln>
        </p:spPr>
      </p:pic>
      <p:sp>
        <p:nvSpPr>
          <p:cNvPr id="2" name="標題 1">
            <a:extLst>
              <a:ext uri="{FF2B5EF4-FFF2-40B4-BE49-F238E27FC236}">
                <a16:creationId xmlns:a16="http://schemas.microsoft.com/office/drawing/2014/main" id="{5A73BA77-422A-307F-AB9C-A95ADCE92CB8}"/>
              </a:ext>
            </a:extLst>
          </p:cNvPr>
          <p:cNvSpPr txBox="1">
            <a:spLocks/>
          </p:cNvSpPr>
          <p:nvPr/>
        </p:nvSpPr>
        <p:spPr>
          <a:xfrm>
            <a:off x="333950" y="861180"/>
            <a:ext cx="5640606" cy="364682"/>
          </a:xfrm>
          <a:prstGeom prst="rect">
            <a:avLst/>
          </a:prstGeom>
          <a:gradFill>
            <a:gsLst>
              <a:gs pos="0">
                <a:schemeClr val="bg1">
                  <a:lumMod val="95000"/>
                </a:schemeClr>
              </a:gs>
              <a:gs pos="74000">
                <a:schemeClr val="bg1">
                  <a:lumMod val="75000"/>
                </a:schemeClr>
              </a:gs>
              <a:gs pos="83000">
                <a:schemeClr val="bg1">
                  <a:lumMod val="95000"/>
                </a:schemeClr>
              </a:gs>
              <a:gs pos="100000">
                <a:schemeClr val="bg1">
                  <a:lumMod val="95000"/>
                </a:schemeClr>
              </a:gs>
            </a:gsLst>
            <a:lin ang="5400000" scaled="1"/>
          </a:gradFill>
        </p:spPr>
        <p:txBody>
          <a:bodyPr anchor="ctr"/>
          <a:lstStyle>
            <a:lvl1pPr algn="l" defTabSz="895350" rtl="0" eaLnBrk="0" fontAlgn="base" hangingPunct="0">
              <a:spcBef>
                <a:spcPct val="0"/>
              </a:spcBef>
              <a:spcAft>
                <a:spcPct val="0"/>
              </a:spcAft>
              <a:defRPr sz="3200" b="0">
                <a:solidFill>
                  <a:schemeClr val="tx1"/>
                </a:solidFill>
                <a:latin typeface="微軟正黑體" panose="020B0604030504040204" pitchFamily="34" charset="-120"/>
                <a:ea typeface="微軟正黑體" panose="020B0604030504040204" pitchFamily="34" charset="-120"/>
                <a:cs typeface="+mj-cs"/>
              </a:defRPr>
            </a:lvl1pPr>
            <a:lvl2pPr algn="l" defTabSz="895350" rtl="0" eaLnBrk="0" fontAlgn="base" hangingPunct="0">
              <a:spcBef>
                <a:spcPct val="0"/>
              </a:spcBef>
              <a:spcAft>
                <a:spcPct val="0"/>
              </a:spcAft>
              <a:defRPr sz="1900" b="1">
                <a:solidFill>
                  <a:schemeClr val="tx2"/>
                </a:solidFill>
                <a:latin typeface="Arial" charset="0"/>
              </a:defRPr>
            </a:lvl2pPr>
            <a:lvl3pPr algn="l" defTabSz="895350" rtl="0" eaLnBrk="0" fontAlgn="base" hangingPunct="0">
              <a:spcBef>
                <a:spcPct val="0"/>
              </a:spcBef>
              <a:spcAft>
                <a:spcPct val="0"/>
              </a:spcAft>
              <a:defRPr sz="1900" b="1">
                <a:solidFill>
                  <a:schemeClr val="tx2"/>
                </a:solidFill>
                <a:latin typeface="Arial" charset="0"/>
              </a:defRPr>
            </a:lvl3pPr>
            <a:lvl4pPr algn="l" defTabSz="895350" rtl="0" eaLnBrk="0" fontAlgn="base" hangingPunct="0">
              <a:spcBef>
                <a:spcPct val="0"/>
              </a:spcBef>
              <a:spcAft>
                <a:spcPct val="0"/>
              </a:spcAft>
              <a:defRPr sz="1900" b="1">
                <a:solidFill>
                  <a:schemeClr val="tx2"/>
                </a:solidFill>
                <a:latin typeface="Arial" charset="0"/>
              </a:defRPr>
            </a:lvl4pPr>
            <a:lvl5pPr algn="l" defTabSz="895350" rtl="0" eaLnBrk="0" fontAlgn="base" hangingPunct="0">
              <a:spcBef>
                <a:spcPct val="0"/>
              </a:spcBef>
              <a:spcAft>
                <a:spcPct val="0"/>
              </a:spcAft>
              <a:defRPr sz="1900" b="1">
                <a:solidFill>
                  <a:schemeClr val="tx2"/>
                </a:solidFill>
                <a:latin typeface="Arial" charset="0"/>
              </a:defRPr>
            </a:lvl5pPr>
            <a:lvl6pPr marL="457200" algn="l" defTabSz="895350" rtl="0" fontAlgn="base">
              <a:spcBef>
                <a:spcPct val="0"/>
              </a:spcBef>
              <a:spcAft>
                <a:spcPct val="0"/>
              </a:spcAft>
              <a:defRPr sz="1900" b="1">
                <a:solidFill>
                  <a:schemeClr val="tx2"/>
                </a:solidFill>
                <a:latin typeface="Arial" charset="0"/>
              </a:defRPr>
            </a:lvl6pPr>
            <a:lvl7pPr marL="914400" algn="l" defTabSz="895350" rtl="0" fontAlgn="base">
              <a:spcBef>
                <a:spcPct val="0"/>
              </a:spcBef>
              <a:spcAft>
                <a:spcPct val="0"/>
              </a:spcAft>
              <a:defRPr sz="1900" b="1">
                <a:solidFill>
                  <a:schemeClr val="tx2"/>
                </a:solidFill>
                <a:latin typeface="Arial" charset="0"/>
              </a:defRPr>
            </a:lvl7pPr>
            <a:lvl8pPr marL="1371600" algn="l" defTabSz="895350" rtl="0" fontAlgn="base">
              <a:spcBef>
                <a:spcPct val="0"/>
              </a:spcBef>
              <a:spcAft>
                <a:spcPct val="0"/>
              </a:spcAft>
              <a:defRPr sz="1900" b="1">
                <a:solidFill>
                  <a:schemeClr val="tx2"/>
                </a:solidFill>
                <a:latin typeface="Arial" charset="0"/>
              </a:defRPr>
            </a:lvl8pPr>
            <a:lvl9pPr marL="1828800" algn="l" defTabSz="895350" rtl="0" fontAlgn="base">
              <a:spcBef>
                <a:spcPct val="0"/>
              </a:spcBef>
              <a:spcAft>
                <a:spcPct val="0"/>
              </a:spcAft>
              <a:defRPr sz="1900" b="1">
                <a:solidFill>
                  <a:schemeClr val="tx2"/>
                </a:solidFill>
                <a:latin typeface="Arial" charset="0"/>
              </a:defRPr>
            </a:lvl9pPr>
          </a:lstStyle>
          <a:p>
            <a:r>
              <a:rPr lang="en-US" altLang="zh-TW" sz="1400" b="1" kern="0" dirty="0"/>
              <a:t>Q3</a:t>
            </a:r>
            <a:r>
              <a:rPr lang="zh-TW" altLang="en-US" sz="1400" b="1" kern="0" dirty="0"/>
              <a:t>｜表十九申報要申報什麼項目</a:t>
            </a:r>
            <a:r>
              <a:rPr lang="en-US" altLang="zh-TW" sz="1400" b="1" kern="0" dirty="0"/>
              <a:t>/</a:t>
            </a:r>
            <a:r>
              <a:rPr lang="zh-TW" altLang="en-US" sz="1400" b="1" kern="0" dirty="0"/>
              <a:t>金額</a:t>
            </a:r>
            <a:r>
              <a:rPr lang="en-US" altLang="zh-TW" sz="1400" b="1" kern="0" dirty="0"/>
              <a:t>/</a:t>
            </a:r>
            <a:r>
              <a:rPr lang="zh-TW" altLang="en-US" sz="1400" b="1" kern="0" dirty="0"/>
              <a:t>最高餘額還是累積交易總額</a:t>
            </a:r>
            <a:r>
              <a:rPr lang="en-US" altLang="zh-TW" sz="1400" b="1" kern="0" dirty="0"/>
              <a:t>?</a:t>
            </a:r>
            <a:r>
              <a:rPr lang="zh-TW" altLang="en-US" sz="1400" b="1" kern="0" dirty="0"/>
              <a:t>申報幣別單位</a:t>
            </a:r>
            <a:r>
              <a:rPr lang="en-US" altLang="zh-TW" sz="1400" b="1" kern="0" dirty="0"/>
              <a:t>?</a:t>
            </a:r>
            <a:endParaRPr lang="zh-TW" altLang="en-US" sz="1400" b="1" kern="0" dirty="0"/>
          </a:p>
        </p:txBody>
      </p:sp>
      <p:sp>
        <p:nvSpPr>
          <p:cNvPr id="6" name="標題 1">
            <a:extLst>
              <a:ext uri="{FF2B5EF4-FFF2-40B4-BE49-F238E27FC236}">
                <a16:creationId xmlns:a16="http://schemas.microsoft.com/office/drawing/2014/main" id="{E0D1AF1D-131D-6839-5AEC-EBF9C48CB410}"/>
              </a:ext>
            </a:extLst>
          </p:cNvPr>
          <p:cNvSpPr txBox="1">
            <a:spLocks/>
          </p:cNvSpPr>
          <p:nvPr/>
        </p:nvSpPr>
        <p:spPr>
          <a:xfrm>
            <a:off x="358605" y="147918"/>
            <a:ext cx="11116727" cy="622580"/>
          </a:xfrm>
          <a:prstGeom prst="rect">
            <a:avLst/>
          </a:prstGeom>
        </p:spPr>
        <p:txBody>
          <a:bodyPr anchor="ctr"/>
          <a:lstStyle>
            <a:lvl1pPr algn="l" defTabSz="895350" rtl="0" eaLnBrk="0" fontAlgn="base" hangingPunct="0">
              <a:spcBef>
                <a:spcPct val="0"/>
              </a:spcBef>
              <a:spcAft>
                <a:spcPct val="0"/>
              </a:spcAft>
              <a:defRPr sz="3200" b="0">
                <a:solidFill>
                  <a:schemeClr val="tx1"/>
                </a:solidFill>
                <a:latin typeface="微軟正黑體" panose="020B0604030504040204" pitchFamily="34" charset="-120"/>
                <a:ea typeface="微軟正黑體" panose="020B0604030504040204" pitchFamily="34" charset="-120"/>
                <a:cs typeface="+mj-cs"/>
              </a:defRPr>
            </a:lvl1pPr>
            <a:lvl2pPr algn="l" defTabSz="895350" rtl="0" eaLnBrk="0" fontAlgn="base" hangingPunct="0">
              <a:spcBef>
                <a:spcPct val="0"/>
              </a:spcBef>
              <a:spcAft>
                <a:spcPct val="0"/>
              </a:spcAft>
              <a:defRPr sz="1900" b="1">
                <a:solidFill>
                  <a:schemeClr val="tx2"/>
                </a:solidFill>
                <a:latin typeface="Arial" charset="0"/>
              </a:defRPr>
            </a:lvl2pPr>
            <a:lvl3pPr algn="l" defTabSz="895350" rtl="0" eaLnBrk="0" fontAlgn="base" hangingPunct="0">
              <a:spcBef>
                <a:spcPct val="0"/>
              </a:spcBef>
              <a:spcAft>
                <a:spcPct val="0"/>
              </a:spcAft>
              <a:defRPr sz="1900" b="1">
                <a:solidFill>
                  <a:schemeClr val="tx2"/>
                </a:solidFill>
                <a:latin typeface="Arial" charset="0"/>
              </a:defRPr>
            </a:lvl3pPr>
            <a:lvl4pPr algn="l" defTabSz="895350" rtl="0" eaLnBrk="0" fontAlgn="base" hangingPunct="0">
              <a:spcBef>
                <a:spcPct val="0"/>
              </a:spcBef>
              <a:spcAft>
                <a:spcPct val="0"/>
              </a:spcAft>
              <a:defRPr sz="1900" b="1">
                <a:solidFill>
                  <a:schemeClr val="tx2"/>
                </a:solidFill>
                <a:latin typeface="Arial" charset="0"/>
              </a:defRPr>
            </a:lvl4pPr>
            <a:lvl5pPr algn="l" defTabSz="895350" rtl="0" eaLnBrk="0" fontAlgn="base" hangingPunct="0">
              <a:spcBef>
                <a:spcPct val="0"/>
              </a:spcBef>
              <a:spcAft>
                <a:spcPct val="0"/>
              </a:spcAft>
              <a:defRPr sz="1900" b="1">
                <a:solidFill>
                  <a:schemeClr val="tx2"/>
                </a:solidFill>
                <a:latin typeface="Arial" charset="0"/>
              </a:defRPr>
            </a:lvl5pPr>
            <a:lvl6pPr marL="457200" algn="l" defTabSz="895350" rtl="0" fontAlgn="base">
              <a:spcBef>
                <a:spcPct val="0"/>
              </a:spcBef>
              <a:spcAft>
                <a:spcPct val="0"/>
              </a:spcAft>
              <a:defRPr sz="1900" b="1">
                <a:solidFill>
                  <a:schemeClr val="tx2"/>
                </a:solidFill>
                <a:latin typeface="Arial" charset="0"/>
              </a:defRPr>
            </a:lvl6pPr>
            <a:lvl7pPr marL="914400" algn="l" defTabSz="895350" rtl="0" fontAlgn="base">
              <a:spcBef>
                <a:spcPct val="0"/>
              </a:spcBef>
              <a:spcAft>
                <a:spcPct val="0"/>
              </a:spcAft>
              <a:defRPr sz="1900" b="1">
                <a:solidFill>
                  <a:schemeClr val="tx2"/>
                </a:solidFill>
                <a:latin typeface="Arial" charset="0"/>
              </a:defRPr>
            </a:lvl7pPr>
            <a:lvl8pPr marL="1371600" algn="l" defTabSz="895350" rtl="0" fontAlgn="base">
              <a:spcBef>
                <a:spcPct val="0"/>
              </a:spcBef>
              <a:spcAft>
                <a:spcPct val="0"/>
              </a:spcAft>
              <a:defRPr sz="1900" b="1">
                <a:solidFill>
                  <a:schemeClr val="tx2"/>
                </a:solidFill>
                <a:latin typeface="Arial" charset="0"/>
              </a:defRPr>
            </a:lvl8pPr>
            <a:lvl9pPr marL="1828800" algn="l" defTabSz="895350" rtl="0" fontAlgn="base">
              <a:spcBef>
                <a:spcPct val="0"/>
              </a:spcBef>
              <a:spcAft>
                <a:spcPct val="0"/>
              </a:spcAft>
              <a:defRPr sz="1900" b="1">
                <a:solidFill>
                  <a:schemeClr val="tx2"/>
                </a:solidFill>
                <a:latin typeface="Arial" charset="0"/>
              </a:defRPr>
            </a:lvl9pPr>
          </a:lstStyle>
          <a:p>
            <a:r>
              <a:rPr lang="zh-TW" altLang="en-US" b="1" kern="0" dirty="0"/>
              <a:t>問題類型二 </a:t>
            </a:r>
            <a:r>
              <a:rPr lang="en-US" altLang="zh-TW" b="1" kern="0" dirty="0"/>
              <a:t>_</a:t>
            </a:r>
            <a:r>
              <a:rPr lang="zh-TW" altLang="en-US" b="1" kern="0" dirty="0"/>
              <a:t>回覆錯誤</a:t>
            </a:r>
            <a:endParaRPr lang="zh-TW" altLang="en-US" sz="2000" b="1" kern="0" dirty="0"/>
          </a:p>
        </p:txBody>
      </p:sp>
    </p:spTree>
    <p:extLst>
      <p:ext uri="{BB962C8B-B14F-4D97-AF65-F5344CB8AC3E}">
        <p14:creationId xmlns:p14="http://schemas.microsoft.com/office/powerpoint/2010/main" val="2994829709"/>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B9830-4874-04EB-D038-E999E19B75C5}"/>
            </a:ext>
          </a:extLst>
        </p:cNvPr>
        <p:cNvGrpSpPr/>
        <p:nvPr/>
      </p:nvGrpSpPr>
      <p:grpSpPr>
        <a:xfrm>
          <a:off x="0" y="0"/>
          <a:ext cx="0" cy="0"/>
          <a:chOff x="0" y="0"/>
          <a:chExt cx="0" cy="0"/>
        </a:xfrm>
      </p:grpSpPr>
      <p:pic>
        <p:nvPicPr>
          <p:cNvPr id="7" name="圖片 6" descr="一張含有 文字, 螢幕擷取畫面, 字型, 數字 的圖片&#10;&#10;AI 產生的內容可能不正確。">
            <a:extLst>
              <a:ext uri="{FF2B5EF4-FFF2-40B4-BE49-F238E27FC236}">
                <a16:creationId xmlns:a16="http://schemas.microsoft.com/office/drawing/2014/main" id="{20D365EC-8993-0752-0234-D4C6B54CC4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3415" y="1382900"/>
            <a:ext cx="5865745" cy="3727669"/>
          </a:xfrm>
          <a:prstGeom prst="rect">
            <a:avLst/>
          </a:prstGeom>
          <a:ln w="12700" cap="sq">
            <a:noFill/>
            <a:prstDash val="solid"/>
            <a:miter lim="800000"/>
          </a:ln>
          <a:effectLst>
            <a:outerShdw blurRad="50800" dist="38100" dir="2700000" algn="tl" rotWithShape="0">
              <a:srgbClr val="000000">
                <a:alpha val="43000"/>
              </a:srgbClr>
            </a:outerShdw>
          </a:effectLst>
        </p:spPr>
      </p:pic>
      <p:sp>
        <p:nvSpPr>
          <p:cNvPr id="13" name="TextBox 16">
            <a:extLst>
              <a:ext uri="{FF2B5EF4-FFF2-40B4-BE49-F238E27FC236}">
                <a16:creationId xmlns:a16="http://schemas.microsoft.com/office/drawing/2014/main" id="{A0D3F2C7-F4EC-42AB-A49C-D230DEE22E1D}"/>
              </a:ext>
            </a:extLst>
          </p:cNvPr>
          <p:cNvSpPr txBox="1"/>
          <p:nvPr/>
        </p:nvSpPr>
        <p:spPr>
          <a:xfrm>
            <a:off x="219953" y="4430011"/>
            <a:ext cx="2624308" cy="326243"/>
          </a:xfrm>
          <a:prstGeom prst="rect">
            <a:avLst/>
          </a:prstGeom>
          <a:noFill/>
        </p:spPr>
        <p:txBody>
          <a:bodyPr wrap="none" lIns="54864" tIns="54864" rIns="54864" bIns="54864" anchor="t">
            <a:spAutoFit/>
          </a:bodyPr>
          <a:lstStyle/>
          <a:p>
            <a:r>
              <a:rPr lang="zh-TW" altLang="en-US" sz="1400" dirty="0">
                <a:solidFill>
                  <a:srgbClr val="16805C"/>
                </a:solidFill>
                <a:latin typeface="微軟正黑體" panose="020B0604030504040204" pitchFamily="34" charset="-120"/>
                <a:ea typeface="微軟正黑體" panose="020B0604030504040204" pitchFamily="34" charset="-120"/>
              </a:rPr>
              <a:t>上架前能針對申報門檻問題作答</a:t>
            </a:r>
          </a:p>
        </p:txBody>
      </p:sp>
      <p:grpSp>
        <p:nvGrpSpPr>
          <p:cNvPr id="17" name="群組 16">
            <a:extLst>
              <a:ext uri="{FF2B5EF4-FFF2-40B4-BE49-F238E27FC236}">
                <a16:creationId xmlns:a16="http://schemas.microsoft.com/office/drawing/2014/main" id="{4CD264B4-B57D-7971-F86C-A1F1FDEE0695}"/>
              </a:ext>
            </a:extLst>
          </p:cNvPr>
          <p:cNvGrpSpPr/>
          <p:nvPr/>
        </p:nvGrpSpPr>
        <p:grpSpPr>
          <a:xfrm>
            <a:off x="396713" y="1437683"/>
            <a:ext cx="2240280" cy="347472"/>
            <a:chOff x="749808" y="1810512"/>
            <a:chExt cx="2240280" cy="347472"/>
          </a:xfrm>
        </p:grpSpPr>
        <p:sp>
          <p:nvSpPr>
            <p:cNvPr id="15" name="Rounded Rectangle 7">
              <a:extLst>
                <a:ext uri="{FF2B5EF4-FFF2-40B4-BE49-F238E27FC236}">
                  <a16:creationId xmlns:a16="http://schemas.microsoft.com/office/drawing/2014/main" id="{58609099-9856-AC70-5983-45EDB8F9EA33}"/>
                </a:ext>
              </a:extLst>
            </p:cNvPr>
            <p:cNvSpPr/>
            <p:nvPr/>
          </p:nvSpPr>
          <p:spPr>
            <a:xfrm>
              <a:off x="749808" y="1810512"/>
              <a:ext cx="2240280" cy="347472"/>
            </a:xfrm>
            <a:prstGeom prst="roundRect">
              <a:avLst>
                <a:gd name="adj" fmla="val 8000"/>
              </a:avLst>
            </a:prstGeom>
            <a:solidFill>
              <a:srgbClr val="E8F5EF"/>
            </a:solidFill>
            <a:ln>
              <a:solidFill>
                <a:srgbClr val="E8F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8">
              <a:extLst>
                <a:ext uri="{FF2B5EF4-FFF2-40B4-BE49-F238E27FC236}">
                  <a16:creationId xmlns:a16="http://schemas.microsoft.com/office/drawing/2014/main" id="{692D31C6-7E71-7031-A638-B3AEF5E22A99}"/>
                </a:ext>
              </a:extLst>
            </p:cNvPr>
            <p:cNvSpPr txBox="1"/>
            <p:nvPr/>
          </p:nvSpPr>
          <p:spPr>
            <a:xfrm>
              <a:off x="1188575" y="1811983"/>
              <a:ext cx="1362744" cy="326243"/>
            </a:xfrm>
            <a:prstGeom prst="rect">
              <a:avLst/>
            </a:prstGeom>
            <a:noFill/>
          </p:spPr>
          <p:txBody>
            <a:bodyPr wrap="none" lIns="54864" tIns="54864" rIns="54864" bIns="54864" anchor="ctr">
              <a:spAutoFit/>
            </a:bodyPr>
            <a:lstStyle/>
            <a:p>
              <a:pPr algn="ctr"/>
              <a:r>
                <a:rPr sz="1400" b="1" dirty="0">
                  <a:solidFill>
                    <a:srgbClr val="16805C"/>
                  </a:solidFill>
                  <a:latin typeface="微軟正黑體" panose="020B0604030504040204" pitchFamily="34" charset="-120"/>
                  <a:ea typeface="微軟正黑體" panose="020B0604030504040204" pitchFamily="34" charset="-120"/>
                </a:rPr>
                <a:t>✓ </a:t>
              </a:r>
              <a:r>
                <a:rPr lang="en-US" altLang="zh-TW" sz="1400" dirty="0">
                  <a:effectLst>
                    <a:outerShdw blurRad="38100" dist="38100" dir="2700000" algn="tl">
                      <a:srgbClr val="000000">
                        <a:alpha val="43137"/>
                      </a:srgbClr>
                    </a:outerShdw>
                  </a:effectLst>
                  <a:highlight>
                    <a:srgbClr val="00FFFF"/>
                  </a:highlight>
                  <a:latin typeface="微軟正黑體" panose="020B0604030504040204" pitchFamily="34" charset="-120"/>
                  <a:ea typeface="微軟正黑體" panose="020B0604030504040204" pitchFamily="34" charset="-120"/>
                </a:rPr>
                <a:t>A </a:t>
              </a:r>
              <a:r>
                <a:rPr sz="1400" b="1" dirty="0">
                  <a:solidFill>
                    <a:srgbClr val="16805C"/>
                  </a:solidFill>
                  <a:latin typeface="微軟正黑體" panose="020B0604030504040204" pitchFamily="34" charset="-120"/>
                  <a:ea typeface="微軟正黑體" panose="020B0604030504040204" pitchFamily="34" charset="-120"/>
                </a:rPr>
                <a:t>｜</a:t>
              </a:r>
              <a:r>
                <a:rPr sz="1400" b="1" dirty="0" err="1">
                  <a:solidFill>
                    <a:srgbClr val="16805C"/>
                  </a:solidFill>
                  <a:latin typeface="微軟正黑體" panose="020B0604030504040204" pitchFamily="34" charset="-120"/>
                  <a:ea typeface="微軟正黑體" panose="020B0604030504040204" pitchFamily="34" charset="-120"/>
                </a:rPr>
                <a:t>符合預期</a:t>
              </a:r>
              <a:endParaRPr sz="1400" b="1" dirty="0">
                <a:solidFill>
                  <a:srgbClr val="16805C"/>
                </a:solidFill>
                <a:latin typeface="微軟正黑體" panose="020B0604030504040204" pitchFamily="34" charset="-120"/>
                <a:ea typeface="微軟正黑體" panose="020B0604030504040204" pitchFamily="34" charset="-120"/>
              </a:endParaRPr>
            </a:p>
          </p:txBody>
        </p:sp>
      </p:grpSp>
      <p:grpSp>
        <p:nvGrpSpPr>
          <p:cNvPr id="25" name="群組 24">
            <a:extLst>
              <a:ext uri="{FF2B5EF4-FFF2-40B4-BE49-F238E27FC236}">
                <a16:creationId xmlns:a16="http://schemas.microsoft.com/office/drawing/2014/main" id="{BDB833F0-199D-D4C9-AE20-287B43F3752C}"/>
              </a:ext>
            </a:extLst>
          </p:cNvPr>
          <p:cNvGrpSpPr/>
          <p:nvPr/>
        </p:nvGrpSpPr>
        <p:grpSpPr>
          <a:xfrm>
            <a:off x="5863415" y="902963"/>
            <a:ext cx="2001079" cy="347472"/>
            <a:chOff x="9864463" y="1455611"/>
            <a:chExt cx="2001079" cy="347472"/>
          </a:xfrm>
          <a:solidFill>
            <a:srgbClr val="FDECEC"/>
          </a:solidFill>
        </p:grpSpPr>
        <p:sp>
          <p:nvSpPr>
            <p:cNvPr id="23" name="Rounded Rectangle 9">
              <a:extLst>
                <a:ext uri="{FF2B5EF4-FFF2-40B4-BE49-F238E27FC236}">
                  <a16:creationId xmlns:a16="http://schemas.microsoft.com/office/drawing/2014/main" id="{8460ED29-BB4A-77D4-D9CD-C0519DE4F4D9}"/>
                </a:ext>
              </a:extLst>
            </p:cNvPr>
            <p:cNvSpPr/>
            <p:nvPr/>
          </p:nvSpPr>
          <p:spPr>
            <a:xfrm>
              <a:off x="9864463" y="1455611"/>
              <a:ext cx="2001079" cy="347472"/>
            </a:xfrm>
            <a:prstGeom prst="roundRect">
              <a:avLst>
                <a:gd name="adj" fmla="val 8000"/>
              </a:avLst>
            </a:prstGeom>
            <a:grpFill/>
            <a:ln>
              <a:solidFill>
                <a:srgbClr val="FDEC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10">
              <a:extLst>
                <a:ext uri="{FF2B5EF4-FFF2-40B4-BE49-F238E27FC236}">
                  <a16:creationId xmlns:a16="http://schemas.microsoft.com/office/drawing/2014/main" id="{F81E2FBC-856D-1E43-1B1B-7861A3D4DC3E}"/>
                </a:ext>
              </a:extLst>
            </p:cNvPr>
            <p:cNvSpPr txBox="1"/>
            <p:nvPr/>
          </p:nvSpPr>
          <p:spPr>
            <a:xfrm>
              <a:off x="10165825" y="1466226"/>
              <a:ext cx="1300228" cy="326243"/>
            </a:xfrm>
            <a:prstGeom prst="rect">
              <a:avLst/>
            </a:prstGeom>
            <a:grpFill/>
            <a:ln>
              <a:solidFill>
                <a:srgbClr val="FDECEC"/>
              </a:solidFill>
            </a:ln>
          </p:spPr>
          <p:txBody>
            <a:bodyPr wrap="none" lIns="54864" tIns="54864" rIns="54864" bIns="54864" anchor="ctr">
              <a:spAutoFit/>
            </a:bodyPr>
            <a:lstStyle/>
            <a:p>
              <a:pPr algn="ctr"/>
              <a:r>
                <a:rPr sz="1400" b="1" dirty="0">
                  <a:solidFill>
                    <a:srgbClr val="C00000"/>
                  </a:solidFill>
                  <a:latin typeface="微軟正黑體" panose="020B0604030504040204" pitchFamily="34" charset="-120"/>
                  <a:ea typeface="微軟正黑體" panose="020B0604030504040204" pitchFamily="34" charset="-120"/>
                </a:rPr>
                <a:t>! </a:t>
              </a:r>
              <a:r>
                <a:rPr lang="en-US" altLang="zh-TW" sz="1400" dirty="0">
                  <a:effectLst>
                    <a:outerShdw blurRad="38100" dist="38100" dir="2700000" algn="tl">
                      <a:srgbClr val="000000">
                        <a:alpha val="43137"/>
                      </a:srgbClr>
                    </a:outerShdw>
                  </a:effectLst>
                  <a:highlight>
                    <a:srgbClr val="00FFFF"/>
                  </a:highlight>
                  <a:latin typeface="微軟正黑體" panose="020B0604030504040204" pitchFamily="34" charset="-120"/>
                  <a:ea typeface="微軟正黑體" panose="020B0604030504040204" pitchFamily="34" charset="-120"/>
                </a:rPr>
                <a:t>B </a:t>
              </a:r>
              <a:r>
                <a:rPr sz="1400" b="1" dirty="0">
                  <a:solidFill>
                    <a:srgbClr val="C00000"/>
                  </a:solidFill>
                  <a:latin typeface="微軟正黑體" panose="020B0604030504040204" pitchFamily="34" charset="-120"/>
                  <a:ea typeface="微軟正黑體" panose="020B0604030504040204" pitchFamily="34" charset="-120"/>
                </a:rPr>
                <a:t>｜</a:t>
              </a:r>
              <a:r>
                <a:rPr lang="zh-TW" altLang="en-US" sz="1400" dirty="0">
                  <a:solidFill>
                    <a:srgbClr val="C00000"/>
                  </a:solidFill>
                  <a:latin typeface="微軟正黑體" panose="020B0604030504040204" pitchFamily="34" charset="-120"/>
                  <a:ea typeface="微軟正黑體" panose="020B0604030504040204" pitchFamily="34" charset="-120"/>
                </a:rPr>
                <a:t>答非所問</a:t>
              </a:r>
              <a:endParaRPr sz="1400" b="1" dirty="0">
                <a:solidFill>
                  <a:srgbClr val="C00000"/>
                </a:solidFill>
                <a:latin typeface="微軟正黑體" panose="020B0604030504040204" pitchFamily="34" charset="-120"/>
                <a:ea typeface="微軟正黑體" panose="020B0604030504040204" pitchFamily="34" charset="-120"/>
              </a:endParaRPr>
            </a:p>
          </p:txBody>
        </p:sp>
      </p:grpSp>
      <p:pic>
        <p:nvPicPr>
          <p:cNvPr id="5" name="圖片 4" descr="一張含有 文字, 螢幕擷取畫面, 字型 的圖片&#10;&#10;AI 產生的內容可能不正確。">
            <a:extLst>
              <a:ext uri="{FF2B5EF4-FFF2-40B4-BE49-F238E27FC236}">
                <a16:creationId xmlns:a16="http://schemas.microsoft.com/office/drawing/2014/main" id="{0754DC3B-AB49-3AAA-8003-C9DFDAD247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093" y="2007799"/>
            <a:ext cx="5432333" cy="2362690"/>
          </a:xfrm>
          <a:prstGeom prst="rect">
            <a:avLst/>
          </a:prstGeom>
        </p:spPr>
      </p:pic>
      <p:cxnSp>
        <p:nvCxnSpPr>
          <p:cNvPr id="18" name="直線接點 17">
            <a:extLst>
              <a:ext uri="{FF2B5EF4-FFF2-40B4-BE49-F238E27FC236}">
                <a16:creationId xmlns:a16="http://schemas.microsoft.com/office/drawing/2014/main" id="{CD90234B-B43D-6F35-ACC7-CC04E0289F73}"/>
              </a:ext>
            </a:extLst>
          </p:cNvPr>
          <p:cNvCxnSpPr>
            <a:cxnSpLocks/>
          </p:cNvCxnSpPr>
          <p:nvPr/>
        </p:nvCxnSpPr>
        <p:spPr bwMode="auto">
          <a:xfrm>
            <a:off x="333541" y="2546527"/>
            <a:ext cx="1655964" cy="0"/>
          </a:xfrm>
          <a:prstGeom prst="line">
            <a:avLst/>
          </a:prstGeom>
          <a:solidFill>
            <a:schemeClr val="accent1"/>
          </a:solidFill>
          <a:ln w="19050" cap="flat" cmpd="sng" algn="ctr">
            <a:solidFill>
              <a:srgbClr val="16805C"/>
            </a:solidFill>
            <a:prstDash val="solid"/>
            <a:round/>
            <a:headEnd type="none" w="med" len="med"/>
            <a:tailEnd type="none" w="med" len="med"/>
          </a:ln>
          <a:effectLst/>
        </p:spPr>
      </p:cxnSp>
      <p:sp>
        <p:nvSpPr>
          <p:cNvPr id="4" name="標題 1">
            <a:extLst>
              <a:ext uri="{FF2B5EF4-FFF2-40B4-BE49-F238E27FC236}">
                <a16:creationId xmlns:a16="http://schemas.microsoft.com/office/drawing/2014/main" id="{653D0A67-7793-1820-4C97-EC78914E13DD}"/>
              </a:ext>
            </a:extLst>
          </p:cNvPr>
          <p:cNvSpPr txBox="1">
            <a:spLocks/>
          </p:cNvSpPr>
          <p:nvPr/>
        </p:nvSpPr>
        <p:spPr>
          <a:xfrm>
            <a:off x="333950" y="861180"/>
            <a:ext cx="4159991" cy="353859"/>
          </a:xfrm>
          <a:prstGeom prst="rect">
            <a:avLst/>
          </a:prstGeom>
          <a:gradFill>
            <a:gsLst>
              <a:gs pos="0">
                <a:schemeClr val="bg1">
                  <a:lumMod val="95000"/>
                </a:schemeClr>
              </a:gs>
              <a:gs pos="74000">
                <a:schemeClr val="bg1">
                  <a:lumMod val="75000"/>
                </a:schemeClr>
              </a:gs>
              <a:gs pos="83000">
                <a:schemeClr val="bg1">
                  <a:lumMod val="95000"/>
                </a:schemeClr>
              </a:gs>
              <a:gs pos="100000">
                <a:schemeClr val="bg1">
                  <a:lumMod val="95000"/>
                </a:schemeClr>
              </a:gs>
            </a:gsLst>
            <a:lin ang="5400000" scaled="1"/>
          </a:gradFill>
        </p:spPr>
        <p:txBody>
          <a:bodyPr anchor="ctr"/>
          <a:lstStyle>
            <a:lvl1pPr algn="l" defTabSz="895350" rtl="0" eaLnBrk="0" fontAlgn="base" hangingPunct="0">
              <a:spcBef>
                <a:spcPct val="0"/>
              </a:spcBef>
              <a:spcAft>
                <a:spcPct val="0"/>
              </a:spcAft>
              <a:defRPr sz="3200" b="0">
                <a:solidFill>
                  <a:schemeClr val="tx1"/>
                </a:solidFill>
                <a:latin typeface="微軟正黑體" panose="020B0604030504040204" pitchFamily="34" charset="-120"/>
                <a:ea typeface="微軟正黑體" panose="020B0604030504040204" pitchFamily="34" charset="-120"/>
                <a:cs typeface="+mj-cs"/>
              </a:defRPr>
            </a:lvl1pPr>
            <a:lvl2pPr algn="l" defTabSz="895350" rtl="0" eaLnBrk="0" fontAlgn="base" hangingPunct="0">
              <a:spcBef>
                <a:spcPct val="0"/>
              </a:spcBef>
              <a:spcAft>
                <a:spcPct val="0"/>
              </a:spcAft>
              <a:defRPr sz="1900" b="1">
                <a:solidFill>
                  <a:schemeClr val="tx2"/>
                </a:solidFill>
                <a:latin typeface="Arial" charset="0"/>
              </a:defRPr>
            </a:lvl2pPr>
            <a:lvl3pPr algn="l" defTabSz="895350" rtl="0" eaLnBrk="0" fontAlgn="base" hangingPunct="0">
              <a:spcBef>
                <a:spcPct val="0"/>
              </a:spcBef>
              <a:spcAft>
                <a:spcPct val="0"/>
              </a:spcAft>
              <a:defRPr sz="1900" b="1">
                <a:solidFill>
                  <a:schemeClr val="tx2"/>
                </a:solidFill>
                <a:latin typeface="Arial" charset="0"/>
              </a:defRPr>
            </a:lvl3pPr>
            <a:lvl4pPr algn="l" defTabSz="895350" rtl="0" eaLnBrk="0" fontAlgn="base" hangingPunct="0">
              <a:spcBef>
                <a:spcPct val="0"/>
              </a:spcBef>
              <a:spcAft>
                <a:spcPct val="0"/>
              </a:spcAft>
              <a:defRPr sz="1900" b="1">
                <a:solidFill>
                  <a:schemeClr val="tx2"/>
                </a:solidFill>
                <a:latin typeface="Arial" charset="0"/>
              </a:defRPr>
            </a:lvl4pPr>
            <a:lvl5pPr algn="l" defTabSz="895350" rtl="0" eaLnBrk="0" fontAlgn="base" hangingPunct="0">
              <a:spcBef>
                <a:spcPct val="0"/>
              </a:spcBef>
              <a:spcAft>
                <a:spcPct val="0"/>
              </a:spcAft>
              <a:defRPr sz="1900" b="1">
                <a:solidFill>
                  <a:schemeClr val="tx2"/>
                </a:solidFill>
                <a:latin typeface="Arial" charset="0"/>
              </a:defRPr>
            </a:lvl5pPr>
            <a:lvl6pPr marL="457200" algn="l" defTabSz="895350" rtl="0" fontAlgn="base">
              <a:spcBef>
                <a:spcPct val="0"/>
              </a:spcBef>
              <a:spcAft>
                <a:spcPct val="0"/>
              </a:spcAft>
              <a:defRPr sz="1900" b="1">
                <a:solidFill>
                  <a:schemeClr val="tx2"/>
                </a:solidFill>
                <a:latin typeface="Arial" charset="0"/>
              </a:defRPr>
            </a:lvl6pPr>
            <a:lvl7pPr marL="914400" algn="l" defTabSz="895350" rtl="0" fontAlgn="base">
              <a:spcBef>
                <a:spcPct val="0"/>
              </a:spcBef>
              <a:spcAft>
                <a:spcPct val="0"/>
              </a:spcAft>
              <a:defRPr sz="1900" b="1">
                <a:solidFill>
                  <a:schemeClr val="tx2"/>
                </a:solidFill>
                <a:latin typeface="Arial" charset="0"/>
              </a:defRPr>
            </a:lvl7pPr>
            <a:lvl8pPr marL="1371600" algn="l" defTabSz="895350" rtl="0" fontAlgn="base">
              <a:spcBef>
                <a:spcPct val="0"/>
              </a:spcBef>
              <a:spcAft>
                <a:spcPct val="0"/>
              </a:spcAft>
              <a:defRPr sz="1900" b="1">
                <a:solidFill>
                  <a:schemeClr val="tx2"/>
                </a:solidFill>
                <a:latin typeface="Arial" charset="0"/>
              </a:defRPr>
            </a:lvl8pPr>
            <a:lvl9pPr marL="1828800" algn="l" defTabSz="895350" rtl="0" fontAlgn="base">
              <a:spcBef>
                <a:spcPct val="0"/>
              </a:spcBef>
              <a:spcAft>
                <a:spcPct val="0"/>
              </a:spcAft>
              <a:defRPr sz="1900" b="1">
                <a:solidFill>
                  <a:schemeClr val="tx2"/>
                </a:solidFill>
                <a:latin typeface="Arial" charset="0"/>
              </a:defRPr>
            </a:lvl9pPr>
          </a:lstStyle>
          <a:p>
            <a:r>
              <a:rPr lang="en-US" altLang="zh-TW" sz="1400" b="1" kern="0" dirty="0"/>
              <a:t>Q4</a:t>
            </a:r>
            <a:r>
              <a:rPr lang="zh-TW" altLang="en-US" sz="1400" b="1" kern="0" dirty="0"/>
              <a:t>｜我的客戶暴險要達到三十億才需要申報嗎</a:t>
            </a:r>
            <a:r>
              <a:rPr lang="en-US" altLang="zh-TW" sz="1400" b="1" kern="0" dirty="0"/>
              <a:t>?</a:t>
            </a:r>
            <a:endParaRPr lang="zh-TW" altLang="en-US" sz="1400" b="1" kern="0" dirty="0"/>
          </a:p>
        </p:txBody>
      </p:sp>
      <p:sp>
        <p:nvSpPr>
          <p:cNvPr id="9" name="標題 1">
            <a:extLst>
              <a:ext uri="{FF2B5EF4-FFF2-40B4-BE49-F238E27FC236}">
                <a16:creationId xmlns:a16="http://schemas.microsoft.com/office/drawing/2014/main" id="{CDD5DD06-F070-7199-C1FF-BFEBDCD050CC}"/>
              </a:ext>
            </a:extLst>
          </p:cNvPr>
          <p:cNvSpPr txBox="1">
            <a:spLocks/>
          </p:cNvSpPr>
          <p:nvPr/>
        </p:nvSpPr>
        <p:spPr>
          <a:xfrm>
            <a:off x="358605" y="147918"/>
            <a:ext cx="11116727" cy="622580"/>
          </a:xfrm>
          <a:prstGeom prst="rect">
            <a:avLst/>
          </a:prstGeom>
        </p:spPr>
        <p:txBody>
          <a:bodyPr anchor="ctr"/>
          <a:lstStyle>
            <a:lvl1pPr algn="l" defTabSz="895350" rtl="0" eaLnBrk="0" fontAlgn="base" hangingPunct="0">
              <a:spcBef>
                <a:spcPct val="0"/>
              </a:spcBef>
              <a:spcAft>
                <a:spcPct val="0"/>
              </a:spcAft>
              <a:defRPr sz="3200" b="0">
                <a:solidFill>
                  <a:schemeClr val="tx1"/>
                </a:solidFill>
                <a:latin typeface="微軟正黑體" panose="020B0604030504040204" pitchFamily="34" charset="-120"/>
                <a:ea typeface="微軟正黑體" panose="020B0604030504040204" pitchFamily="34" charset="-120"/>
                <a:cs typeface="+mj-cs"/>
              </a:defRPr>
            </a:lvl1pPr>
            <a:lvl2pPr algn="l" defTabSz="895350" rtl="0" eaLnBrk="0" fontAlgn="base" hangingPunct="0">
              <a:spcBef>
                <a:spcPct val="0"/>
              </a:spcBef>
              <a:spcAft>
                <a:spcPct val="0"/>
              </a:spcAft>
              <a:defRPr sz="1900" b="1">
                <a:solidFill>
                  <a:schemeClr val="tx2"/>
                </a:solidFill>
                <a:latin typeface="Arial" charset="0"/>
              </a:defRPr>
            </a:lvl2pPr>
            <a:lvl3pPr algn="l" defTabSz="895350" rtl="0" eaLnBrk="0" fontAlgn="base" hangingPunct="0">
              <a:spcBef>
                <a:spcPct val="0"/>
              </a:spcBef>
              <a:spcAft>
                <a:spcPct val="0"/>
              </a:spcAft>
              <a:defRPr sz="1900" b="1">
                <a:solidFill>
                  <a:schemeClr val="tx2"/>
                </a:solidFill>
                <a:latin typeface="Arial" charset="0"/>
              </a:defRPr>
            </a:lvl3pPr>
            <a:lvl4pPr algn="l" defTabSz="895350" rtl="0" eaLnBrk="0" fontAlgn="base" hangingPunct="0">
              <a:spcBef>
                <a:spcPct val="0"/>
              </a:spcBef>
              <a:spcAft>
                <a:spcPct val="0"/>
              </a:spcAft>
              <a:defRPr sz="1900" b="1">
                <a:solidFill>
                  <a:schemeClr val="tx2"/>
                </a:solidFill>
                <a:latin typeface="Arial" charset="0"/>
              </a:defRPr>
            </a:lvl4pPr>
            <a:lvl5pPr algn="l" defTabSz="895350" rtl="0" eaLnBrk="0" fontAlgn="base" hangingPunct="0">
              <a:spcBef>
                <a:spcPct val="0"/>
              </a:spcBef>
              <a:spcAft>
                <a:spcPct val="0"/>
              </a:spcAft>
              <a:defRPr sz="1900" b="1">
                <a:solidFill>
                  <a:schemeClr val="tx2"/>
                </a:solidFill>
                <a:latin typeface="Arial" charset="0"/>
              </a:defRPr>
            </a:lvl5pPr>
            <a:lvl6pPr marL="457200" algn="l" defTabSz="895350" rtl="0" fontAlgn="base">
              <a:spcBef>
                <a:spcPct val="0"/>
              </a:spcBef>
              <a:spcAft>
                <a:spcPct val="0"/>
              </a:spcAft>
              <a:defRPr sz="1900" b="1">
                <a:solidFill>
                  <a:schemeClr val="tx2"/>
                </a:solidFill>
                <a:latin typeface="Arial" charset="0"/>
              </a:defRPr>
            </a:lvl6pPr>
            <a:lvl7pPr marL="914400" algn="l" defTabSz="895350" rtl="0" fontAlgn="base">
              <a:spcBef>
                <a:spcPct val="0"/>
              </a:spcBef>
              <a:spcAft>
                <a:spcPct val="0"/>
              </a:spcAft>
              <a:defRPr sz="1900" b="1">
                <a:solidFill>
                  <a:schemeClr val="tx2"/>
                </a:solidFill>
                <a:latin typeface="Arial" charset="0"/>
              </a:defRPr>
            </a:lvl7pPr>
            <a:lvl8pPr marL="1371600" algn="l" defTabSz="895350" rtl="0" fontAlgn="base">
              <a:spcBef>
                <a:spcPct val="0"/>
              </a:spcBef>
              <a:spcAft>
                <a:spcPct val="0"/>
              </a:spcAft>
              <a:defRPr sz="1900" b="1">
                <a:solidFill>
                  <a:schemeClr val="tx2"/>
                </a:solidFill>
                <a:latin typeface="Arial" charset="0"/>
              </a:defRPr>
            </a:lvl8pPr>
            <a:lvl9pPr marL="1828800" algn="l" defTabSz="895350" rtl="0" fontAlgn="base">
              <a:spcBef>
                <a:spcPct val="0"/>
              </a:spcBef>
              <a:spcAft>
                <a:spcPct val="0"/>
              </a:spcAft>
              <a:defRPr sz="1900" b="1">
                <a:solidFill>
                  <a:schemeClr val="tx2"/>
                </a:solidFill>
                <a:latin typeface="Arial" charset="0"/>
              </a:defRPr>
            </a:lvl9pPr>
          </a:lstStyle>
          <a:p>
            <a:r>
              <a:rPr lang="zh-TW" altLang="en-US" b="1" kern="0" dirty="0"/>
              <a:t>問題類型三 </a:t>
            </a:r>
            <a:r>
              <a:rPr lang="en-US" altLang="zh-TW" b="1" kern="0" dirty="0"/>
              <a:t>_</a:t>
            </a:r>
            <a:r>
              <a:rPr lang="zh-TW" altLang="en-US" b="1" kern="0" dirty="0"/>
              <a:t>答非所問</a:t>
            </a:r>
            <a:endParaRPr lang="zh-TW" altLang="en-US" sz="2000" b="1" kern="0" dirty="0"/>
          </a:p>
        </p:txBody>
      </p:sp>
      <p:grpSp>
        <p:nvGrpSpPr>
          <p:cNvPr id="6" name="群組 5">
            <a:extLst>
              <a:ext uri="{FF2B5EF4-FFF2-40B4-BE49-F238E27FC236}">
                <a16:creationId xmlns:a16="http://schemas.microsoft.com/office/drawing/2014/main" id="{F6EADE59-798B-59D2-C640-652EE63B4120}"/>
              </a:ext>
            </a:extLst>
          </p:cNvPr>
          <p:cNvGrpSpPr/>
          <p:nvPr/>
        </p:nvGrpSpPr>
        <p:grpSpPr>
          <a:xfrm>
            <a:off x="9471517" y="5152200"/>
            <a:ext cx="1836064" cy="1058281"/>
            <a:chOff x="6882321" y="5515276"/>
            <a:chExt cx="1836064" cy="1058281"/>
          </a:xfrm>
          <a:solidFill>
            <a:srgbClr val="FDECEC"/>
          </a:solidFill>
        </p:grpSpPr>
        <p:sp>
          <p:nvSpPr>
            <p:cNvPr id="10" name="語音泡泡: 圓角矩形 9">
              <a:extLst>
                <a:ext uri="{FF2B5EF4-FFF2-40B4-BE49-F238E27FC236}">
                  <a16:creationId xmlns:a16="http://schemas.microsoft.com/office/drawing/2014/main" id="{80C4AD4B-9D5A-5DC4-F39F-41260791C0BC}"/>
                </a:ext>
              </a:extLst>
            </p:cNvPr>
            <p:cNvSpPr/>
            <p:nvPr/>
          </p:nvSpPr>
          <p:spPr bwMode="auto">
            <a:xfrm>
              <a:off x="6882321" y="5515276"/>
              <a:ext cx="1836064" cy="1058281"/>
            </a:xfrm>
            <a:prstGeom prst="wedgeRoundRectCallout">
              <a:avLst>
                <a:gd name="adj1" fmla="val 4296"/>
                <a:gd name="adj2" fmla="val -74647"/>
                <a:gd name="adj3" fmla="val 16667"/>
              </a:avLst>
            </a:prstGeom>
            <a:grpFill/>
            <a:ln w="9525" cap="flat" cmpd="sng" algn="ctr">
              <a:noFill/>
              <a:prstDash val="solid"/>
              <a:round/>
              <a:headEnd type="none" w="med" len="med"/>
              <a:tailEnd type="none" w="med" len="med"/>
            </a:ln>
            <a:effectLst>
              <a:outerShdw blurRad="50800" dist="38100" dir="5400000" algn="t"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27" name="TextBox 18">
              <a:extLst>
                <a:ext uri="{FF2B5EF4-FFF2-40B4-BE49-F238E27FC236}">
                  <a16:creationId xmlns:a16="http://schemas.microsoft.com/office/drawing/2014/main" id="{C494D312-3F38-E29A-A0E2-CEEA6F6582EC}"/>
                </a:ext>
              </a:extLst>
            </p:cNvPr>
            <p:cNvSpPr txBox="1"/>
            <p:nvPr/>
          </p:nvSpPr>
          <p:spPr>
            <a:xfrm>
              <a:off x="7021924" y="5894004"/>
              <a:ext cx="1696461" cy="664797"/>
            </a:xfrm>
            <a:prstGeom prst="rect">
              <a:avLst/>
            </a:prstGeom>
            <a:grpFill/>
          </p:spPr>
          <p:txBody>
            <a:bodyPr wrap="square" lIns="54864" tIns="54864" rIns="54864" bIns="54864" anchor="t">
              <a:spAutoFit/>
            </a:bodyPr>
            <a:lstStyle/>
            <a:p>
              <a:r>
                <a:rPr lang="zh-TW" altLang="en-US" sz="1200" dirty="0">
                  <a:solidFill>
                    <a:srgbClr val="0000FF"/>
                  </a:solidFill>
                  <a:latin typeface="微軟正黑體" panose="020B0604030504040204" pitchFamily="34" charset="-120"/>
                  <a:ea typeface="微軟正黑體" panose="020B0604030504040204" pitchFamily="34" charset="-120"/>
                </a:rPr>
                <a:t>未針對「暴險是否需達三十億才申報」作答，回答內容偏離問題。</a:t>
              </a:r>
            </a:p>
          </p:txBody>
        </p:sp>
        <p:sp>
          <p:nvSpPr>
            <p:cNvPr id="28" name="TextBox 17">
              <a:extLst>
                <a:ext uri="{FF2B5EF4-FFF2-40B4-BE49-F238E27FC236}">
                  <a16:creationId xmlns:a16="http://schemas.microsoft.com/office/drawing/2014/main" id="{5512E3EA-4194-06B8-9744-B492EDE97F99}"/>
                </a:ext>
              </a:extLst>
            </p:cNvPr>
            <p:cNvSpPr txBox="1"/>
            <p:nvPr/>
          </p:nvSpPr>
          <p:spPr>
            <a:xfrm>
              <a:off x="7021923" y="5598538"/>
              <a:ext cx="469777" cy="326243"/>
            </a:xfrm>
            <a:prstGeom prst="rect">
              <a:avLst/>
            </a:prstGeom>
            <a:grpFill/>
          </p:spPr>
          <p:txBody>
            <a:bodyPr wrap="square" lIns="54864" tIns="54864" rIns="54864" bIns="54864" anchor="t">
              <a:spAutoFit/>
            </a:bodyPr>
            <a:lstStyle/>
            <a:p>
              <a:pPr algn="l"/>
              <a:r>
                <a:rPr sz="1400" dirty="0" err="1">
                  <a:solidFill>
                    <a:srgbClr val="C62828"/>
                  </a:solidFill>
                  <a:highlight>
                    <a:srgbClr val="FFFF00"/>
                  </a:highlight>
                  <a:latin typeface="微軟正黑體" panose="020B0604030504040204" pitchFamily="34" charset="-120"/>
                  <a:ea typeface="微軟正黑體" panose="020B0604030504040204" pitchFamily="34" charset="-120"/>
                </a:rPr>
                <a:t>問題</a:t>
              </a:r>
              <a:endParaRPr sz="1400" dirty="0">
                <a:solidFill>
                  <a:srgbClr val="C62828"/>
                </a:solidFill>
                <a:highlight>
                  <a:srgbClr val="FFFF00"/>
                </a:highlight>
                <a:latin typeface="微軟正黑體" panose="020B0604030504040204" pitchFamily="34" charset="-120"/>
                <a:ea typeface="微軟正黑體" panose="020B0604030504040204" pitchFamily="34" charset="-120"/>
              </a:endParaRPr>
            </a:p>
          </p:txBody>
        </p:sp>
      </p:grpSp>
    </p:spTree>
    <p:extLst>
      <p:ext uri="{BB962C8B-B14F-4D97-AF65-F5344CB8AC3E}">
        <p14:creationId xmlns:p14="http://schemas.microsoft.com/office/powerpoint/2010/main" val="3581822067"/>
      </p:ext>
    </p:extLst>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10;&lt;root&gt;&lt;version val=&quot;14478&quot;/&gt;&lt;partner val=&quot;536&quot;/&gt;&lt;CPresentation id=&quot;1&quot;&gt;&lt;m_defprecNumber idref=&quot;2&quot;/&gt;&lt;m_defprecPercent idref=&quot;3&quot;/&gt;&lt;m_defprecDate idref=&quot;4&quot;/&gt;&lt;m_defprecYear idref=&quot;5&quot;/&gt;&lt;m_defprecQuarter idref=&quot;6&quot;/&gt;&lt;m_defprecMonth idref=&quot;7&quot;/&gt;&lt;m_defprecWeek idref=&quot;8&quot;/&gt;&lt;m_defprecDay idref=&quot;9&quot;/&gt;&lt;/CPresentation&gt;&lt;CDefaultPrec id=&quot;9&quot;&gt;&lt;m_precDefault/&gt;&lt;/CDefaultPrec&gt;&lt;CDefaultPrec id=&quot;8&quot;&gt;&lt;m_precDefault/&gt;&lt;/CDefaultPrec&gt;&lt;CDefaultPrec id=&quot;7&quot;&gt;&lt;m_precDefault/&gt;&lt;/CDefaultPrec&gt;&lt;CDefaultPrec id=&quot;6&quot;&gt;&lt;m_precDefault/&gt;&lt;/CDefaultPrec&gt;&lt;CDefaultPrec id=&quot;5&quot;&gt;&lt;m_precDefault/&gt;&lt;/CDefaultPrec&gt;&lt;CDefaultPrec id=&quot;4&quot;&gt;&lt;m_precDefault/&gt;&lt;/CDefaultPrec&gt;&lt;CDefaultPrec id=&quot;3&quot;&gt;&lt;m_precDefault/&gt;&lt;/CDefaultPrec&gt;&lt;CDefaultPrec id=&quot;2&quot;&gt;&lt;m_precDefault&gt;&lt;m_chDecimalSymbol val=&quot;.&quot;&gt;.&lt;/m_chDecimalSymbol&gt;&lt;m_nGroupingDigits val=&quot;3&quot;/&gt;&lt;m_chGroupingSymbol val=&quot;,&quot;&gt;,&lt;/m_chGroupingSymbol&gt;&lt;/m_precDefault&gt;&lt;/CDefaultPrec&gt;&lt;/root&gt;"/>
  <p:tag name="THINKCELLUNDODONOTDELETE" val="1474"/>
</p:tagLst>
</file>

<file path=ppt/tags/tag2.xml><?xml version="1.0" encoding="utf-8"?>
<p:tagLst xmlns:a="http://schemas.openxmlformats.org/drawingml/2006/main" xmlns:r="http://schemas.openxmlformats.org/officeDocument/2006/relationships" xmlns:p="http://schemas.openxmlformats.org/presentationml/2006/main">
  <p:tag name="NAME" val="McK Disclaimer"/>
  <p:tag name="RESIZE" val="Yes"/>
  <p:tag name="LLEFT" val=" 210.125"/>
  <p:tag name="LTOP" val=" 469.875"/>
</p:tagLst>
</file>

<file path=ppt/theme/theme1.xml><?xml version="1.0" encoding="utf-8"?>
<a:theme xmlns:a="http://schemas.openxmlformats.org/drawingml/2006/main" name="Universal 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Universal Template">
      <a:majorFont>
        <a:latin typeface="Arial"/>
        <a:ea typeface=""/>
        <a:cs typeface=""/>
      </a:majorFont>
      <a:minorFont>
        <a:latin typeface="Times New Roman"/>
        <a:ea typeface="標楷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000" b="1" i="0" u="none" strike="noStrike" cap="none" normalizeH="0" baseline="0" smtClean="0">
            <a:ln>
              <a:noFill/>
            </a:ln>
            <a:solidFill>
              <a:schemeClr val="tx1"/>
            </a:solidFill>
            <a:effectLst/>
            <a:latin typeface="Arial" charset="0"/>
            <a:ea typeface="华文楷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000" b="1" i="0" u="none" strike="noStrike" cap="none" normalizeH="0" baseline="0" smtClean="0">
            <a:ln>
              <a:noFill/>
            </a:ln>
            <a:solidFill>
              <a:schemeClr val="tx1"/>
            </a:solidFill>
            <a:effectLst/>
            <a:latin typeface="Arial" charset="0"/>
            <a:ea typeface="华文楷体" pitchFamily="2" charset="-122"/>
          </a:defRPr>
        </a:defPPr>
      </a:lstStyle>
    </a:lnDef>
  </a:objectDefaults>
  <a:extraClrSchemeLst>
    <a:extraClrScheme>
      <a:clrScheme name="Universal Template 1">
        <a:dk1>
          <a:srgbClr val="000000"/>
        </a:dk1>
        <a:lt1>
          <a:srgbClr val="FFFFFF"/>
        </a:lt1>
        <a:dk2>
          <a:srgbClr val="000000"/>
        </a:dk2>
        <a:lt2>
          <a:srgbClr val="FFFFFF"/>
        </a:lt2>
        <a:accent1>
          <a:srgbClr val="FFFFFF"/>
        </a:accent1>
        <a:accent2>
          <a:srgbClr val="D0D0D0"/>
        </a:accent2>
        <a:accent3>
          <a:srgbClr val="FFFFFF"/>
        </a:accent3>
        <a:accent4>
          <a:srgbClr val="000000"/>
        </a:accent4>
        <a:accent5>
          <a:srgbClr val="FFFFFF"/>
        </a:accent5>
        <a:accent6>
          <a:srgbClr val="BCBCBC"/>
        </a:accent6>
        <a:hlink>
          <a:srgbClr val="909090"/>
        </a:hlink>
        <a:folHlink>
          <a:srgbClr val="606060"/>
        </a:folHlink>
      </a:clrScheme>
      <a:clrMap bg1="lt1" tx1="dk1" bg2="lt2" tx2="dk2" accent1="accent1" accent2="accent2" accent3="accent3" accent4="accent4" accent5="accent5" accent6="accent6" hlink="hlink" folHlink="folHlink"/>
    </a:extraClrScheme>
    <a:extraClrScheme>
      <a:clrScheme name="Universal Template 2">
        <a:dk1>
          <a:srgbClr val="000000"/>
        </a:dk1>
        <a:lt1>
          <a:srgbClr val="FFFFFF"/>
        </a:lt1>
        <a:dk2>
          <a:srgbClr val="002960"/>
        </a:dk2>
        <a:lt2>
          <a:srgbClr val="FFFFFF"/>
        </a:lt2>
        <a:accent1>
          <a:srgbClr val="C7E0FB"/>
        </a:accent1>
        <a:accent2>
          <a:srgbClr val="91B0FF"/>
        </a:accent2>
        <a:accent3>
          <a:srgbClr val="FFFFFF"/>
        </a:accent3>
        <a:accent4>
          <a:srgbClr val="000000"/>
        </a:accent4>
        <a:accent5>
          <a:srgbClr val="E0EDFD"/>
        </a:accent5>
        <a:accent6>
          <a:srgbClr val="839FE7"/>
        </a:accent6>
        <a:hlink>
          <a:srgbClr val="0066CC"/>
        </a:hlink>
        <a:folHlink>
          <a:srgbClr val="002960"/>
        </a:folHlink>
      </a:clrScheme>
      <a:clrMap bg1="lt1" tx1="dk1" bg2="lt2" tx2="dk2" accent1="accent1" accent2="accent2" accent3="accent3" accent4="accent4" accent5="accent5" accent6="accent6" hlink="hlink" folHlink="folHlink"/>
    </a:extraClrScheme>
    <a:extraClrScheme>
      <a:clrScheme name="Universal Template 3">
        <a:dk1>
          <a:srgbClr val="002960"/>
        </a:dk1>
        <a:lt1>
          <a:srgbClr val="FFFFFF"/>
        </a:lt1>
        <a:dk2>
          <a:srgbClr val="002960"/>
        </a:dk2>
        <a:lt2>
          <a:srgbClr val="FFBE3D"/>
        </a:lt2>
        <a:accent1>
          <a:srgbClr val="0066CC"/>
        </a:accent1>
        <a:accent2>
          <a:srgbClr val="5F8DFF"/>
        </a:accent2>
        <a:accent3>
          <a:srgbClr val="AAACB6"/>
        </a:accent3>
        <a:accent4>
          <a:srgbClr val="DADADA"/>
        </a:accent4>
        <a:accent5>
          <a:srgbClr val="AAB8E2"/>
        </a:accent5>
        <a:accent6>
          <a:srgbClr val="557FE7"/>
        </a:accent6>
        <a:hlink>
          <a:srgbClr val="96C5F8"/>
        </a:hlink>
        <a:folHlink>
          <a:srgbClr val="D8E9FC"/>
        </a:folHlink>
      </a:clrScheme>
      <a:clrMap bg1="dk2" tx1="lt1" bg2="dk1" tx2="lt2" accent1="accent1" accent2="accent2" accent3="accent3" accent4="accent4" accent5="accent5" accent6="accent6" hlink="hlink" folHlink="folHlink"/>
    </a:extraClrScheme>
    <a:extraClrScheme>
      <a:clrScheme name="Universal Template 4">
        <a:dk1>
          <a:srgbClr val="000000"/>
        </a:dk1>
        <a:lt1>
          <a:srgbClr val="FFFFFF"/>
        </a:lt1>
        <a:dk2>
          <a:srgbClr val="000000"/>
        </a:dk2>
        <a:lt2>
          <a:srgbClr val="FFBE3D"/>
        </a:lt2>
        <a:accent1>
          <a:srgbClr val="002960"/>
        </a:accent1>
        <a:accent2>
          <a:srgbClr val="0066CC"/>
        </a:accent2>
        <a:accent3>
          <a:srgbClr val="AAAAAA"/>
        </a:accent3>
        <a:accent4>
          <a:srgbClr val="DADADA"/>
        </a:accent4>
        <a:accent5>
          <a:srgbClr val="AAACB6"/>
        </a:accent5>
        <a:accent6>
          <a:srgbClr val="005CB9"/>
        </a:accent6>
        <a:hlink>
          <a:srgbClr val="91B0FF"/>
        </a:hlink>
        <a:folHlink>
          <a:srgbClr val="C7E0FB"/>
        </a:folHlink>
      </a:clrScheme>
      <a:clrMap bg1="dk2" tx1="lt1" bg2="dk1" tx2="lt2" accent1="accent1" accent2="accent2" accent3="accent3" accent4="accent4" accent5="accent5" accent6="accent6" hlink="hlink" folHlink="folHlink"/>
    </a:extraClrScheme>
    <a:extraClrScheme>
      <a:clrScheme name="Universal Template 5">
        <a:dk1>
          <a:srgbClr val="000000"/>
        </a:dk1>
        <a:lt1>
          <a:srgbClr val="FFFFFF"/>
        </a:lt1>
        <a:dk2>
          <a:srgbClr val="002960"/>
        </a:dk2>
        <a:lt2>
          <a:srgbClr val="FFFFFF"/>
        </a:lt2>
        <a:accent1>
          <a:srgbClr val="C7E0FB"/>
        </a:accent1>
        <a:accent2>
          <a:srgbClr val="FFCC66"/>
        </a:accent2>
        <a:accent3>
          <a:srgbClr val="FFFFFF"/>
        </a:accent3>
        <a:accent4>
          <a:srgbClr val="000000"/>
        </a:accent4>
        <a:accent5>
          <a:srgbClr val="E0EDFD"/>
        </a:accent5>
        <a:accent6>
          <a:srgbClr val="E7B95C"/>
        </a:accent6>
        <a:hlink>
          <a:srgbClr val="4F8636"/>
        </a:hlink>
        <a:folHlink>
          <a:srgbClr val="002960"/>
        </a:folHlink>
      </a:clrScheme>
      <a:clrMap bg1="lt1" tx1="dk1" bg2="lt2" tx2="dk2" accent1="accent1" accent2="accent2" accent3="accent3" accent4="accent4" accent5="accent5" accent6="accent6" hlink="hlink" folHlink="folHlink"/>
    </a:extraClrScheme>
    <a:extraClrScheme>
      <a:clrScheme name="Universal Template 6">
        <a:dk1>
          <a:srgbClr val="002960"/>
        </a:dk1>
        <a:lt1>
          <a:srgbClr val="FFFFFF"/>
        </a:lt1>
        <a:dk2>
          <a:srgbClr val="002960"/>
        </a:dk2>
        <a:lt2>
          <a:srgbClr val="FFBE3D"/>
        </a:lt2>
        <a:accent1>
          <a:srgbClr val="0066CC"/>
        </a:accent1>
        <a:accent2>
          <a:srgbClr val="4F8636"/>
        </a:accent2>
        <a:accent3>
          <a:srgbClr val="AAACB6"/>
        </a:accent3>
        <a:accent4>
          <a:srgbClr val="DADADA"/>
        </a:accent4>
        <a:accent5>
          <a:srgbClr val="AAB8E2"/>
        </a:accent5>
        <a:accent6>
          <a:srgbClr val="477930"/>
        </a:accent6>
        <a:hlink>
          <a:srgbClr val="FF9900"/>
        </a:hlink>
        <a:folHlink>
          <a:srgbClr val="FFBE3D"/>
        </a:folHlink>
      </a:clrScheme>
      <a:clrMap bg1="dk2" tx1="lt1" bg2="dk1" tx2="lt2" accent1="accent1" accent2="accent2" accent3="accent3" accent4="accent4" accent5="accent5" accent6="accent6" hlink="hlink" folHlink="folHlink"/>
    </a:extraClrScheme>
    <a:extraClrScheme>
      <a:clrScheme name="Universal Template 7">
        <a:dk1>
          <a:srgbClr val="000000"/>
        </a:dk1>
        <a:lt1>
          <a:srgbClr val="FFFFFF"/>
        </a:lt1>
        <a:dk2>
          <a:srgbClr val="000000"/>
        </a:dk2>
        <a:lt2>
          <a:srgbClr val="FFBE3D"/>
        </a:lt2>
        <a:accent1>
          <a:srgbClr val="0066CC"/>
        </a:accent1>
        <a:accent2>
          <a:srgbClr val="4F8636"/>
        </a:accent2>
        <a:accent3>
          <a:srgbClr val="AAAAAA"/>
        </a:accent3>
        <a:accent4>
          <a:srgbClr val="DADADA"/>
        </a:accent4>
        <a:accent5>
          <a:srgbClr val="AAB8E2"/>
        </a:accent5>
        <a:accent6>
          <a:srgbClr val="477930"/>
        </a:accent6>
        <a:hlink>
          <a:srgbClr val="FF9900"/>
        </a:hlink>
        <a:folHlink>
          <a:srgbClr val="FFBE3D"/>
        </a:folHlink>
      </a:clrScheme>
      <a:clrMap bg1="dk2" tx1="lt1" bg2="dk1" tx2="lt2" accent1="accent1" accent2="accent2" accent3="accent3" accent4="accent4" accent5="accent5" accent6="accent6" hlink="hlink" folHlink="folHlink"/>
    </a:extraClrScheme>
    <a:extraClrScheme>
      <a:clrScheme name="Universal Template 8">
        <a:dk1>
          <a:srgbClr val="000000"/>
        </a:dk1>
        <a:lt1>
          <a:srgbClr val="FFFFFF"/>
        </a:lt1>
        <a:dk2>
          <a:srgbClr val="002960"/>
        </a:dk2>
        <a:lt2>
          <a:srgbClr val="FFFFFF"/>
        </a:lt2>
        <a:accent1>
          <a:srgbClr val="C7E0FB"/>
        </a:accent1>
        <a:accent2>
          <a:srgbClr val="C7C293"/>
        </a:accent2>
        <a:accent3>
          <a:srgbClr val="FFFFFF"/>
        </a:accent3>
        <a:accent4>
          <a:srgbClr val="000000"/>
        </a:accent4>
        <a:accent5>
          <a:srgbClr val="E0EDFD"/>
        </a:accent5>
        <a:accent6>
          <a:srgbClr val="B4B085"/>
        </a:accent6>
        <a:hlink>
          <a:srgbClr val="50A2A0"/>
        </a:hlink>
        <a:folHlink>
          <a:srgbClr val="002960"/>
        </a:folHlink>
      </a:clrScheme>
      <a:clrMap bg1="lt1" tx1="dk1" bg2="lt2" tx2="dk2" accent1="accent1" accent2="accent2" accent3="accent3" accent4="accent4" accent5="accent5" accent6="accent6" hlink="hlink" folHlink="folHlink"/>
    </a:extraClrScheme>
    <a:extraClrScheme>
      <a:clrScheme name="Universal Template 9">
        <a:dk1>
          <a:srgbClr val="002960"/>
        </a:dk1>
        <a:lt1>
          <a:srgbClr val="FFFFFF"/>
        </a:lt1>
        <a:dk2>
          <a:srgbClr val="002960"/>
        </a:dk2>
        <a:lt2>
          <a:srgbClr val="FFBE3D"/>
        </a:lt2>
        <a:accent1>
          <a:srgbClr val="0066CC"/>
        </a:accent1>
        <a:accent2>
          <a:srgbClr val="50A2A0"/>
        </a:accent2>
        <a:accent3>
          <a:srgbClr val="AAACB6"/>
        </a:accent3>
        <a:accent4>
          <a:srgbClr val="DADADA"/>
        </a:accent4>
        <a:accent5>
          <a:srgbClr val="AAB8E2"/>
        </a:accent5>
        <a:accent6>
          <a:srgbClr val="489291"/>
        </a:accent6>
        <a:hlink>
          <a:srgbClr val="C7C293"/>
        </a:hlink>
        <a:folHlink>
          <a:srgbClr val="FFBE3D"/>
        </a:folHlink>
      </a:clrScheme>
      <a:clrMap bg1="dk2" tx1="lt1" bg2="dk1" tx2="lt2" accent1="accent1" accent2="accent2" accent3="accent3" accent4="accent4" accent5="accent5" accent6="accent6" hlink="hlink" folHlink="folHlink"/>
    </a:extraClrScheme>
    <a:extraClrScheme>
      <a:clrScheme name="Universal Template 10">
        <a:dk1>
          <a:srgbClr val="000000"/>
        </a:dk1>
        <a:lt1>
          <a:srgbClr val="FFFFFF"/>
        </a:lt1>
        <a:dk2>
          <a:srgbClr val="000000"/>
        </a:dk2>
        <a:lt2>
          <a:srgbClr val="FFBE3D"/>
        </a:lt2>
        <a:accent1>
          <a:srgbClr val="174A7C"/>
        </a:accent1>
        <a:accent2>
          <a:srgbClr val="50A2A0"/>
        </a:accent2>
        <a:accent3>
          <a:srgbClr val="AAAAAA"/>
        </a:accent3>
        <a:accent4>
          <a:srgbClr val="DADADA"/>
        </a:accent4>
        <a:accent5>
          <a:srgbClr val="ABB1BF"/>
        </a:accent5>
        <a:accent6>
          <a:srgbClr val="489291"/>
        </a:accent6>
        <a:hlink>
          <a:srgbClr val="C7C293"/>
        </a:hlink>
        <a:folHlink>
          <a:srgbClr val="FFBE3D"/>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佈景主題">
  <a:themeElements>
    <a:clrScheme name="">
      <a:dk1>
        <a:srgbClr val="000000"/>
      </a:dk1>
      <a:lt1>
        <a:srgbClr val="FFFFFF"/>
      </a:lt1>
      <a:dk2>
        <a:srgbClr val="000000"/>
      </a:dk2>
      <a:lt2>
        <a:srgbClr val="000000"/>
      </a:lt2>
      <a:accent1>
        <a:srgbClr val="FFFFFF"/>
      </a:accent1>
      <a:accent2>
        <a:srgbClr val="D0D0D0"/>
      </a:accent2>
      <a:accent3>
        <a:srgbClr val="FFFFFF"/>
      </a:accent3>
      <a:accent4>
        <a:srgbClr val="000000"/>
      </a:accent4>
      <a:accent5>
        <a:srgbClr val="FFFFFF"/>
      </a:accent5>
      <a:accent6>
        <a:srgbClr val="BCBCBC"/>
      </a:accent6>
      <a:hlink>
        <a:srgbClr val="909090"/>
      </a:hlink>
      <a:folHlink>
        <a:srgbClr val="0000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Universal Template</Template>
  <TotalTime>27574</TotalTime>
  <Words>481</Words>
  <Application>Microsoft Office PowerPoint</Application>
  <PresentationFormat>自訂</PresentationFormat>
  <Paragraphs>77</Paragraphs>
  <Slides>7</Slides>
  <Notes>2</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7</vt:i4>
      </vt:variant>
    </vt:vector>
  </HeadingPairs>
  <TitlesOfParts>
    <vt:vector size="14" baseType="lpstr">
      <vt:lpstr>微軟正黑體</vt:lpstr>
      <vt:lpstr>新細明體</vt:lpstr>
      <vt:lpstr>Aptos</vt:lpstr>
      <vt:lpstr>Arial</vt:lpstr>
      <vt:lpstr>Times New Roman</vt:lpstr>
      <vt:lpstr>Wingdings</vt:lpstr>
      <vt:lpstr>Universal Template</vt:lpstr>
      <vt:lpstr> </vt:lpstr>
      <vt:lpstr>大額暴險管理系統 通報導航Chat!  預期導入成果 </vt:lpstr>
      <vt:lpstr>測試問題概況 _</vt:lpstr>
      <vt:lpstr>Q1｜哪些業務/暴險要申報/呈報/計算進去?暴險多少金額要申報?</vt:lpstr>
      <vt:lpstr>PowerPoint 簡報</vt:lpstr>
      <vt:lpstr>PowerPoint 簡報</vt:lpstr>
      <vt:lpstr>PowerPoint 簡報</vt:lpstr>
    </vt:vector>
  </TitlesOfParts>
  <Company>Corporate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Administrator</dc:creator>
  <cp:keywords>Message Universal Template A4</cp:keywords>
  <dc:description>Version 1.1</dc:description>
  <cp:lastModifiedBy>李伊婷-信用風險管理部-永豐銀行</cp:lastModifiedBy>
  <cp:revision>2168</cp:revision>
  <cp:lastPrinted>2005-12-20T16:28:07Z</cp:lastPrinted>
  <dcterms:created xsi:type="dcterms:W3CDTF">2005-10-04T01:34:02Z</dcterms:created>
  <dcterms:modified xsi:type="dcterms:W3CDTF">2026-10-05T01:58:29Z</dcterms:modified>
  <cp:category>POT - A4</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Universal Objects">
    <vt:bool>true</vt:bool>
  </property>
  <property fmtid="{D5CDD505-2E9C-101B-9397-08002B2CF9AE}" pid="3" name="McKPaperSize">
    <vt:lpwstr>A4</vt:lpwstr>
  </property>
  <property fmtid="{D5CDD505-2E9C-101B-9397-08002B2CF9AE}" pid="4" name="NotesPageLayout">
    <vt:lpwstr>Message</vt:lpwstr>
  </property>
  <property fmtid="{D5CDD505-2E9C-101B-9397-08002B2CF9AE}" pid="5" name="Event">
    <vt:lpwstr>12th Integration Office Meeting</vt:lpwstr>
  </property>
  <property fmtid="{D5CDD505-2E9C-101B-9397-08002B2CF9AE}" pid="6" name="Delivery Date">
    <vt:lpwstr>December 21, 2005</vt:lpwstr>
  </property>
  <property fmtid="{D5CDD505-2E9C-101B-9397-08002B2CF9AE}" pid="7" name="DocIDinTitle">
    <vt:bool>true</vt:bool>
  </property>
  <property fmtid="{D5CDD505-2E9C-101B-9397-08002B2CF9AE}" pid="8" name="DocIDinSlide">
    <vt:bool>true</vt:bool>
  </property>
  <property fmtid="{D5CDD505-2E9C-101B-9397-08002B2CF9AE}" pid="9" name="DocIDPosition">
    <vt:i4>0</vt:i4>
  </property>
  <property fmtid="{D5CDD505-2E9C-101B-9397-08002B2CF9AE}" pid="10" name="DocID">
    <vt:lpwstr>‹footer›</vt:lpwstr>
  </property>
  <property fmtid="{D5CDD505-2E9C-101B-9397-08002B2CF9AE}" pid="11" name="SWOTitle">
    <vt:lpwstr>Open:20051102 STC v6</vt:lpwstr>
  </property>
  <property fmtid="{D5CDD505-2E9C-101B-9397-08002B2CF9AE}" pid="12" name="Title">
    <vt:lpwstr>Title</vt:lpwstr>
  </property>
  <property fmtid="{D5CDD505-2E9C-101B-9397-08002B2CF9AE}" pid="13" name="Final">
    <vt:bool>true</vt:bool>
  </property>
</Properties>
</file>
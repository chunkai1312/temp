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e7b10aa073437e" /><Relationship Type="http://schemas.openxmlformats.org/officeDocument/2006/relationships/extended-properties" Target="/docProps/app.xml" Id="R6810c612c44642cb" /><Relationship Type="http://schemas.openxmlformats.org/officeDocument/2006/relationships/officeDocument" Target="/ppt/presentation.xml" Id="Re13ac384484d49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3864f992ba470c"/>
  </p:sldMasterIdLst>
  <p:notesMasterIdLst>
    <p:notesMasterId xmlns:r="http://schemas.openxmlformats.org/officeDocument/2006/relationships" r:id="Rdaa168eff8b94c45"/>
  </p:notesMasterIdLst>
  <p:sldIdLst>
    <p:sldId xmlns:r="http://schemas.openxmlformats.org/officeDocument/2006/relationships" id="256" r:id="R0a33656f51714d1c"/>
    <p:sldId xmlns:r="http://schemas.openxmlformats.org/officeDocument/2006/relationships" id="257" r:id="Rfd44aca452af41fa"/>
    <p:sldId xmlns:r="http://schemas.openxmlformats.org/officeDocument/2006/relationships" id="258" r:id="Ra1ddaf1c936b45e7"/>
    <p:sldId xmlns:r="http://schemas.openxmlformats.org/officeDocument/2006/relationships" id="259" r:id="R644ebdfb67c94d3d"/>
    <p:sldId xmlns:r="http://schemas.openxmlformats.org/officeDocument/2006/relationships" id="260" r:id="Rf5db50f3ac4045bb"/>
    <p:sldId xmlns:r="http://schemas.openxmlformats.org/officeDocument/2006/relationships" id="261" r:id="R9ed9c01ff3cb4de9"/>
    <p:sldId xmlns:r="http://schemas.openxmlformats.org/officeDocument/2006/relationships" id="262" r:id="R065716b4188247a3"/>
    <p:sldId xmlns:r="http://schemas.openxmlformats.org/officeDocument/2006/relationships" id="263" r:id="Rb86b7902c0b8478e"/>
    <p:sldId xmlns:r="http://schemas.openxmlformats.org/officeDocument/2006/relationships" id="264" r:id="Rd97e5f5fe19e4cf2"/>
  </p:sldIdLst>
  <p:sldSz cx="11520488" cy="6480175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authors.xml><?xml version="1.0" encoding="utf-8"?>
<p188:authorLst xmlns:p188="http://schemas.microsoft.com/office/powerpoint/2018/8/main">
  <p188:author id="{210BB80E-A4FD-B3AE-4392-5E68415B0732}" name="黃泳晞-數位金融處-永豐銀行" initials="黃泳晞-數位金融處-永豐銀行" userId="S::kelseahuang@sinopac.com::d24483b1-7db0-4584-b824-353502d8b450" providerId="AD"/>
  <p188:author id="{C65AFA41-CD7E-2B06-21DA-0B5DDA46C4CD}" name="王雋凱-數位金融處-永豐銀行" initials="數王" userId="S::chunkaiwang@sinopac.com::f78494d6-bac0-4c9e-94cd-0b5e029c0856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91DB7C30-2B5D-4D34-8F22-85940E495A18}">
  <a:tblStyle styleId="{91DB7C30-2B5D-4D34-8F22-85940E495A1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8D87DB6-C1B6-446D-86CF-44D372F8A8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7E2D07F-EAD9-47BB-8D15-AB9D181D91B3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4374364ca7473f" /><Relationship Type="http://schemas.openxmlformats.org/officeDocument/2006/relationships/slideMaster" Target="/ppt/slideMasters/slideMaster1.xml" Id="R113864f992ba470c" /><Relationship Type="http://schemas.openxmlformats.org/officeDocument/2006/relationships/notesMaster" Target="/ppt/notesMasters/notesMaster1.xml" Id="Rdaa168eff8b94c45" /><Relationship Type="http://schemas.openxmlformats.org/officeDocument/2006/relationships/presProps" Target="/ppt/presProps.xml" Id="R25a0d1d5c7ec48c9" /><Relationship Type="http://schemas.openxmlformats.org/officeDocument/2006/relationships/viewProps" Target="/ppt/viewProps.xml" Id="Raa9c22b13764427d" /><Relationship Type="http://schemas.openxmlformats.org/officeDocument/2006/relationships/tableStyles" Target="/ppt/tableStyles.xml" Id="Rc3234c05bd8244ef" /><Relationship Type="http://schemas.microsoft.com/office/2018/10/relationships/authors" Target="/ppt/authors.xml" Id="Rc266e6e51b344bcc" /><Relationship Type="http://schemas.openxmlformats.org/officeDocument/2006/relationships/slide" Target="/ppt/slides/slide1.xml" Id="R0a33656f51714d1c" /><Relationship Type="http://schemas.openxmlformats.org/officeDocument/2006/relationships/slide" Target="/ppt/slides/slide2.xml" Id="Rfd44aca452af41fa" /><Relationship Type="http://schemas.openxmlformats.org/officeDocument/2006/relationships/slide" Target="/ppt/slides/slide3.xml" Id="Ra1ddaf1c936b45e7" /><Relationship Type="http://schemas.openxmlformats.org/officeDocument/2006/relationships/slide" Target="/ppt/slides/slide4.xml" Id="R644ebdfb67c94d3d" /><Relationship Type="http://schemas.openxmlformats.org/officeDocument/2006/relationships/slide" Target="/ppt/slides/slide5.xml" Id="Rf5db50f3ac4045bb" /><Relationship Type="http://schemas.openxmlformats.org/officeDocument/2006/relationships/slide" Target="/ppt/slides/slide6.xml" Id="R9ed9c01ff3cb4de9" /><Relationship Type="http://schemas.openxmlformats.org/officeDocument/2006/relationships/slide" Target="/ppt/slides/slide7.xml" Id="R065716b4188247a3" /><Relationship Type="http://schemas.openxmlformats.org/officeDocument/2006/relationships/slide" Target="/ppt/slides/slide8.xml" Id="Rb86b7902c0b8478e" /><Relationship Type="http://schemas.openxmlformats.org/officeDocument/2006/relationships/slide" Target="/ppt/slides/slide9.xml" Id="Rd97e5f5fe19e4c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ede2045b8348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數科處範本">
  <a:themeElements>
    <a:clrScheme name="blue-yellow-violet-rose">
      <a:dk1>
        <a:srgbClr val="000000"/>
      </a:dk1>
      <a:lt1>
        <a:srgbClr val="FFFFFF"/>
      </a:lt1>
      <a:dk2>
        <a:srgbClr val="717179"/>
      </a:dk2>
      <a:lt2>
        <a:srgbClr val="E3E3E7"/>
      </a:lt2>
      <a:accent1>
        <a:srgbClr val="3B82F6"/>
      </a:accent1>
      <a:accent2>
        <a:srgbClr val="EAB308"/>
      </a:accent2>
      <a:accent3>
        <a:srgbClr val="8B5CF6"/>
      </a:accent3>
      <a:accent4>
        <a:srgbClr val="F33F5E"/>
      </a:accent4>
      <a:accent5>
        <a:srgbClr val="10B981"/>
      </a:accent5>
      <a:accent6>
        <a:srgbClr val="FFFFFF"/>
      </a:accent6>
      <a:hlink>
        <a:srgbClr val="3B82F6"/>
      </a:hlink>
      <a:folHlink>
        <a:srgbClr val="8B5CF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lue-yellow-violet-ros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21382f69e247e6" /><Relationship Type="http://schemas.openxmlformats.org/officeDocument/2006/relationships/notesMaster" Target="/ppt/notesMasters/notesMaster1.xml" Id="R8512a1e7ac254f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4d9e9595bd4817" /><Relationship Type="http://schemas.openxmlformats.org/officeDocument/2006/relationships/notesMaster" Target="/ppt/notesMasters/notesMaster1.xml" Id="R907586228d144b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1eab2b3d244e08" /><Relationship Type="http://schemas.openxmlformats.org/officeDocument/2006/relationships/notesMaster" Target="/ppt/notesMasters/notesMaster1.xml" Id="Rb79d16cf6a4842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f4f6bd239842b4" /><Relationship Type="http://schemas.openxmlformats.org/officeDocument/2006/relationships/notesMaster" Target="/ppt/notesMasters/notesMaster1.xml" Id="Rb895518f8a2446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5d693d40954d05" /><Relationship Type="http://schemas.openxmlformats.org/officeDocument/2006/relationships/notesMaster" Target="/ppt/notesMasters/notesMaster1.xml" Id="R0c9f394569bc47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a0968cc5444803" /><Relationship Type="http://schemas.openxmlformats.org/officeDocument/2006/relationships/notesMaster" Target="/ppt/notesMasters/notesMaster1.xml" Id="Ree97952cf20c44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89b6b1c445460b" /><Relationship Type="http://schemas.openxmlformats.org/officeDocument/2006/relationships/notesMaster" Target="/ppt/notesMasters/notesMaster1.xml" Id="Re6e49288bb3243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ea55cca60848ba" /><Relationship Type="http://schemas.openxmlformats.org/officeDocument/2006/relationships/notesMaster" Target="/ppt/notesMasters/notesMaster1.xml" Id="R9000c922cd194e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3849ed9706449a" /><Relationship Type="http://schemas.openxmlformats.org/officeDocument/2006/relationships/notesMaster" Target="/ppt/notesMasters/notesMaster1.xml" Id="R92fb68d4bb0d4a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內容依據：</a:t>
            </a:r>
          </a:p>
          <a:p xmlns:a="http://schemas.openxmlformats.org/drawingml/2006/main">
            <a:r>
              <a:t>/Users/ckwang/Projects/work/temp/S2 風管大額曝險專案/sinopac-large-exposure-plugin/README.md</a:t>
            </a:r>
          </a:p>
          <a:p xmlns:a="http://schemas.openxmlformats.org/drawingml/2006/main">
            <a:r>
              <a:t>/Users/ckwang/Projects/work/temp/S2 風管大額曝險專案/sinopac-large-exposure-plugin/skills/large-exposure-reporting/SKILL.md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7622ae2b73434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ae22abf3f845e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4259c6ddc94e3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862a2b3afc4bc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429acab5794b69" /></Relationships>
</file>

<file path=ppt/slideLayouts/slideLayout1.xml><?xml version="1.0" encoding="utf-8"?>
<p:sldLayout xmlns:p="http://schemas.openxmlformats.org/presentationml/2006/main" matchingName="標題及物件" userDrawn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34">
            <a:extLst xmlns:a="http://schemas.openxmlformats.org/drawingml/2006/main">
              <a:ext uri="{FF2B5EF4-FFF2-40B4-BE49-F238E27FC236}">
                <a16:creationId xmlns:a16="http://schemas.microsoft.com/office/drawing/2014/main" id="{5088FC54-9DD7-441A-95B1-B9BCEED632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388" y="72000"/>
            <a:ext cx="11161712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8150" tIns="44050" rIns="88150" bIns="4405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9" name="Google Shape;19;p34">
            <a:extLst xmlns:a="http://schemas.openxmlformats.org/drawingml/2006/main">
              <a:ext uri="{FF2B5EF4-FFF2-40B4-BE49-F238E27FC236}">
                <a16:creationId xmlns:a16="http://schemas.microsoft.com/office/drawing/2014/main" id="{2B54E7E6-1B76-45CD-8D7E-63E9E54F93E0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79388" y="719138"/>
            <a:ext cx="11161712" cy="540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8150" tIns="44050" rIns="88150" bIns="44050" anchor="t">
            <a:noAutofit/>
          </a:bodyPr>
          <a:lstStyle xmlns:a="http://schemas.openxmlformats.org/drawingml/2006/main">
            <a:lvl1pPr marL="252000" marR="0" indent="-21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600" b="0" i="0" u="none" strike="noStrike" cap="none">
                <a:solidFill>
                  <a:schemeClr val="tx1"/>
                </a:solidFill>
                <a:latin typeface="微軟正黑體"/>
                <a:ea typeface="微軟正黑體"/>
                <a:cs typeface="微軟正黑體"/>
              </a:defRPr>
            </a:lvl1pPr>
            <a:lvl2pPr marL="504000" marR="0" indent="-21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400" b="0" i="0" u="none" strike="noStrike" cap="none">
                <a:solidFill>
                  <a:schemeClr val="tx1"/>
                </a:solidFill>
                <a:latin typeface="微軟正黑體"/>
                <a:ea typeface="微軟正黑體"/>
                <a:cs typeface="微軟正黑體"/>
              </a:defRPr>
            </a:lvl2pPr>
            <a:lvl3pPr marL="756000" marR="0" indent="-21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200" b="0" i="0" u="none" strike="noStrike" cap="none">
                <a:solidFill>
                  <a:schemeClr val="tx1"/>
                </a:solidFill>
                <a:latin typeface="微軟正黑體"/>
                <a:ea typeface="微軟正黑體"/>
                <a:cs typeface="微軟正黑體"/>
              </a:defRPr>
            </a:lvl3pPr>
            <a:lvl4pPr marL="1008000" marR="0" indent="-21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000" b="0" i="0" u="none" strike="noStrike" cap="none">
                <a:solidFill>
                  <a:schemeClr val="tx1"/>
                </a:solidFill>
                <a:latin typeface="微軟正黑體"/>
                <a:ea typeface="微軟正黑體"/>
                <a:cs typeface="微軟正黑體"/>
              </a:defRPr>
            </a:lvl4pPr>
            <a:lvl5pPr marL="1260000" marR="0" indent="-21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800" b="0" i="0" u="none" strike="noStrike" cap="none">
                <a:solidFill>
                  <a:schemeClr val="tx1"/>
                </a:solidFill>
                <a:latin typeface="微軟正黑體"/>
                <a:ea typeface="微軟正黑體"/>
                <a:cs typeface="微軟正黑體"/>
              </a:defRPr>
            </a:lvl5pPr>
            <a:lvl6pPr marL="1512000" marR="0" indent="-21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Microsoft JhengHei Light"/>
              <a:buChar char="o"/>
              <a:defRPr sz="1600" b="0" i="0" u="none" strike="noStrike" cap="none">
                <a:solidFill>
                  <a:schemeClr val="tx1"/>
                </a:solidFill>
                <a:latin typeface="微軟正黑體"/>
                <a:ea typeface="微軟正黑體"/>
                <a:cs typeface="微軟正黑體"/>
              </a:defRPr>
            </a:lvl6pPr>
            <a:lvl7pPr marL="3200400" marR="0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</a:defRPr>
            </a:lvl7pPr>
            <a:lvl8pPr marL="3657600" marR="0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</a:defRPr>
            </a:lvl8pPr>
            <a:lvl9pPr marL="4114800" marR="0" indent="-355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lvl="0">
              <a:buNone/>
            </a:pPr>
            <a:r>
              <a:t>第一層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  <a:endParaRPr/>
          </a:p>
        </p:txBody>
      </p:sp>
      <p:cxnSp>
        <p:nvCxnSpPr>
          <p:cNvPr id="20" name="Google Shape;20;p34">
            <a:extLst xmlns:a="http://schemas.openxmlformats.org/drawingml/2006/main">
              <a:ext uri="{FF2B5EF4-FFF2-40B4-BE49-F238E27FC236}">
                <a16:creationId xmlns:a16="http://schemas.microsoft.com/office/drawing/2014/main" id="{657EE39A-4EB1-4A2D-A450-D962A3E4A054}"/>
              </a:ext>
            </a:extLst>
          </p:cNvPr>
          <p:cNvCxnSpPr/>
          <p:nvPr/>
        </p:nvCxnSpPr>
        <p:spPr>
          <a:xfrm xmlns:a="http://schemas.openxmlformats.org/drawingml/2006/main">
            <a:off x="179388" y="612000"/>
            <a:ext cx="11161712" cy="0"/>
          </a:xfrm>
          <a:prstGeom xmlns:a="http://schemas.openxmlformats.org/drawingml/2006/main" prst="straightConnector1">
            <a:avLst/>
          </a:prstGeom>
          <a:ln xmlns:a="http://schemas.openxmlformats.org/drawingml/2006/main" w="15875" cap="flat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</p:sldLayout>
</file>

<file path=ppt/slideLayouts/slideLayout2.xml><?xml version="1.0" encoding="utf-8"?>
<p:sldLayout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" name="Google Shape;9;p32">
            <a:extLst xmlns:a="http://schemas.openxmlformats.org/drawingml/2006/main">
              <a:ext uri="{FF2B5EF4-FFF2-40B4-BE49-F238E27FC236}">
                <a16:creationId xmlns:a16="http://schemas.microsoft.com/office/drawing/2014/main" id="{6A239A44-11AD-41EF-897E-D5519532632A}"/>
              </a:ext>
            </a:extLst>
          </p:cNvPr>
          <p:cNvCxnSpPr/>
          <p:nvPr/>
        </p:nvCxnSpPr>
        <p:spPr>
          <a:xfrm xmlns:a="http://schemas.openxmlformats.org/drawingml/2006/main">
            <a:off x="1440000" y="2880000"/>
            <a:ext cx="5760000" cy="0"/>
          </a:xfrm>
          <a:prstGeom xmlns:a="http://schemas.openxmlformats.org/drawingml/2006/main" prst="straightConnector1">
            <a:avLst/>
          </a:prstGeom>
          <a:ln xmlns:a="http://schemas.openxmlformats.org/drawingml/2006/main" w="15875" cap="flat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" name="Google Shape;10;p32">
            <a:extLst xmlns:a="http://schemas.openxmlformats.org/drawingml/2006/main">
              <a:ext uri="{FF2B5EF4-FFF2-40B4-BE49-F238E27FC236}">
                <a16:creationId xmlns:a16="http://schemas.microsoft.com/office/drawing/2014/main" id="{7B925996-2FA7-4A3F-652D-7B1D8634C9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40000" y="2160000"/>
            <a:ext cx="576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90000" tIns="46800" rIns="90000" bIns="468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3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標題投影片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Google Shape;9;p32">
            <a:extLst xmlns:a="http://schemas.openxmlformats.org/drawingml/2006/main">
              <a:ext uri="{FF2B5EF4-FFF2-40B4-BE49-F238E27FC236}">
                <a16:creationId xmlns:a16="http://schemas.microsoft.com/office/drawing/2014/main" id="{D3878E57-F279-4E3F-AA92-F5822F404C17}"/>
              </a:ext>
            </a:extLst>
          </p:cNvPr>
          <p:cNvCxnSpPr/>
          <p:nvPr/>
        </p:nvCxnSpPr>
        <p:spPr>
          <a:xfrm xmlns:a="http://schemas.openxmlformats.org/drawingml/2006/main">
            <a:off x="1440000" y="2880000"/>
            <a:ext cx="8640000" cy="0"/>
          </a:xfrm>
          <a:prstGeom xmlns:a="http://schemas.openxmlformats.org/drawingml/2006/main" prst="straightConnector1">
            <a:avLst/>
          </a:prstGeom>
          <a:ln xmlns:a="http://schemas.openxmlformats.org/drawingml/2006/main" w="15875" cap="flat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10;p32">
            <a:extLst xmlns:a="http://schemas.openxmlformats.org/drawingml/2006/main">
              <a:ext uri="{FF2B5EF4-FFF2-40B4-BE49-F238E27FC236}">
                <a16:creationId xmlns:a16="http://schemas.microsoft.com/office/drawing/2014/main" id="{735F184D-9F03-4902-89E6-F1C1859CD8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40000" y="2160000"/>
            <a:ext cx="864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6800" rIns="90000" bIns="468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3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" name="Google Shape;11;p32">
            <a:extLst xmlns:a="http://schemas.openxmlformats.org/drawingml/2006/main">
              <a:ext uri="{FF2B5EF4-FFF2-40B4-BE49-F238E27FC236}">
                <a16:creationId xmlns:a16="http://schemas.microsoft.com/office/drawing/2014/main" id="{AC92F4B9-1F46-4E37-BEAB-3A81709368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440000" y="4320000"/>
            <a:ext cx="86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6800" rIns="90000" bIns="46800" anchor="ctr">
            <a:noAutofit/>
          </a:bodyPr>
          <a:lstStyle xmlns:a="http://schemas.openxmlformats.org/drawingml/2006/main">
            <a:lvl1pPr marL="457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  <a:defRPr sz="28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2" name="Google Shape;12;p32">
            <a:extLst xmlns:a="http://schemas.openxmlformats.org/drawingml/2006/main">
              <a:ext uri="{FF2B5EF4-FFF2-40B4-BE49-F238E27FC236}">
                <a16:creationId xmlns:a16="http://schemas.microsoft.com/office/drawing/2014/main" id="{25F54FDE-4427-45E9-9947-AE2C904F875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440000" y="5040000"/>
            <a:ext cx="86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6800" rIns="90000" bIns="46800" anchor="ctr">
            <a:noAutofit/>
          </a:bodyPr>
          <a:lstStyle xmlns:a="http://schemas.openxmlformats.org/drawingml/2006/main">
            <a:lvl1pPr marL="457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icrosoft JhengHei"/>
              <a:buNone/>
              <a:defRPr sz="1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版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字方塊 1">
            <a:extLst xmlns:a="http://schemas.openxmlformats.org/drawingml/2006/main">
              <a:ext uri="{FF2B5EF4-FFF2-40B4-BE49-F238E27FC236}">
                <a16:creationId xmlns:a16="http://schemas.microsoft.com/office/drawing/2014/main" id="{64E9B3DD-FAA0-DF43-8AE4-2105CE51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26" y="608597"/>
            <a:ext cx="10310836" cy="52629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600">
                <a:latin typeface="Microsoft JhengHei"/>
                <a:ea typeface="Microsoft JhengHei"/>
                <a:cs typeface="Microsoft JhengHei"/>
              </a:rPr>
              <a:t>Template Version</a:t>
            </a:r>
          </a:p>
          <a:p xmlns:a="http://schemas.openxmlformats.org/drawingml/2006/main">
            <a:pPr algn="ctr">
              <a:buNone/>
            </a:pPr>
            <a:r>
              <a:rPr sz="24000">
                <a:latin typeface="Microsoft JhengHei"/>
                <a:ea typeface="Microsoft JhengHei"/>
                <a:cs typeface="Microsoft JhengHei"/>
              </a:rPr>
              <a:t>v7.1</a:t>
            </a:r>
            <a:endParaRPr sz="24000">
              <a:latin typeface="Microsoft JhengHei"/>
              <a:ea typeface="Microsoft JhengHei"/>
              <a:cs typeface="Microsoft JhengHei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d20552d0e6834876" /><Relationship Type="http://schemas.openxmlformats.org/officeDocument/2006/relationships/image" Target="/ppt/media/image2.png" Id="Reea685e77e964b46" /><Relationship Type="http://schemas.openxmlformats.org/officeDocument/2006/relationships/theme" Target="/ppt/slideMasters/theme/theme2.xml" Id="R779b348502434e03" /><Relationship Type="http://schemas.openxmlformats.org/officeDocument/2006/relationships/slideLayout" Target="/ppt/slideLayouts/slideLayout1.xml" Id="R3a0c1075b0d5430e" /><Relationship Type="http://schemas.openxmlformats.org/officeDocument/2006/relationships/slideLayout" Target="/ppt/slideLayouts/slideLayout2.xml" Id="R99df2d87690741dd" /><Relationship Type="http://schemas.openxmlformats.org/officeDocument/2006/relationships/slideLayout" Target="/ppt/slideLayouts/slideLayout3.xml" Id="R73a2e2cf026e440e" /><Relationship Type="http://schemas.openxmlformats.org/officeDocument/2006/relationships/slideLayout" Target="/ppt/slideLayouts/slideLayout4.xml" Id="R0fcb04268ff54abc" /><Relationship Type="http://schemas.openxmlformats.org/officeDocument/2006/relationships/slideLayout" Target="/ppt/slideLayouts/slideLayout5.xml" Id="Ra89cc0407c67483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圖片 2">
            <a:extLst xmlns:a="http://schemas.openxmlformats.org/drawingml/2006/main">
              <a:ext uri="{FF2B5EF4-FFF2-40B4-BE49-F238E27FC236}">
                <a16:creationId xmlns:a16="http://schemas.microsoft.com/office/drawing/2014/main" id="{2E821EBC-2549-49BF-9E58-CF02589457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552d0e68348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994000"/>
            <a:ext cx="4406303" cy="705606"/>
          </a:xfrm>
          <a:prstGeom xmlns:a="http://schemas.openxmlformats.org/drawingml/2006/main" prst="rect">
            <a:avLst/>
          </a:prstGeom>
        </p:spPr>
      </p:pic>
      <p:sp>
        <p:nvSpPr>
          <p:cNvPr id="6" name="Google Shape;6;p31">
            <a:extLst xmlns:a="http://schemas.openxmlformats.org/drawingml/2006/main">
              <a:ext uri="{FF2B5EF4-FFF2-40B4-BE49-F238E27FC236}">
                <a16:creationId xmlns:a16="http://schemas.microsoft.com/office/drawing/2014/main" id="{BC2BF40B-B884-4ABB-A7EF-EBFFBBA3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37968"/>
            <a:ext cx="381603" cy="2422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88150" tIns="44050" rIns="88150" bIns="44050" anchor="b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sz="1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4" name="圖片 3">
            <a:extLst xmlns:a="http://schemas.openxmlformats.org/drawingml/2006/main">
              <a:ext uri="{FF2B5EF4-FFF2-40B4-BE49-F238E27FC236}">
                <a16:creationId xmlns:a16="http://schemas.microsoft.com/office/drawing/2014/main" id="{FEB77D06-C7D4-458A-B891-8D652D4D38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a685e77e964b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00000" y="6156000"/>
            <a:ext cx="2462731" cy="291229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2DBFD30-7CBC-FF44-A3CD-E1370C8D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000" y="6228000"/>
            <a:ext cx="1636426" cy="206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86400" tIns="43200" rIns="86400" bIns="43200" anchor="ctr">
            <a:spAutoFit/>
          </a:bodyPr>
          <a:lstStyle xmlns:a="http://schemas.openxmlformats.org/drawingml/2006/main">
            <a:lvl1pPr algn="l">
              <a:spcBef>
                <a:spcPct val="0"/>
              </a:spcBef>
              <a:spcAft>
                <a:spcPct val="0"/>
              </a:spcAft>
              <a:buNone/>
              <a:defRPr sz="40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>
              <a:spcBef>
                <a:spcPct val="0"/>
              </a:spcBef>
              <a:spcAft>
                <a:spcPct val="0"/>
              </a:spcAft>
              <a:buNone/>
              <a:defRPr sz="40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914400" algn="l">
              <a:spcBef>
                <a:spcPct val="0"/>
              </a:spcBef>
              <a:spcAft>
                <a:spcPct val="0"/>
              </a:spcAft>
              <a:buNone/>
              <a:defRPr sz="40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71600" algn="l">
              <a:spcBef>
                <a:spcPct val="0"/>
              </a:spcBef>
              <a:spcAft>
                <a:spcPct val="0"/>
              </a:spcAft>
              <a:buNone/>
              <a:defRPr sz="40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828800" algn="l">
              <a:spcBef>
                <a:spcPct val="0"/>
              </a:spcBef>
              <a:spcAft>
                <a:spcPct val="0"/>
              </a:spcAft>
              <a:buNone/>
              <a:defRPr sz="40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286000" algn="l" defTabSz="914400">
              <a:buNone/>
              <a:defRPr sz="40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743200" algn="l" defTabSz="914400">
              <a:buNone/>
              <a:defRPr sz="40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200400" algn="l" defTabSz="914400">
              <a:buNone/>
              <a:defRPr sz="40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657600" algn="l" defTabSz="914400">
              <a:buNone/>
              <a:defRPr sz="40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ts val="964"/>
              </a:lnSpc>
              <a:buNone/>
            </a:pPr>
            <a:r>
              <a:rPr sz="800" b="0">
                <a:solidFill>
                  <a:srgbClr val="B2B2B2"/>
                </a:solidFill>
                <a:latin typeface="微軟正黑體"/>
                <a:ea typeface="微軟正黑體"/>
                <a:cs typeface="微軟正黑體"/>
              </a:rPr>
              <a:t>機密資料僅限永豐金控內部使用 </a:t>
            </a:r>
            <a:endParaRPr sz="800" b="0">
              <a:solidFill>
                <a:srgbClr val="B2B2B2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0c1075b0d5430e"/>
    <p:sldLayoutId xmlns:r="http://schemas.openxmlformats.org/officeDocument/2006/relationships" id="2147483650" r:id="R99df2d87690741dd"/>
    <p:sldLayoutId xmlns:r="http://schemas.openxmlformats.org/officeDocument/2006/relationships" id="2147483651" r:id="R73a2e2cf026e440e"/>
    <p:sldLayoutId xmlns:r="http://schemas.openxmlformats.org/officeDocument/2006/relationships" id="2147483652" r:id="R0fcb04268ff54abc"/>
    <p:sldLayoutId xmlns:r="http://schemas.openxmlformats.org/officeDocument/2006/relationships" id="2147483653" r:id="Ra89cc0407c67483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41" userDrawn="1">
          <p15:clr>
            <a:srgbClr xmlns:a="http://schemas.openxmlformats.org/drawingml/2006/main" val="F26B43"/>
          </p15:clr>
        </p15:guide>
        <p15:guide id="2" pos="3697" userDrawn="1">
          <p15:clr>
            <a:srgbClr xmlns:a="http://schemas.openxmlformats.org/drawingml/2006/main" val="A4A3A4"/>
          </p15:clr>
        </p15:guide>
        <p15:guide id="3" pos="7144" userDrawn="1">
          <p15:clr>
            <a:srgbClr xmlns:a="http://schemas.openxmlformats.org/drawingml/2006/main" val="A4A3A4"/>
          </p15:clr>
        </p15:guide>
        <p15:guide id="4" pos="113" userDrawn="1">
          <p15:clr>
            <a:srgbClr xmlns:a="http://schemas.openxmlformats.org/drawingml/2006/main" val="A4A3A4"/>
          </p15:clr>
        </p15:guide>
        <p15:guide id="5" orient="horz" pos="3855" userDrawn="1">
          <p15:clr>
            <a:srgbClr xmlns:a="http://schemas.openxmlformats.org/drawingml/2006/main" val="A4A3A4"/>
          </p15:clr>
        </p15:guide>
        <p15:guide id="6" orient="horz" pos="45" userDrawn="1">
          <p15:clr>
            <a:srgbClr xmlns:a="http://schemas.openxmlformats.org/drawingml/2006/main" val="A4A3A4"/>
          </p15:clr>
        </p15:guide>
        <p15:guide id="11" pos="3629" userDrawn="1">
          <p15:clr>
            <a:srgbClr xmlns:a="http://schemas.openxmlformats.org/drawingml/2006/main" val="F26B43"/>
          </p15:clr>
        </p15:guide>
        <p15:guide id="12" pos="3560" userDrawn="1">
          <p15:clr>
            <a:srgbClr xmlns:a="http://schemas.openxmlformats.org/drawingml/2006/main" val="A4A3A4"/>
          </p15:clr>
        </p15:guide>
        <p15:guide id="13" pos="2495" userDrawn="1">
          <p15:clr>
            <a:srgbClr xmlns:a="http://schemas.openxmlformats.org/drawingml/2006/main" val="A4A3A4"/>
          </p15:clr>
        </p15:guide>
        <p15:guide id="14" pos="2381" userDrawn="1">
          <p15:clr>
            <a:srgbClr xmlns:a="http://schemas.openxmlformats.org/drawingml/2006/main" val="A4A3A4"/>
          </p15:clr>
        </p15:guide>
        <p15:guide id="15" pos="4762" userDrawn="1">
          <p15:clr>
            <a:srgbClr xmlns:a="http://schemas.openxmlformats.org/drawingml/2006/main" val="A4A3A4"/>
          </p15:clr>
        </p15:guide>
        <p15:guide id="16" pos="4876" userDrawn="1">
          <p15:clr>
            <a:srgbClr xmlns:a="http://schemas.openxmlformats.org/drawingml/2006/main" val="A4A3A4"/>
          </p15:clr>
        </p15:guide>
        <p15:guide id="18" orient="horz" pos="385" userDrawn="1">
          <p15:clr>
            <a:srgbClr xmlns:a="http://schemas.openxmlformats.org/drawingml/2006/main" val="A4A3A4"/>
          </p15:clr>
        </p15:guide>
        <p15:guide id="19" orient="horz" pos="453" userDrawn="1">
          <p15:clr>
            <a:srgbClr xmlns:a="http://schemas.openxmlformats.org/drawingml/2006/main" val="A4A3A4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數科處範本">
  <a:themeElements>
    <a:clrScheme name="blue-yellow-violet-rose">
      <a:dk1>
        <a:srgbClr val="000000"/>
      </a:dk1>
      <a:lt1>
        <a:srgbClr val="FFFFFF"/>
      </a:lt1>
      <a:dk2>
        <a:srgbClr val="717179"/>
      </a:dk2>
      <a:lt2>
        <a:srgbClr val="E3E3E7"/>
      </a:lt2>
      <a:accent1>
        <a:srgbClr val="3B82F6"/>
      </a:accent1>
      <a:accent2>
        <a:srgbClr val="EAB308"/>
      </a:accent2>
      <a:accent3>
        <a:srgbClr val="8B5CF6"/>
      </a:accent3>
      <a:accent4>
        <a:srgbClr val="F33F5E"/>
      </a:accent4>
      <a:accent5>
        <a:srgbClr val="10B981"/>
      </a:accent5>
      <a:accent6>
        <a:srgbClr val="FFFFFF"/>
      </a:accent6>
      <a:hlink>
        <a:srgbClr val="3B82F6"/>
      </a:hlink>
      <a:folHlink>
        <a:srgbClr val="8B5CF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lue-yellow-violet-ros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2cbfe9f7b0c4f2d" /><Relationship Type="http://schemas.openxmlformats.org/officeDocument/2006/relationships/notesSlide" Target="/ppt/notesSlides/notesSlide1.xml" Id="R3b478193fe764e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df1abf9c54422" /><Relationship Type="http://schemas.openxmlformats.org/officeDocument/2006/relationships/notesSlide" Target="/ppt/notesSlides/notesSlide2.xml" Id="R7a1c58e99f2948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256879fb84bfb" /><Relationship Type="http://schemas.openxmlformats.org/officeDocument/2006/relationships/image" Target="/ppt/media/image3.png" Id="Rff92511cf73245e9" /><Relationship Type="http://schemas.openxmlformats.org/officeDocument/2006/relationships/notesSlide" Target="/ppt/notesSlides/notesSlide3.xml" Id="Rd2e1a518753e49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58e785c794c23" /><Relationship Type="http://schemas.openxmlformats.org/officeDocument/2006/relationships/image" Target="/ppt/media/image4.png" Id="R4108a57e66cd4cd8" /><Relationship Type="http://schemas.openxmlformats.org/officeDocument/2006/relationships/notesSlide" Target="/ppt/notesSlides/notesSlide4.xml" Id="R154e8e8a60e844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822fd248f4ef7" /><Relationship Type="http://schemas.openxmlformats.org/officeDocument/2006/relationships/image" Target="/ppt/media/image5.png" Id="R9dcae0775bce42f5" /><Relationship Type="http://schemas.openxmlformats.org/officeDocument/2006/relationships/image" Target="/ppt/media/image6.png" Id="Rcf4567d0d06f4f3c" /><Relationship Type="http://schemas.openxmlformats.org/officeDocument/2006/relationships/notesSlide" Target="/ppt/notesSlides/notesSlide5.xml" Id="R734f2c989cfe4f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34f8e2ad642fe" /><Relationship Type="http://schemas.openxmlformats.org/officeDocument/2006/relationships/image" Target="/ppt/media/image7.png" Id="R25a161a1c3a6426c" /><Relationship Type="http://schemas.openxmlformats.org/officeDocument/2006/relationships/notesSlide" Target="/ppt/notesSlides/notesSlide6.xml" Id="Ra48788cb633547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d80399e9e43b6" /><Relationship Type="http://schemas.openxmlformats.org/officeDocument/2006/relationships/image" Target="/ppt/media/image8.png" Id="Re5e24a8fa61d4785" /><Relationship Type="http://schemas.openxmlformats.org/officeDocument/2006/relationships/notesSlide" Target="/ppt/notesSlides/notesSlide7.xml" Id="Rfbcdef4bc8a04c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d3af577e54b1d" /><Relationship Type="http://schemas.openxmlformats.org/officeDocument/2006/relationships/image" Target="/ppt/media/image9.png" Id="Ra77f887d6a0c49e5" /><Relationship Type="http://schemas.openxmlformats.org/officeDocument/2006/relationships/notesSlide" Target="/ppt/notesSlides/notesSlide8.xml" Id="R0ab25f03287d46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f70f0b88146d5" /><Relationship Type="http://schemas.openxmlformats.org/officeDocument/2006/relationships/image" Target="/ppt/media/image10.png" Id="R26c96545f5884cea" /><Relationship Type="http://schemas.openxmlformats.org/officeDocument/2006/relationships/notesSlide" Target="/ppt/notesSlides/notesSlide9.xml" Id="Rdf826e829c0a469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1">
            <a:extLst xmlns:a="http://schemas.openxmlformats.org/drawingml/2006/main">
              <a:ext uri="{FF2B5EF4-FFF2-40B4-BE49-F238E27FC236}">
                <a16:creationId xmlns:a16="http://schemas.microsoft.com/office/drawing/2014/main" id="{4F99902D-30B3-4E0D-BB29-BB418B794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40000" y="2160174"/>
            <a:ext cx="864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8150" tIns="44050" rIns="88150" bIns="440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/>
              <a:t>大額暴險管理系統通報</a:t>
            </a:r>
            <a:endParaRPr b="1"/>
          </a:p>
        </p:txBody>
      </p:sp>
      <p:sp>
        <p:nvSpPr>
          <p:cNvPr id="37" name="Google Shape;37;p1">
            <a:extLst xmlns:a="http://schemas.openxmlformats.org/drawingml/2006/main">
              <a:ext uri="{FF2B5EF4-FFF2-40B4-BE49-F238E27FC236}">
                <a16:creationId xmlns:a16="http://schemas.microsoft.com/office/drawing/2014/main" id="{5E632482-FCAA-4482-8B82-898C9D2493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8150" tIns="44050" rIns="88150" bIns="440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</a:pPr>
            <a:r>
              <a:rPr sz="2800" b="0"/>
              <a:t>數位科技處</a:t>
            </a:r>
            <a:endParaRPr sz="2800" b="0"/>
          </a:p>
        </p:txBody>
      </p:sp>
      <p:sp>
        <p:nvSpPr>
          <p:cNvPr id="38" name="Google Shape;38;p1">
            <a:extLst xmlns:a="http://schemas.openxmlformats.org/drawingml/2006/main">
              <a:ext uri="{FF2B5EF4-FFF2-40B4-BE49-F238E27FC236}">
                <a16:creationId xmlns:a16="http://schemas.microsoft.com/office/drawing/2014/main" id="{9BD77CD5-B7B5-4C31-8451-0B29DC45F72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8150" tIns="44050" rIns="88150" bIns="4405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600" b="0"/>
              <a:t>2026</a:t>
            </a:r>
            <a:r>
              <a:rPr sz="1600" b="0"/>
              <a:t>.</a:t>
            </a:r>
            <a:r>
              <a:rPr sz="1600" b="0"/>
              <a:t>10.12</a:t>
            </a:r>
            <a:endParaRPr sz="1600" b="0"/>
          </a:p>
        </p:txBody>
      </p:sp>
      <p:sp>
        <p:nvSpPr>
          <p:cNvPr id="2" name="Google Shape;36;p1">
            <a:extLst xmlns:a="http://schemas.openxmlformats.org/drawingml/2006/main">
              <a:ext uri="{FF2B5EF4-FFF2-40B4-BE49-F238E27FC236}">
                <a16:creationId xmlns:a16="http://schemas.microsoft.com/office/drawing/2014/main" id="{EB9937E1-DB27-243F-2FAC-F0CF4099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000" y="2970261"/>
            <a:ext cx="864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8150" tIns="44050" rIns="88150" bIns="44050" anchor="ctr">
            <a:noAutofit/>
          </a:bodyPr>
          <a:lstStyle xmlns:a="http://schemas.openxmlformats.org/drawingml/2006/main">
            <a:defPPr algn="l"/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rPr sz="3200" b="1"/>
              <a:t>Skill </a:t>
            </a:r>
            <a:r>
              <a:rPr sz="3200" b="1"/>
              <a:t>使用說明</a:t>
            </a:r>
            <a:endParaRPr sz="3200" b="1"/>
          </a:p>
        </p:txBody>
      </p:sp>
    </p:spTree>
    <p:extLst>
      <p:ext uri="{BB962C8B-B14F-4D97-AF65-F5344CB8AC3E}">
        <p14:creationId xmlns:p14="http://schemas.microsoft.com/office/powerpoint/2010/main" val="5251631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usage-boundary">
            <a:extLst xmlns:a="http://schemas.openxmlformats.org/drawingml/2006/main">
              <a:ext uri="{FF2B5EF4-FFF2-40B4-BE49-F238E27FC236}">
                <a16:creationId xmlns:a16="http://schemas.microsoft.com/office/drawing/2014/main" id="{A970B1E8-C38F-4255-A9A3-46E83BC0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267200"/>
            <a:ext cx="10429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Google Shape;18;p34">
            <a:extLst xmlns:a="http://schemas.openxmlformats.org/drawingml/2006/main">
              <a:ext uri="{FF2B5EF4-FFF2-40B4-BE49-F238E27FC236}">
                <a16:creationId xmlns:a16="http://schemas.microsoft.com/office/drawing/2014/main" id="{5088FC54-9DD7-441A-95B1-B9BCEED632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8150" tIns="44050" rIns="88150" bIns="44050" anchor="ctr">
            <a:normAutofit fontScale="92663"/>
          </a:bodyPr>
          <a:lstStyle xmlns:a="http://schemas.openxmlformats.org/drawingml/2006/main">
            <a:defPPr algn="l">
              <a:defRPr sz="32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defPPr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解決方案概述</a:t>
            </a:r>
            <a:endParaRPr/>
          </a:p>
        </p:txBody>
      </p:sp>
      <p:sp>
        <p:nvSpPr>
          <p:cNvPr id="4" name="Google Shape;19;p34">
            <a:extLst xmlns:a="http://schemas.openxmlformats.org/drawingml/2006/main">
              <a:ext uri="{FF2B5EF4-FFF2-40B4-BE49-F238E27FC236}">
                <a16:creationId xmlns:a16="http://schemas.microsoft.com/office/drawing/2014/main" id="{2B54E7E6-1B76-45CD-8D7E-63E9E54F93E0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88150" tIns="44050" rIns="88150" bIns="44050" anchor="t">
            <a:noAutofit/>
          </a:bodyPr>
          <a:lstStyle xmlns:a="http://schemas.openxmlformats.org/drawingml/2006/main">
            <a:lvl1pPr marL="252000" marR="0" indent="-21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600" b="0" i="0" u="none" strike="noStrike" cap="none">
                <a:solidFill>
                  <a:schemeClr val="tx1"/>
                </a:solidFill>
                <a:latin typeface="微軟正黑體"/>
                <a:ea typeface="微軟正黑體"/>
                <a:cs typeface="微軟正黑體"/>
              </a:defRPr>
            </a:lvl1pPr>
            <a:lvl2pPr marL="504000" marR="0" indent="-21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400" b="0" i="0" u="none" strike="noStrike" cap="none">
                <a:solidFill>
                  <a:schemeClr val="tx1"/>
                </a:solidFill>
                <a:latin typeface="微軟正黑體"/>
                <a:ea typeface="微軟正黑體"/>
                <a:cs typeface="微軟正黑體"/>
              </a:defRPr>
            </a:lvl2pPr>
            <a:lvl3pPr marL="756000" marR="0" indent="-21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200" b="0" i="0" u="none" strike="noStrike" cap="none">
                <a:solidFill>
                  <a:schemeClr val="tx1"/>
                </a:solidFill>
                <a:latin typeface="微軟正黑體"/>
                <a:ea typeface="微軟正黑體"/>
                <a:cs typeface="微軟正黑體"/>
              </a:defRPr>
            </a:lvl3pPr>
            <a:lvl4pPr marL="1008000" marR="0" indent="-21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000" b="0" i="0" u="none" strike="noStrike" cap="none">
                <a:solidFill>
                  <a:schemeClr val="tx1"/>
                </a:solidFill>
                <a:latin typeface="微軟正黑體"/>
                <a:ea typeface="微軟正黑體"/>
                <a:cs typeface="微軟正黑體"/>
              </a:defRPr>
            </a:lvl4pPr>
            <a:lvl5pPr marL="1260000" marR="0" indent="-21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800" b="0" i="0" u="none" strike="noStrike" cap="none">
                <a:solidFill>
                  <a:schemeClr val="tx1"/>
                </a:solidFill>
                <a:latin typeface="微軟正黑體"/>
                <a:ea typeface="微軟正黑體"/>
                <a:cs typeface="微軟正黑體"/>
              </a:defRPr>
            </a:lvl5pPr>
            <a:lvl6pPr marL="1512000" marR="0" indent="-21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Microsoft JhengHei Light"/>
              <a:buChar char="o"/>
              <a:defRPr sz="1600" b="0" i="0" u="none" strike="noStrike" cap="none">
                <a:solidFill>
                  <a:schemeClr val="tx1"/>
                </a:solidFill>
                <a:latin typeface="微軟正黑體"/>
                <a:ea typeface="微軟正黑體"/>
                <a:cs typeface="微軟正黑體"/>
              </a:defRPr>
            </a:lvl6pPr>
            <a:lvl7pPr marL="3200400" marR="0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</a:defRPr>
            </a:lvl7pPr>
            <a:lvl8pPr marL="3657600" marR="0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</a:defRPr>
            </a:lvl8pPr>
            <a:lvl9pPr marL="4114800" marR="0" indent="-355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5" name="solution-summary">
            <a:extLst xmlns:a="http://schemas.openxmlformats.org/drawingml/2006/main">
              <a:ext uri="{FF2B5EF4-FFF2-40B4-BE49-F238E27FC236}">
                <a16:creationId xmlns:a16="http://schemas.microsoft.com/office/drawing/2014/main" id="{323622BE-FE16-4EB2-ACDE-2D179A9B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876300"/>
            <a:ext cx="10429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000" b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00" b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rPr>
              <a:t>將既有大額暴險文件封裝為標準化 Agent Plugin，</a:t>
            </a:r>
          </a:p>
          <a:p xmlns:a="http://schemas.openxmlformats.org/drawingml/2006/main">
            <a:pPr algn="l">
              <a:defRPr sz="2000" b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00" b="1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rPr>
              <a:t>讓使用者可在 Spade 直接查詢，並追溯回答來源。</a:t>
            </a:r>
          </a:p>
        </p:txBody>
      </p:sp>
      <p:sp>
        <p:nvSpPr>
          <p:cNvPr id="6" name="process-baseline">
            <a:extLst xmlns:a="http://schemas.openxmlformats.org/drawingml/2006/main">
              <a:ext uri="{FF2B5EF4-FFF2-40B4-BE49-F238E27FC236}">
                <a16:creationId xmlns:a16="http://schemas.microsoft.com/office/drawing/2014/main" id="{0B84C991-28C6-474E-A864-C1B727F2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24100"/>
            <a:ext cx="969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8D8"/>
            </a:solidFill>
            <a:prstDash val="solid"/>
          </a:ln>
        </p:spPr>
      </p:sp>
      <p:sp>
        <p:nvSpPr>
          <p:cNvPr id="7" name="stage-1-number">
            <a:extLst xmlns:a="http://schemas.openxmlformats.org/drawingml/2006/main">
              <a:ext uri="{FF2B5EF4-FFF2-40B4-BE49-F238E27FC236}">
                <a16:creationId xmlns:a16="http://schemas.microsoft.com/office/drawing/2014/main" id="{C4FE44B5-D555-4DDD-83A7-641F43EE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0859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12"/>
          </a:solidFill>
          <a:ln xmlns:a="http://schemas.openxmlformats.org/drawingml/2006/main" w="9525">
            <a:solidFill>
              <a:srgbClr val="E6001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9BE8F587-0D75-4D4F-9599-573B7A0D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知識庫文件</a:t>
            </a:r>
          </a:p>
        </p:txBody>
      </p:sp>
      <p:sp>
        <p:nvSpPr>
          <p:cNvPr id="9" name="stage-1-description">
            <a:extLst xmlns:a="http://schemas.openxmlformats.org/drawingml/2006/main">
              <a:ext uri="{FF2B5EF4-FFF2-40B4-BE49-F238E27FC236}">
                <a16:creationId xmlns:a16="http://schemas.microsoft.com/office/drawing/2014/main" id="{A11CF3E9-FA43-4236-B498-67B1EE56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33725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彙整既有規範、作業說明</a:t>
            </a:r>
          </a:p>
          <a:p xmlns:a="http://schemas.openxmlformats.org/drawingml/2006/main">
            <a:pPr algn="ctr"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與系統操作文件</a:t>
            </a:r>
          </a:p>
        </p:txBody>
      </p:sp>
      <p:sp>
        <p:nvSpPr>
          <p:cNvPr id="10" name="stage-2-number">
            <a:extLst xmlns:a="http://schemas.openxmlformats.org/drawingml/2006/main">
              <a:ext uri="{FF2B5EF4-FFF2-40B4-BE49-F238E27FC236}">
                <a16:creationId xmlns:a16="http://schemas.microsoft.com/office/drawing/2014/main" id="{EAF1C82E-97BD-4922-A032-419B0871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0859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12"/>
          </a:solidFill>
          <a:ln xmlns:a="http://schemas.openxmlformats.org/drawingml/2006/main" w="9525">
            <a:solidFill>
              <a:srgbClr val="E6001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7D4042D0-244B-4064-B22D-FC7878F7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241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Markdown 知識</a:t>
            </a:r>
          </a:p>
        </p:txBody>
      </p:sp>
      <p:sp>
        <p:nvSpPr>
          <p:cNvPr id="12" name="stage-2-description">
            <a:extLst xmlns:a="http://schemas.openxmlformats.org/drawingml/2006/main">
              <a:ext uri="{FF2B5EF4-FFF2-40B4-BE49-F238E27FC236}">
                <a16:creationId xmlns:a16="http://schemas.microsoft.com/office/drawing/2014/main" id="{DC9DAD78-C190-4476-ABE3-51967BE6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33725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每份文件分別轉換，</a:t>
            </a:r>
          </a:p>
          <a:p xmlns:a="http://schemas.openxmlformats.org/drawingml/2006/main">
            <a:pPr algn="ctr"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保留來源對應</a:t>
            </a:r>
          </a:p>
        </p:txBody>
      </p:sp>
      <p:sp>
        <p:nvSpPr>
          <p:cNvPr id="13" name="stage-3-number">
            <a:extLst xmlns:a="http://schemas.openxmlformats.org/drawingml/2006/main">
              <a:ext uri="{FF2B5EF4-FFF2-40B4-BE49-F238E27FC236}">
                <a16:creationId xmlns:a16="http://schemas.microsoft.com/office/drawing/2014/main" id="{4C199189-81C8-46BE-8B65-3768B346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0859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12"/>
          </a:solidFill>
          <a:ln xmlns:a="http://schemas.openxmlformats.org/drawingml/2006/main" w="9525">
            <a:solidFill>
              <a:srgbClr val="E6001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BE1FDDAF-3FDB-45EB-8743-C6EDBF70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241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Agent Plugin</a:t>
            </a:r>
          </a:p>
        </p:txBody>
      </p:sp>
      <p:sp>
        <p:nvSpPr>
          <p:cNvPr id="15" name="stage-3-description">
            <a:extLst xmlns:a="http://schemas.openxmlformats.org/drawingml/2006/main">
              <a:ext uri="{FF2B5EF4-FFF2-40B4-BE49-F238E27FC236}">
                <a16:creationId xmlns:a16="http://schemas.microsoft.com/office/drawing/2014/main" id="{D079EB91-3FFE-42B0-9C4A-693EFFCC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33725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以 Agent Plugins 1.0</a:t>
            </a:r>
          </a:p>
          <a:p xmlns:a="http://schemas.openxmlformats.org/drawingml/2006/main">
            <a:pPr algn="ctr"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封裝為可載入的 Skill</a:t>
            </a:r>
          </a:p>
        </p:txBody>
      </p:sp>
      <p:sp>
        <p:nvSpPr>
          <p:cNvPr id="16" name="stage-4-number">
            <a:extLst xmlns:a="http://schemas.openxmlformats.org/drawingml/2006/main">
              <a:ext uri="{FF2B5EF4-FFF2-40B4-BE49-F238E27FC236}">
                <a16:creationId xmlns:a16="http://schemas.microsoft.com/office/drawing/2014/main" id="{07A0D376-15F0-4960-8CE3-120FC8F5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0859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12"/>
          </a:solidFill>
          <a:ln xmlns:a="http://schemas.openxmlformats.org/drawingml/2006/main" w="9525">
            <a:solidFill>
              <a:srgbClr val="E6001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7" name="stage-4-title">
            <a:extLst xmlns:a="http://schemas.openxmlformats.org/drawingml/2006/main">
              <a:ext uri="{FF2B5EF4-FFF2-40B4-BE49-F238E27FC236}">
                <a16:creationId xmlns:a16="http://schemas.microsoft.com/office/drawing/2014/main" id="{F296FAFC-9AE3-47B3-AB50-72AC790E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def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Spade 問答</a:t>
            </a:r>
          </a:p>
        </p:txBody>
      </p:sp>
      <p:sp>
        <p:nvSpPr>
          <p:cNvPr id="18" name="stage-4-description">
            <a:extLst xmlns:a="http://schemas.openxmlformats.org/drawingml/2006/main">
              <a:ext uri="{FF2B5EF4-FFF2-40B4-BE49-F238E27FC236}">
                <a16:creationId xmlns:a16="http://schemas.microsoft.com/office/drawing/2014/main" id="{73CF5812-5A2F-4EE8-9E0B-1A71CC4E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33725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以自然語言提問，</a:t>
            </a:r>
          </a:p>
          <a:p xmlns:a="http://schemas.openxmlformats.org/drawingml/2006/main">
            <a:pPr algn="ctr">
              <a:def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00" b="0">
                <a:solidFill>
                  <a:srgbClr val="6B6B6B"/>
                </a:solidFill>
                <a:latin typeface="Microsoft JhengHei"/>
                <a:ea typeface="Microsoft JhengHei"/>
                <a:cs typeface="Microsoft JhengHei"/>
              </a:rPr>
              <a:t>回覆標示來源依據</a:t>
            </a:r>
          </a:p>
        </p:txBody>
      </p:sp>
      <p:sp>
        <p:nvSpPr>
          <p:cNvPr id="19" name="usage-boundary-accent">
            <a:extLst xmlns:a="http://schemas.openxmlformats.org/drawingml/2006/main">
              <a:ext uri="{FF2B5EF4-FFF2-40B4-BE49-F238E27FC236}">
                <a16:creationId xmlns:a16="http://schemas.microsoft.com/office/drawing/2014/main" id="{E43F4B41-725D-4600-862C-580009CA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2672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12"/>
          </a:solidFill>
          <a:ln xmlns:a="http://schemas.openxmlformats.org/drawingml/2006/main" w="0">
            <a:solidFill>
              <a:srgbClr val="E60012"/>
            </a:solidFill>
            <a:prstDash val="solid"/>
          </a:ln>
        </p:spPr>
      </p:sp>
      <p:sp>
        <p:nvSpPr>
          <p:cNvPr id="20" name="usage-boundary-title">
            <a:extLst xmlns:a="http://schemas.openxmlformats.org/drawingml/2006/main">
              <a:ext uri="{FF2B5EF4-FFF2-40B4-BE49-F238E27FC236}">
                <a16:creationId xmlns:a16="http://schemas.microsoft.com/office/drawing/2014/main" id="{1F3995F3-FE60-4997-B175-01257B3A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4817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使用邊界</a:t>
            </a:r>
          </a:p>
        </p:txBody>
      </p:sp>
      <p:sp>
        <p:nvSpPr>
          <p:cNvPr id="21" name="usage-boundary-copy">
            <a:extLst xmlns:a="http://schemas.openxmlformats.org/drawingml/2006/main">
              <a:ext uri="{FF2B5EF4-FFF2-40B4-BE49-F238E27FC236}">
                <a16:creationId xmlns:a16="http://schemas.microsoft.com/office/drawing/2014/main" id="{EB54CF44-7266-484A-B592-BF5A2374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48175"/>
            <a:ext cx="852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00" b="0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400" b="0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00" b="0">
                <a:solidFill>
                  <a:srgbClr val="3D3D3D"/>
                </a:solidFill>
                <a:latin typeface="Microsoft JhengHei"/>
                <a:ea typeface="Microsoft JhengHei"/>
                <a:cs typeface="Microsoft JhengHei"/>
              </a:rPr>
              <a:t>僅依知識庫文件回答；不執行正式申報、不修改正式系統，也不查詢客戶即時資料。</a:t>
            </a:r>
          </a:p>
        </p:txBody>
      </p:sp>
    </p:spTree>
    <p:extLst>
      <p:ext uri="{BB962C8B-B14F-4D97-AF65-F5344CB8AC3E}">
        <p14:creationId xmlns:p14="http://schemas.microsoft.com/office/powerpoint/2010/main" val="2947663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標題 4">
            <a:extLst xmlns:a="http://schemas.openxmlformats.org/drawingml/2006/main">
              <a:ext uri="{FF2B5EF4-FFF2-40B4-BE49-F238E27FC236}">
                <a16:creationId xmlns:a16="http://schemas.microsoft.com/office/drawing/2014/main" id="{59D2C47F-F8DE-43CB-B46D-D6A6AF8334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Step 1</a:t>
            </a:r>
            <a:r>
              <a:rPr b="1"/>
              <a:t>：開啟 </a:t>
            </a:r>
            <a:r>
              <a:rPr b="1"/>
              <a:t>Spade</a:t>
            </a:r>
            <a:endParaRPr b="1"/>
          </a:p>
        </p:txBody>
      </p:sp>
      <p:sp>
        <p:nvSpPr>
          <p:cNvPr id="9" name="文字版面配置區 8">
            <a:extLst xmlns:a="http://schemas.openxmlformats.org/drawingml/2006/main">
              <a:ext uri="{FF2B5EF4-FFF2-40B4-BE49-F238E27FC236}">
                <a16:creationId xmlns:a16="http://schemas.microsoft.com/office/drawing/2014/main" id="{58ACEC35-D589-65EE-39E1-F2EC8573A2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點擊左側選單下方「設定」連結</a:t>
            </a:r>
          </a:p>
        </p:txBody>
      </p:sp>
      <p:pic>
        <p:nvPicPr>
          <p:cNvPr id="8" name="圖片 7">
            <a:extLst xmlns:a="http://schemas.openxmlformats.org/drawingml/2006/main">
              <a:ext uri="{FF2B5EF4-FFF2-40B4-BE49-F238E27FC236}">
                <a16:creationId xmlns:a16="http://schemas.microsoft.com/office/drawing/2014/main" id="{ABBFB2D8-4AD2-4612-8C97-0616197E75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2511cf73245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0000" y="1261037"/>
            <a:ext cx="8537501" cy="45000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40605861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標題 4">
            <a:extLst xmlns:a="http://schemas.openxmlformats.org/drawingml/2006/main">
              <a:ext uri="{FF2B5EF4-FFF2-40B4-BE49-F238E27FC236}">
                <a16:creationId xmlns:a16="http://schemas.microsoft.com/office/drawing/2014/main" id="{88807C12-2FDA-96F0-4528-5F2C1D5E7B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Step 2</a:t>
            </a:r>
            <a:r>
              <a:rPr b="1"/>
              <a:t>：進入 </a:t>
            </a:r>
            <a:r>
              <a:rPr b="1"/>
              <a:t>Skills </a:t>
            </a:r>
            <a:r>
              <a:rPr b="1"/>
              <a:t>設定頁</a:t>
            </a:r>
          </a:p>
        </p:txBody>
      </p:sp>
      <p:sp>
        <p:nvSpPr>
          <p:cNvPr id="9" name="文字版面配置區 8">
            <a:extLst xmlns:a="http://schemas.openxmlformats.org/drawingml/2006/main">
              <a:ext uri="{FF2B5EF4-FFF2-40B4-BE49-F238E27FC236}">
                <a16:creationId xmlns:a16="http://schemas.microsoft.com/office/drawing/2014/main" id="{CA8F0274-6952-11EC-B26B-0AFCCB0C98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進入設定頁面後，點擊左側選單「</a:t>
            </a:r>
            <a:r>
              <a:t>Skills</a:t>
            </a:r>
            <a:r>
              <a:t>」連結</a:t>
            </a:r>
          </a:p>
        </p:txBody>
      </p:sp>
      <p:pic>
        <p:nvPicPr>
          <p:cNvPr id="10" name="圖片 9">
            <a:extLst xmlns:a="http://schemas.openxmlformats.org/drawingml/2006/main">
              <a:ext uri="{FF2B5EF4-FFF2-40B4-BE49-F238E27FC236}">
                <a16:creationId xmlns:a16="http://schemas.microsoft.com/office/drawing/2014/main" id="{90D12312-91D1-493A-8A3E-03DBEEE0F5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08a57e66cd4c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0000" y="1261037"/>
            <a:ext cx="8537501" cy="45000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411033866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標題 4">
            <a:extLst xmlns:a="http://schemas.openxmlformats.org/drawingml/2006/main">
              <a:ext uri="{FF2B5EF4-FFF2-40B4-BE49-F238E27FC236}">
                <a16:creationId xmlns:a16="http://schemas.microsoft.com/office/drawing/2014/main" id="{D1E18108-FFF0-AEA3-B4CF-FBD6F46CB7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Step 3</a:t>
            </a:r>
            <a:r>
              <a:rPr b="1"/>
              <a:t>：安裝 </a:t>
            </a:r>
            <a:r>
              <a:rPr b="1"/>
              <a:t>Skill</a:t>
            </a:r>
            <a:endParaRPr b="1"/>
          </a:p>
        </p:txBody>
      </p:sp>
      <p:sp>
        <p:nvSpPr>
          <p:cNvPr id="9" name="文字版面配置區 8">
            <a:extLst xmlns:a="http://schemas.openxmlformats.org/drawingml/2006/main">
              <a:ext uri="{FF2B5EF4-FFF2-40B4-BE49-F238E27FC236}">
                <a16:creationId xmlns:a16="http://schemas.microsoft.com/office/drawing/2014/main" id="{C9E77AAF-0C4B-48B5-EDB5-E351137C2A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點擊「本機 </a:t>
            </a:r>
            <a:r>
              <a:t>Skills</a:t>
            </a:r>
            <a:r>
              <a:t>」按鈕開啟資料夾，將附檔解壓縮後把「</a:t>
            </a:r>
            <a:r>
              <a:t>sinopac</a:t>
            </a:r>
            <a:r>
              <a:t>-large-exposure-plugin</a:t>
            </a:r>
            <a:r>
              <a:t>」資料夾放進該目錄內</a:t>
            </a:r>
          </a:p>
        </p:txBody>
      </p:sp>
      <p:pic>
        <p:nvPicPr>
          <p:cNvPr id="10" name="圖片 9">
            <a:extLst xmlns:a="http://schemas.openxmlformats.org/drawingml/2006/main">
              <a:ext uri="{FF2B5EF4-FFF2-40B4-BE49-F238E27FC236}">
                <a16:creationId xmlns:a16="http://schemas.microsoft.com/office/drawing/2014/main" id="{004E8E6E-4D6D-4F53-BE35-AAFA404F0B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ae0775bce42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0000" y="1261037"/>
            <a:ext cx="8537501" cy="45000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2"/>
            </a:solidFill>
          </a:ln>
        </p:spPr>
      </p:pic>
      <p:pic>
        <p:nvPicPr>
          <p:cNvPr id="6" name="圖片 5">
            <a:extLst xmlns:a="http://schemas.openxmlformats.org/drawingml/2006/main">
              <a:ext uri="{FF2B5EF4-FFF2-40B4-BE49-F238E27FC236}">
                <a16:creationId xmlns:a16="http://schemas.microsoft.com/office/drawing/2014/main" id="{9EC27DA7-C332-4F81-9965-1081FE1E04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567d0d06f4f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2564" y="1711037"/>
            <a:ext cx="5957924" cy="36000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21478744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標題 4">
            <a:extLst xmlns:a="http://schemas.openxmlformats.org/drawingml/2006/main">
              <a:ext uri="{FF2B5EF4-FFF2-40B4-BE49-F238E27FC236}">
                <a16:creationId xmlns:a16="http://schemas.microsoft.com/office/drawing/2014/main" id="{DEA8317B-50F0-AD0A-AD0A-B13EB2623E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Step 4</a:t>
            </a:r>
            <a:r>
              <a:rPr b="1"/>
              <a:t>：確認 </a:t>
            </a:r>
            <a:r>
              <a:rPr b="1"/>
              <a:t>Skill </a:t>
            </a:r>
            <a:r>
              <a:rPr b="1"/>
              <a:t>安裝完成</a:t>
            </a:r>
          </a:p>
        </p:txBody>
      </p:sp>
      <p:sp>
        <p:nvSpPr>
          <p:cNvPr id="9" name="文字版面配置區 8">
            <a:extLst xmlns:a="http://schemas.openxmlformats.org/drawingml/2006/main">
              <a:ext uri="{FF2B5EF4-FFF2-40B4-BE49-F238E27FC236}">
                <a16:creationId xmlns:a16="http://schemas.microsoft.com/office/drawing/2014/main" id="{6DCB8EF6-CBA1-1A36-44D4-10A37B518A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請重新進入 </a:t>
            </a:r>
            <a:r>
              <a:t>Skills </a:t>
            </a:r>
            <a:r>
              <a:t>設定頁。如果正確設置正確，在「本機 </a:t>
            </a:r>
            <a:r>
              <a:t>Skills</a:t>
            </a:r>
            <a:r>
              <a:t>」清單下將出現「</a:t>
            </a:r>
            <a:r>
              <a:t>large-exposure-reporting</a:t>
            </a:r>
            <a:r>
              <a:t>」</a:t>
            </a:r>
          </a:p>
        </p:txBody>
      </p:sp>
      <p:pic>
        <p:nvPicPr>
          <p:cNvPr id="3" name="圖片 2">
            <a:extLst xmlns:a="http://schemas.openxmlformats.org/drawingml/2006/main">
              <a:ext uri="{FF2B5EF4-FFF2-40B4-BE49-F238E27FC236}">
                <a16:creationId xmlns:a16="http://schemas.microsoft.com/office/drawing/2014/main" id="{E553D992-BCB9-4207-91A5-44D2135C7C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a161a1c3a642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0000" y="1261037"/>
            <a:ext cx="8537501" cy="45000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13580523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標題 4">
            <a:extLst xmlns:a="http://schemas.openxmlformats.org/drawingml/2006/main">
              <a:ext uri="{FF2B5EF4-FFF2-40B4-BE49-F238E27FC236}">
                <a16:creationId xmlns:a16="http://schemas.microsoft.com/office/drawing/2014/main" id="{5BC76255-F83B-AAE1-B28E-2300DBFABD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Step 5</a:t>
            </a:r>
            <a:r>
              <a:rPr b="1"/>
              <a:t>：開啟新聊天</a:t>
            </a:r>
          </a:p>
        </p:txBody>
      </p:sp>
      <p:sp>
        <p:nvSpPr>
          <p:cNvPr id="9" name="文字版面配置區 8">
            <a:extLst xmlns:a="http://schemas.openxmlformats.org/drawingml/2006/main">
              <a:ext uri="{FF2B5EF4-FFF2-40B4-BE49-F238E27FC236}">
                <a16:creationId xmlns:a16="http://schemas.microsoft.com/office/drawing/2014/main" id="{DBC71EAF-00A2-F47A-50DB-741888C8CA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在左側選單開啟新聊天，輸入「</a:t>
            </a:r>
            <a:r>
              <a:t>/large…</a:t>
            </a:r>
            <a:r>
              <a:t>」後系統會自動帶入安裝好的 </a:t>
            </a:r>
            <a:r>
              <a:t>Skill </a:t>
            </a:r>
            <a:r>
              <a:t>指令。</a:t>
            </a:r>
          </a:p>
        </p:txBody>
      </p:sp>
      <p:pic>
        <p:nvPicPr>
          <p:cNvPr id="4" name="圖片 3">
            <a:extLst xmlns:a="http://schemas.openxmlformats.org/drawingml/2006/main">
              <a:ext uri="{FF2B5EF4-FFF2-40B4-BE49-F238E27FC236}">
                <a16:creationId xmlns:a16="http://schemas.microsoft.com/office/drawing/2014/main" id="{6A9D913D-2C64-4A73-9BB8-921B9F3632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24a8fa61d47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0000" y="1261037"/>
            <a:ext cx="8537501" cy="45000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7537645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標題 4">
            <a:extLst xmlns:a="http://schemas.openxmlformats.org/drawingml/2006/main">
              <a:ext uri="{FF2B5EF4-FFF2-40B4-BE49-F238E27FC236}">
                <a16:creationId xmlns:a16="http://schemas.microsoft.com/office/drawing/2014/main" id="{FBC7DBEA-9053-154F-527B-AC1E90539E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Step 6</a:t>
            </a:r>
            <a:r>
              <a:rPr b="1"/>
              <a:t>：詢問相關問題</a:t>
            </a:r>
          </a:p>
        </p:txBody>
      </p:sp>
      <p:sp>
        <p:nvSpPr>
          <p:cNvPr id="9" name="文字版面配置區 8">
            <a:extLst xmlns:a="http://schemas.openxmlformats.org/drawingml/2006/main">
              <a:ext uri="{FF2B5EF4-FFF2-40B4-BE49-F238E27FC236}">
                <a16:creationId xmlns:a16="http://schemas.microsoft.com/office/drawing/2014/main" id="{3DC76F82-7160-4216-1571-5B8FA2A55D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使用「</a:t>
            </a:r>
            <a:r>
              <a:t>/large-exposure-reporting </a:t>
            </a:r>
            <a:r>
              <a:t>」指令，然後輸入相關問題。</a:t>
            </a:r>
          </a:p>
        </p:txBody>
      </p:sp>
      <p:pic>
        <p:nvPicPr>
          <p:cNvPr id="3" name="圖片 2">
            <a:extLst xmlns:a="http://schemas.openxmlformats.org/drawingml/2006/main">
              <a:ext uri="{FF2B5EF4-FFF2-40B4-BE49-F238E27FC236}">
                <a16:creationId xmlns:a16="http://schemas.microsoft.com/office/drawing/2014/main" id="{86C94A37-BE30-448A-A42D-47581F5B71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7f887d6a0c49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0000" y="1261037"/>
            <a:ext cx="8537501" cy="45000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407481059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標題 4">
            <a:extLst xmlns:a="http://schemas.openxmlformats.org/drawingml/2006/main">
              <a:ext uri="{FF2B5EF4-FFF2-40B4-BE49-F238E27FC236}">
                <a16:creationId xmlns:a16="http://schemas.microsoft.com/office/drawing/2014/main" id="{8FE65D57-299E-D553-6D3F-C95777727E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Step 7</a:t>
            </a:r>
            <a:r>
              <a:rPr b="1"/>
              <a:t>：檢視問題回覆</a:t>
            </a:r>
          </a:p>
        </p:txBody>
      </p:sp>
      <p:sp>
        <p:nvSpPr>
          <p:cNvPr id="9" name="文字版面配置區 8">
            <a:extLst xmlns:a="http://schemas.openxmlformats.org/drawingml/2006/main">
              <a:ext uri="{FF2B5EF4-FFF2-40B4-BE49-F238E27FC236}">
                <a16:creationId xmlns:a16="http://schemas.microsoft.com/office/drawing/2014/main" id="{C64D3029-A6B2-1594-41E9-320D3AAC5A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輸入後問題後，取得問題回覆。</a:t>
            </a:r>
          </a:p>
        </p:txBody>
      </p:sp>
      <p:pic>
        <p:nvPicPr>
          <p:cNvPr id="4" name="圖片 3">
            <a:extLst xmlns:a="http://schemas.openxmlformats.org/drawingml/2006/main">
              <a:ext uri="{FF2B5EF4-FFF2-40B4-BE49-F238E27FC236}">
                <a16:creationId xmlns:a16="http://schemas.microsoft.com/office/drawing/2014/main" id="{9FA5B8A7-FF9D-4975-81CF-EC33305BE6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96545f5884c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0000" y="1261037"/>
            <a:ext cx="8537501" cy="45000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819209297"/>
      </p:ext>
    </p:extLst>
  </p:cSld>
</p:sld>
</file>

<file path=ppt/theme/theme1.xml><?xml version="1.0" encoding="utf-8"?>
<a:theme xmlns:a="http://schemas.openxmlformats.org/drawingml/2006/main" name="數科處範本">
  <a:themeElements>
    <a:clrScheme name="blue-yellow-violet-rose">
      <a:dk1>
        <a:srgbClr val="000000"/>
      </a:dk1>
      <a:lt1>
        <a:srgbClr val="FFFFFF"/>
      </a:lt1>
      <a:dk2>
        <a:srgbClr val="717179"/>
      </a:dk2>
      <a:lt2>
        <a:srgbClr val="E3E3E7"/>
      </a:lt2>
      <a:accent1>
        <a:srgbClr val="3B82F6"/>
      </a:accent1>
      <a:accent2>
        <a:srgbClr val="EAB308"/>
      </a:accent2>
      <a:accent3>
        <a:srgbClr val="8B5CF6"/>
      </a:accent3>
      <a:accent4>
        <a:srgbClr val="F33F5E"/>
      </a:accent4>
      <a:accent5>
        <a:srgbClr val="10B981"/>
      </a:accent5>
      <a:accent6>
        <a:srgbClr val="FFFFFF"/>
      </a:accent6>
      <a:hlink>
        <a:srgbClr val="3B82F6"/>
      </a:hlink>
      <a:folHlink>
        <a:srgbClr val="8B5CF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lue-yellow-violet-ros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2026-10-12T09:20:56.2930000Z</dcterms:created>
  <dcterms:modified xsi:type="dcterms:W3CDTF">2026-10-12T09:20:56.2930000Z</dcterms:modified>
</coreProperties>
</file>
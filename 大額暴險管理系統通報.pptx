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4"/>
  </p:sldMasterIdLst>
  <p:notesMasterIdLst>
    <p:notesMasterId r:id="rId13"/>
  </p:notesMasterIdLst>
  <p:sldIdLst>
    <p:sldId id="256" r:id="rId5"/>
    <p:sldId id="2147471188" r:id="rId6"/>
    <p:sldId id="2147471202" r:id="rId7"/>
    <p:sldId id="2147471203" r:id="rId8"/>
    <p:sldId id="2147471204" r:id="rId9"/>
    <p:sldId id="2147471206" r:id="rId10"/>
    <p:sldId id="2147471207" r:id="rId11"/>
    <p:sldId id="2147471208" r:id="rId12"/>
  </p:sldIdLst>
  <p:sldSz cx="11520488" cy="648017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52" roundtripDataSignature="AMtx7mhqKJAzFugGzrpaCdpbPJOL8OwfdA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10BB80E-A4FD-B3AE-4392-5E68415B0732}" name="黃泳晞-數位金融處-永豐銀行" initials="黃泳晞-數位金融處-永豐銀行" userId="S::kelseahuang@sinopac.com::d24483b1-7db0-4584-b824-353502d8b450" providerId="AD"/>
  <p188:author id="{C65AFA41-CD7E-2B06-21DA-0B5DDA46C4CD}" name="王雋凱-數位金融處-永豐銀行" initials="數王" userId="S::chunkaiwang@sinopac.com::f78494d6-bac0-4c9e-94cd-0b5e029c0856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周立筠-數位金融部-證券" initials="MSOffice" lastIdx="1" clrIdx="0">
    <p:extLst>
      <p:ext uri="{19B8F6BF-5375-455C-9EA6-DF929625EA0E}">
        <p15:presenceInfo xmlns:p15="http://schemas.microsoft.com/office/powerpoint/2012/main" userId="周立筠-數位金融部-證券" providerId="None"/>
      </p:ext>
    </p:extLst>
  </p:cmAuthor>
  <p:cmAuthor id="2" name="吳憲驊-人力資源處-永豐銀行" initials="吳憲驊-人力資源處-永豐銀行" lastIdx="1" clrIdx="1">
    <p:extLst>
      <p:ext uri="{19B8F6BF-5375-455C-9EA6-DF929625EA0E}">
        <p15:presenceInfo xmlns:p15="http://schemas.microsoft.com/office/powerpoint/2012/main" userId="S::simonwu@sinopac.com::c372d5aa-c765-4280-a5c9-548c4152a5d4" providerId="AD"/>
      </p:ext>
    </p:extLst>
  </p:cmAuthor>
  <p:cmAuthor id="3" name="張天豪-數位金融處-永豐銀行" initials="張天豪-數位金融處-永豐銀行" lastIdx="1" clrIdx="2">
    <p:extLst>
      <p:ext uri="{19B8F6BF-5375-455C-9EA6-DF929625EA0E}">
        <p15:presenceInfo xmlns:p15="http://schemas.microsoft.com/office/powerpoint/2012/main" userId="S::darby@sinopac.com::0d835702-99c9-4ef6-82d8-3ca86d4ccc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2006"/>
    <a:srgbClr val="713F12"/>
    <a:srgbClr val="854D0E"/>
    <a:srgbClr val="A16207"/>
    <a:srgbClr val="CA8A04"/>
    <a:srgbClr val="EAB308"/>
    <a:srgbClr val="FACC15"/>
    <a:srgbClr val="FDE047"/>
    <a:srgbClr val="FEF08A"/>
    <a:srgbClr val="FEF9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6B31F0-320C-48DF-9502-8D0947EDCB73}" v="17" dt="2026-03-04T00:50:42.774"/>
    <p1510:client id="{FA9839A9-6642-4D7D-A192-E66DD6D2AFDE}" v="393" dt="2026-03-04T00:39:23.484"/>
  </p1510:revLst>
</p1510:revInfo>
</file>

<file path=ppt/tableStyles.xml><?xml version="1.0" encoding="utf-8"?>
<a:tblStyleLst xmlns:a="http://schemas.openxmlformats.org/drawingml/2006/main" def="{91DB7C30-2B5D-4D34-8F22-85940E495A18}">
  <a:tblStyle styleId="{91DB7C30-2B5D-4D34-8F22-85940E495A1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8D87DB6-C1B6-446D-86CF-44D372F8A8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7E2D07F-EAD9-47BB-8D15-AB9D181D91B3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2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59" Type="http://schemas.microsoft.com/office/2015/10/relationships/revisionInfo" Target="revisionInfo.xml"/><Relationship Id="rId2" Type="http://schemas.openxmlformats.org/officeDocument/2006/relationships/customXml" Target="../customXml/item2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3" Type="http://schemas.openxmlformats.org/officeDocument/2006/relationships/commentAuthors" Target="commentAuthors.xml"/><Relationship Id="rId58" Type="http://schemas.microsoft.com/office/2016/11/relationships/changesInfo" Target="changesInfos/changesInfo1.xml"/><Relationship Id="rId5" Type="http://schemas.openxmlformats.org/officeDocument/2006/relationships/slide" Target="slides/slide1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52" Type="http://customschemas.google.com/relationships/presentationmetadata" Target="metadata"/><Relationship Id="rId60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56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鄧昱辰-數位金融處-永豐銀行" userId="S::abnerden@sinopac.com::bac69c27-d65c-4a8e-9604-5b752fd98276" providerId="AD" clId="Web-{BD436DF0-F36C-3C10-2DF2-C064A6340344}"/>
    <pc:docChg chg="modSld">
      <pc:chgData name="鄧昱辰-數位金融處-永豐銀行" userId="S::abnerden@sinopac.com::bac69c27-d65c-4a8e-9604-5b752fd98276" providerId="AD" clId="Web-{BD436DF0-F36C-3C10-2DF2-C064A6340344}" dt="2025-07-02T08:48:48.862" v="4" actId="20577"/>
      <pc:docMkLst>
        <pc:docMk/>
      </pc:docMkLst>
      <pc:sldChg chg="modSp">
        <pc:chgData name="鄧昱辰-數位金融處-永豐銀行" userId="S::abnerden@sinopac.com::bac69c27-d65c-4a8e-9604-5b752fd98276" providerId="AD" clId="Web-{BD436DF0-F36C-3C10-2DF2-C064A6340344}" dt="2025-07-02T08:48:48.862" v="4" actId="20577"/>
        <pc:sldMkLst>
          <pc:docMk/>
          <pc:sldMk cId="4060586183" sldId="2147471188"/>
        </pc:sldMkLst>
      </pc:sldChg>
    </pc:docChg>
  </pc:docChgLst>
  <pc:docChgLst>
    <pc:chgData name="周立筠-數據應用部-永豐金證券" userId="ee349c15-f274-43a3-b0c9-48d528d95247" providerId="ADAL" clId="{60EF727E-7560-4199-9548-178954D6DF8E}"/>
    <pc:docChg chg="undo custSel modSld">
      <pc:chgData name="周立筠-數據應用部-永豐金證券" userId="ee349c15-f274-43a3-b0c9-48d528d95247" providerId="ADAL" clId="{60EF727E-7560-4199-9548-178954D6DF8E}" dt="2024-08-23T09:45:13.775" v="159" actId="14100"/>
      <pc:docMkLst>
        <pc:docMk/>
      </pc:docMkLst>
      <pc:sldChg chg="modSp addCm modCm">
        <pc:chgData name="周立筠-數據應用部-永豐金證券" userId="ee349c15-f274-43a3-b0c9-48d528d95247" providerId="ADAL" clId="{60EF727E-7560-4199-9548-178954D6DF8E}" dt="2024-08-23T09:28:50.074" v="151" actId="14100"/>
        <pc:sldMkLst>
          <pc:docMk/>
          <pc:sldMk cId="3262633635" sldId="297"/>
        </pc:sldMkLst>
      </pc:sldChg>
      <pc:sldChg chg="addSp delSp modSp">
        <pc:chgData name="周立筠-數據應用部-永豐金證券" userId="ee349c15-f274-43a3-b0c9-48d528d95247" providerId="ADAL" clId="{60EF727E-7560-4199-9548-178954D6DF8E}" dt="2024-08-23T09:45:13.775" v="159" actId="14100"/>
        <pc:sldMkLst>
          <pc:docMk/>
          <pc:sldMk cId="2826782116" sldId="298"/>
        </pc:sldMkLst>
      </pc:sldChg>
    </pc:docChg>
  </pc:docChgLst>
  <pc:docChgLst>
    <pc:chgData name="黃泳晞-數位金融處-永豐銀行" userId="d24483b1-7db0-4584-b824-353502d8b450" providerId="ADAL" clId="{B06B31F0-320C-48DF-9502-8D0947EDCB73}"/>
    <pc:docChg chg="undo redo custSel addSld delSld modSld sldOrd">
      <pc:chgData name="黃泳晞-數位金融處-永豐銀行" userId="d24483b1-7db0-4584-b824-353502d8b450" providerId="ADAL" clId="{B06B31F0-320C-48DF-9502-8D0947EDCB73}" dt="2026-03-04T00:50:42.774" v="3236" actId="20577"/>
      <pc:docMkLst>
        <pc:docMk/>
      </pc:docMkLst>
      <pc:sldChg chg="addSp delSp modSp add del mod">
        <pc:chgData name="黃泳晞-數位金融處-永豐銀行" userId="d24483b1-7db0-4584-b824-353502d8b450" providerId="ADAL" clId="{B06B31F0-320C-48DF-9502-8D0947EDCB73}" dt="2026-02-25T03:30:01.275" v="1884" actId="20577"/>
        <pc:sldMkLst>
          <pc:docMk/>
          <pc:sldMk cId="4060586183" sldId="2147471188"/>
        </pc:sldMkLst>
        <pc:spChg chg="mod">
          <ac:chgData name="黃泳晞-數位金融處-永豐銀行" userId="d24483b1-7db0-4584-b824-353502d8b450" providerId="ADAL" clId="{B06B31F0-320C-48DF-9502-8D0947EDCB73}" dt="2026-02-24T07:57:42.282" v="79" actId="1076"/>
          <ac:spMkLst>
            <pc:docMk/>
            <pc:sldMk cId="4060586183" sldId="2147471188"/>
            <ac:spMk id="2" creationId="{3EB79AC9-1CF0-FDD2-811A-75630E7595C1}"/>
          </ac:spMkLst>
        </pc:spChg>
        <pc:spChg chg="mod">
          <ac:chgData name="黃泳晞-數位金融處-永豐銀行" userId="d24483b1-7db0-4584-b824-353502d8b450" providerId="ADAL" clId="{B06B31F0-320C-48DF-9502-8D0947EDCB73}" dt="2026-02-24T07:57:35.292" v="67"/>
          <ac:spMkLst>
            <pc:docMk/>
            <pc:sldMk cId="4060586183" sldId="2147471188"/>
            <ac:spMk id="5" creationId="{59D2C47F-F8DE-43CB-B46D-D6A6AF83347E}"/>
          </ac:spMkLst>
        </pc:spChg>
        <pc:spChg chg="mod">
          <ac:chgData name="黃泳晞-數位金融處-永豐銀行" userId="d24483b1-7db0-4584-b824-353502d8b450" providerId="ADAL" clId="{B06B31F0-320C-48DF-9502-8D0947EDCB73}" dt="2026-02-24T07:55:46.050" v="37"/>
          <ac:spMkLst>
            <pc:docMk/>
            <pc:sldMk cId="4060586183" sldId="2147471188"/>
            <ac:spMk id="7" creationId="{01494B6A-BD67-19FD-093E-24CA5332567C}"/>
          </ac:spMkLst>
        </pc:spChg>
        <pc:spChg chg="mod">
          <ac:chgData name="黃泳晞-數位金融處-永豐銀行" userId="d24483b1-7db0-4584-b824-353502d8b450" providerId="ADAL" clId="{B06B31F0-320C-48DF-9502-8D0947EDCB73}" dt="2026-02-24T07:55:46.050" v="37"/>
          <ac:spMkLst>
            <pc:docMk/>
            <pc:sldMk cId="4060586183" sldId="2147471188"/>
            <ac:spMk id="8" creationId="{826FCBA4-056A-C6A8-F1DA-D12CAC09E684}"/>
          </ac:spMkLst>
        </pc:spChg>
        <pc:spChg chg="mod">
          <ac:chgData name="黃泳晞-數位金融處-永豐銀行" userId="d24483b1-7db0-4584-b824-353502d8b450" providerId="ADAL" clId="{B06B31F0-320C-48DF-9502-8D0947EDCB73}" dt="2026-02-24T07:55:46.050" v="37"/>
          <ac:spMkLst>
            <pc:docMk/>
            <pc:sldMk cId="4060586183" sldId="2147471188"/>
            <ac:spMk id="9" creationId="{96384778-CC34-3991-E55A-2CFBEF74C803}"/>
          </ac:spMkLst>
        </pc:spChg>
        <pc:spChg chg="mod">
          <ac:chgData name="黃泳晞-數位金融處-永豐銀行" userId="d24483b1-7db0-4584-b824-353502d8b450" providerId="ADAL" clId="{B06B31F0-320C-48DF-9502-8D0947EDCB73}" dt="2026-02-24T07:55:46.050" v="37"/>
          <ac:spMkLst>
            <pc:docMk/>
            <pc:sldMk cId="4060586183" sldId="2147471188"/>
            <ac:spMk id="10" creationId="{E2EA56F1-C085-DF77-114A-2455FEE4A404}"/>
          </ac:spMkLst>
        </pc:spChg>
        <pc:spChg chg="mod">
          <ac:chgData name="黃泳晞-數位金融處-永豐銀行" userId="d24483b1-7db0-4584-b824-353502d8b450" providerId="ADAL" clId="{B06B31F0-320C-48DF-9502-8D0947EDCB73}" dt="2026-02-24T07:56:05.979" v="41" actId="14100"/>
          <ac:spMkLst>
            <pc:docMk/>
            <pc:sldMk cId="4060586183" sldId="2147471188"/>
            <ac:spMk id="11" creationId="{FAAD7D62-7A6B-E41B-AD13-F6D0607B34FE}"/>
          </ac:spMkLst>
        </pc:spChg>
        <pc:spChg chg="mod">
          <ac:chgData name="黃泳晞-數位金融處-永豐銀行" userId="d24483b1-7db0-4584-b824-353502d8b450" providerId="ADAL" clId="{B06B31F0-320C-48DF-9502-8D0947EDCB73}" dt="2026-02-24T07:55:46.050" v="37"/>
          <ac:spMkLst>
            <pc:docMk/>
            <pc:sldMk cId="4060586183" sldId="2147471188"/>
            <ac:spMk id="12" creationId="{EFCC96F5-D719-D76D-C71A-47A670FD93B5}"/>
          </ac:spMkLst>
        </pc:spChg>
        <pc:spChg chg="mod">
          <ac:chgData name="黃泳晞-數位金融處-永豐銀行" userId="d24483b1-7db0-4584-b824-353502d8b450" providerId="ADAL" clId="{B06B31F0-320C-48DF-9502-8D0947EDCB73}" dt="2026-02-24T07:55:46.050" v="37"/>
          <ac:spMkLst>
            <pc:docMk/>
            <pc:sldMk cId="4060586183" sldId="2147471188"/>
            <ac:spMk id="13" creationId="{D6C3F9EE-16A6-FA70-1ED8-9359AF78E951}"/>
          </ac:spMkLst>
        </pc:spChg>
        <pc:spChg chg="mod">
          <ac:chgData name="黃泳晞-數位金融處-永豐銀行" userId="d24483b1-7db0-4584-b824-353502d8b450" providerId="ADAL" clId="{B06B31F0-320C-48DF-9502-8D0947EDCB73}" dt="2026-02-24T07:55:46.050" v="37"/>
          <ac:spMkLst>
            <pc:docMk/>
            <pc:sldMk cId="4060586183" sldId="2147471188"/>
            <ac:spMk id="14" creationId="{8D140C48-9C4B-B9BF-4671-BEB6D2578894}"/>
          </ac:spMkLst>
        </pc:spChg>
        <pc:spChg chg="mod">
          <ac:chgData name="黃泳晞-數位金融處-永豐銀行" userId="d24483b1-7db0-4584-b824-353502d8b450" providerId="ADAL" clId="{B06B31F0-320C-48DF-9502-8D0947EDCB73}" dt="2026-02-24T07:57:36.065" v="70" actId="1076"/>
          <ac:spMkLst>
            <pc:docMk/>
            <pc:sldMk cId="4060586183" sldId="2147471188"/>
            <ac:spMk id="17" creationId="{0679D7FA-2F6F-4E9D-51FA-51AEE26C95FD}"/>
          </ac:spMkLst>
        </pc:spChg>
        <pc:spChg chg="mod">
          <ac:chgData name="黃泳晞-數位金融處-永豐銀行" userId="d24483b1-7db0-4584-b824-353502d8b450" providerId="ADAL" clId="{B06B31F0-320C-48DF-9502-8D0947EDCB73}" dt="2026-02-24T09:25:08.257" v="823" actId="20577"/>
          <ac:spMkLst>
            <pc:docMk/>
            <pc:sldMk cId="4060586183" sldId="2147471188"/>
            <ac:spMk id="18" creationId="{946B3F57-D5F7-5602-B1A7-995AA5CD4B85}"/>
          </ac:spMkLst>
        </pc:spChg>
        <pc:spChg chg="mod">
          <ac:chgData name="黃泳晞-數位金融處-永豐銀行" userId="d24483b1-7db0-4584-b824-353502d8b450" providerId="ADAL" clId="{B06B31F0-320C-48DF-9502-8D0947EDCB73}" dt="2026-02-24T07:57:42.282" v="79" actId="1076"/>
          <ac:spMkLst>
            <pc:docMk/>
            <pc:sldMk cId="4060586183" sldId="2147471188"/>
            <ac:spMk id="19" creationId="{B5B8EE02-8334-1A99-729D-2D2C628230B5}"/>
          </ac:spMkLst>
        </pc:spChg>
        <pc:spChg chg="mod">
          <ac:chgData name="黃泳晞-數位金融處-永豐銀行" userId="d24483b1-7db0-4584-b824-353502d8b450" providerId="ADAL" clId="{B06B31F0-320C-48DF-9502-8D0947EDCB73}" dt="2026-02-25T03:30:01.275" v="1884" actId="20577"/>
          <ac:spMkLst>
            <pc:docMk/>
            <pc:sldMk cId="4060586183" sldId="2147471188"/>
            <ac:spMk id="20" creationId="{576A275A-648F-3C44-039E-C0702D4F0CAA}"/>
          </ac:spMkLst>
        </pc:spChg>
        <pc:spChg chg="mod">
          <ac:chgData name="黃泳晞-數位金融處-永豐銀行" userId="d24483b1-7db0-4584-b824-353502d8b450" providerId="ADAL" clId="{B06B31F0-320C-48DF-9502-8D0947EDCB73}" dt="2026-02-24T07:57:42.282" v="79" actId="1076"/>
          <ac:spMkLst>
            <pc:docMk/>
            <pc:sldMk cId="4060586183" sldId="2147471188"/>
            <ac:spMk id="21" creationId="{F7FA2EFE-048F-D952-03B1-15B4565AB9DF}"/>
          </ac:spMkLst>
        </pc:spChg>
        <pc:spChg chg="mod">
          <ac:chgData name="黃泳晞-數位金融處-永豐銀行" userId="d24483b1-7db0-4584-b824-353502d8b450" providerId="ADAL" clId="{B06B31F0-320C-48DF-9502-8D0947EDCB73}" dt="2026-02-24T07:57:42.282" v="79" actId="1076"/>
          <ac:spMkLst>
            <pc:docMk/>
            <pc:sldMk cId="4060586183" sldId="2147471188"/>
            <ac:spMk id="22" creationId="{45150BD1-B6D4-4201-756E-4009AC9C3CF2}"/>
          </ac:spMkLst>
        </pc:spChg>
        <pc:spChg chg="mod">
          <ac:chgData name="黃泳晞-數位金融處-永豐銀行" userId="d24483b1-7db0-4584-b824-353502d8b450" providerId="ADAL" clId="{B06B31F0-320C-48DF-9502-8D0947EDCB73}" dt="2026-02-24T07:57:42.282" v="79" actId="1076"/>
          <ac:spMkLst>
            <pc:docMk/>
            <pc:sldMk cId="4060586183" sldId="2147471188"/>
            <ac:spMk id="23" creationId="{6CFF73D3-2B19-171E-9F04-331A6B15C396}"/>
          </ac:spMkLst>
        </pc:spChg>
        <pc:spChg chg="mod">
          <ac:chgData name="黃泳晞-數位金融處-永豐銀行" userId="d24483b1-7db0-4584-b824-353502d8b450" providerId="ADAL" clId="{B06B31F0-320C-48DF-9502-8D0947EDCB73}" dt="2026-02-24T07:57:42.282" v="79" actId="1076"/>
          <ac:spMkLst>
            <pc:docMk/>
            <pc:sldMk cId="4060586183" sldId="2147471188"/>
            <ac:spMk id="24" creationId="{4EF58313-AA83-5560-2A5E-2C80A8BA7029}"/>
          </ac:spMkLst>
        </pc:spChg>
        <pc:spChg chg="mod">
          <ac:chgData name="黃泳晞-數位金融處-永豐銀行" userId="d24483b1-7db0-4584-b824-353502d8b450" providerId="ADAL" clId="{B06B31F0-320C-48DF-9502-8D0947EDCB73}" dt="2026-02-24T07:56:28.437" v="45"/>
          <ac:spMkLst>
            <pc:docMk/>
            <pc:sldMk cId="4060586183" sldId="2147471188"/>
            <ac:spMk id="25" creationId="{2BE7D072-C698-ACE7-3B5A-833213105D13}"/>
          </ac:spMkLst>
        </pc:spChg>
        <pc:spChg chg="mod">
          <ac:chgData name="黃泳晞-數位金融處-永豐銀行" userId="d24483b1-7db0-4584-b824-353502d8b450" providerId="ADAL" clId="{B06B31F0-320C-48DF-9502-8D0947EDCB73}" dt="2026-02-24T07:56:28.437" v="45"/>
          <ac:spMkLst>
            <pc:docMk/>
            <pc:sldMk cId="4060586183" sldId="2147471188"/>
            <ac:spMk id="27" creationId="{ACC00A07-8721-B953-D604-3479B4777049}"/>
          </ac:spMkLst>
        </pc:spChg>
        <pc:spChg chg="mod">
          <ac:chgData name="黃泳晞-數位金融處-永豐銀行" userId="d24483b1-7db0-4584-b824-353502d8b450" providerId="ADAL" clId="{B06B31F0-320C-48DF-9502-8D0947EDCB73}" dt="2026-02-24T07:56:28.437" v="45"/>
          <ac:spMkLst>
            <pc:docMk/>
            <pc:sldMk cId="4060586183" sldId="2147471188"/>
            <ac:spMk id="29" creationId="{233F368A-FF0C-2FEF-BD76-A8E7084EBFAB}"/>
          </ac:spMkLst>
        </pc:spChg>
        <pc:spChg chg="mod">
          <ac:chgData name="黃泳晞-數位金融處-永豐銀行" userId="d24483b1-7db0-4584-b824-353502d8b450" providerId="ADAL" clId="{B06B31F0-320C-48DF-9502-8D0947EDCB73}" dt="2026-02-24T07:57:36.254" v="71" actId="1076"/>
          <ac:spMkLst>
            <pc:docMk/>
            <pc:sldMk cId="4060586183" sldId="2147471188"/>
            <ac:spMk id="31" creationId="{7A2D465E-99C5-D172-B7FC-C1E1BF134A74}"/>
          </ac:spMkLst>
        </pc:spChg>
        <pc:spChg chg="mod">
          <ac:chgData name="黃泳晞-數位金融處-永豐銀行" userId="d24483b1-7db0-4584-b824-353502d8b450" providerId="ADAL" clId="{B06B31F0-320C-48DF-9502-8D0947EDCB73}" dt="2026-02-24T07:57:35.466" v="68" actId="554"/>
          <ac:spMkLst>
            <pc:docMk/>
            <pc:sldMk cId="4060586183" sldId="2147471188"/>
            <ac:spMk id="32" creationId="{3AF885A9-9D89-9165-04DB-CA0A96BAA6AC}"/>
          </ac:spMkLst>
        </pc:spChg>
        <pc:spChg chg="mod">
          <ac:chgData name="黃泳晞-數位金融處-永豐銀行" userId="d24483b1-7db0-4584-b824-353502d8b450" providerId="ADAL" clId="{B06B31F0-320C-48DF-9502-8D0947EDCB73}" dt="2026-02-24T07:57:35.466" v="68" actId="554"/>
          <ac:spMkLst>
            <pc:docMk/>
            <pc:sldMk cId="4060586183" sldId="2147471188"/>
            <ac:spMk id="33" creationId="{4DB34148-A7F4-C015-525B-B3B413F673F3}"/>
          </ac:spMkLst>
        </pc:spChg>
        <pc:spChg chg="mod">
          <ac:chgData name="黃泳晞-數位金融處-永豐銀行" userId="d24483b1-7db0-4584-b824-353502d8b450" providerId="ADAL" clId="{B06B31F0-320C-48DF-9502-8D0947EDCB73}" dt="2026-02-24T07:57:35.466" v="68" actId="554"/>
          <ac:spMkLst>
            <pc:docMk/>
            <pc:sldMk cId="4060586183" sldId="2147471188"/>
            <ac:spMk id="34" creationId="{37D23F81-33FB-160A-90A1-2E85E736552E}"/>
          </ac:spMkLst>
        </pc:spChg>
        <pc:spChg chg="add del mod">
          <ac:chgData name="黃泳晞-數位金融處-永豐銀行" userId="d24483b1-7db0-4584-b824-353502d8b450" providerId="ADAL" clId="{B06B31F0-320C-48DF-9502-8D0947EDCB73}" dt="2026-02-24T09:26:43.166" v="845" actId="478"/>
          <ac:spMkLst>
            <pc:docMk/>
            <pc:sldMk cId="4060586183" sldId="2147471188"/>
            <ac:spMk id="36" creationId="{43A085E1-C162-7356-EE4A-8A04435686B1}"/>
          </ac:spMkLst>
        </pc:spChg>
        <pc:grpChg chg="add mod">
          <ac:chgData name="黃泳晞-數位金融處-永豐銀行" userId="d24483b1-7db0-4584-b824-353502d8b450" providerId="ADAL" clId="{B06B31F0-320C-48DF-9502-8D0947EDCB73}" dt="2026-02-24T07:56:06.893" v="43" actId="1076"/>
          <ac:grpSpMkLst>
            <pc:docMk/>
            <pc:sldMk cId="4060586183" sldId="2147471188"/>
            <ac:grpSpMk id="3" creationId="{3B7F5CE1-D29D-7E3D-BE91-02057E57F829}"/>
          </ac:grpSpMkLst>
        </pc:grpChg>
        <pc:grpChg chg="add mod">
          <ac:chgData name="黃泳晞-數位金融處-永豐銀行" userId="d24483b1-7db0-4584-b824-353502d8b450" providerId="ADAL" clId="{B06B31F0-320C-48DF-9502-8D0947EDCB73}" dt="2026-02-24T07:57:36.678" v="74" actId="1076"/>
          <ac:grpSpMkLst>
            <pc:docMk/>
            <pc:sldMk cId="4060586183" sldId="2147471188"/>
            <ac:grpSpMk id="15" creationId="{5C2BBE53-C800-83A0-E83C-487D7D7748D9}"/>
          </ac:grpSpMkLst>
        </pc:grpChg>
        <pc:picChg chg="mod">
          <ac:chgData name="黃泳晞-數位金融處-永豐銀行" userId="d24483b1-7db0-4584-b824-353502d8b450" providerId="ADAL" clId="{B06B31F0-320C-48DF-9502-8D0947EDCB73}" dt="2026-02-24T07:57:42.282" v="79" actId="1076"/>
          <ac:picMkLst>
            <pc:docMk/>
            <pc:sldMk cId="4060586183" sldId="2147471188"/>
            <ac:picMk id="4" creationId="{A4E23B83-399B-C46D-EC54-CA202336EBFE}"/>
          </ac:picMkLst>
        </pc:picChg>
        <pc:picChg chg="mod">
          <ac:chgData name="黃泳晞-數位金融處-永豐銀行" userId="d24483b1-7db0-4584-b824-353502d8b450" providerId="ADAL" clId="{B06B31F0-320C-48DF-9502-8D0947EDCB73}" dt="2026-02-24T07:57:42.282" v="79" actId="1076"/>
          <ac:picMkLst>
            <pc:docMk/>
            <pc:sldMk cId="4060586183" sldId="2147471188"/>
            <ac:picMk id="28" creationId="{6748D58D-6711-C717-127D-4C23217013B6}"/>
          </ac:picMkLst>
        </pc:picChg>
        <pc:cxnChg chg="mod">
          <ac:chgData name="黃泳晞-數位金融處-永豐銀行" userId="d24483b1-7db0-4584-b824-353502d8b450" providerId="ADAL" clId="{B06B31F0-320C-48DF-9502-8D0947EDCB73}" dt="2026-02-24T07:55:46.050" v="37"/>
          <ac:cxnSpMkLst>
            <pc:docMk/>
            <pc:sldMk cId="4060586183" sldId="2147471188"/>
            <ac:cxnSpMk id="6" creationId="{B5C4EEC6-B901-9DC7-937F-E48C1571905F}"/>
          </ac:cxnSpMkLst>
        </pc:cxnChg>
        <pc:cxnChg chg="mod">
          <ac:chgData name="黃泳晞-數位金融處-永豐銀行" userId="d24483b1-7db0-4584-b824-353502d8b450" providerId="ADAL" clId="{B06B31F0-320C-48DF-9502-8D0947EDCB73}" dt="2026-02-24T07:56:28.437" v="45"/>
          <ac:cxnSpMkLst>
            <pc:docMk/>
            <pc:sldMk cId="4060586183" sldId="2147471188"/>
            <ac:cxnSpMk id="16" creationId="{4BFEC46D-4E13-1030-EE52-B812FBAC29B9}"/>
          </ac:cxnSpMkLst>
        </pc:cxnChg>
      </pc:sldChg>
      <pc:sldChg chg="modSp mod">
        <pc:chgData name="黃泳晞-數位金融處-永豐銀行" userId="d24483b1-7db0-4584-b824-353502d8b450" providerId="ADAL" clId="{B06B31F0-320C-48DF-9502-8D0947EDCB73}" dt="2026-02-25T09:08:27.191" v="3218" actId="20577"/>
        <pc:sldMkLst>
          <pc:docMk/>
          <pc:sldMk cId="167002506" sldId="2147471191"/>
        </pc:sldMkLst>
        <pc:graphicFrameChg chg="mod modGraphic">
          <ac:chgData name="黃泳晞-數位金融處-永豐銀行" userId="d24483b1-7db0-4584-b824-353502d8b450" providerId="ADAL" clId="{B06B31F0-320C-48DF-9502-8D0947EDCB73}" dt="2026-02-25T09:08:27.191" v="3218" actId="20577"/>
          <ac:graphicFrameMkLst>
            <pc:docMk/>
            <pc:sldMk cId="167002506" sldId="2147471191"/>
            <ac:graphicFrameMk id="3" creationId="{CFBF48AA-76E0-04C4-88DA-F8E46CCE4C10}"/>
          </ac:graphicFrameMkLst>
        </pc:graphicFrameChg>
      </pc:sldChg>
      <pc:sldChg chg="addSp modSp mod">
        <pc:chgData name="黃泳晞-數位金融處-永豐銀行" userId="d24483b1-7db0-4584-b824-353502d8b450" providerId="ADAL" clId="{B06B31F0-320C-48DF-9502-8D0947EDCB73}" dt="2026-02-25T02:31:09.908" v="1341"/>
        <pc:sldMkLst>
          <pc:docMk/>
          <pc:sldMk cId="154162750" sldId="2147471192"/>
        </pc:sldMkLst>
        <pc:spChg chg="mod">
          <ac:chgData name="黃泳晞-數位金融處-永豐銀行" userId="d24483b1-7db0-4584-b824-353502d8b450" providerId="ADAL" clId="{B06B31F0-320C-48DF-9502-8D0947EDCB73}" dt="2026-02-25T02:31:09.908" v="1341"/>
          <ac:spMkLst>
            <pc:docMk/>
            <pc:sldMk cId="154162750" sldId="2147471192"/>
            <ac:spMk id="6" creationId="{C3E309EE-CB3A-A019-9644-2CAE95C72B27}"/>
          </ac:spMkLst>
        </pc:spChg>
        <pc:picChg chg="mod">
          <ac:chgData name="黃泳晞-數位金融處-永豐銀行" userId="d24483b1-7db0-4584-b824-353502d8b450" providerId="ADAL" clId="{B06B31F0-320C-48DF-9502-8D0947EDCB73}" dt="2026-02-24T07:53:13.261" v="35" actId="1076"/>
          <ac:picMkLst>
            <pc:docMk/>
            <pc:sldMk cId="154162750" sldId="2147471192"/>
            <ac:picMk id="4" creationId="{47F115FC-5C67-9514-1C4C-FA0BE32405B3}"/>
          </ac:picMkLst>
        </pc:picChg>
        <pc:picChg chg="add mod">
          <ac:chgData name="黃泳晞-數位金融處-永豐銀行" userId="d24483b1-7db0-4584-b824-353502d8b450" providerId="ADAL" clId="{B06B31F0-320C-48DF-9502-8D0947EDCB73}" dt="2026-02-24T07:57:39.155" v="77" actId="1076"/>
          <ac:picMkLst>
            <pc:docMk/>
            <pc:sldMk cId="154162750" sldId="2147471192"/>
            <ac:picMk id="7" creationId="{37025700-B147-7C5A-E8F1-51DC449DCB4C}"/>
          </ac:picMkLst>
        </pc:picChg>
      </pc:sldChg>
      <pc:sldChg chg="addSp delSp modSp add del mod">
        <pc:chgData name="黃泳晞-數位金融處-永豐銀行" userId="d24483b1-7db0-4584-b824-353502d8b450" providerId="ADAL" clId="{B06B31F0-320C-48DF-9502-8D0947EDCB73}" dt="2026-02-25T07:00:10.519" v="2610" actId="20577"/>
        <pc:sldMkLst>
          <pc:docMk/>
          <pc:sldMk cId="237225399" sldId="2147471194"/>
        </pc:sldMkLst>
        <pc:spChg chg="add mod">
          <ac:chgData name="黃泳晞-數位金融處-永豐銀行" userId="d24483b1-7db0-4584-b824-353502d8b450" providerId="ADAL" clId="{B06B31F0-320C-48DF-9502-8D0947EDCB73}" dt="2026-02-25T06:39:15.467" v="2345" actId="554"/>
          <ac:spMkLst>
            <pc:docMk/>
            <pc:sldMk cId="237225399" sldId="2147471194"/>
            <ac:spMk id="2" creationId="{1D62D26F-3EF9-8652-57D6-860282E30FDF}"/>
          </ac:spMkLst>
        </pc:spChg>
        <pc:spChg chg="add mod">
          <ac:chgData name="黃泳晞-數位金融處-永豐銀行" userId="d24483b1-7db0-4584-b824-353502d8b450" providerId="ADAL" clId="{B06B31F0-320C-48DF-9502-8D0947EDCB73}" dt="2026-02-25T06:39:15.467" v="2345" actId="554"/>
          <ac:spMkLst>
            <pc:docMk/>
            <pc:sldMk cId="237225399" sldId="2147471194"/>
            <ac:spMk id="3" creationId="{EFBCDDFA-6136-E695-BAD4-C6FAE5EF3B89}"/>
          </ac:spMkLst>
        </pc:spChg>
        <pc:spChg chg="mod">
          <ac:chgData name="黃泳晞-數位金融處-永豐銀行" userId="d24483b1-7db0-4584-b824-353502d8b450" providerId="ADAL" clId="{B06B31F0-320C-48DF-9502-8D0947EDCB73}" dt="2026-02-24T09:25:20.108" v="824"/>
          <ac:spMkLst>
            <pc:docMk/>
            <pc:sldMk cId="237225399" sldId="2147471194"/>
            <ac:spMk id="4" creationId="{555EE2DA-B5B7-4FF2-B20A-72A5A8151395}"/>
          </ac:spMkLst>
        </pc:spChg>
        <pc:spChg chg="mod topLvl">
          <ac:chgData name="黃泳晞-數位金融處-永豐銀行" userId="d24483b1-7db0-4584-b824-353502d8b450" providerId="ADAL" clId="{B06B31F0-320C-48DF-9502-8D0947EDCB73}" dt="2026-02-24T09:45:58.450" v="903" actId="1076"/>
          <ac:spMkLst>
            <pc:docMk/>
            <pc:sldMk cId="237225399" sldId="2147471194"/>
            <ac:spMk id="7" creationId="{FF8674B2-21EC-630A-AC62-8D8E18F1C70E}"/>
          </ac:spMkLst>
        </pc:spChg>
        <pc:spChg chg="mod topLvl">
          <ac:chgData name="黃泳晞-數位金融處-永豐銀行" userId="d24483b1-7db0-4584-b824-353502d8b450" providerId="ADAL" clId="{B06B31F0-320C-48DF-9502-8D0947EDCB73}" dt="2026-02-24T09:55:45.760" v="1054" actId="1076"/>
          <ac:spMkLst>
            <pc:docMk/>
            <pc:sldMk cId="237225399" sldId="2147471194"/>
            <ac:spMk id="8" creationId="{51D5158E-DFAA-7A25-916E-E0938FBCB435}"/>
          </ac:spMkLst>
        </pc:spChg>
        <pc:spChg chg="mod topLvl">
          <ac:chgData name="黃泳晞-數位金融處-永豐銀行" userId="d24483b1-7db0-4584-b824-353502d8b450" providerId="ADAL" clId="{B06B31F0-320C-48DF-9502-8D0947EDCB73}" dt="2026-02-24T09:55:52.880" v="1055" actId="408"/>
          <ac:spMkLst>
            <pc:docMk/>
            <pc:sldMk cId="237225399" sldId="2147471194"/>
            <ac:spMk id="9" creationId="{FBCA38BD-5984-7A03-72D8-F14C2869AFDE}"/>
          </ac:spMkLst>
        </pc:spChg>
        <pc:spChg chg="del mod topLvl">
          <ac:chgData name="黃泳晞-數位金融處-永豐銀行" userId="d24483b1-7db0-4584-b824-353502d8b450" providerId="ADAL" clId="{B06B31F0-320C-48DF-9502-8D0947EDCB73}" dt="2026-02-24T09:54:29.464" v="1047" actId="478"/>
          <ac:spMkLst>
            <pc:docMk/>
            <pc:sldMk cId="237225399" sldId="2147471194"/>
            <ac:spMk id="10" creationId="{D2A4042A-AE68-EA16-58B4-1EB3A79C4053}"/>
          </ac:spMkLst>
        </pc:spChg>
        <pc:spChg chg="mod topLvl">
          <ac:chgData name="黃泳晞-數位金融處-永豐銀行" userId="d24483b1-7db0-4584-b824-353502d8b450" providerId="ADAL" clId="{B06B31F0-320C-48DF-9502-8D0947EDCB73}" dt="2026-02-24T10:02:50.577" v="1198" actId="1076"/>
          <ac:spMkLst>
            <pc:docMk/>
            <pc:sldMk cId="237225399" sldId="2147471194"/>
            <ac:spMk id="11" creationId="{011E8730-34CF-258F-380C-A830E671A73A}"/>
          </ac:spMkLst>
        </pc:spChg>
        <pc:spChg chg="mod topLvl">
          <ac:chgData name="黃泳晞-數位金融處-永豐銀行" userId="d24483b1-7db0-4584-b824-353502d8b450" providerId="ADAL" clId="{B06B31F0-320C-48DF-9502-8D0947EDCB73}" dt="2026-02-25T06:43:38.697" v="2598" actId="20577"/>
          <ac:spMkLst>
            <pc:docMk/>
            <pc:sldMk cId="237225399" sldId="2147471194"/>
            <ac:spMk id="12" creationId="{56A2B752-DF8E-F870-FABB-B78B89A16FA5}"/>
          </ac:spMkLst>
        </pc:spChg>
        <pc:spChg chg="del mod topLvl">
          <ac:chgData name="黃泳晞-數位金融處-永豐銀行" userId="d24483b1-7db0-4584-b824-353502d8b450" providerId="ADAL" clId="{B06B31F0-320C-48DF-9502-8D0947EDCB73}" dt="2026-02-24T09:55:33.425" v="1050" actId="478"/>
          <ac:spMkLst>
            <pc:docMk/>
            <pc:sldMk cId="237225399" sldId="2147471194"/>
            <ac:spMk id="13" creationId="{81572120-2F6E-A70B-AAB7-32D31E2CAA3C}"/>
          </ac:spMkLst>
        </pc:spChg>
        <pc:spChg chg="mod">
          <ac:chgData name="黃泳晞-數位金融處-永豐銀行" userId="d24483b1-7db0-4584-b824-353502d8b450" providerId="ADAL" clId="{B06B31F0-320C-48DF-9502-8D0947EDCB73}" dt="2026-02-24T09:25:20.108" v="824"/>
          <ac:spMkLst>
            <pc:docMk/>
            <pc:sldMk cId="237225399" sldId="2147471194"/>
            <ac:spMk id="14" creationId="{B9A3D32F-EDC7-2EF4-C418-42CBA7825CBF}"/>
          </ac:spMkLst>
        </pc:spChg>
        <pc:spChg chg="mod topLvl">
          <ac:chgData name="黃泳晞-數位金融處-永豐銀行" userId="d24483b1-7db0-4584-b824-353502d8b450" providerId="ADAL" clId="{B06B31F0-320C-48DF-9502-8D0947EDCB73}" dt="2026-02-25T07:00:10.519" v="2610" actId="20577"/>
          <ac:spMkLst>
            <pc:docMk/>
            <pc:sldMk cId="237225399" sldId="2147471194"/>
            <ac:spMk id="15" creationId="{9E3E0D8A-D2F5-92E3-E749-C7111BF15F56}"/>
          </ac:spMkLst>
        </pc:spChg>
        <pc:spChg chg="mod">
          <ac:chgData name="黃泳晞-數位金融處-永豐銀行" userId="d24483b1-7db0-4584-b824-353502d8b450" providerId="ADAL" clId="{B06B31F0-320C-48DF-9502-8D0947EDCB73}" dt="2026-02-25T02:13:28.259" v="1227" actId="13926"/>
          <ac:spMkLst>
            <pc:docMk/>
            <pc:sldMk cId="237225399" sldId="2147471194"/>
            <ac:spMk id="17" creationId="{B51CB1D1-3046-C3EA-A89B-99D974849B6D}"/>
          </ac:spMkLst>
        </pc:spChg>
        <pc:spChg chg="mod">
          <ac:chgData name="黃泳晞-數位金融處-永豐銀行" userId="d24483b1-7db0-4584-b824-353502d8b450" providerId="ADAL" clId="{B06B31F0-320C-48DF-9502-8D0947EDCB73}" dt="2026-02-24T09:25:20.108" v="824"/>
          <ac:spMkLst>
            <pc:docMk/>
            <pc:sldMk cId="237225399" sldId="2147471194"/>
            <ac:spMk id="18" creationId="{2C04B10E-B83E-6EB4-2A94-044B4DE96E04}"/>
          </ac:spMkLst>
        </pc:spChg>
        <pc:spChg chg="mod">
          <ac:chgData name="黃泳晞-數位金融處-永豐銀行" userId="d24483b1-7db0-4584-b824-353502d8b450" providerId="ADAL" clId="{B06B31F0-320C-48DF-9502-8D0947EDCB73}" dt="2026-02-24T09:25:20.108" v="824"/>
          <ac:spMkLst>
            <pc:docMk/>
            <pc:sldMk cId="237225399" sldId="2147471194"/>
            <ac:spMk id="19" creationId="{2BC398C7-4C50-905E-6E6C-516637764666}"/>
          </ac:spMkLst>
        </pc:spChg>
        <pc:spChg chg="mod">
          <ac:chgData name="黃泳晞-數位金融處-永豐銀行" userId="d24483b1-7db0-4584-b824-353502d8b450" providerId="ADAL" clId="{B06B31F0-320C-48DF-9502-8D0947EDCB73}" dt="2026-02-24T09:25:20.108" v="824"/>
          <ac:spMkLst>
            <pc:docMk/>
            <pc:sldMk cId="237225399" sldId="2147471194"/>
            <ac:spMk id="20" creationId="{D00DE9F2-004E-965E-D0C2-7294F4043380}"/>
          </ac:spMkLst>
        </pc:spChg>
        <pc:spChg chg="mod">
          <ac:chgData name="黃泳晞-數位金融處-永豐銀行" userId="d24483b1-7db0-4584-b824-353502d8b450" providerId="ADAL" clId="{B06B31F0-320C-48DF-9502-8D0947EDCB73}" dt="2026-02-24T09:25:20.108" v="824"/>
          <ac:spMkLst>
            <pc:docMk/>
            <pc:sldMk cId="237225399" sldId="2147471194"/>
            <ac:spMk id="21" creationId="{9748574C-1BB4-1410-EE07-49CEC3E7D517}"/>
          </ac:spMkLst>
        </pc:spChg>
        <pc:spChg chg="mod">
          <ac:chgData name="黃泳晞-數位金融處-永豐銀行" userId="d24483b1-7db0-4584-b824-353502d8b450" providerId="ADAL" clId="{B06B31F0-320C-48DF-9502-8D0947EDCB73}" dt="2026-02-24T09:25:20.108" v="824"/>
          <ac:spMkLst>
            <pc:docMk/>
            <pc:sldMk cId="237225399" sldId="2147471194"/>
            <ac:spMk id="22" creationId="{851E5B57-2B61-9063-D7BA-65F60A38501E}"/>
          </ac:spMkLst>
        </pc:spChg>
        <pc:spChg chg="mod">
          <ac:chgData name="黃泳晞-數位金融處-永豐銀行" userId="d24483b1-7db0-4584-b824-353502d8b450" providerId="ADAL" clId="{B06B31F0-320C-48DF-9502-8D0947EDCB73}" dt="2026-02-24T09:25:20.108" v="824"/>
          <ac:spMkLst>
            <pc:docMk/>
            <pc:sldMk cId="237225399" sldId="2147471194"/>
            <ac:spMk id="23" creationId="{EAA8E513-4D8A-4BE3-E215-EF1938A5FEC0}"/>
          </ac:spMkLst>
        </pc:spChg>
        <pc:spChg chg="add mod">
          <ac:chgData name="黃泳晞-數位金融處-永豐銀行" userId="d24483b1-7db0-4584-b824-353502d8b450" providerId="ADAL" clId="{B06B31F0-320C-48DF-9502-8D0947EDCB73}" dt="2026-02-24T09:55:52.880" v="1055" actId="408"/>
          <ac:spMkLst>
            <pc:docMk/>
            <pc:sldMk cId="237225399" sldId="2147471194"/>
            <ac:spMk id="24" creationId="{74540C3C-6A2D-34CC-F75C-B08CCD29B98F}"/>
          </ac:spMkLst>
        </pc:spChg>
        <pc:spChg chg="add mod">
          <ac:chgData name="黃泳晞-數位金融處-永豐銀行" userId="d24483b1-7db0-4584-b824-353502d8b450" providerId="ADAL" clId="{B06B31F0-320C-48DF-9502-8D0947EDCB73}" dt="2026-02-25T06:56:07.888" v="2607" actId="21"/>
          <ac:spMkLst>
            <pc:docMk/>
            <pc:sldMk cId="237225399" sldId="2147471194"/>
            <ac:spMk id="25" creationId="{B112037B-3CFE-DA95-F50C-956EC9DC12BA}"/>
          </ac:spMkLst>
        </pc:spChg>
        <pc:spChg chg="add mod">
          <ac:chgData name="黃泳晞-數位金融處-永豐銀行" userId="d24483b1-7db0-4584-b824-353502d8b450" providerId="ADAL" clId="{B06B31F0-320C-48DF-9502-8D0947EDCB73}" dt="2026-02-24T09:55:52.880" v="1055" actId="408"/>
          <ac:spMkLst>
            <pc:docMk/>
            <pc:sldMk cId="237225399" sldId="2147471194"/>
            <ac:spMk id="26" creationId="{09140074-3C60-043B-B5E5-49D1CD2107BD}"/>
          </ac:spMkLst>
        </pc:spChg>
        <pc:spChg chg="add del mod">
          <ac:chgData name="黃泳晞-數位金融處-永豐銀行" userId="d24483b1-7db0-4584-b824-353502d8b450" providerId="ADAL" clId="{B06B31F0-320C-48DF-9502-8D0947EDCB73}" dt="2026-02-24T09:55:33.425" v="1050" actId="478"/>
          <ac:spMkLst>
            <pc:docMk/>
            <pc:sldMk cId="237225399" sldId="2147471194"/>
            <ac:spMk id="28" creationId="{8A10989F-511A-93D6-EC8D-4E713BA4870C}"/>
          </ac:spMkLst>
        </pc:spChg>
        <pc:spChg chg="add mod">
          <ac:chgData name="黃泳晞-數位金融處-永豐銀行" userId="d24483b1-7db0-4584-b824-353502d8b450" providerId="ADAL" clId="{B06B31F0-320C-48DF-9502-8D0947EDCB73}" dt="2026-02-25T06:56:15.127" v="2608"/>
          <ac:spMkLst>
            <pc:docMk/>
            <pc:sldMk cId="237225399" sldId="2147471194"/>
            <ac:spMk id="29" creationId="{EB9C668D-BD73-DEF9-C711-43E1DF7457F1}"/>
          </ac:spMkLst>
        </pc:spChg>
        <pc:spChg chg="add mod">
          <ac:chgData name="黃泳晞-數位金融處-永豐銀行" userId="d24483b1-7db0-4584-b824-353502d8b450" providerId="ADAL" clId="{B06B31F0-320C-48DF-9502-8D0947EDCB73}" dt="2026-02-25T06:39:15.467" v="2345" actId="554"/>
          <ac:spMkLst>
            <pc:docMk/>
            <pc:sldMk cId="237225399" sldId="2147471194"/>
            <ac:spMk id="32" creationId="{61B3DAE3-F738-2376-8DBF-3773C421872A}"/>
          </ac:spMkLst>
        </pc:spChg>
        <pc:grpChg chg="add del mod">
          <ac:chgData name="黃泳晞-數位金融處-永豐銀行" userId="d24483b1-7db0-4584-b824-353502d8b450" providerId="ADAL" clId="{B06B31F0-320C-48DF-9502-8D0947EDCB73}" dt="2026-02-24T09:51:43.541" v="1044" actId="478"/>
          <ac:grpSpMkLst>
            <pc:docMk/>
            <pc:sldMk cId="237225399" sldId="2147471194"/>
            <ac:grpSpMk id="2" creationId="{841191A0-37E2-2133-595B-96236BB7DB75}"/>
          </ac:grpSpMkLst>
        </pc:grpChg>
        <pc:grpChg chg="del">
          <ac:chgData name="黃泳晞-數位金融處-永豐銀行" userId="d24483b1-7db0-4584-b824-353502d8b450" providerId="ADAL" clId="{B06B31F0-320C-48DF-9502-8D0947EDCB73}" dt="2026-02-24T09:44:24.892" v="887" actId="165"/>
          <ac:grpSpMkLst>
            <pc:docMk/>
            <pc:sldMk cId="237225399" sldId="2147471194"/>
            <ac:grpSpMk id="16" creationId="{E1E27729-7999-02D6-649B-4BF4D27B7BBA}"/>
          </ac:grpSpMkLst>
        </pc:grpChg>
        <pc:cxnChg chg="mod">
          <ac:chgData name="黃泳晞-數位金融處-永豐銀行" userId="d24483b1-7db0-4584-b824-353502d8b450" providerId="ADAL" clId="{B06B31F0-320C-48DF-9502-8D0947EDCB73}" dt="2026-02-24T09:25:20.108" v="824"/>
          <ac:cxnSpMkLst>
            <pc:docMk/>
            <pc:sldMk cId="237225399" sldId="2147471194"/>
            <ac:cxnSpMk id="3" creationId="{DFD1F137-D96D-2F1D-E5B4-B4724189CCEB}"/>
          </ac:cxnSpMkLst>
        </pc:cxnChg>
        <pc:cxnChg chg="mod topLvl">
          <ac:chgData name="黃泳晞-數位金融處-永豐銀行" userId="d24483b1-7db0-4584-b824-353502d8b450" providerId="ADAL" clId="{B06B31F0-320C-48DF-9502-8D0947EDCB73}" dt="2026-02-24T09:56:16.783" v="1058" actId="14100"/>
          <ac:cxnSpMkLst>
            <pc:docMk/>
            <pc:sldMk cId="237225399" sldId="2147471194"/>
            <ac:cxnSpMk id="6" creationId="{B01D909E-D210-3E51-5C41-8B6D26225185}"/>
          </ac:cxnSpMkLst>
        </pc:cxnChg>
      </pc:sldChg>
      <pc:sldChg chg="add del">
        <pc:chgData name="黃泳晞-數位金融處-永豐銀行" userId="d24483b1-7db0-4584-b824-353502d8b450" providerId="ADAL" clId="{B06B31F0-320C-48DF-9502-8D0947EDCB73}" dt="2026-02-24T07:57:34.835" v="65"/>
        <pc:sldMkLst>
          <pc:docMk/>
          <pc:sldMk cId="2140545363" sldId="2147471195"/>
        </pc:sldMkLst>
      </pc:sldChg>
      <pc:sldChg chg="addSp modSp add del mod">
        <pc:chgData name="黃泳晞-數位金融處-永豐銀行" userId="d24483b1-7db0-4584-b824-353502d8b450" providerId="ADAL" clId="{B06B31F0-320C-48DF-9502-8D0947EDCB73}" dt="2026-02-24T09:56:28.491" v="1059" actId="47"/>
        <pc:sldMkLst>
          <pc:docMk/>
          <pc:sldMk cId="4259582015" sldId="2147471195"/>
        </pc:sldMkLst>
        <pc:spChg chg="mod">
          <ac:chgData name="黃泳晞-數位金融處-永豐銀行" userId="d24483b1-7db0-4584-b824-353502d8b450" providerId="ADAL" clId="{B06B31F0-320C-48DF-9502-8D0947EDCB73}" dt="2026-02-24T09:21:54.157" v="698" actId="14100"/>
          <ac:spMkLst>
            <pc:docMk/>
            <pc:sldMk cId="4259582015" sldId="2147471195"/>
            <ac:spMk id="2" creationId="{8B57E404-39DF-FB0D-8FCF-B9E67C75B795}"/>
          </ac:spMkLst>
        </pc:spChg>
        <pc:spChg chg="add mod">
          <ac:chgData name="黃泳晞-數位金融處-永豐銀行" userId="d24483b1-7db0-4584-b824-353502d8b450" providerId="ADAL" clId="{B06B31F0-320C-48DF-9502-8D0947EDCB73}" dt="2026-02-24T09:20:06.207" v="675" actId="1076"/>
          <ac:spMkLst>
            <pc:docMk/>
            <pc:sldMk cId="4259582015" sldId="2147471195"/>
            <ac:spMk id="3" creationId="{8DD868B8-9C02-C3C0-78F8-06F222D5CEFA}"/>
          </ac:spMkLst>
        </pc:spChg>
        <pc:spChg chg="add mod">
          <ac:chgData name="黃泳晞-數位金融處-永豐銀行" userId="d24483b1-7db0-4584-b824-353502d8b450" providerId="ADAL" clId="{B06B31F0-320C-48DF-9502-8D0947EDCB73}" dt="2026-02-24T09:22:16.142" v="701" actId="1076"/>
          <ac:spMkLst>
            <pc:docMk/>
            <pc:sldMk cId="4259582015" sldId="2147471195"/>
            <ac:spMk id="6" creationId="{DAD5B5B6-5E33-C227-54A9-D319B425B220}"/>
          </ac:spMkLst>
        </pc:spChg>
        <pc:spChg chg="add mod">
          <ac:chgData name="黃泳晞-數位金融處-永豐銀行" userId="d24483b1-7db0-4584-b824-353502d8b450" providerId="ADAL" clId="{B06B31F0-320C-48DF-9502-8D0947EDCB73}" dt="2026-02-24T09:22:44.020" v="790"/>
          <ac:spMkLst>
            <pc:docMk/>
            <pc:sldMk cId="4259582015" sldId="2147471195"/>
            <ac:spMk id="7" creationId="{F0A11B72-C896-DC74-E3A8-726778EAA3AC}"/>
          </ac:spMkLst>
        </pc:spChg>
        <pc:spChg chg="mod">
          <ac:chgData name="黃泳晞-數位金融處-永豐銀行" userId="d24483b1-7db0-4584-b824-353502d8b450" providerId="ADAL" clId="{B06B31F0-320C-48DF-9502-8D0947EDCB73}" dt="2026-02-24T09:22:01.490" v="699" actId="14100"/>
          <ac:spMkLst>
            <pc:docMk/>
            <pc:sldMk cId="4259582015" sldId="2147471195"/>
            <ac:spMk id="17" creationId="{E1366A57-566A-2536-B904-9A433A7EE87A}"/>
          </ac:spMkLst>
        </pc:spChg>
        <pc:spChg chg="mod">
          <ac:chgData name="黃泳晞-數位金融處-永豐銀行" userId="d24483b1-7db0-4584-b824-353502d8b450" providerId="ADAL" clId="{B06B31F0-320C-48DF-9502-8D0947EDCB73}" dt="2026-02-24T09:20:25.405" v="678" actId="14100"/>
          <ac:spMkLst>
            <pc:docMk/>
            <pc:sldMk cId="4259582015" sldId="2147471195"/>
            <ac:spMk id="18" creationId="{808F1E1A-09CB-42B7-AD6E-21494F9C6F0B}"/>
          </ac:spMkLst>
        </pc:spChg>
        <pc:spChg chg="mod">
          <ac:chgData name="黃泳晞-數位金融處-永豐銀行" userId="d24483b1-7db0-4584-b824-353502d8b450" providerId="ADAL" clId="{B06B31F0-320C-48DF-9502-8D0947EDCB73}" dt="2026-02-24T09:20:25.405" v="678" actId="14100"/>
          <ac:spMkLst>
            <pc:docMk/>
            <pc:sldMk cId="4259582015" sldId="2147471195"/>
            <ac:spMk id="19" creationId="{D0603AD5-430A-E028-2AD5-1E65B462D924}"/>
          </ac:spMkLst>
        </pc:spChg>
        <pc:spChg chg="mod">
          <ac:chgData name="黃泳晞-數位金融處-永豐銀行" userId="d24483b1-7db0-4584-b824-353502d8b450" providerId="ADAL" clId="{B06B31F0-320C-48DF-9502-8D0947EDCB73}" dt="2026-02-24T09:20:25.405" v="678" actId="14100"/>
          <ac:spMkLst>
            <pc:docMk/>
            <pc:sldMk cId="4259582015" sldId="2147471195"/>
            <ac:spMk id="20" creationId="{9D04A905-AFAD-77A4-0565-D9E77E8F2CAD}"/>
          </ac:spMkLst>
        </pc:spChg>
        <pc:spChg chg="mod">
          <ac:chgData name="黃泳晞-數位金融處-永豐銀行" userId="d24483b1-7db0-4584-b824-353502d8b450" providerId="ADAL" clId="{B06B31F0-320C-48DF-9502-8D0947EDCB73}" dt="2026-02-24T09:09:28.696" v="554" actId="1076"/>
          <ac:spMkLst>
            <pc:docMk/>
            <pc:sldMk cId="4259582015" sldId="2147471195"/>
            <ac:spMk id="21" creationId="{DFB58DE4-2772-0FC8-C343-19E2B1084378}"/>
          </ac:spMkLst>
        </pc:spChg>
        <pc:spChg chg="mod">
          <ac:chgData name="黃泳晞-數位金融處-永豐銀行" userId="d24483b1-7db0-4584-b824-353502d8b450" providerId="ADAL" clId="{B06B31F0-320C-48DF-9502-8D0947EDCB73}" dt="2026-02-24T09:09:28.696" v="554" actId="1076"/>
          <ac:spMkLst>
            <pc:docMk/>
            <pc:sldMk cId="4259582015" sldId="2147471195"/>
            <ac:spMk id="22" creationId="{5C07FB05-1970-52A5-45C7-3B75F39180B9}"/>
          </ac:spMkLst>
        </pc:spChg>
        <pc:spChg chg="mod">
          <ac:chgData name="黃泳晞-數位金融處-永豐銀行" userId="d24483b1-7db0-4584-b824-353502d8b450" providerId="ADAL" clId="{B06B31F0-320C-48DF-9502-8D0947EDCB73}" dt="2026-02-24T09:09:28.696" v="554" actId="1076"/>
          <ac:spMkLst>
            <pc:docMk/>
            <pc:sldMk cId="4259582015" sldId="2147471195"/>
            <ac:spMk id="23" creationId="{C6B63129-CCDA-4BBE-E123-1D1587EE830A}"/>
          </ac:spMkLst>
        </pc:spChg>
        <pc:spChg chg="mod">
          <ac:chgData name="黃泳晞-數位金融處-永豐銀行" userId="d24483b1-7db0-4584-b824-353502d8b450" providerId="ADAL" clId="{B06B31F0-320C-48DF-9502-8D0947EDCB73}" dt="2026-02-24T09:09:28.696" v="554" actId="1076"/>
          <ac:spMkLst>
            <pc:docMk/>
            <pc:sldMk cId="4259582015" sldId="2147471195"/>
            <ac:spMk id="24" creationId="{F3A1AFC9-06EC-58D1-6837-8AF5B97E2FB6}"/>
          </ac:spMkLst>
        </pc:spChg>
        <pc:spChg chg="mod">
          <ac:chgData name="黃泳晞-數位金融處-永豐銀行" userId="d24483b1-7db0-4584-b824-353502d8b450" providerId="ADAL" clId="{B06B31F0-320C-48DF-9502-8D0947EDCB73}" dt="2026-02-24T09:22:01.490" v="699" actId="14100"/>
          <ac:spMkLst>
            <pc:docMk/>
            <pc:sldMk cId="4259582015" sldId="2147471195"/>
            <ac:spMk id="25" creationId="{ED3D2852-C593-9E78-2BE6-86B66A4F218F}"/>
          </ac:spMkLst>
        </pc:spChg>
        <pc:spChg chg="mod">
          <ac:chgData name="黃泳晞-數位金融處-永豐銀行" userId="d24483b1-7db0-4584-b824-353502d8b450" providerId="ADAL" clId="{B06B31F0-320C-48DF-9502-8D0947EDCB73}" dt="2026-02-24T09:22:01.490" v="699" actId="14100"/>
          <ac:spMkLst>
            <pc:docMk/>
            <pc:sldMk cId="4259582015" sldId="2147471195"/>
            <ac:spMk id="27" creationId="{0F2CC86D-48A8-38EE-D123-4877DE8A81BC}"/>
          </ac:spMkLst>
        </pc:spChg>
        <pc:spChg chg="mod">
          <ac:chgData name="黃泳晞-數位金融處-永豐銀行" userId="d24483b1-7db0-4584-b824-353502d8b450" providerId="ADAL" clId="{B06B31F0-320C-48DF-9502-8D0947EDCB73}" dt="2026-02-24T09:22:01.490" v="699" actId="14100"/>
          <ac:spMkLst>
            <pc:docMk/>
            <pc:sldMk cId="4259582015" sldId="2147471195"/>
            <ac:spMk id="29" creationId="{802A1B25-E0F3-D27D-809D-830452BA101F}"/>
          </ac:spMkLst>
        </pc:spChg>
        <pc:spChg chg="mod">
          <ac:chgData name="黃泳晞-數位金融處-永豐銀行" userId="d24483b1-7db0-4584-b824-353502d8b450" providerId="ADAL" clId="{B06B31F0-320C-48DF-9502-8D0947EDCB73}" dt="2026-02-24T08:10:36.395" v="453" actId="554"/>
          <ac:spMkLst>
            <pc:docMk/>
            <pc:sldMk cId="4259582015" sldId="2147471195"/>
            <ac:spMk id="31" creationId="{632EDDC8-B79C-84AC-F7C8-6B8245C73DCE}"/>
          </ac:spMkLst>
        </pc:spChg>
        <pc:spChg chg="mod">
          <ac:chgData name="黃泳晞-數位金融處-永豐銀行" userId="d24483b1-7db0-4584-b824-353502d8b450" providerId="ADAL" clId="{B06B31F0-320C-48DF-9502-8D0947EDCB73}" dt="2026-02-24T09:21:31.431" v="694" actId="1076"/>
          <ac:spMkLst>
            <pc:docMk/>
            <pc:sldMk cId="4259582015" sldId="2147471195"/>
            <ac:spMk id="32" creationId="{353E7913-FFF3-1BA1-FC51-0AE891F6A411}"/>
          </ac:spMkLst>
        </pc:spChg>
        <pc:spChg chg="mod">
          <ac:chgData name="黃泳晞-數位金融處-永豐銀行" userId="d24483b1-7db0-4584-b824-353502d8b450" providerId="ADAL" clId="{B06B31F0-320C-48DF-9502-8D0947EDCB73}" dt="2026-02-24T09:21:46.286" v="697" actId="1076"/>
          <ac:spMkLst>
            <pc:docMk/>
            <pc:sldMk cId="4259582015" sldId="2147471195"/>
            <ac:spMk id="33" creationId="{F9D4671E-FB63-37A9-43D2-DD248B0818F9}"/>
          </ac:spMkLst>
        </pc:spChg>
        <pc:spChg chg="mod">
          <ac:chgData name="黃泳晞-數位金融處-永豐銀行" userId="d24483b1-7db0-4584-b824-353502d8b450" providerId="ADAL" clId="{B06B31F0-320C-48DF-9502-8D0947EDCB73}" dt="2026-02-24T09:18:20.471" v="665" actId="20577"/>
          <ac:spMkLst>
            <pc:docMk/>
            <pc:sldMk cId="4259582015" sldId="2147471195"/>
            <ac:spMk id="34" creationId="{456F8425-9201-9A0B-907C-C60C631AE7C2}"/>
          </ac:spMkLst>
        </pc:spChg>
        <pc:grpChg chg="mod">
          <ac:chgData name="黃泳晞-數位金融處-永豐銀行" userId="d24483b1-7db0-4584-b824-353502d8b450" providerId="ADAL" clId="{B06B31F0-320C-48DF-9502-8D0947EDCB73}" dt="2026-02-24T09:21:37.333" v="696" actId="1076"/>
          <ac:grpSpMkLst>
            <pc:docMk/>
            <pc:sldMk cId="4259582015" sldId="2147471195"/>
            <ac:grpSpMk id="15" creationId="{67261278-2BC5-432C-E815-195FADCA4984}"/>
          </ac:grpSpMkLst>
        </pc:grpChg>
        <pc:picChg chg="mod">
          <ac:chgData name="黃泳晞-數位金融處-永豐銀行" userId="d24483b1-7db0-4584-b824-353502d8b450" providerId="ADAL" clId="{B06B31F0-320C-48DF-9502-8D0947EDCB73}" dt="2026-02-24T09:09:28.696" v="554" actId="1076"/>
          <ac:picMkLst>
            <pc:docMk/>
            <pc:sldMk cId="4259582015" sldId="2147471195"/>
            <ac:picMk id="4" creationId="{006EDF2F-D1A3-F78E-8712-A268AED9CCF8}"/>
          </ac:picMkLst>
        </pc:picChg>
        <pc:picChg chg="mod">
          <ac:chgData name="黃泳晞-數位金融處-永豐銀行" userId="d24483b1-7db0-4584-b824-353502d8b450" providerId="ADAL" clId="{B06B31F0-320C-48DF-9502-8D0947EDCB73}" dt="2026-02-24T09:05:25.770" v="533" actId="554"/>
          <ac:picMkLst>
            <pc:docMk/>
            <pc:sldMk cId="4259582015" sldId="2147471195"/>
            <ac:picMk id="26" creationId="{134E1E57-C683-3353-9D15-79B7D61C55A6}"/>
          </ac:picMkLst>
        </pc:picChg>
        <pc:picChg chg="mod">
          <ac:chgData name="黃泳晞-數位金融處-永豐銀行" userId="d24483b1-7db0-4584-b824-353502d8b450" providerId="ADAL" clId="{B06B31F0-320C-48DF-9502-8D0947EDCB73}" dt="2026-02-24T09:09:28.696" v="554" actId="1076"/>
          <ac:picMkLst>
            <pc:docMk/>
            <pc:sldMk cId="4259582015" sldId="2147471195"/>
            <ac:picMk id="28" creationId="{21BC9CD6-D54B-1474-409D-4165202AA958}"/>
          </ac:picMkLst>
        </pc:picChg>
        <pc:picChg chg="mod">
          <ac:chgData name="黃泳晞-數位金融處-永豐銀行" userId="d24483b1-7db0-4584-b824-353502d8b450" providerId="ADAL" clId="{B06B31F0-320C-48DF-9502-8D0947EDCB73}" dt="2026-02-24T09:07:22.118" v="542" actId="1076"/>
          <ac:picMkLst>
            <pc:docMk/>
            <pc:sldMk cId="4259582015" sldId="2147471195"/>
            <ac:picMk id="30" creationId="{B7F67099-0F17-38DA-7252-43B88493D2EB}"/>
          </ac:picMkLst>
        </pc:picChg>
      </pc:sldChg>
      <pc:sldChg chg="addSp modSp new mod ord modClrScheme chgLayout">
        <pc:chgData name="黃泳晞-數位金融處-永豐銀行" userId="d24483b1-7db0-4584-b824-353502d8b450" providerId="ADAL" clId="{B06B31F0-320C-48DF-9502-8D0947EDCB73}" dt="2026-02-25T08:31:42.382" v="3209" actId="948"/>
        <pc:sldMkLst>
          <pc:docMk/>
          <pc:sldMk cId="3851381492" sldId="2147471196"/>
        </pc:sldMkLst>
        <pc:spChg chg="mod ord">
          <ac:chgData name="黃泳晞-數位金融處-永豐銀行" userId="d24483b1-7db0-4584-b824-353502d8b450" providerId="ADAL" clId="{B06B31F0-320C-48DF-9502-8D0947EDCB73}" dt="2026-02-25T02:31:58.197" v="1343" actId="700"/>
          <ac:spMkLst>
            <pc:docMk/>
            <pc:sldMk cId="3851381492" sldId="2147471196"/>
            <ac:spMk id="2" creationId="{6279A8E7-C0CD-400A-7303-4341686C331A}"/>
          </ac:spMkLst>
        </pc:spChg>
        <pc:spChg chg="add mod ord">
          <ac:chgData name="黃泳晞-數位金融處-永豐銀行" userId="d24483b1-7db0-4584-b824-353502d8b450" providerId="ADAL" clId="{B06B31F0-320C-48DF-9502-8D0947EDCB73}" dt="2026-02-25T08:31:42.382" v="3209" actId="948"/>
          <ac:spMkLst>
            <pc:docMk/>
            <pc:sldMk cId="3851381492" sldId="2147471196"/>
            <ac:spMk id="3" creationId="{FAFEBCB7-E89F-9200-B2E9-6CA25FDFF8FE}"/>
          </ac:spMkLst>
        </pc:spChg>
      </pc:sldChg>
      <pc:sldChg chg="new del">
        <pc:chgData name="黃泳晞-數位金融處-永豐銀行" userId="d24483b1-7db0-4584-b824-353502d8b450" providerId="ADAL" clId="{B06B31F0-320C-48DF-9502-8D0947EDCB73}" dt="2026-02-25T09:08:40.994" v="3219" actId="47"/>
        <pc:sldMkLst>
          <pc:docMk/>
          <pc:sldMk cId="4053966155" sldId="2147471197"/>
        </pc:sldMkLst>
      </pc:sldChg>
      <pc:sldChg chg="modSp mod">
        <pc:chgData name="黃泳晞-數位金融處-永豐銀行" userId="d24483b1-7db0-4584-b824-353502d8b450" providerId="ADAL" clId="{B06B31F0-320C-48DF-9502-8D0947EDCB73}" dt="2026-03-04T00:50:42.774" v="3236" actId="20577"/>
        <pc:sldMkLst>
          <pc:docMk/>
          <pc:sldMk cId="1554846421" sldId="2147471200"/>
        </pc:sldMkLst>
        <pc:spChg chg="mod">
          <ac:chgData name="黃泳晞-數位金融處-永豐銀行" userId="d24483b1-7db0-4584-b824-353502d8b450" providerId="ADAL" clId="{B06B31F0-320C-48DF-9502-8D0947EDCB73}" dt="2026-03-04T00:50:42.774" v="3236" actId="20577"/>
          <ac:spMkLst>
            <pc:docMk/>
            <pc:sldMk cId="1554846421" sldId="2147471200"/>
            <ac:spMk id="3" creationId="{08B482DE-4E6F-193D-4B5C-2A6B509BB97F}"/>
          </ac:spMkLst>
        </pc:spChg>
      </pc:sldChg>
      <pc:sldMasterChg chg="addSldLayout delSldLayout">
        <pc:chgData name="黃泳晞-數位金融處-永豐銀行" userId="d24483b1-7db0-4584-b824-353502d8b450" providerId="ADAL" clId="{B06B31F0-320C-48DF-9502-8D0947EDCB73}" dt="2026-02-25T02:30:36.177" v="1326" actId="47"/>
        <pc:sldMasterMkLst>
          <pc:docMk/>
          <pc:sldMasterMk cId="0" sldId="2147483648"/>
        </pc:sldMasterMkLst>
        <pc:sldLayoutChg chg="add del">
          <pc:chgData name="黃泳晞-數位金融處-永豐銀行" userId="d24483b1-7db0-4584-b824-353502d8b450" providerId="ADAL" clId="{B06B31F0-320C-48DF-9502-8D0947EDCB73}" dt="2026-02-25T02:30:36.177" v="1326" actId="47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  <pc:docChgLst>
    <pc:chgData name="周立筠-數據應用部-永豐金證券" userId="ee349c15-f274-43a3-b0c9-48d528d95247" providerId="ADAL" clId="{3FB2CB3A-96A0-4538-BF95-B43B96849497}"/>
    <pc:docChg chg="undo custSel addSld modSld sldOrd">
      <pc:chgData name="周立筠-數據應用部-永豐金證券" userId="ee349c15-f274-43a3-b0c9-48d528d95247" providerId="ADAL" clId="{3FB2CB3A-96A0-4538-BF95-B43B96849497}" dt="2024-09-06T07:42:04.870" v="136" actId="20577"/>
      <pc:docMkLst>
        <pc:docMk/>
      </pc:docMkLst>
      <pc:sldChg chg="modSp ord">
        <pc:chgData name="周立筠-數據應用部-永豐金證券" userId="ee349c15-f274-43a3-b0c9-48d528d95247" providerId="ADAL" clId="{3FB2CB3A-96A0-4538-BF95-B43B96849497}" dt="2024-09-06T07:32:13.670" v="14" actId="20577"/>
        <pc:sldMkLst>
          <pc:docMk/>
          <pc:sldMk cId="2022153893" sldId="295"/>
        </pc:sldMkLst>
      </pc:sldChg>
      <pc:sldChg chg="ord">
        <pc:chgData name="周立筠-數據應用部-永豐金證券" userId="ee349c15-f274-43a3-b0c9-48d528d95247" providerId="ADAL" clId="{3FB2CB3A-96A0-4538-BF95-B43B96849497}" dt="2024-09-06T07:29:51.430" v="5" actId="20577"/>
        <pc:sldMkLst>
          <pc:docMk/>
          <pc:sldMk cId="4245503187" sldId="2147471171"/>
        </pc:sldMkLst>
      </pc:sldChg>
      <pc:sldChg chg="addSp delSp modSp add">
        <pc:chgData name="周立筠-數據應用部-永豐金證券" userId="ee349c15-f274-43a3-b0c9-48d528d95247" providerId="ADAL" clId="{3FB2CB3A-96A0-4538-BF95-B43B96849497}" dt="2024-09-06T07:31:40.591" v="11" actId="14734"/>
        <pc:sldMkLst>
          <pc:docMk/>
          <pc:sldMk cId="1504610650" sldId="2147471172"/>
        </pc:sldMkLst>
      </pc:sldChg>
      <pc:sldChg chg="addSp delSp modSp add">
        <pc:chgData name="周立筠-數據應用部-永豐金證券" userId="ee349c15-f274-43a3-b0c9-48d528d95247" providerId="ADAL" clId="{3FB2CB3A-96A0-4538-BF95-B43B96849497}" dt="2024-09-06T07:42:04.870" v="136" actId="20577"/>
        <pc:sldMkLst>
          <pc:docMk/>
          <pc:sldMk cId="3155411272" sldId="2147471173"/>
        </pc:sldMkLst>
      </pc:sldChg>
    </pc:docChg>
  </pc:docChgLst>
  <pc:docChgLst>
    <pc:chgData name="陳韋樺-數位科技處-永豐金控" userId="701130e9-61c9-4993-9d2b-72f9303521e5" providerId="ADAL" clId="{80DAA328-AAE6-42A8-AA4F-C352BC19A94D}"/>
    <pc:docChg chg="undo custSel modSld">
      <pc:chgData name="陳韋樺-數位科技處-永豐金控" userId="701130e9-61c9-4993-9d2b-72f9303521e5" providerId="ADAL" clId="{80DAA328-AAE6-42A8-AA4F-C352BC19A94D}" dt="2025-07-08T01:43:26.008" v="4" actId="20577"/>
      <pc:docMkLst>
        <pc:docMk/>
      </pc:docMkLst>
      <pc:sldChg chg="modSp mod">
        <pc:chgData name="陳韋樺-數位科技處-永豐金控" userId="701130e9-61c9-4993-9d2b-72f9303521e5" providerId="ADAL" clId="{80DAA328-AAE6-42A8-AA4F-C352BC19A94D}" dt="2025-07-08T01:43:26.008" v="4" actId="20577"/>
        <pc:sldMkLst>
          <pc:docMk/>
          <pc:sldMk cId="0" sldId="256"/>
        </pc:sldMkLst>
      </pc:sldChg>
    </pc:docChg>
  </pc:docChgLst>
  <pc:docChgLst>
    <pc:chgData name="張天豪-數位金融處-永豐銀行" userId="0d835702-99c9-4ef6-82d8-3ca86d4ccc15" providerId="ADAL" clId="{D2AF67AB-EFE6-5583-B6E8-67F78036965D}"/>
    <pc:docChg chg="custSel addSld delSld modSld modSection">
      <pc:chgData name="張天豪-數位金融處-永豐銀行" userId="0d835702-99c9-4ef6-82d8-3ca86d4ccc15" providerId="ADAL" clId="{D2AF67AB-EFE6-5583-B6E8-67F78036965D}" dt="2025-09-15T05:42:40.118" v="2" actId="2696"/>
      <pc:docMkLst>
        <pc:docMk/>
      </pc:docMkLst>
      <pc:sldChg chg="addSp delSp modSp new del mod chgLayout">
        <pc:chgData name="張天豪-數位金融處-永豐銀行" userId="0d835702-99c9-4ef6-82d8-3ca86d4ccc15" providerId="ADAL" clId="{D2AF67AB-EFE6-5583-B6E8-67F78036965D}" dt="2025-09-15T05:42:40.118" v="2" actId="2696"/>
        <pc:sldMkLst>
          <pc:docMk/>
          <pc:sldMk cId="4260387952" sldId="2147471190"/>
        </pc:sldMkLst>
      </pc:sldChg>
    </pc:docChg>
  </pc:docChgLst>
  <pc:docChgLst>
    <pc:chgData name="張天豪-數位金融處-永豐銀行" userId="0d835702-99c9-4ef6-82d8-3ca86d4ccc15" providerId="ADAL" clId="{3535DB18-1BBF-46AC-A302-CA4DEF9EDE65}"/>
    <pc:docChg chg="undo custSel modSld modMainMaster">
      <pc:chgData name="張天豪-數位金融處-永豐銀行" userId="0d835702-99c9-4ef6-82d8-3ca86d4ccc15" providerId="ADAL" clId="{3535DB18-1BBF-46AC-A302-CA4DEF9EDE65}" dt="2024-08-27T06:35:43.088" v="30" actId="478"/>
      <pc:docMkLst>
        <pc:docMk/>
      </pc:docMkLst>
      <pc:sldChg chg="modSp mod addCm">
        <pc:chgData name="張天豪-數位金融處-永豐銀行" userId="0d835702-99c9-4ef6-82d8-3ca86d4ccc15" providerId="ADAL" clId="{3535DB18-1BBF-46AC-A302-CA4DEF9EDE65}" dt="2024-08-27T06:35:05.491" v="23" actId="15"/>
        <pc:sldMkLst>
          <pc:docMk/>
          <pc:sldMk cId="0" sldId="258"/>
        </pc:sldMkLst>
      </pc:sldChg>
      <pc:sldMasterChg chg="modSldLayout">
        <pc:chgData name="張天豪-數位金融處-永豐銀行" userId="0d835702-99c9-4ef6-82d8-3ca86d4ccc15" providerId="ADAL" clId="{3535DB18-1BBF-46AC-A302-CA4DEF9EDE65}" dt="2024-08-27T06:35:43.088" v="30" actId="478"/>
        <pc:sldMasterMkLst>
          <pc:docMk/>
          <pc:sldMasterMk cId="0" sldId="2147483648"/>
        </pc:sldMasterMkLst>
        <pc:sldLayoutChg chg="addSp delSp modSp mod">
          <pc:chgData name="張天豪-數位金融處-永豐銀行" userId="0d835702-99c9-4ef6-82d8-3ca86d4ccc15" providerId="ADAL" clId="{3535DB18-1BBF-46AC-A302-CA4DEF9EDE65}" dt="2024-08-27T06:35:43.088" v="30" actId="478"/>
          <pc:sldLayoutMkLst>
            <pc:docMk/>
            <pc:sldMasterMk cId="0" sldId="2147483648"/>
            <pc:sldLayoutMk cId="0" sldId="2147483652"/>
          </pc:sldLayoutMkLst>
        </pc:sldLayoutChg>
      </pc:sldMasterChg>
    </pc:docChg>
  </pc:docChgLst>
  <pc:docChgLst>
    <pc:chgData name="傅安-數位金融處-永豐銀行" userId="c8345a55-179c-4faf-b159-cca2c6631c14" providerId="ADAL" clId="{E1FFCD7C-0205-415A-938E-C70C935D38B7}"/>
    <pc:docChg chg="undo custSel addSld delSld modSection">
      <pc:chgData name="傅安-數位金融處-永豐銀行" userId="c8345a55-179c-4faf-b159-cca2c6631c14" providerId="ADAL" clId="{E1FFCD7C-0205-415A-938E-C70C935D38B7}" dt="2025-10-31T09:22:15.910" v="1" actId="47"/>
      <pc:docMkLst>
        <pc:docMk/>
      </pc:docMkLst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57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58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59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0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1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2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4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2406361714" sldId="292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3467411777" sldId="2147471189"/>
        </pc:sldMkLst>
      </pc:sldChg>
    </pc:docChg>
  </pc:docChgLst>
  <pc:docChgLst>
    <pc:chgData name="張天豪-數位金融處-永豐銀行" userId="0d835702-99c9-4ef6-82d8-3ca86d4ccc15" providerId="ADAL" clId="{13649D83-BEB4-0446-824D-B84D0069EC2E}"/>
    <pc:docChg chg="undo custSel addSld modSld sldOrd modSection">
      <pc:chgData name="張天豪-數位金融處-永豐銀行" userId="0d835702-99c9-4ef6-82d8-3ca86d4ccc15" providerId="ADAL" clId="{13649D83-BEB4-0446-824D-B84D0069EC2E}" dt="2024-09-30T06:06:32.388" v="718" actId="404"/>
      <pc:docMkLst>
        <pc:docMk/>
      </pc:docMkLst>
      <pc:sldChg chg="modSp mod">
        <pc:chgData name="張天豪-數位金融處-永豐銀行" userId="0d835702-99c9-4ef6-82d8-3ca86d4ccc15" providerId="ADAL" clId="{13649D83-BEB4-0446-824D-B84D0069EC2E}" dt="2024-09-30T06:05:54.645" v="708" actId="6549"/>
        <pc:sldMkLst>
          <pc:docMk/>
          <pc:sldMk cId="0" sldId="258"/>
        </pc:sldMkLst>
      </pc:sldChg>
      <pc:sldChg chg="modSp mod">
        <pc:chgData name="張天豪-數位金融處-永豐銀行" userId="0d835702-99c9-4ef6-82d8-3ca86d4ccc15" providerId="ADAL" clId="{13649D83-BEB4-0446-824D-B84D0069EC2E}" dt="2024-09-22T01:12:10.917" v="128" actId="14734"/>
        <pc:sldMkLst>
          <pc:docMk/>
          <pc:sldMk cId="0" sldId="262"/>
        </pc:sldMkLst>
      </pc:sldChg>
      <pc:sldChg chg="modSp mod">
        <pc:chgData name="張天豪-數位金融處-永豐銀行" userId="0d835702-99c9-4ef6-82d8-3ca86d4ccc15" providerId="ADAL" clId="{13649D83-BEB4-0446-824D-B84D0069EC2E}" dt="2024-09-22T01:05:29.023" v="3" actId="15"/>
        <pc:sldMkLst>
          <pc:docMk/>
          <pc:sldMk cId="4191026547" sldId="299"/>
        </pc:sldMkLst>
      </pc:sldChg>
      <pc:sldChg chg="modSp mod">
        <pc:chgData name="張天豪-數位金融處-永豐銀行" userId="0d835702-99c9-4ef6-82d8-3ca86d4ccc15" providerId="ADAL" clId="{13649D83-BEB4-0446-824D-B84D0069EC2E}" dt="2024-09-22T01:16:48.728" v="140" actId="20577"/>
        <pc:sldMkLst>
          <pc:docMk/>
          <pc:sldMk cId="393315683" sldId="2147471185"/>
        </pc:sldMkLst>
      </pc:sldChg>
      <pc:sldChg chg="addSp delSp modSp new mod modClrScheme chgLayout">
        <pc:chgData name="張天豪-數位金融處-永豐銀行" userId="0d835702-99c9-4ef6-82d8-3ca86d4ccc15" providerId="ADAL" clId="{13649D83-BEB4-0446-824D-B84D0069EC2E}" dt="2024-09-30T06:06:32.388" v="718" actId="404"/>
        <pc:sldMkLst>
          <pc:docMk/>
          <pc:sldMk cId="4060586183" sldId="2147471188"/>
        </pc:sldMkLst>
      </pc:sldChg>
      <pc:sldChg chg="modSp mod">
        <pc:chgData name="張天豪-數位金融處-永豐銀行" userId="0d835702-99c9-4ef6-82d8-3ca86d4ccc15" providerId="ADAL" clId="{13649D83-BEB4-0446-824D-B84D0069EC2E}" dt="2024-09-30T06:05:26.038" v="680" actId="255"/>
        <pc:sldMkLst>
          <pc:docMk/>
          <pc:sldMk cId="3467411777" sldId="2147471189"/>
        </pc:sldMkLst>
      </pc:sldChg>
    </pc:docChg>
  </pc:docChgLst>
  <pc:docChgLst>
    <pc:chgData name="吳憲驊-人力資源處-永豐銀行" userId="S::simonwu@sinopac.com::c372d5aa-c765-4280-a5c9-548c4152a5d4" providerId="AD" clId="Web-{566E13FB-08C0-32D8-F6D2-084C6563C8D8}"/>
    <pc:docChg chg="modSld">
      <pc:chgData name="吳憲驊-人力資源處-永豐銀行" userId="S::simonwu@sinopac.com::c372d5aa-c765-4280-a5c9-548c4152a5d4" providerId="AD" clId="Web-{566E13FB-08C0-32D8-F6D2-084C6563C8D8}" dt="2024-08-29T09:14:57.922" v="14" actId="20577"/>
      <pc:docMkLst>
        <pc:docMk/>
      </pc:docMkLst>
      <pc:sldChg chg="modSp">
        <pc:chgData name="吳憲驊-人力資源處-永豐銀行" userId="S::simonwu@sinopac.com::c372d5aa-c765-4280-a5c9-548c4152a5d4" providerId="AD" clId="Web-{566E13FB-08C0-32D8-F6D2-084C6563C8D8}" dt="2024-08-29T09:14:57.922" v="14" actId="20577"/>
        <pc:sldMkLst>
          <pc:docMk/>
          <pc:sldMk cId="2022153893" sldId="295"/>
        </pc:sldMkLst>
      </pc:sldChg>
    </pc:docChg>
  </pc:docChgLst>
  <pc:docChgLst>
    <pc:chgData name="吳憲驊-人力資源處-永豐銀行" userId="c372d5aa-c765-4280-a5c9-548c4152a5d4" providerId="ADAL" clId="{EBE3A055-FF26-45CD-9847-CB698884E610}"/>
    <pc:docChg chg="undo redo custSel addSld delSld modSld sldOrd modMainMaster addSection delSection modSection">
      <pc:chgData name="吳憲驊-人力資源處-永豐銀行" userId="c372d5aa-c765-4280-a5c9-548c4152a5d4" providerId="ADAL" clId="{EBE3A055-FF26-45CD-9847-CB698884E610}" dt="2024-09-30T06:05:20.298" v="4408" actId="404"/>
      <pc:docMkLst>
        <pc:docMk/>
      </pc:docMkLst>
      <pc:sldChg chg="modSp mod">
        <pc:chgData name="吳憲驊-人力資源處-永豐銀行" userId="c372d5aa-c765-4280-a5c9-548c4152a5d4" providerId="ADAL" clId="{EBE3A055-FF26-45CD-9847-CB698884E610}" dt="2024-09-06T01:52:09.293" v="932" actId="948"/>
        <pc:sldMkLst>
          <pc:docMk/>
          <pc:sldMk cId="0" sldId="256"/>
        </pc:sldMkLst>
      </pc:sldChg>
      <pc:sldChg chg="addSp delSp modSp mod modClrScheme delCm chgLayout">
        <pc:chgData name="吳憲驊-人力資源處-永豐銀行" userId="c372d5aa-c765-4280-a5c9-548c4152a5d4" providerId="ADAL" clId="{EBE3A055-FF26-45CD-9847-CB698884E610}" dt="2024-09-30T03:54:33.357" v="4288" actId="700"/>
        <pc:sldMkLst>
          <pc:docMk/>
          <pc:sldMk cId="0" sldId="258"/>
        </pc:sldMkLst>
      </pc:sldChg>
      <pc:sldChg chg="modSp mod">
        <pc:chgData name="吳憲驊-人力資源處-永豐銀行" userId="c372d5aa-c765-4280-a5c9-548c4152a5d4" providerId="ADAL" clId="{EBE3A055-FF26-45CD-9847-CB698884E610}" dt="2024-09-30T03:30:19.007" v="3758" actId="207"/>
        <pc:sldMkLst>
          <pc:docMk/>
          <pc:sldMk cId="0" sldId="259"/>
        </pc:sldMkLst>
      </pc:sldChg>
      <pc:sldChg chg="modSp mod">
        <pc:chgData name="吳憲驊-人力資源處-永豐銀行" userId="c372d5aa-c765-4280-a5c9-548c4152a5d4" providerId="ADAL" clId="{EBE3A055-FF26-45CD-9847-CB698884E610}" dt="2024-09-30T03:30:24.098" v="3760" actId="404"/>
        <pc:sldMkLst>
          <pc:docMk/>
          <pc:sldMk cId="0" sldId="260"/>
        </pc:sldMkLst>
      </pc:sldChg>
      <pc:sldChg chg="modSp mod">
        <pc:chgData name="吳憲驊-人力資源處-永豐銀行" userId="c372d5aa-c765-4280-a5c9-548c4152a5d4" providerId="ADAL" clId="{EBE3A055-FF26-45CD-9847-CB698884E610}" dt="2024-09-30T03:30:26.553" v="3762" actId="404"/>
        <pc:sldMkLst>
          <pc:docMk/>
          <pc:sldMk cId="0" sldId="261"/>
        </pc:sldMkLst>
      </pc:sldChg>
      <pc:sldChg chg="modSp mod">
        <pc:chgData name="吳憲驊-人力資源處-永豐銀行" userId="c372d5aa-c765-4280-a5c9-548c4152a5d4" providerId="ADAL" clId="{EBE3A055-FF26-45CD-9847-CB698884E610}" dt="2024-09-30T03:16:45.585" v="3597" actId="404"/>
        <pc:sldMkLst>
          <pc:docMk/>
          <pc:sldMk cId="0" sldId="262"/>
        </pc:sldMkLst>
      </pc:sldChg>
      <pc:sldChg chg="modSp del mod">
        <pc:chgData name="吳憲驊-人力資源處-永豐銀行" userId="c372d5aa-c765-4280-a5c9-548c4152a5d4" providerId="ADAL" clId="{EBE3A055-FF26-45CD-9847-CB698884E610}" dt="2024-09-06T10:03:19.657" v="2377" actId="47"/>
        <pc:sldMkLst>
          <pc:docMk/>
          <pc:sldMk cId="0" sldId="263"/>
        </pc:sldMkLst>
      </pc:sldChg>
      <pc:sldChg chg="ord">
        <pc:chgData name="吳憲驊-人力資源處-永豐銀行" userId="c372d5aa-c765-4280-a5c9-548c4152a5d4" providerId="ADAL" clId="{EBE3A055-FF26-45CD-9847-CB698884E610}" dt="2024-09-06T10:05:31.351" v="2385" actId="404"/>
        <pc:sldMkLst>
          <pc:docMk/>
          <pc:sldMk cId="0" sldId="264"/>
        </pc:sldMkLst>
      </pc:sldChg>
      <pc:sldChg chg="modSp del mod ord">
        <pc:chgData name="吳憲驊-人力資源處-永豐銀行" userId="c372d5aa-c765-4280-a5c9-548c4152a5d4" providerId="ADAL" clId="{EBE3A055-FF26-45CD-9847-CB698884E610}" dt="2024-09-06T10:08:06.584" v="2435" actId="47"/>
        <pc:sldMkLst>
          <pc:docMk/>
          <pc:sldMk cId="0" sldId="265"/>
        </pc:sldMkLst>
      </pc:sldChg>
      <pc:sldChg chg="modSp mod">
        <pc:chgData name="吳憲驊-人力資源處-永豐銀行" userId="c372d5aa-c765-4280-a5c9-548c4152a5d4" providerId="ADAL" clId="{EBE3A055-FF26-45CD-9847-CB698884E610}" dt="2024-09-06T02:41:12.502" v="1440" actId="404"/>
        <pc:sldMkLst>
          <pc:docMk/>
          <pc:sldMk cId="0" sldId="266"/>
        </pc:sldMkLst>
      </pc:sldChg>
      <pc:sldChg chg="modSp mod">
        <pc:chgData name="吳憲驊-人力資源處-永豐銀行" userId="c372d5aa-c765-4280-a5c9-548c4152a5d4" providerId="ADAL" clId="{EBE3A055-FF26-45CD-9847-CB698884E610}" dt="2024-09-06T09:10:15.245" v="1774" actId="108"/>
        <pc:sldMkLst>
          <pc:docMk/>
          <pc:sldMk cId="0" sldId="267"/>
        </pc:sldMkLst>
      </pc:sldChg>
      <pc:sldChg chg="modSp mod">
        <pc:chgData name="吳憲驊-人力資源處-永豐銀行" userId="c372d5aa-c765-4280-a5c9-548c4152a5d4" providerId="ADAL" clId="{EBE3A055-FF26-45CD-9847-CB698884E610}" dt="2024-09-06T02:17:10.131" v="1114" actId="20577"/>
        <pc:sldMkLst>
          <pc:docMk/>
          <pc:sldMk cId="0" sldId="268"/>
        </pc:sldMkLst>
      </pc:sldChg>
      <pc:sldChg chg="modSp del mod">
        <pc:chgData name="吳憲驊-人力資源處-永豐銀行" userId="c372d5aa-c765-4280-a5c9-548c4152a5d4" providerId="ADAL" clId="{EBE3A055-FF26-45CD-9847-CB698884E610}" dt="2024-09-06T03:13:40.576" v="1639" actId="47"/>
        <pc:sldMkLst>
          <pc:docMk/>
          <pc:sldMk cId="0" sldId="269"/>
        </pc:sldMkLst>
      </pc:sldChg>
      <pc:sldChg chg="modSp del mod">
        <pc:chgData name="吳憲驊-人力資源處-永豐銀行" userId="c372d5aa-c765-4280-a5c9-548c4152a5d4" providerId="ADAL" clId="{EBE3A055-FF26-45CD-9847-CB698884E610}" dt="2024-09-06T03:13:47.944" v="1640" actId="47"/>
        <pc:sldMkLst>
          <pc:docMk/>
          <pc:sldMk cId="0" sldId="270"/>
        </pc:sldMkLst>
      </pc:sldChg>
      <pc:sldChg chg="modSp mod">
        <pc:chgData name="吳憲驊-人力資源處-永豐銀行" userId="c372d5aa-c765-4280-a5c9-548c4152a5d4" providerId="ADAL" clId="{EBE3A055-FF26-45CD-9847-CB698884E610}" dt="2024-09-30T03:34:57.167" v="3786" actId="207"/>
        <pc:sldMkLst>
          <pc:docMk/>
          <pc:sldMk cId="0" sldId="271"/>
        </pc:sldMkLst>
      </pc:sldChg>
      <pc:sldChg chg="del">
        <pc:chgData name="吳憲驊-人力資源處-永豐銀行" userId="c372d5aa-c765-4280-a5c9-548c4152a5d4" providerId="ADAL" clId="{EBE3A055-FF26-45CD-9847-CB698884E610}" dt="2024-09-06T02:06:21.412" v="959" actId="47"/>
        <pc:sldMkLst>
          <pc:docMk/>
          <pc:sldMk cId="0" sldId="272"/>
        </pc:sldMkLst>
      </pc:sldChg>
      <pc:sldChg chg="del">
        <pc:chgData name="吳憲驊-人力資源處-永豐銀行" userId="c372d5aa-c765-4280-a5c9-548c4152a5d4" providerId="ADAL" clId="{EBE3A055-FF26-45CD-9847-CB698884E610}" dt="2024-09-06T02:06:22.515" v="960" actId="47"/>
        <pc:sldMkLst>
          <pc:docMk/>
          <pc:sldMk cId="0" sldId="273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4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5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6"/>
        </pc:sldMkLst>
      </pc:sldChg>
      <pc:sldChg chg="modSp del mod ord">
        <pc:chgData name="吳憲驊-人力資源處-永豐銀行" userId="c372d5aa-c765-4280-a5c9-548c4152a5d4" providerId="ADAL" clId="{EBE3A055-FF26-45CD-9847-CB698884E610}" dt="2024-09-06T03:23:38.051" v="1729" actId="47"/>
        <pc:sldMkLst>
          <pc:docMk/>
          <pc:sldMk cId="0" sldId="277"/>
        </pc:sldMkLst>
      </pc:sldChg>
      <pc:sldChg chg="modSp del mod">
        <pc:chgData name="吳憲驊-人力資源處-永豐銀行" userId="c372d5aa-c765-4280-a5c9-548c4152a5d4" providerId="ADAL" clId="{EBE3A055-FF26-45CD-9847-CB698884E610}" dt="2024-09-06T02:06:25.232" v="961" actId="47"/>
        <pc:sldMkLst>
          <pc:docMk/>
          <pc:sldMk cId="0" sldId="278"/>
        </pc:sldMkLst>
      </pc:sldChg>
      <pc:sldChg chg="del">
        <pc:chgData name="吳憲驊-人力資源處-永豐銀行" userId="c372d5aa-c765-4280-a5c9-548c4152a5d4" providerId="ADAL" clId="{EBE3A055-FF26-45CD-9847-CB698884E610}" dt="2024-09-06T02:06:26.187" v="962" actId="47"/>
        <pc:sldMkLst>
          <pc:docMk/>
          <pc:sldMk cId="0" sldId="279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3:17.105" v="4374" actId="14100"/>
        <pc:sldMkLst>
          <pc:docMk/>
          <pc:sldMk cId="0" sldId="281"/>
        </pc:sldMkLst>
      </pc:sldChg>
      <pc:sldChg chg="modSp mod">
        <pc:chgData name="吳憲驊-人力資源處-永豐銀行" userId="c372d5aa-c765-4280-a5c9-548c4152a5d4" providerId="ADAL" clId="{EBE3A055-FF26-45CD-9847-CB698884E610}" dt="2024-09-24T01:16:46.073" v="2669" actId="1076"/>
        <pc:sldMkLst>
          <pc:docMk/>
          <pc:sldMk cId="0" sldId="282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5:20.298" v="4408" actId="404"/>
        <pc:sldMkLst>
          <pc:docMk/>
          <pc:sldMk cId="0" sldId="286"/>
        </pc:sldMkLst>
      </pc:sldChg>
      <pc:sldChg chg="modSp mod">
        <pc:chgData name="吳憲驊-人力資源處-永豐銀行" userId="c372d5aa-c765-4280-a5c9-548c4152a5d4" providerId="ADAL" clId="{EBE3A055-FF26-45CD-9847-CB698884E610}" dt="2024-09-30T03:32:58.465" v="3765" actId="20577"/>
        <pc:sldMkLst>
          <pc:docMk/>
          <pc:sldMk cId="0" sldId="287"/>
        </pc:sldMkLst>
      </pc:sldChg>
      <pc:sldChg chg="modSp mod">
        <pc:chgData name="吳憲驊-人力資源處-永豐銀行" userId="c372d5aa-c765-4280-a5c9-548c4152a5d4" providerId="ADAL" clId="{EBE3A055-FF26-45CD-9847-CB698884E610}" dt="2024-09-30T03:33:00.811" v="3766" actId="20577"/>
        <pc:sldMkLst>
          <pc:docMk/>
          <pc:sldMk cId="0" sldId="288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5:17.629" v="4406" actId="700"/>
        <pc:sldMkLst>
          <pc:docMk/>
          <pc:sldMk cId="0" sldId="289"/>
        </pc:sldMkLst>
      </pc:sldChg>
      <pc:sldChg chg="modSp mod">
        <pc:chgData name="吳憲驊-人力資源處-永豐銀行" userId="c372d5aa-c765-4280-a5c9-548c4152a5d4" providerId="ADAL" clId="{EBE3A055-FF26-45CD-9847-CB698884E610}" dt="2024-09-30T03:33:17.758" v="3768" actId="20577"/>
        <pc:sldMkLst>
          <pc:docMk/>
          <pc:sldMk cId="0" sldId="290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3:53.989" v="4385" actId="404"/>
        <pc:sldMkLst>
          <pc:docMk/>
          <pc:sldMk cId="2697488364" sldId="291"/>
        </pc:sldMkLst>
      </pc:sldChg>
      <pc:sldChg chg="addSp delSp modSp mod ord">
        <pc:chgData name="吳憲驊-人力資源處-永豐銀行" userId="c372d5aa-c765-4280-a5c9-548c4152a5d4" providerId="ADAL" clId="{EBE3A055-FF26-45CD-9847-CB698884E610}" dt="2024-09-30T03:15:33.795" v="3578" actId="14100"/>
        <pc:sldMkLst>
          <pc:docMk/>
          <pc:sldMk cId="2406361714" sldId="292"/>
        </pc:sldMkLst>
      </pc:sldChg>
      <pc:sldChg chg="modSp del mod ord modShow">
        <pc:chgData name="吳憲驊-人力資源處-永豐銀行" userId="c372d5aa-c765-4280-a5c9-548c4152a5d4" providerId="ADAL" clId="{EBE3A055-FF26-45CD-9847-CB698884E610}" dt="2024-09-24T01:14:51.710" v="2665" actId="47"/>
        <pc:sldMkLst>
          <pc:docMk/>
          <pc:sldMk cId="3121629751" sldId="293"/>
        </pc:sldMkLst>
      </pc:sldChg>
      <pc:sldChg chg="addSp modSp del mod ord delCm">
        <pc:chgData name="吳憲驊-人力資源處-永豐銀行" userId="c372d5aa-c765-4280-a5c9-548c4152a5d4" providerId="ADAL" clId="{EBE3A055-FF26-45CD-9847-CB698884E610}" dt="2024-09-06T09:30:19.344" v="1945" actId="47"/>
        <pc:sldMkLst>
          <pc:docMk/>
          <pc:sldMk cId="673018660" sldId="294"/>
        </pc:sldMkLst>
      </pc:sldChg>
      <pc:sldChg chg="modSp mod ord">
        <pc:chgData name="吳憲驊-人力資源處-永豐銀行" userId="c372d5aa-c765-4280-a5c9-548c4152a5d4" providerId="ADAL" clId="{EBE3A055-FF26-45CD-9847-CB698884E610}" dt="2024-09-24T01:08:40.626" v="2664" actId="207"/>
        <pc:sldMkLst>
          <pc:docMk/>
          <pc:sldMk cId="2022153893" sldId="295"/>
        </pc:sldMkLst>
      </pc:sldChg>
      <pc:sldChg chg="modSp mod delCm">
        <pc:chgData name="吳憲驊-人力資源處-永豐銀行" userId="c372d5aa-c765-4280-a5c9-548c4152a5d4" providerId="ADAL" clId="{EBE3A055-FF26-45CD-9847-CB698884E610}" dt="2024-09-20T06:02:24.677" v="2612" actId="207"/>
        <pc:sldMkLst>
          <pc:docMk/>
          <pc:sldMk cId="3262633635" sldId="297"/>
        </pc:sldMkLst>
      </pc:sldChg>
      <pc:sldChg chg="modSp del mod">
        <pc:chgData name="吳憲驊-人力資源處-永豐銀行" userId="c372d5aa-c765-4280-a5c9-548c4152a5d4" providerId="ADAL" clId="{EBE3A055-FF26-45CD-9847-CB698884E610}" dt="2024-09-06T08:56:06.116" v="1731" actId="47"/>
        <pc:sldMkLst>
          <pc:docMk/>
          <pc:sldMk cId="2826782116" sldId="298"/>
        </pc:sldMkLst>
      </pc:sldChg>
      <pc:sldChg chg="modSp new del mod">
        <pc:chgData name="吳憲驊-人力資源處-永豐銀行" userId="c372d5aa-c765-4280-a5c9-548c4152a5d4" providerId="ADAL" clId="{EBE3A055-FF26-45CD-9847-CB698884E610}" dt="2024-09-06T01:58:53.780" v="953" actId="47"/>
        <pc:sldMkLst>
          <pc:docMk/>
          <pc:sldMk cId="535572816" sldId="299"/>
        </pc:sldMkLst>
      </pc:sldChg>
      <pc:sldChg chg="addSp delSp modSp add del mod">
        <pc:chgData name="吳憲驊-人力資源處-永豐銀行" userId="c372d5aa-c765-4280-a5c9-548c4152a5d4" providerId="ADAL" clId="{EBE3A055-FF26-45CD-9847-CB698884E610}" dt="2024-09-06T01:27:07.721" v="125" actId="47"/>
        <pc:sldMkLst>
          <pc:docMk/>
          <pc:sldMk cId="3368370710" sldId="299"/>
        </pc:sldMkLst>
      </pc:sldChg>
      <pc:sldChg chg="new del">
        <pc:chgData name="吳憲驊-人力資源處-永豐銀行" userId="c372d5aa-c765-4280-a5c9-548c4152a5d4" providerId="ADAL" clId="{EBE3A055-FF26-45CD-9847-CB698884E610}" dt="2024-09-06T01:58:30.280" v="941" actId="47"/>
        <pc:sldMkLst>
          <pc:docMk/>
          <pc:sldMk cId="3690986561" sldId="299"/>
        </pc:sldMkLst>
      </pc:sldChg>
      <pc:sldChg chg="addSp delSp modSp add mod ord">
        <pc:chgData name="吳憲驊-人力資源處-永豐銀行" userId="c372d5aa-c765-4280-a5c9-548c4152a5d4" providerId="ADAL" clId="{EBE3A055-FF26-45CD-9847-CB698884E610}" dt="2024-09-06T09:11:00.817" v="1779" actId="20577"/>
        <pc:sldMkLst>
          <pc:docMk/>
          <pc:sldMk cId="4191026547" sldId="299"/>
        </pc:sldMkLst>
      </pc:sldChg>
      <pc:sldChg chg="addSp delSp modSp new del mod modClrScheme chgLayout">
        <pc:chgData name="吳憲驊-人力資源處-永豐銀行" userId="c372d5aa-c765-4280-a5c9-548c4152a5d4" providerId="ADAL" clId="{EBE3A055-FF26-45CD-9847-CB698884E610}" dt="2024-09-06T01:33:49.871" v="194" actId="47"/>
        <pc:sldMkLst>
          <pc:docMk/>
          <pc:sldMk cId="4200769607" sldId="299"/>
        </pc:sldMkLst>
      </pc:sldChg>
      <pc:sldChg chg="addSp modSp add mod">
        <pc:chgData name="吳憲驊-人力資源處-永豐銀行" userId="c372d5aa-c765-4280-a5c9-548c4152a5d4" providerId="ADAL" clId="{EBE3A055-FF26-45CD-9847-CB698884E610}" dt="2024-09-30T03:34:38.001" v="3780" actId="404"/>
        <pc:sldMkLst>
          <pc:docMk/>
          <pc:sldMk cId="2718007652" sldId="2132739904"/>
        </pc:sldMkLst>
      </pc:sldChg>
      <pc:sldChg chg="modSp add mod">
        <pc:chgData name="吳憲驊-人力資源處-永豐銀行" userId="c372d5aa-c765-4280-a5c9-548c4152a5d4" providerId="ADAL" clId="{EBE3A055-FF26-45CD-9847-CB698884E610}" dt="2024-09-20T05:57:23.821" v="2582" actId="20577"/>
        <pc:sldMkLst>
          <pc:docMk/>
          <pc:sldMk cId="1087620128" sldId="2132739928"/>
        </pc:sldMkLst>
      </pc:sldChg>
      <pc:sldChg chg="delSp modSp add del mod">
        <pc:chgData name="吳憲驊-人力資源處-永豐銀行" userId="c372d5aa-c765-4280-a5c9-548c4152a5d4" providerId="ADAL" clId="{EBE3A055-FF26-45CD-9847-CB698884E610}" dt="2024-09-06T02:52:14.102" v="1487" actId="47"/>
        <pc:sldMkLst>
          <pc:docMk/>
          <pc:sldMk cId="2991285827" sldId="2147471015"/>
        </pc:sldMkLst>
      </pc:sldChg>
      <pc:sldChg chg="delSp modSp add del mod">
        <pc:chgData name="吳憲驊-人力資源處-永豐銀行" userId="c372d5aa-c765-4280-a5c9-548c4152a5d4" providerId="ADAL" clId="{EBE3A055-FF26-45CD-9847-CB698884E610}" dt="2024-09-20T05:57:21.476" v="2580" actId="47"/>
        <pc:sldMkLst>
          <pc:docMk/>
          <pc:sldMk cId="3906953588" sldId="2147471163"/>
        </pc:sldMkLst>
      </pc:sldChg>
      <pc:sldChg chg="modSp add del mod">
        <pc:chgData name="吳憲驊-人力資源處-永豐銀行" userId="c372d5aa-c765-4280-a5c9-548c4152a5d4" providerId="ADAL" clId="{EBE3A055-FF26-45CD-9847-CB698884E610}" dt="2024-09-20T05:57:12.814" v="2577" actId="47"/>
        <pc:sldMkLst>
          <pc:docMk/>
          <pc:sldMk cId="4245503187" sldId="2147471171"/>
        </pc:sldMkLst>
      </pc:sldChg>
      <pc:sldChg chg="del">
        <pc:chgData name="吳憲驊-人力資源處-永豐銀行" userId="c372d5aa-c765-4280-a5c9-548c4152a5d4" providerId="ADAL" clId="{EBE3A055-FF26-45CD-9847-CB698884E610}" dt="2024-09-06T08:56:02.319" v="1730" actId="47"/>
        <pc:sldMkLst>
          <pc:docMk/>
          <pc:sldMk cId="1504610650" sldId="2147471172"/>
        </pc:sldMkLst>
      </pc:sldChg>
      <pc:sldChg chg="addSp delSp modSp mod ord">
        <pc:chgData name="吳憲驊-人力資源處-永豐銀行" userId="c372d5aa-c765-4280-a5c9-548c4152a5d4" providerId="ADAL" clId="{EBE3A055-FF26-45CD-9847-CB698884E610}" dt="2024-09-06T10:09:00.513" v="2486" actId="255"/>
        <pc:sldMkLst>
          <pc:docMk/>
          <pc:sldMk cId="3155411272" sldId="2147471173"/>
        </pc:sldMkLst>
      </pc:sldChg>
      <pc:sldChg chg="modSp add del mod ord">
        <pc:chgData name="吳憲驊-人力資源處-永豐銀行" userId="c372d5aa-c765-4280-a5c9-548c4152a5d4" providerId="ADAL" clId="{EBE3A055-FF26-45CD-9847-CB698884E610}" dt="2024-09-20T05:58:16.230" v="2585" actId="47"/>
        <pc:sldMkLst>
          <pc:docMk/>
          <pc:sldMk cId="2528477559" sldId="2147471174"/>
        </pc:sldMkLst>
      </pc:sldChg>
      <pc:sldChg chg="modSp add mod ord">
        <pc:chgData name="吳憲驊-人力資源處-永豐銀行" userId="c372d5aa-c765-4280-a5c9-548c4152a5d4" providerId="ADAL" clId="{EBE3A055-FF26-45CD-9847-CB698884E610}" dt="2024-09-30T03:34:34.474" v="3778" actId="207"/>
        <pc:sldMkLst>
          <pc:docMk/>
          <pc:sldMk cId="269871982" sldId="2147471175"/>
        </pc:sldMkLst>
      </pc:sldChg>
      <pc:sldChg chg="modSp add mod">
        <pc:chgData name="吳憲驊-人力資源處-永豐銀行" userId="c372d5aa-c765-4280-a5c9-548c4152a5d4" providerId="ADAL" clId="{EBE3A055-FF26-45CD-9847-CB698884E610}" dt="2024-09-06T09:24:26.987" v="1875" actId="20577"/>
        <pc:sldMkLst>
          <pc:docMk/>
          <pc:sldMk cId="2495256314" sldId="2147471176"/>
        </pc:sldMkLst>
      </pc:sldChg>
      <pc:sldChg chg="addSp delSp 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2092506589" sldId="2147471177"/>
        </pc:sldMkLst>
      </pc:sldChg>
      <pc:sldChg chg="modSp add del mod ord">
        <pc:chgData name="吳憲驊-人力資源處-永豐銀行" userId="c372d5aa-c765-4280-a5c9-548c4152a5d4" providerId="ADAL" clId="{EBE3A055-FF26-45CD-9847-CB698884E610}" dt="2024-09-20T05:58:26.422" v="2590" actId="47"/>
        <pc:sldMkLst>
          <pc:docMk/>
          <pc:sldMk cId="1671451404" sldId="2147471178"/>
        </pc:sldMkLst>
      </pc:sldChg>
      <pc:sldChg chg="modSp add del mod ord replI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500988513" sldId="2147471179"/>
        </pc:sldMkLst>
      </pc:sldChg>
      <pc:sldChg chg="modSp add mod ord">
        <pc:chgData name="吳憲驊-人力資源處-永豐銀行" userId="c372d5aa-c765-4280-a5c9-548c4152a5d4" providerId="ADAL" clId="{EBE3A055-FF26-45CD-9847-CB698884E610}" dt="2024-09-20T06:18:12.897" v="2644" actId="207"/>
        <pc:sldMkLst>
          <pc:docMk/>
          <pc:sldMk cId="399943788" sldId="2147471180"/>
        </pc:sldMkLst>
      </pc:sldChg>
      <pc:sldChg chg="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642251706" sldId="2147471181"/>
        </pc:sldMkLst>
      </pc:sldChg>
      <pc:sldChg chg="addSp delSp modSp add mod ord">
        <pc:chgData name="吳憲驊-人力資源處-永豐銀行" userId="c372d5aa-c765-4280-a5c9-548c4152a5d4" providerId="ADAL" clId="{EBE3A055-FF26-45CD-9847-CB698884E610}" dt="2024-09-26T09:46:19.715" v="2812" actId="2711"/>
        <pc:sldMkLst>
          <pc:docMk/>
          <pc:sldMk cId="2544379920" sldId="2147471182"/>
        </pc:sldMkLst>
      </pc:sldChg>
      <pc:sldChg chg="addSp delSp modSp add del mod ord">
        <pc:chgData name="吳憲驊-人力資源處-永豐銀行" userId="c372d5aa-c765-4280-a5c9-548c4152a5d4" providerId="ADAL" clId="{EBE3A055-FF26-45CD-9847-CB698884E610}" dt="2024-09-06T09:52:34.002" v="2252" actId="47"/>
        <pc:sldMkLst>
          <pc:docMk/>
          <pc:sldMk cId="2234440729" sldId="2147471183"/>
        </pc:sldMkLst>
      </pc:sldChg>
      <pc:sldChg chg="addSp delSp 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008557657" sldId="2147471184"/>
        </pc:sldMkLst>
      </pc:sldChg>
      <pc:sldChg chg="modSp add mod ord">
        <pc:chgData name="吳憲驊-人力資源處-永豐銀行" userId="c372d5aa-c765-4280-a5c9-548c4152a5d4" providerId="ADAL" clId="{EBE3A055-FF26-45CD-9847-CB698884E610}" dt="2024-09-06T10:05:42.743" v="2410" actId="20577"/>
        <pc:sldMkLst>
          <pc:docMk/>
          <pc:sldMk cId="393315683" sldId="2147471185"/>
        </pc:sldMkLst>
      </pc:sldChg>
      <pc:sldChg chg="addSp delSp modSp add mod ord modClrScheme chgLayout">
        <pc:chgData name="吳憲驊-人力資源處-永豐銀行" userId="c372d5aa-c765-4280-a5c9-548c4152a5d4" providerId="ADAL" clId="{EBE3A055-FF26-45CD-9847-CB698884E610}" dt="2024-09-30T06:02:59.666" v="4368" actId="404"/>
        <pc:sldMkLst>
          <pc:docMk/>
          <pc:sldMk cId="2193386975" sldId="2147471186"/>
        </pc:sldMkLst>
      </pc:sldChg>
      <pc:sldChg chg="add">
        <pc:chgData name="吳憲驊-人力資源處-永豐銀行" userId="c372d5aa-c765-4280-a5c9-548c4152a5d4" providerId="ADAL" clId="{EBE3A055-FF26-45CD-9847-CB698884E610}" dt="2024-09-06T10:08:14.157" v="2436" actId="2890"/>
        <pc:sldMkLst>
          <pc:docMk/>
          <pc:sldMk cId="3424880807" sldId="2147471187"/>
        </pc:sldMkLst>
      </pc:sldChg>
      <pc:sldChg chg="add del">
        <pc:chgData name="吳憲驊-人力資源處-永豐銀行" userId="c372d5aa-c765-4280-a5c9-548c4152a5d4" providerId="ADAL" clId="{EBE3A055-FF26-45CD-9847-CB698884E610}" dt="2024-09-09T03:56:36.297" v="2491" actId="47"/>
        <pc:sldMkLst>
          <pc:docMk/>
          <pc:sldMk cId="922226238" sldId="2147471188"/>
        </pc:sldMkLst>
      </pc:sldChg>
      <pc:sldChg chg="modSp mod chgLayout">
        <pc:chgData name="吳憲驊-人力資源處-永豐銀行" userId="c372d5aa-c765-4280-a5c9-548c4152a5d4" providerId="ADAL" clId="{EBE3A055-FF26-45CD-9847-CB698884E610}" dt="2024-09-30T05:56:19.372" v="4291" actId="404"/>
        <pc:sldMkLst>
          <pc:docMk/>
          <pc:sldMk cId="4060586183" sldId="2147471188"/>
        </pc:sldMkLst>
      </pc:sldChg>
      <pc:sldChg chg="add del">
        <pc:chgData name="吳憲驊-人力資源處-永豐銀行" userId="c372d5aa-c765-4280-a5c9-548c4152a5d4" providerId="ADAL" clId="{EBE3A055-FF26-45CD-9847-CB698884E610}" dt="2024-09-26T09:48:05.353" v="2814" actId="2890"/>
        <pc:sldMkLst>
          <pc:docMk/>
          <pc:sldMk cId="2913165393" sldId="2147471189"/>
        </pc:sldMkLst>
      </pc:sldChg>
      <pc:sldChg chg="addSp delSp modSp new del mod modClrScheme chgLayout">
        <pc:chgData name="吳憲驊-人力資源處-永豐銀行" userId="c372d5aa-c765-4280-a5c9-548c4152a5d4" providerId="ADAL" clId="{EBE3A055-FF26-45CD-9847-CB698884E610}" dt="2024-09-26T09:49:09.602" v="2876" actId="47"/>
        <pc:sldMkLst>
          <pc:docMk/>
          <pc:sldMk cId="3105233477" sldId="2147471189"/>
        </pc:sldMkLst>
      </pc:sldChg>
      <pc:sldChg chg="addSp delSp modSp add mod ord chgLayout">
        <pc:chgData name="吳憲驊-人力資源處-永豐銀行" userId="c372d5aa-c765-4280-a5c9-548c4152a5d4" providerId="ADAL" clId="{EBE3A055-FF26-45CD-9847-CB698884E610}" dt="2024-09-30T05:59:45.495" v="4317" actId="403"/>
        <pc:sldMkLst>
          <pc:docMk/>
          <pc:sldMk cId="3467411777" sldId="2147471189"/>
        </pc:sldMkLst>
      </pc:sldChg>
      <pc:sldMasterChg chg="addSp delSp modSp mod delSldLayout modSldLayout sldLayoutOrd">
        <pc:chgData name="吳憲驊-人力資源處-永豐銀行" userId="c372d5aa-c765-4280-a5c9-548c4152a5d4" providerId="ADAL" clId="{EBE3A055-FF26-45CD-9847-CB698884E610}" dt="2024-09-30T03:53:18.173" v="4266" actId="20577"/>
        <pc:sldMasterMkLst>
          <pc:docMk/>
          <pc:sldMasterMk cId="0" sldId="2147483648"/>
        </pc:sldMasterMkLst>
        <pc:sldLayoutChg chg="addSp delSp modSp mod ord">
          <pc:chgData name="吳憲驊-人力資源處-永豐銀行" userId="c372d5aa-c765-4280-a5c9-548c4152a5d4" providerId="ADAL" clId="{EBE3A055-FF26-45CD-9847-CB698884E610}" dt="2024-09-30T03:53:18.173" v="4266" actId="20577"/>
          <pc:sldLayoutMkLst>
            <pc:docMk/>
            <pc:sldMasterMk cId="0" sldId="2147483648"/>
            <pc:sldLayoutMk cId="0" sldId="2147483651"/>
          </pc:sldLayoutMkLst>
        </pc:sldLayoutChg>
        <pc:sldLayoutChg chg="addSp delSp modSp mod ord">
          <pc:chgData name="吳憲驊-人力資源處-永豐銀行" userId="c372d5aa-c765-4280-a5c9-548c4152a5d4" providerId="ADAL" clId="{EBE3A055-FF26-45CD-9847-CB698884E610}" dt="2024-09-06T02:11:41.253" v="965" actId="6014"/>
          <pc:sldLayoutMkLst>
            <pc:docMk/>
            <pc:sldMasterMk cId="0" sldId="2147483648"/>
            <pc:sldLayoutMk cId="0" sldId="2147483652"/>
          </pc:sldLayoutMkLst>
        </pc:sldLayoutChg>
        <pc:sldLayoutChg chg="modSp mod">
          <pc:chgData name="吳憲驊-人力資源處-永豐銀行" userId="c372d5aa-c765-4280-a5c9-548c4152a5d4" providerId="ADAL" clId="{EBE3A055-FF26-45CD-9847-CB698884E610}" dt="2024-09-06T01:32:30.947" v="169" actId="20577"/>
          <pc:sldLayoutMkLst>
            <pc:docMk/>
            <pc:sldMasterMk cId="0" sldId="2147483648"/>
            <pc:sldLayoutMk cId="2989105902" sldId="2147483654"/>
          </pc:sldLayoutMkLst>
        </pc:sldLayoutChg>
        <pc:sldLayoutChg chg="addSp delSp modSp mod ord">
          <pc:chgData name="吳憲驊-人力資源處-永豐銀行" userId="c372d5aa-c765-4280-a5c9-548c4152a5d4" providerId="ADAL" clId="{EBE3A055-FF26-45CD-9847-CB698884E610}" dt="2024-09-30T03:52:53.479" v="4250" actId="20577"/>
          <pc:sldLayoutMkLst>
            <pc:docMk/>
            <pc:sldMasterMk cId="0" sldId="2147483648"/>
            <pc:sldLayoutMk cId="1016505608" sldId="2147483659"/>
          </pc:sldLayoutMkLst>
        </pc:sldLayoutChg>
        <pc:sldLayoutChg chg="addSp delSp modSp del mod">
          <pc:chgData name="吳憲驊-人力資源處-永豐銀行" userId="c372d5aa-c765-4280-a5c9-548c4152a5d4" providerId="ADAL" clId="{EBE3A055-FF26-45CD-9847-CB698884E610}" dt="2024-09-06T01:57:39.997" v="937" actId="2696"/>
          <pc:sldLayoutMkLst>
            <pc:docMk/>
            <pc:sldMasterMk cId="0" sldId="2147483648"/>
            <pc:sldLayoutMk cId="1397769940" sldId="2147483659"/>
          </pc:sldLayoutMkLst>
        </pc:sldLayoutChg>
      </pc:sldMasterChg>
    </pc:docChg>
  </pc:docChgLst>
  <pc:docChgLst>
    <pc:chgData name="王雋凱-數位金融處-永豐銀行" userId="f78494d6-bac0-4c9e-94cd-0b5e029c0856" providerId="ADAL" clId="{FA9839A9-6642-4D7D-A192-E66DD6D2AFDE}"/>
    <pc:docChg chg="undo custSel addSld delSld modSld sldOrd">
      <pc:chgData name="王雋凱-數位金融處-永豐銀行" userId="f78494d6-bac0-4c9e-94cd-0b5e029c0856" providerId="ADAL" clId="{FA9839A9-6642-4D7D-A192-E66DD6D2AFDE}" dt="2026-03-04T00:39:23.484" v="2172"/>
      <pc:docMkLst>
        <pc:docMk/>
      </pc:docMkLst>
      <pc:sldChg chg="modSp mod">
        <pc:chgData name="王雋凱-數位金融處-永豐銀行" userId="f78494d6-bac0-4c9e-94cd-0b5e029c0856" providerId="ADAL" clId="{FA9839A9-6642-4D7D-A192-E66DD6D2AFDE}" dt="2026-03-03T09:14:11.160" v="2135" actId="113"/>
        <pc:sldMkLst>
          <pc:docMk/>
          <pc:sldMk cId="0" sldId="256"/>
        </pc:sldMkLst>
        <pc:spChg chg="mod">
          <ac:chgData name="王雋凱-數位金融處-永豐銀行" userId="f78494d6-bac0-4c9e-94cd-0b5e029c0856" providerId="ADAL" clId="{FA9839A9-6642-4D7D-A192-E66DD6D2AFDE}" dt="2026-03-03T09:14:11.160" v="2135" actId="113"/>
          <ac:spMkLst>
            <pc:docMk/>
            <pc:sldMk cId="0" sldId="256"/>
            <ac:spMk id="36" creationId="{00000000-0000-0000-0000-000000000000}"/>
          </ac:spMkLst>
        </pc:spChg>
      </pc:sldChg>
      <pc:sldChg chg="modSp mod ord">
        <pc:chgData name="王雋凱-數位金融處-永豐銀行" userId="f78494d6-bac0-4c9e-94cd-0b5e029c0856" providerId="ADAL" clId="{FA9839A9-6642-4D7D-A192-E66DD6D2AFDE}" dt="2026-03-04T00:36:47.028" v="2166"/>
        <pc:sldMkLst>
          <pc:docMk/>
          <pc:sldMk cId="4060586183" sldId="2147471188"/>
        </pc:sldMkLst>
        <pc:spChg chg="mod">
          <ac:chgData name="王雋凱-數位金融處-永豐銀行" userId="f78494d6-bac0-4c9e-94cd-0b5e029c0856" providerId="ADAL" clId="{FA9839A9-6642-4D7D-A192-E66DD6D2AFDE}" dt="2026-03-03T09:14:19.564" v="2137" actId="113"/>
          <ac:spMkLst>
            <pc:docMk/>
            <pc:sldMk cId="4060586183" sldId="2147471188"/>
            <ac:spMk id="5" creationId="{59D2C47F-F8DE-43CB-B46D-D6A6AF83347E}"/>
          </ac:spMkLst>
        </pc:spChg>
        <pc:spChg chg="mod">
          <ac:chgData name="王雋凱-數位金融處-永豐銀行" userId="f78494d6-bac0-4c9e-94cd-0b5e029c0856" providerId="ADAL" clId="{FA9839A9-6642-4D7D-A192-E66DD6D2AFDE}" dt="2026-03-04T00:36:47.028" v="2166"/>
          <ac:spMkLst>
            <pc:docMk/>
            <pc:sldMk cId="4060586183" sldId="2147471188"/>
            <ac:spMk id="19" creationId="{B5B8EE02-8334-1A99-729D-2D2C628230B5}"/>
          </ac:spMkLst>
        </pc:spChg>
      </pc:sldChg>
      <pc:sldChg chg="delSp modSp del mod">
        <pc:chgData name="王雋凱-數位金融處-永豐銀行" userId="f78494d6-bac0-4c9e-94cd-0b5e029c0856" providerId="ADAL" clId="{FA9839A9-6642-4D7D-A192-E66DD6D2AFDE}" dt="2026-03-02T02:35:20.340" v="389" actId="2696"/>
        <pc:sldMkLst>
          <pc:docMk/>
          <pc:sldMk cId="167002506" sldId="2147471191"/>
        </pc:sldMkLst>
        <pc:graphicFrameChg chg="del mod modGraphic">
          <ac:chgData name="王雋凱-數位金融處-永豐銀行" userId="f78494d6-bac0-4c9e-94cd-0b5e029c0856" providerId="ADAL" clId="{FA9839A9-6642-4D7D-A192-E66DD6D2AFDE}" dt="2026-03-02T02:34:55.612" v="362" actId="21"/>
          <ac:graphicFrameMkLst>
            <pc:docMk/>
            <pc:sldMk cId="167002506" sldId="2147471191"/>
            <ac:graphicFrameMk id="3" creationId="{CFBF48AA-76E0-04C4-88DA-F8E46CCE4C10}"/>
          </ac:graphicFrameMkLst>
        </pc:graphicFrameChg>
      </pc:sldChg>
      <pc:sldChg chg="modSp del mod">
        <pc:chgData name="王雋凱-數位金融處-永豐銀行" userId="f78494d6-bac0-4c9e-94cd-0b5e029c0856" providerId="ADAL" clId="{FA9839A9-6642-4D7D-A192-E66DD6D2AFDE}" dt="2026-03-02T02:28:42.191" v="209" actId="2696"/>
        <pc:sldMkLst>
          <pc:docMk/>
          <pc:sldMk cId="154162750" sldId="2147471192"/>
        </pc:sldMkLst>
        <pc:spChg chg="mod">
          <ac:chgData name="王雋凱-數位金融處-永豐銀行" userId="f78494d6-bac0-4c9e-94cd-0b5e029c0856" providerId="ADAL" clId="{FA9839A9-6642-4D7D-A192-E66DD6D2AFDE}" dt="2026-03-02T02:21:14.462" v="29" actId="20577"/>
          <ac:spMkLst>
            <pc:docMk/>
            <pc:sldMk cId="154162750" sldId="2147471192"/>
            <ac:spMk id="6" creationId="{C3E309EE-CB3A-A019-9644-2CAE95C72B27}"/>
          </ac:spMkLst>
        </pc:spChg>
        <pc:picChg chg="mod">
          <ac:chgData name="王雋凱-數位金融處-永豐銀行" userId="f78494d6-bac0-4c9e-94cd-0b5e029c0856" providerId="ADAL" clId="{FA9839A9-6642-4D7D-A192-E66DD6D2AFDE}" dt="2026-03-02T02:20:02.029" v="8" actId="1076"/>
          <ac:picMkLst>
            <pc:docMk/>
            <pc:sldMk cId="154162750" sldId="2147471192"/>
            <ac:picMk id="4" creationId="{47F115FC-5C67-9514-1C4C-FA0BE32405B3}"/>
          </ac:picMkLst>
        </pc:picChg>
        <pc:picChg chg="mod">
          <ac:chgData name="王雋凱-數位金融處-永豐銀行" userId="f78494d6-bac0-4c9e-94cd-0b5e029c0856" providerId="ADAL" clId="{FA9839A9-6642-4D7D-A192-E66DD6D2AFDE}" dt="2026-03-02T02:21:12.591" v="28" actId="1076"/>
          <ac:picMkLst>
            <pc:docMk/>
            <pc:sldMk cId="154162750" sldId="2147471192"/>
            <ac:picMk id="7" creationId="{37025700-B147-7C5A-E8F1-51DC449DCB4C}"/>
          </ac:picMkLst>
        </pc:picChg>
      </pc:sldChg>
      <pc:sldChg chg="addSp delSp modSp mod modCm">
        <pc:chgData name="王雋凱-數位金融處-永豐銀行" userId="f78494d6-bac0-4c9e-94cd-0b5e029c0856" providerId="ADAL" clId="{FA9839A9-6642-4D7D-A192-E66DD6D2AFDE}" dt="2026-03-04T00:39:23.484" v="2172"/>
        <pc:sldMkLst>
          <pc:docMk/>
          <pc:sldMk cId="237225399" sldId="2147471194"/>
        </pc:sldMkLst>
        <pc:spChg chg="mod topLvl">
          <ac:chgData name="王雋凱-數位金融處-永豐銀行" userId="f78494d6-bac0-4c9e-94cd-0b5e029c0856" providerId="ADAL" clId="{FA9839A9-6642-4D7D-A192-E66DD6D2AFDE}" dt="2026-03-02T06:50:09.598" v="1325" actId="165"/>
          <ac:spMkLst>
            <pc:docMk/>
            <pc:sldMk cId="237225399" sldId="2147471194"/>
            <ac:spMk id="2" creationId="{1D62D26F-3EF9-8652-57D6-860282E30FDF}"/>
          </ac:spMkLst>
        </pc:spChg>
        <pc:spChg chg="mod topLvl">
          <ac:chgData name="王雋凱-數位金融處-永豐銀行" userId="f78494d6-bac0-4c9e-94cd-0b5e029c0856" providerId="ADAL" clId="{FA9839A9-6642-4D7D-A192-E66DD6D2AFDE}" dt="2026-03-02T06:50:09.598" v="1325" actId="165"/>
          <ac:spMkLst>
            <pc:docMk/>
            <pc:sldMk cId="237225399" sldId="2147471194"/>
            <ac:spMk id="3" creationId="{EFBCDDFA-6136-E695-BAD4-C6FAE5EF3B89}"/>
          </ac:spMkLst>
        </pc:spChg>
        <pc:spChg chg="add mod">
          <ac:chgData name="王雋凱-數位金融處-永豐銀行" userId="f78494d6-bac0-4c9e-94cd-0b5e029c0856" providerId="ADAL" clId="{FA9839A9-6642-4D7D-A192-E66DD6D2AFDE}" dt="2026-03-02T06:51:31.494" v="1344" actId="20577"/>
          <ac:spMkLst>
            <pc:docMk/>
            <pc:sldMk cId="237225399" sldId="2147471194"/>
            <ac:spMk id="4" creationId="{91A7C6E7-BB1C-E2D4-0166-5F1069F0FCB8}"/>
          </ac:spMkLst>
        </pc:spChg>
        <pc:spChg chg="mod">
          <ac:chgData name="王雋凱-數位金融處-永豐銀行" userId="f78494d6-bac0-4c9e-94cd-0b5e029c0856" providerId="ADAL" clId="{FA9839A9-6642-4D7D-A192-E66DD6D2AFDE}" dt="2026-03-03T09:14:26.598" v="2139" actId="113"/>
          <ac:spMkLst>
            <pc:docMk/>
            <pc:sldMk cId="237225399" sldId="2147471194"/>
            <ac:spMk id="5" creationId="{314E6AB9-256B-B27C-69F3-E2D91243B08D}"/>
          </ac:spMkLst>
        </pc:spChg>
        <pc:spChg chg="mod topLvl">
          <ac:chgData name="王雋凱-數位金融處-永豐銀行" userId="f78494d6-bac0-4c9e-94cd-0b5e029c0856" providerId="ADAL" clId="{FA9839A9-6642-4D7D-A192-E66DD6D2AFDE}" dt="2026-03-02T06:50:09.598" v="1325" actId="165"/>
          <ac:spMkLst>
            <pc:docMk/>
            <pc:sldMk cId="237225399" sldId="2147471194"/>
            <ac:spMk id="7" creationId="{FF8674B2-21EC-630A-AC62-8D8E18F1C70E}"/>
          </ac:spMkLst>
        </pc:spChg>
        <pc:spChg chg="mod topLvl">
          <ac:chgData name="王雋凱-數位金融處-永豐銀行" userId="f78494d6-bac0-4c9e-94cd-0b5e029c0856" providerId="ADAL" clId="{FA9839A9-6642-4D7D-A192-E66DD6D2AFDE}" dt="2026-03-02T06:50:09.598" v="1325" actId="165"/>
          <ac:spMkLst>
            <pc:docMk/>
            <pc:sldMk cId="237225399" sldId="2147471194"/>
            <ac:spMk id="8" creationId="{51D5158E-DFAA-7A25-916E-E0938FBCB435}"/>
          </ac:spMkLst>
        </pc:spChg>
        <pc:spChg chg="mod topLvl">
          <ac:chgData name="王雋凱-數位金融處-永豐銀行" userId="f78494d6-bac0-4c9e-94cd-0b5e029c0856" providerId="ADAL" clId="{FA9839A9-6642-4D7D-A192-E66DD6D2AFDE}" dt="2026-03-02T06:50:09.598" v="1325" actId="165"/>
          <ac:spMkLst>
            <pc:docMk/>
            <pc:sldMk cId="237225399" sldId="2147471194"/>
            <ac:spMk id="9" creationId="{FBCA38BD-5984-7A03-72D8-F14C2869AFDE}"/>
          </ac:spMkLst>
        </pc:spChg>
        <pc:spChg chg="mod topLvl">
          <ac:chgData name="王雋凱-數位金融處-永豐銀行" userId="f78494d6-bac0-4c9e-94cd-0b5e029c0856" providerId="ADAL" clId="{FA9839A9-6642-4D7D-A192-E66DD6D2AFDE}" dt="2026-03-02T06:50:09.598" v="1325" actId="165"/>
          <ac:spMkLst>
            <pc:docMk/>
            <pc:sldMk cId="237225399" sldId="2147471194"/>
            <ac:spMk id="11" creationId="{011E8730-34CF-258F-380C-A830E671A73A}"/>
          </ac:spMkLst>
        </pc:spChg>
        <pc:spChg chg="mod topLvl">
          <ac:chgData name="王雋凱-數位金融處-永豐銀行" userId="f78494d6-bac0-4c9e-94cd-0b5e029c0856" providerId="ADAL" clId="{FA9839A9-6642-4D7D-A192-E66DD6D2AFDE}" dt="2026-03-02T06:50:09.598" v="1325" actId="165"/>
          <ac:spMkLst>
            <pc:docMk/>
            <pc:sldMk cId="237225399" sldId="2147471194"/>
            <ac:spMk id="12" creationId="{56A2B752-DF8E-F870-FABB-B78B89A16FA5}"/>
          </ac:spMkLst>
        </pc:spChg>
        <pc:spChg chg="mod topLvl">
          <ac:chgData name="王雋凱-數位金融處-永豐銀行" userId="f78494d6-bac0-4c9e-94cd-0b5e029c0856" providerId="ADAL" clId="{FA9839A9-6642-4D7D-A192-E66DD6D2AFDE}" dt="2026-03-02T06:50:43.072" v="1339"/>
          <ac:spMkLst>
            <pc:docMk/>
            <pc:sldMk cId="237225399" sldId="2147471194"/>
            <ac:spMk id="15" creationId="{9E3E0D8A-D2F5-92E3-E749-C7111BF15F56}"/>
          </ac:spMkLst>
        </pc:spChg>
        <pc:spChg chg="del mod">
          <ac:chgData name="王雋凱-數位金融處-永豐銀行" userId="f78494d6-bac0-4c9e-94cd-0b5e029c0856" providerId="ADAL" clId="{FA9839A9-6642-4D7D-A192-E66DD6D2AFDE}" dt="2026-03-02T04:23:46.296" v="1009" actId="478"/>
          <ac:spMkLst>
            <pc:docMk/>
            <pc:sldMk cId="237225399" sldId="2147471194"/>
            <ac:spMk id="17" creationId="{B51CB1D1-3046-C3EA-A89B-99D974849B6D}"/>
          </ac:spMkLst>
        </pc:spChg>
        <pc:spChg chg="mod topLvl">
          <ac:chgData name="王雋凱-數位金融處-永豐銀行" userId="f78494d6-bac0-4c9e-94cd-0b5e029c0856" providerId="ADAL" clId="{FA9839A9-6642-4D7D-A192-E66DD6D2AFDE}" dt="2026-03-02T06:50:09.598" v="1325" actId="165"/>
          <ac:spMkLst>
            <pc:docMk/>
            <pc:sldMk cId="237225399" sldId="2147471194"/>
            <ac:spMk id="24" creationId="{74540C3C-6A2D-34CC-F75C-B08CCD29B98F}"/>
          </ac:spMkLst>
        </pc:spChg>
        <pc:spChg chg="mod topLvl">
          <ac:chgData name="王雋凱-數位金融處-永豐銀行" userId="f78494d6-bac0-4c9e-94cd-0b5e029c0856" providerId="ADAL" clId="{FA9839A9-6642-4D7D-A192-E66DD6D2AFDE}" dt="2026-03-02T06:50:57.556" v="1340" actId="20577"/>
          <ac:spMkLst>
            <pc:docMk/>
            <pc:sldMk cId="237225399" sldId="2147471194"/>
            <ac:spMk id="25" creationId="{B112037B-3CFE-DA95-F50C-956EC9DC12BA}"/>
          </ac:spMkLst>
        </pc:spChg>
        <pc:spChg chg="mod topLvl">
          <ac:chgData name="王雋凱-數位金融處-永豐銀行" userId="f78494d6-bac0-4c9e-94cd-0b5e029c0856" providerId="ADAL" clId="{FA9839A9-6642-4D7D-A192-E66DD6D2AFDE}" dt="2026-03-02T06:50:09.598" v="1325" actId="165"/>
          <ac:spMkLst>
            <pc:docMk/>
            <pc:sldMk cId="237225399" sldId="2147471194"/>
            <ac:spMk id="26" creationId="{09140074-3C60-043B-B5E5-49D1CD2107BD}"/>
          </ac:spMkLst>
        </pc:spChg>
        <pc:spChg chg="mod topLvl">
          <ac:chgData name="王雋凱-數位金融處-永豐銀行" userId="f78494d6-bac0-4c9e-94cd-0b5e029c0856" providerId="ADAL" clId="{FA9839A9-6642-4D7D-A192-E66DD6D2AFDE}" dt="2026-03-04T00:39:23.484" v="2172"/>
          <ac:spMkLst>
            <pc:docMk/>
            <pc:sldMk cId="237225399" sldId="2147471194"/>
            <ac:spMk id="29" creationId="{EB9C668D-BD73-DEF9-C711-43E1DF7457F1}"/>
          </ac:spMkLst>
        </pc:spChg>
        <pc:spChg chg="mod topLvl">
          <ac:chgData name="王雋凱-數位金融處-永豐銀行" userId="f78494d6-bac0-4c9e-94cd-0b5e029c0856" providerId="ADAL" clId="{FA9839A9-6642-4D7D-A192-E66DD6D2AFDE}" dt="2026-03-02T06:50:09.598" v="1325" actId="165"/>
          <ac:spMkLst>
            <pc:docMk/>
            <pc:sldMk cId="237225399" sldId="2147471194"/>
            <ac:spMk id="32" creationId="{61B3DAE3-F738-2376-8DBF-3773C421872A}"/>
          </ac:spMkLst>
        </pc:spChg>
        <pc:grpChg chg="add del mod">
          <ac:chgData name="王雋凱-數位金融處-永豐銀行" userId="f78494d6-bac0-4c9e-94cd-0b5e029c0856" providerId="ADAL" clId="{FA9839A9-6642-4D7D-A192-E66DD6D2AFDE}" dt="2026-03-02T06:50:09.598" v="1325" actId="165"/>
          <ac:grpSpMkLst>
            <pc:docMk/>
            <pc:sldMk cId="237225399" sldId="2147471194"/>
            <ac:grpSpMk id="10" creationId="{05C7937C-7D90-2422-AB52-0D379F62A27C}"/>
          </ac:grpSpMkLst>
        </pc:grpChg>
        <pc:cxnChg chg="mod topLvl">
          <ac:chgData name="王雋凱-數位金融處-永豐銀行" userId="f78494d6-bac0-4c9e-94cd-0b5e029c0856" providerId="ADAL" clId="{FA9839A9-6642-4D7D-A192-E66DD6D2AFDE}" dt="2026-03-02T06:50:09.598" v="1325" actId="165"/>
          <ac:cxnSpMkLst>
            <pc:docMk/>
            <pc:sldMk cId="237225399" sldId="2147471194"/>
            <ac:cxnSpMk id="6" creationId="{B01D909E-D210-3E51-5C41-8B6D26225185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mod modRxn">
              <pc226:chgData name="王雋凱-數位金融處-永豐銀行" userId="f78494d6-bac0-4c9e-94cd-0b5e029c0856" providerId="ADAL" clId="{FA9839A9-6642-4D7D-A192-E66DD6D2AFDE}" dt="2026-03-04T00:39:22.888" v="2170" actId="20577"/>
              <pc2:cmMkLst xmlns:pc2="http://schemas.microsoft.com/office/powerpoint/2019/9/main/command">
                <pc:docMk/>
                <pc:sldMk cId="237225399" sldId="2147471194"/>
                <pc2:cmMk id="{CB46A7E1-67EE-4985-8555-9250ED7AEA65}"/>
              </pc2:cmMkLst>
            </pc226:cmChg>
          </p:ext>
        </pc:extLst>
      </pc:sldChg>
      <pc:sldChg chg="del">
        <pc:chgData name="王雋凱-數位金融處-永豐銀行" userId="f78494d6-bac0-4c9e-94cd-0b5e029c0856" providerId="ADAL" clId="{FA9839A9-6642-4D7D-A192-E66DD6D2AFDE}" dt="2026-03-02T03:30:22.690" v="453" actId="2696"/>
        <pc:sldMkLst>
          <pc:docMk/>
          <pc:sldMk cId="3851381492" sldId="2147471196"/>
        </pc:sldMkLst>
      </pc:sldChg>
      <pc:sldChg chg="addSp delSp modSp new mod">
        <pc:chgData name="王雋凱-數位金融處-永豐銀行" userId="f78494d6-bac0-4c9e-94cd-0b5e029c0856" providerId="ADAL" clId="{FA9839A9-6642-4D7D-A192-E66DD6D2AFDE}" dt="2026-03-03T09:14:16.480" v="2136" actId="113"/>
        <pc:sldMkLst>
          <pc:docMk/>
          <pc:sldMk cId="3967222013" sldId="2147471197"/>
        </pc:sldMkLst>
        <pc:spChg chg="mod">
          <ac:chgData name="王雋凱-數位金融處-永豐銀行" userId="f78494d6-bac0-4c9e-94cd-0b5e029c0856" providerId="ADAL" clId="{FA9839A9-6642-4D7D-A192-E66DD6D2AFDE}" dt="2026-03-03T09:14:16.480" v="2136" actId="113"/>
          <ac:spMkLst>
            <pc:docMk/>
            <pc:sldMk cId="3967222013" sldId="2147471197"/>
            <ac:spMk id="2" creationId="{CD3BA6A3-8227-C5A1-977F-50AA27094FD2}"/>
          </ac:spMkLst>
        </pc:spChg>
        <pc:spChg chg="mod">
          <ac:chgData name="王雋凱-數位金融處-永豐銀行" userId="f78494d6-bac0-4c9e-94cd-0b5e029c0856" providerId="ADAL" clId="{FA9839A9-6642-4D7D-A192-E66DD6D2AFDE}" dt="2026-03-03T07:28:42.354" v="1358" actId="20577"/>
          <ac:spMkLst>
            <pc:docMk/>
            <pc:sldMk cId="3967222013" sldId="2147471197"/>
            <ac:spMk id="3" creationId="{BC114FA0-439C-7B0C-70AD-9834CD781F03}"/>
          </ac:spMkLst>
        </pc:spChg>
        <pc:spChg chg="mod">
          <ac:chgData name="王雋凱-數位金融處-永豐銀行" userId="f78494d6-bac0-4c9e-94cd-0b5e029c0856" providerId="ADAL" clId="{FA9839A9-6642-4D7D-A192-E66DD6D2AFDE}" dt="2026-03-02T02:26:05.556" v="184" actId="20577"/>
          <ac:spMkLst>
            <pc:docMk/>
            <pc:sldMk cId="3967222013" sldId="2147471197"/>
            <ac:spMk id="4" creationId="{17F77C49-F095-E5BA-5EA9-C05F6B4052A4}"/>
          </ac:spMkLst>
        </pc:spChg>
        <pc:picChg chg="add mod">
          <ac:chgData name="王雋凱-數位金融處-永豐銀行" userId="f78494d6-bac0-4c9e-94cd-0b5e029c0856" providerId="ADAL" clId="{FA9839A9-6642-4D7D-A192-E66DD6D2AFDE}" dt="2026-03-02T02:22:15.886" v="40" actId="1076"/>
          <ac:picMkLst>
            <pc:docMk/>
            <pc:sldMk cId="3967222013" sldId="2147471197"/>
            <ac:picMk id="5" creationId="{59041273-0A95-5959-B2DD-E8ACCD6030E9}"/>
          </ac:picMkLst>
        </pc:picChg>
        <pc:picChg chg="add mod">
          <ac:chgData name="王雋凱-數位金融處-永豐銀行" userId="f78494d6-bac0-4c9e-94cd-0b5e029c0856" providerId="ADAL" clId="{FA9839A9-6642-4D7D-A192-E66DD6D2AFDE}" dt="2026-03-02T02:28:10.550" v="208" actId="1076"/>
          <ac:picMkLst>
            <pc:docMk/>
            <pc:sldMk cId="3967222013" sldId="2147471197"/>
            <ac:picMk id="6" creationId="{92DB1E38-D2A8-579E-7BDF-AFC44AB2B596}"/>
          </ac:picMkLst>
        </pc:picChg>
        <pc:picChg chg="add del mod">
          <ac:chgData name="王雋凱-數位金融處-永豐銀行" userId="f78494d6-bac0-4c9e-94cd-0b5e029c0856" providerId="ADAL" clId="{FA9839A9-6642-4D7D-A192-E66DD6D2AFDE}" dt="2026-03-02T02:24:43.391" v="111" actId="21"/>
          <ac:picMkLst>
            <pc:docMk/>
            <pc:sldMk cId="3967222013" sldId="2147471197"/>
            <ac:picMk id="7" creationId="{1F3254DC-E33D-DD63-90DE-7D2EAFE06185}"/>
          </ac:picMkLst>
        </pc:picChg>
        <pc:picChg chg="add mod">
          <ac:chgData name="王雋凱-數位金融處-永豐銀行" userId="f78494d6-bac0-4c9e-94cd-0b5e029c0856" providerId="ADAL" clId="{FA9839A9-6642-4D7D-A192-E66DD6D2AFDE}" dt="2026-03-02T02:26:13.255" v="186" actId="1076"/>
          <ac:picMkLst>
            <pc:docMk/>
            <pc:sldMk cId="3967222013" sldId="2147471197"/>
            <ac:picMk id="8" creationId="{1F3254DC-E33D-DD63-90DE-7D2EAFE06185}"/>
          </ac:picMkLst>
        </pc:picChg>
      </pc:sldChg>
      <pc:sldChg chg="addSp delSp modSp new mod modClrScheme chgLayout">
        <pc:chgData name="王雋凱-數位金融處-永豐銀行" userId="f78494d6-bac0-4c9e-94cd-0b5e029c0856" providerId="ADAL" clId="{FA9839A9-6642-4D7D-A192-E66DD6D2AFDE}" dt="2026-03-03T09:14:32.002" v="2140" actId="113"/>
        <pc:sldMkLst>
          <pc:docMk/>
          <pc:sldMk cId="3467987857" sldId="2147471198"/>
        </pc:sldMkLst>
        <pc:spChg chg="del mod ord">
          <ac:chgData name="王雋凱-數位金融處-永豐銀行" userId="f78494d6-bac0-4c9e-94cd-0b5e029c0856" providerId="ADAL" clId="{FA9839A9-6642-4D7D-A192-E66DD6D2AFDE}" dt="2026-03-02T02:34:45.914" v="361" actId="700"/>
          <ac:spMkLst>
            <pc:docMk/>
            <pc:sldMk cId="3467987857" sldId="2147471198"/>
            <ac:spMk id="2" creationId="{290EBD9B-34CE-B25F-2460-334D0F618DB5}"/>
          </ac:spMkLst>
        </pc:spChg>
        <pc:spChg chg="add mod ord">
          <ac:chgData name="王雋凱-數位金融處-永豐銀行" userId="f78494d6-bac0-4c9e-94cd-0b5e029c0856" providerId="ADAL" clId="{FA9839A9-6642-4D7D-A192-E66DD6D2AFDE}" dt="2026-03-03T09:14:32.002" v="2140" actId="113"/>
          <ac:spMkLst>
            <pc:docMk/>
            <pc:sldMk cId="3467987857" sldId="2147471198"/>
            <ac:spMk id="3" creationId="{5AF2BED5-AC00-D670-D4E9-4E168BF3FE80}"/>
          </ac:spMkLst>
        </pc:spChg>
        <pc:spChg chg="add del mod ord">
          <ac:chgData name="王雋凱-數位金融處-永豐銀行" userId="f78494d6-bac0-4c9e-94cd-0b5e029c0856" providerId="ADAL" clId="{FA9839A9-6642-4D7D-A192-E66DD6D2AFDE}" dt="2026-03-02T02:34:59.904" v="364" actId="478"/>
          <ac:spMkLst>
            <pc:docMk/>
            <pc:sldMk cId="3467987857" sldId="2147471198"/>
            <ac:spMk id="4" creationId="{314F63CB-94B7-6B47-E7CF-8409A455FCF7}"/>
          </ac:spMkLst>
        </pc:spChg>
        <pc:graphicFrameChg chg="add mod modGraphic">
          <ac:chgData name="王雋凱-數位金融處-永豐銀行" userId="f78494d6-bac0-4c9e-94cd-0b5e029c0856" providerId="ADAL" clId="{FA9839A9-6642-4D7D-A192-E66DD6D2AFDE}" dt="2026-03-03T09:03:50.325" v="2073" actId="14100"/>
          <ac:graphicFrameMkLst>
            <pc:docMk/>
            <pc:sldMk cId="3467987857" sldId="2147471198"/>
            <ac:graphicFrameMk id="5" creationId="{CFBF48AA-76E0-04C4-88DA-F8E46CCE4C10}"/>
          </ac:graphicFrameMkLst>
        </pc:graphicFrameChg>
      </pc:sldChg>
      <pc:sldChg chg="addSp delSp modSp new mod ord modClrScheme chgLayout">
        <pc:chgData name="王雋凱-數位金融處-永豐銀行" userId="f78494d6-bac0-4c9e-94cd-0b5e029c0856" providerId="ADAL" clId="{FA9839A9-6642-4D7D-A192-E66DD6D2AFDE}" dt="2026-03-03T09:14:23.563" v="2138" actId="113"/>
        <pc:sldMkLst>
          <pc:docMk/>
          <pc:sldMk cId="311361126" sldId="2147471199"/>
        </pc:sldMkLst>
        <pc:spChg chg="add del mod ord">
          <ac:chgData name="王雋凱-數位金融處-永豐銀行" userId="f78494d6-bac0-4c9e-94cd-0b5e029c0856" providerId="ADAL" clId="{FA9839A9-6642-4D7D-A192-E66DD6D2AFDE}" dt="2026-03-02T03:02:56.357" v="403" actId="700"/>
          <ac:spMkLst>
            <pc:docMk/>
            <pc:sldMk cId="311361126" sldId="2147471199"/>
            <ac:spMk id="2" creationId="{C77458CB-95D5-D595-4E75-DB6FF9419797}"/>
          </ac:spMkLst>
        </pc:spChg>
        <pc:spChg chg="add del mod ord">
          <ac:chgData name="王雋凱-數位金融處-永豐銀行" userId="f78494d6-bac0-4c9e-94cd-0b5e029c0856" providerId="ADAL" clId="{FA9839A9-6642-4D7D-A192-E66DD6D2AFDE}" dt="2026-03-02T03:02:56.357" v="403" actId="700"/>
          <ac:spMkLst>
            <pc:docMk/>
            <pc:sldMk cId="311361126" sldId="2147471199"/>
            <ac:spMk id="3" creationId="{98C49AB7-3D45-E2D8-A4B1-0A5D4AE85B50}"/>
          </ac:spMkLst>
        </pc:spChg>
        <pc:spChg chg="add del mod">
          <ac:chgData name="王雋凱-數位金融處-永豐銀行" userId="f78494d6-bac0-4c9e-94cd-0b5e029c0856" providerId="ADAL" clId="{FA9839A9-6642-4D7D-A192-E66DD6D2AFDE}" dt="2026-03-02T03:02:56.357" v="403" actId="700"/>
          <ac:spMkLst>
            <pc:docMk/>
            <pc:sldMk cId="311361126" sldId="2147471199"/>
            <ac:spMk id="4" creationId="{C8AC89C8-3EE8-AAF4-8A75-FBE34C838A93}"/>
          </ac:spMkLst>
        </pc:spChg>
        <pc:spChg chg="add del mod ord">
          <ac:chgData name="王雋凱-數位金融處-永豐銀行" userId="f78494d6-bac0-4c9e-94cd-0b5e029c0856" providerId="ADAL" clId="{FA9839A9-6642-4D7D-A192-E66DD6D2AFDE}" dt="2026-03-02T03:30:02.786" v="450" actId="700"/>
          <ac:spMkLst>
            <pc:docMk/>
            <pc:sldMk cId="311361126" sldId="2147471199"/>
            <ac:spMk id="7" creationId="{4B30E317-FE33-3897-B0C1-24A34910C6A9}"/>
          </ac:spMkLst>
        </pc:spChg>
        <pc:spChg chg="add del mod ord">
          <ac:chgData name="王雋凱-數位金融處-永豐銀行" userId="f78494d6-bac0-4c9e-94cd-0b5e029c0856" providerId="ADAL" clId="{FA9839A9-6642-4D7D-A192-E66DD6D2AFDE}" dt="2026-03-02T03:30:02.786" v="450" actId="700"/>
          <ac:spMkLst>
            <pc:docMk/>
            <pc:sldMk cId="311361126" sldId="2147471199"/>
            <ac:spMk id="8" creationId="{EECCF398-BED7-4C23-3CD5-431085E2B908}"/>
          </ac:spMkLst>
        </pc:spChg>
        <pc:spChg chg="add mod ord">
          <ac:chgData name="王雋凱-數位金融處-永豐銀行" userId="f78494d6-bac0-4c9e-94cd-0b5e029c0856" providerId="ADAL" clId="{FA9839A9-6642-4D7D-A192-E66DD6D2AFDE}" dt="2026-03-03T09:14:23.563" v="2138" actId="113"/>
          <ac:spMkLst>
            <pc:docMk/>
            <pc:sldMk cId="311361126" sldId="2147471199"/>
            <ac:spMk id="17" creationId="{BB792105-73CD-077E-2575-6F6DC24A5284}"/>
          </ac:spMkLst>
        </pc:spChg>
        <pc:spChg chg="add del mod ord">
          <ac:chgData name="王雋凱-數位金融處-永豐銀行" userId="f78494d6-bac0-4c9e-94cd-0b5e029c0856" providerId="ADAL" clId="{FA9839A9-6642-4D7D-A192-E66DD6D2AFDE}" dt="2026-03-02T04:03:24.666" v="566" actId="478"/>
          <ac:spMkLst>
            <pc:docMk/>
            <pc:sldMk cId="311361126" sldId="2147471199"/>
            <ac:spMk id="18" creationId="{18C7833A-661F-FE09-DC0A-942F09DDFBD6}"/>
          </ac:spMkLst>
        </pc:spChg>
        <pc:spChg chg="add mod ord">
          <ac:chgData name="王雋凱-數位金融處-永豐銀行" userId="f78494d6-bac0-4c9e-94cd-0b5e029c0856" providerId="ADAL" clId="{FA9839A9-6642-4D7D-A192-E66DD6D2AFDE}" dt="2026-03-02T03:47:32.372" v="459"/>
          <ac:spMkLst>
            <pc:docMk/>
            <pc:sldMk cId="311361126" sldId="2147471199"/>
            <ac:spMk id="19" creationId="{C86AAB90-38D5-F1CB-82DC-0280259BCBAB}"/>
          </ac:spMkLst>
        </pc:spChg>
        <pc:spChg chg="add mod">
          <ac:chgData name="王雋凱-數位金融處-永豐銀行" userId="f78494d6-bac0-4c9e-94cd-0b5e029c0856" providerId="ADAL" clId="{FA9839A9-6642-4D7D-A192-E66DD6D2AFDE}" dt="2026-03-02T05:56:58.660" v="1075" actId="20577"/>
          <ac:spMkLst>
            <pc:docMk/>
            <pc:sldMk cId="311361126" sldId="2147471199"/>
            <ac:spMk id="21" creationId="{80A0A841-DFAD-C236-94C5-D86345D8FAEA}"/>
          </ac:spMkLst>
        </pc:spChg>
        <pc:spChg chg="add mod">
          <ac:chgData name="王雋凱-數位金融處-永豐銀行" userId="f78494d6-bac0-4c9e-94cd-0b5e029c0856" providerId="ADAL" clId="{FA9839A9-6642-4D7D-A192-E66DD6D2AFDE}" dt="2026-03-02T06:01:59.947" v="1078" actId="113"/>
          <ac:spMkLst>
            <pc:docMk/>
            <pc:sldMk cId="311361126" sldId="2147471199"/>
            <ac:spMk id="22" creationId="{92C81956-A218-8398-B685-ED8F6D7E0810}"/>
          </ac:spMkLst>
        </pc:spChg>
        <pc:spChg chg="add del mod">
          <ac:chgData name="王雋凱-數位金融處-永豐銀行" userId="f78494d6-bac0-4c9e-94cd-0b5e029c0856" providerId="ADAL" clId="{FA9839A9-6642-4D7D-A192-E66DD6D2AFDE}" dt="2026-03-02T04:04:22.301" v="582" actId="478"/>
          <ac:spMkLst>
            <pc:docMk/>
            <pc:sldMk cId="311361126" sldId="2147471199"/>
            <ac:spMk id="23" creationId="{05501803-FA44-BA21-5C46-68B6B52AE3BA}"/>
          </ac:spMkLst>
        </pc:spChg>
        <pc:spChg chg="add del mod">
          <ac:chgData name="王雋凱-數位金融處-永豐銀行" userId="f78494d6-bac0-4c9e-94cd-0b5e029c0856" providerId="ADAL" clId="{FA9839A9-6642-4D7D-A192-E66DD6D2AFDE}" dt="2026-03-02T04:04:22.301" v="582" actId="478"/>
          <ac:spMkLst>
            <pc:docMk/>
            <pc:sldMk cId="311361126" sldId="2147471199"/>
            <ac:spMk id="24" creationId="{220D0056-ECC0-FE05-62BF-667BC422B52B}"/>
          </ac:spMkLst>
        </pc:spChg>
        <pc:spChg chg="add mod">
          <ac:chgData name="王雋凱-數位金融處-永豐銀行" userId="f78494d6-bac0-4c9e-94cd-0b5e029c0856" providerId="ADAL" clId="{FA9839A9-6642-4D7D-A192-E66DD6D2AFDE}" dt="2026-03-02T05:56:37.431" v="1063" actId="113"/>
          <ac:spMkLst>
            <pc:docMk/>
            <pc:sldMk cId="311361126" sldId="2147471199"/>
            <ac:spMk id="25" creationId="{493F346A-5751-0A5E-3B32-7175E5F461DB}"/>
          </ac:spMkLst>
        </pc:spChg>
        <pc:spChg chg="add del">
          <ac:chgData name="王雋凱-數位金融處-永豐銀行" userId="f78494d6-bac0-4c9e-94cd-0b5e029c0856" providerId="ADAL" clId="{FA9839A9-6642-4D7D-A192-E66DD6D2AFDE}" dt="2026-03-02T04:05:39.569" v="596" actId="22"/>
          <ac:spMkLst>
            <pc:docMk/>
            <pc:sldMk cId="311361126" sldId="2147471199"/>
            <ac:spMk id="27" creationId="{8CEA4A4E-DB8D-FB51-E153-5762F5AD74F1}"/>
          </ac:spMkLst>
        </pc:spChg>
        <pc:spChg chg="add mod">
          <ac:chgData name="王雋凱-數位金融處-永豐銀行" userId="f78494d6-bac0-4c9e-94cd-0b5e029c0856" providerId="ADAL" clId="{FA9839A9-6642-4D7D-A192-E66DD6D2AFDE}" dt="2026-03-02T06:12:22.203" v="1106" actId="113"/>
          <ac:spMkLst>
            <pc:docMk/>
            <pc:sldMk cId="311361126" sldId="2147471199"/>
            <ac:spMk id="28" creationId="{2A1EECEB-167F-90E2-42D1-F012EC15BC1A}"/>
          </ac:spMkLst>
        </pc:spChg>
        <pc:spChg chg="add mod">
          <ac:chgData name="王雋凱-數位金融處-永豐銀行" userId="f78494d6-bac0-4c9e-94cd-0b5e029c0856" providerId="ADAL" clId="{FA9839A9-6642-4D7D-A192-E66DD6D2AFDE}" dt="2026-03-02T04:14:09.398" v="627"/>
          <ac:spMkLst>
            <pc:docMk/>
            <pc:sldMk cId="311361126" sldId="2147471199"/>
            <ac:spMk id="29" creationId="{D3892BE5-0CB2-3758-8DEA-3C3693D98CDA}"/>
          </ac:spMkLst>
        </pc:spChg>
        <pc:spChg chg="add mod">
          <ac:chgData name="王雋凱-數位金融處-永豐銀行" userId="f78494d6-bac0-4c9e-94cd-0b5e029c0856" providerId="ADAL" clId="{FA9839A9-6642-4D7D-A192-E66DD6D2AFDE}" dt="2026-03-02T06:05:17.424" v="1086" actId="207"/>
          <ac:spMkLst>
            <pc:docMk/>
            <pc:sldMk cId="311361126" sldId="2147471199"/>
            <ac:spMk id="30" creationId="{B34176D4-EDFA-A92C-BA44-43033CD69D25}"/>
          </ac:spMkLst>
        </pc:spChg>
        <pc:grpChg chg="add mod">
          <ac:chgData name="王雋凱-數位金融處-永豐銀行" userId="f78494d6-bac0-4c9e-94cd-0b5e029c0856" providerId="ADAL" clId="{FA9839A9-6642-4D7D-A192-E66DD6D2AFDE}" dt="2026-03-02T04:19:54.986" v="797" actId="1076"/>
          <ac:grpSpMkLst>
            <pc:docMk/>
            <pc:sldMk cId="311361126" sldId="2147471199"/>
            <ac:grpSpMk id="20" creationId="{AF821598-72E5-1B86-E404-511C549BF8DA}"/>
          </ac:grpSpMkLst>
        </pc:grpChg>
        <pc:picChg chg="add del mod">
          <ac:chgData name="王雋凱-數位金融處-永豐銀行" userId="f78494d6-bac0-4c9e-94cd-0b5e029c0856" providerId="ADAL" clId="{FA9839A9-6642-4D7D-A192-E66DD6D2AFDE}" dt="2026-03-02T03:25:42.406" v="432" actId="478"/>
          <ac:picMkLst>
            <pc:docMk/>
            <pc:sldMk cId="311361126" sldId="2147471199"/>
            <ac:picMk id="6" creationId="{AF76A2A8-EB13-D730-324F-DEB64BE19B2E}"/>
          </ac:picMkLst>
        </pc:picChg>
        <pc:picChg chg="add del mod">
          <ac:chgData name="王雋凱-數位金融處-永豐銀行" userId="f78494d6-bac0-4c9e-94cd-0b5e029c0856" providerId="ADAL" clId="{FA9839A9-6642-4D7D-A192-E66DD6D2AFDE}" dt="2026-03-02T03:25:42.406" v="432" actId="478"/>
          <ac:picMkLst>
            <pc:docMk/>
            <pc:sldMk cId="311361126" sldId="2147471199"/>
            <ac:picMk id="10" creationId="{82EA7B49-CCD4-F25E-E940-F6E8EAB560F4}"/>
          </ac:picMkLst>
        </pc:picChg>
        <pc:picChg chg="add del mod">
          <ac:chgData name="王雋凱-數位金融處-永豐銀行" userId="f78494d6-bac0-4c9e-94cd-0b5e029c0856" providerId="ADAL" clId="{FA9839A9-6642-4D7D-A192-E66DD6D2AFDE}" dt="2026-03-02T03:26:56.831" v="438" actId="478"/>
          <ac:picMkLst>
            <pc:docMk/>
            <pc:sldMk cId="311361126" sldId="2147471199"/>
            <ac:picMk id="12" creationId="{4046CA84-E33D-E57D-D145-B4F82CCAE6C2}"/>
          </ac:picMkLst>
        </pc:picChg>
        <pc:picChg chg="add mod">
          <ac:chgData name="王雋凱-數位金融處-永豐銀行" userId="f78494d6-bac0-4c9e-94cd-0b5e029c0856" providerId="ADAL" clId="{FA9839A9-6642-4D7D-A192-E66DD6D2AFDE}" dt="2026-03-02T03:48:40.098" v="472" actId="164"/>
          <ac:picMkLst>
            <pc:docMk/>
            <pc:sldMk cId="311361126" sldId="2147471199"/>
            <ac:picMk id="14" creationId="{75D96338-BF27-8D8A-16D4-5526B9ACFB88}"/>
          </ac:picMkLst>
        </pc:picChg>
        <pc:picChg chg="add mod">
          <ac:chgData name="王雋凱-數位金融處-永豐銀行" userId="f78494d6-bac0-4c9e-94cd-0b5e029c0856" providerId="ADAL" clId="{FA9839A9-6642-4D7D-A192-E66DD6D2AFDE}" dt="2026-03-02T03:48:40.098" v="472" actId="164"/>
          <ac:picMkLst>
            <pc:docMk/>
            <pc:sldMk cId="311361126" sldId="2147471199"/>
            <ac:picMk id="16" creationId="{B9C287A2-A728-5FDF-DF99-589B7DE585C0}"/>
          </ac:picMkLst>
        </pc:picChg>
      </pc:sldChg>
      <pc:sldChg chg="addSp delSp modSp new del mod modClrScheme chgLayout">
        <pc:chgData name="王雋凱-數位金融處-永豐銀行" userId="f78494d6-bac0-4c9e-94cd-0b5e029c0856" providerId="ADAL" clId="{FA9839A9-6642-4D7D-A192-E66DD6D2AFDE}" dt="2026-03-03T06:31:13.006" v="1356" actId="680"/>
        <pc:sldMkLst>
          <pc:docMk/>
          <pc:sldMk cId="124998176" sldId="2147471200"/>
        </pc:sldMkLst>
        <pc:spChg chg="add del mod">
          <ac:chgData name="王雋凱-數位金融處-永豐銀行" userId="f78494d6-bac0-4c9e-94cd-0b5e029c0856" providerId="ADAL" clId="{FA9839A9-6642-4D7D-A192-E66DD6D2AFDE}" dt="2026-03-03T06:31:09.666" v="1355" actId="700"/>
          <ac:spMkLst>
            <pc:docMk/>
            <pc:sldMk cId="124998176" sldId="2147471200"/>
            <ac:spMk id="2" creationId="{8696C1D3-3704-0B69-EF6D-6A83AC9B176C}"/>
          </ac:spMkLst>
        </pc:spChg>
        <pc:spChg chg="add del mod">
          <ac:chgData name="王雋凱-數位金融處-永豐銀行" userId="f78494d6-bac0-4c9e-94cd-0b5e029c0856" providerId="ADAL" clId="{FA9839A9-6642-4D7D-A192-E66DD6D2AFDE}" dt="2026-03-03T06:31:09.666" v="1355" actId="700"/>
          <ac:spMkLst>
            <pc:docMk/>
            <pc:sldMk cId="124998176" sldId="2147471200"/>
            <ac:spMk id="3" creationId="{19D42603-781D-0169-1285-05D2FD35B033}"/>
          </ac:spMkLst>
        </pc:spChg>
      </pc:sldChg>
      <pc:sldChg chg="add del">
        <pc:chgData name="王雋凱-數位金融處-永豐銀行" userId="f78494d6-bac0-4c9e-94cd-0b5e029c0856" providerId="ADAL" clId="{FA9839A9-6642-4D7D-A192-E66DD6D2AFDE}" dt="2026-03-02T04:23:59.340" v="1011" actId="2696"/>
        <pc:sldMkLst>
          <pc:docMk/>
          <pc:sldMk cId="884328003" sldId="2147471200"/>
        </pc:sldMkLst>
      </pc:sldChg>
      <pc:sldChg chg="addSp modSp new mod modClrScheme chgLayout">
        <pc:chgData name="王雋凱-數位金融處-永豐銀行" userId="f78494d6-bac0-4c9e-94cd-0b5e029c0856" providerId="ADAL" clId="{FA9839A9-6642-4D7D-A192-E66DD6D2AFDE}" dt="2026-03-03T09:14:34.867" v="2141" actId="113"/>
        <pc:sldMkLst>
          <pc:docMk/>
          <pc:sldMk cId="1554846421" sldId="2147471200"/>
        </pc:sldMkLst>
        <pc:spChg chg="add mod">
          <ac:chgData name="王雋凱-數位金融處-永豐銀行" userId="f78494d6-bac0-4c9e-94cd-0b5e029c0856" providerId="ADAL" clId="{FA9839A9-6642-4D7D-A192-E66DD6D2AFDE}" dt="2026-03-03T09:14:34.867" v="2141" actId="113"/>
          <ac:spMkLst>
            <pc:docMk/>
            <pc:sldMk cId="1554846421" sldId="2147471200"/>
            <ac:spMk id="2" creationId="{41CAF38F-3A1A-44D3-5AEA-FA2EEDB08B15}"/>
          </ac:spMkLst>
        </pc:spChg>
        <pc:spChg chg="add mod">
          <ac:chgData name="王雋凱-數位金融處-永豐銀行" userId="f78494d6-bac0-4c9e-94cd-0b5e029c0856" providerId="ADAL" clId="{FA9839A9-6642-4D7D-A192-E66DD6D2AFDE}" dt="2026-03-03T09:02:50.934" v="2071"/>
          <ac:spMkLst>
            <pc:docMk/>
            <pc:sldMk cId="1554846421" sldId="2147471200"/>
            <ac:spMk id="3" creationId="{08B482DE-4E6F-193D-4B5C-2A6B509BB97F}"/>
          </ac:spMkLst>
        </pc:spChg>
      </pc:sldChg>
      <pc:sldChg chg="addSp modSp new mod modClrScheme chgLayout">
        <pc:chgData name="王雋凱-數位金融處-永豐銀行" userId="f78494d6-bac0-4c9e-94cd-0b5e029c0856" providerId="ADAL" clId="{FA9839A9-6642-4D7D-A192-E66DD6D2AFDE}" dt="2026-03-03T09:13:58.784" v="2134" actId="2711"/>
        <pc:sldMkLst>
          <pc:docMk/>
          <pc:sldMk cId="3658232648" sldId="2147471201"/>
        </pc:sldMkLst>
        <pc:spChg chg="add mod">
          <ac:chgData name="王雋凱-數位金融處-永豐銀行" userId="f78494d6-bac0-4c9e-94cd-0b5e029c0856" providerId="ADAL" clId="{FA9839A9-6642-4D7D-A192-E66DD6D2AFDE}" dt="2026-03-03T09:13:58.784" v="2134" actId="2711"/>
          <ac:spMkLst>
            <pc:docMk/>
            <pc:sldMk cId="3658232648" sldId="2147471201"/>
            <ac:spMk id="2" creationId="{B9DC53A9-9E0F-0F90-37E7-215B6FFA3DB4}"/>
          </ac:spMkLst>
        </pc:spChg>
      </pc:sldChg>
      <pc:sldMasterChg chg="delSldLayout">
        <pc:chgData name="王雋凱-數位金融處-永豐銀行" userId="f78494d6-bac0-4c9e-94cd-0b5e029c0856" providerId="ADAL" clId="{FA9839A9-6642-4D7D-A192-E66DD6D2AFDE}" dt="2026-03-02T02:35:20.340" v="389" actId="2696"/>
        <pc:sldMasterMkLst>
          <pc:docMk/>
          <pc:sldMasterMk cId="0" sldId="2147483648"/>
        </pc:sldMasterMkLst>
        <pc:sldLayoutChg chg="del">
          <pc:chgData name="王雋凱-數位金融處-永豐銀行" userId="f78494d6-bac0-4c9e-94cd-0b5e029c0856" providerId="ADAL" clId="{FA9839A9-6642-4D7D-A192-E66DD6D2AFDE}" dt="2026-03-02T02:35:20.340" v="389" actId="2696"/>
          <pc:sldLayoutMkLst>
            <pc:docMk/>
            <pc:sldMasterMk cId="0" sldId="2147483648"/>
            <pc:sldLayoutMk cId="0" sldId="2147483652"/>
          </pc:sldLayoutMkLst>
        </pc:sldLayoutChg>
      </pc:sldMasterChg>
    </pc:docChg>
  </pc:docChgLst>
  <pc:docChgLst>
    <pc:chgData name="李宣諭-數位金融處-永豐銀行" userId="6301128a-36be-4004-bf48-5b6edf7c200a" providerId="ADAL" clId="{5556FE67-40C6-4518-82D8-D031FD5835E3}"/>
    <pc:docChg chg="modMainMaster">
      <pc:chgData name="李宣諭-數位金融處-永豐銀行" userId="6301128a-36be-4004-bf48-5b6edf7c200a" providerId="ADAL" clId="{5556FE67-40C6-4518-82D8-D031FD5835E3}" dt="2025-04-09T03:20:37.614" v="0" actId="1076"/>
      <pc:docMkLst>
        <pc:docMk/>
      </pc:docMkLst>
      <pc:sldMasterChg chg="modSldLayout">
        <pc:chgData name="李宣諭-數位金融處-永豐銀行" userId="6301128a-36be-4004-bf48-5b6edf7c200a" providerId="ADAL" clId="{5556FE67-40C6-4518-82D8-D031FD5835E3}" dt="2025-04-09T03:20:37.614" v="0" actId="1076"/>
        <pc:sldMasterMkLst>
          <pc:docMk/>
          <pc:sldMasterMk cId="0" sldId="2147483648"/>
        </pc:sldMasterMkLst>
        <pc:sldLayoutChg chg="modSp mod">
          <pc:chgData name="李宣諭-數位金融處-永豐銀行" userId="6301128a-36be-4004-bf48-5b6edf7c200a" providerId="ADAL" clId="{5556FE67-40C6-4518-82D8-D031FD5835E3}" dt="2025-04-09T03:20:37.614" v="0" actId="1076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  <pc:docChgLst>
    <pc:chgData name="周立筠-數據應用部-永豐金證券" userId="ee349c15-f274-43a3-b0c9-48d528d95247" providerId="ADAL" clId="{C906908C-602B-40BA-8197-1638BF03C79B}"/>
    <pc:docChg chg="modSld">
      <pc:chgData name="周立筠-數據應用部-永豐金證券" userId="ee349c15-f274-43a3-b0c9-48d528d95247" providerId="ADAL" clId="{C906908C-602B-40BA-8197-1638BF03C79B}" dt="2024-09-09T02:23:14.879" v="0" actId="14734"/>
      <pc:docMkLst>
        <pc:docMk/>
      </pc:docMkLst>
      <pc:sldChg chg="modSp mod">
        <pc:chgData name="周立筠-數據應用部-永豐金證券" userId="ee349c15-f274-43a3-b0c9-48d528d95247" providerId="ADAL" clId="{C906908C-602B-40BA-8197-1638BF03C79B}" dt="2024-09-09T02:23:14.879" v="0" actId="14734"/>
        <pc:sldMkLst>
          <pc:docMk/>
          <pc:sldMk cId="3155411272" sldId="2147471173"/>
        </pc:sldMkLst>
      </pc:sldChg>
    </pc:docChg>
  </pc:docChgLst>
  <pc:docChgLst>
    <pc:chgData name="周立筠-數據應用部-永豐金證券" userId="S::liyun0222.zhou@sinopac.com::ee349c15-f274-43a3-b0c9-48d528d95247" providerId="AD" clId="Web-{5A204781-D460-E2E0-652B-45D9DE8FA1C8}"/>
    <pc:docChg chg="modSld">
      <pc:chgData name="周立筠-數據應用部-永豐金證券" userId="S::liyun0222.zhou@sinopac.com::ee349c15-f274-43a3-b0c9-48d528d95247" providerId="AD" clId="Web-{5A204781-D460-E2E0-652B-45D9DE8FA1C8}" dt="2024-10-14T01:13:08.839" v="7"/>
      <pc:docMkLst>
        <pc:docMk/>
      </pc:docMkLst>
      <pc:sldChg chg="addSp delSp modSp">
        <pc:chgData name="周立筠-數據應用部-永豐金證券" userId="S::liyun0222.zhou@sinopac.com::ee349c15-f274-43a3-b0c9-48d528d95247" providerId="AD" clId="Web-{5A204781-D460-E2E0-652B-45D9DE8FA1C8}" dt="2024-10-14T01:13:08.839" v="7"/>
        <pc:sldMkLst>
          <pc:docMk/>
          <pc:sldMk cId="2022153893" sldId="295"/>
        </pc:sldMkLst>
      </pc:sldChg>
    </pc:docChg>
  </pc:docChgLst>
  <pc:docChgLst>
    <pc:chgData name="陳韋樺-數位科技處-永豐金控" userId="701130e9-61c9-4993-9d2b-72f9303521e5" providerId="ADAL" clId="{F94F54DA-E015-4898-AD0E-43B761B2E22F}"/>
    <pc:docChg chg="modSld modNotesMaster">
      <pc:chgData name="陳韋樺-數位科技處-永豐金控" userId="701130e9-61c9-4993-9d2b-72f9303521e5" providerId="ADAL" clId="{F94F54DA-E015-4898-AD0E-43B761B2E22F}" dt="2025-07-22T03:27:11.652" v="1" actId="1076"/>
      <pc:docMkLst>
        <pc:docMk/>
      </pc:docMkLst>
      <pc:sldChg chg="modSp mod">
        <pc:chgData name="陳韋樺-數位科技處-永豐金控" userId="701130e9-61c9-4993-9d2b-72f9303521e5" providerId="ADAL" clId="{F94F54DA-E015-4898-AD0E-43B761B2E22F}" dt="2025-07-22T03:26:40.854" v="0" actId="1076"/>
        <pc:sldMkLst>
          <pc:docMk/>
          <pc:sldMk cId="0" sldId="256"/>
        </pc:sldMkLst>
      </pc:sldChg>
    </pc:docChg>
  </pc:docChgLst>
  <pc:docChgLst>
    <pc:chgData name="周立筠-數據應用部-永豐金證券" userId="S::liyun0222.zhou@sinopac.com::ee349c15-f274-43a3-b0c9-48d528d95247" providerId="AD" clId="Web-{9C13AFE3-8240-BC94-48CC-0CB3BB172451}"/>
    <pc:docChg chg="modSld">
      <pc:chgData name="周立筠-數據應用部-永豐金證券" userId="S::liyun0222.zhou@sinopac.com::ee349c15-f274-43a3-b0c9-48d528d95247" providerId="AD" clId="Web-{9C13AFE3-8240-BC94-48CC-0CB3BB172451}" dt="2024-09-30T01:52:35.281" v="3" actId="20577"/>
      <pc:docMkLst>
        <pc:docMk/>
      </pc:docMkLst>
      <pc:sldChg chg="modSp">
        <pc:chgData name="周立筠-數據應用部-永豐金證券" userId="S::liyun0222.zhou@sinopac.com::ee349c15-f274-43a3-b0c9-48d528d95247" providerId="AD" clId="Web-{9C13AFE3-8240-BC94-48CC-0CB3BB172451}" dt="2024-09-30T01:52:35.281" v="3" actId="20577"/>
        <pc:sldMkLst>
          <pc:docMk/>
          <pc:sldMk cId="0" sldId="258"/>
        </pc:sldMkLst>
      </pc:sldChg>
    </pc:docChg>
  </pc:docChgLst>
  <pc:docChgLst>
    <pc:chgData name="周立筠-數據應用部-永豐金證券" userId="ee349c15-f274-43a3-b0c9-48d528d95247" providerId="ADAL" clId="{4E0ABDCF-1B67-4881-8BC6-D6262098E4C1}"/>
    <pc:docChg chg="addSld modSld">
      <pc:chgData name="周立筠-數據應用部-永豐金證券" userId="ee349c15-f274-43a3-b0c9-48d528d95247" providerId="ADAL" clId="{4E0ABDCF-1B67-4881-8BC6-D6262098E4C1}" dt="2024-10-11T06:03:24.106" v="27"/>
      <pc:docMkLst>
        <pc:docMk/>
      </pc:docMkLst>
      <pc:sldChg chg="addSp modSp add">
        <pc:chgData name="周立筠-數據應用部-永豐金證券" userId="ee349c15-f274-43a3-b0c9-48d528d95247" providerId="ADAL" clId="{4E0ABDCF-1B67-4881-8BC6-D6262098E4C1}" dt="2024-10-11T06:03:24.106" v="27"/>
        <pc:sldMkLst>
          <pc:docMk/>
          <pc:sldMk cId="3905871497" sldId="2147471190"/>
        </pc:sldMkLst>
      </pc:sldChg>
    </pc:docChg>
  </pc:docChgLst>
  <pc:docChgLst>
    <pc:chgData name="吳憲驊-人力資源處-永豐銀行" userId="S::simonwu@sinopac.com::c372d5aa-c765-4280-a5c9-548c4152a5d4" providerId="AD" clId="Web-{AD6359EA-AF55-13A8-8FC0-F1DDB072E1CC}"/>
    <pc:docChg chg="modSld">
      <pc:chgData name="吳憲驊-人力資源處-永豐銀行" userId="S::simonwu@sinopac.com::c372d5aa-c765-4280-a5c9-548c4152a5d4" providerId="AD" clId="Web-{AD6359EA-AF55-13A8-8FC0-F1DDB072E1CC}" dt="2024-10-11T06:24:11.220" v="1"/>
      <pc:docMkLst>
        <pc:docMk/>
      </pc:docMkLst>
      <pc:sldChg chg="modSp">
        <pc:chgData name="吳憲驊-人力資源處-永豐銀行" userId="S::simonwu@sinopac.com::c372d5aa-c765-4280-a5c9-548c4152a5d4" providerId="AD" clId="Web-{AD6359EA-AF55-13A8-8FC0-F1DDB072E1CC}" dt="2024-10-11T06:24:11.220" v="1"/>
        <pc:sldMkLst>
          <pc:docMk/>
          <pc:sldMk cId="2022153893" sldId="295"/>
        </pc:sldMkLst>
      </pc:sldChg>
    </pc:docChg>
  </pc:docChgLst>
  <pc:docChgLst>
    <pc:chgData name="黃泳晞-數位金融處-永豐銀行" userId="d24483b1-7db0-4584-b824-353502d8b450" providerId="ADAL" clId="{B55C1C4D-17CC-4405-BFBE-762145A60BA8}"/>
    <pc:docChg chg="">
      <pc:chgData name="黃泳晞-數位金融處-永豐銀行" userId="d24483b1-7db0-4584-b824-353502d8b450" providerId="ADAL" clId="{B55C1C4D-17CC-4405-BFBE-762145A60BA8}" dt="2026-03-02T07:48:47.815" v="0"/>
      <pc:docMkLst>
        <pc:docMk/>
      </pc:docMkLst>
      <pc:sldChg chg="addCm">
        <pc:chgData name="黃泳晞-數位金融處-永豐銀行" userId="d24483b1-7db0-4584-b824-353502d8b450" providerId="ADAL" clId="{B55C1C4D-17CC-4405-BFBE-762145A60BA8}" dt="2026-03-02T07:48:47.815" v="0"/>
        <pc:sldMkLst>
          <pc:docMk/>
          <pc:sldMk cId="237225399" sldId="2147471194"/>
        </pc:sldMkLst>
      </pc:sldChg>
    </pc:docChg>
  </pc:docChgLst>
  <pc:docChgLst>
    <pc:chgData name="吳憲驊-人力資源處-永豐銀行" userId="c372d5aa-c765-4280-a5c9-548c4152a5d4" providerId="ADAL" clId="{A5CB0424-1DCD-41DE-B858-D55378E4CD93}"/>
    <pc:docChg chg="custSel addSld delSld modSld modMainMaster modSection">
      <pc:chgData name="吳憲驊-人力資源處-永豐銀行" userId="c372d5aa-c765-4280-a5c9-548c4152a5d4" providerId="ADAL" clId="{A5CB0424-1DCD-41DE-B858-D55378E4CD93}" dt="2024-09-23T03:47:43.608" v="334" actId="6549"/>
      <pc:docMkLst>
        <pc:docMk/>
      </pc:docMkLst>
      <pc:sldChg chg="modSp mod">
        <pc:chgData name="吳憲驊-人力資源處-永豐銀行" userId="c372d5aa-c765-4280-a5c9-548c4152a5d4" providerId="ADAL" clId="{A5CB0424-1DCD-41DE-B858-D55378E4CD93}" dt="2024-09-23T03:47:43.608" v="334" actId="6549"/>
        <pc:sldMkLst>
          <pc:docMk/>
          <pc:sldMk cId="4060586183" sldId="2147471188"/>
        </pc:sldMkLst>
      </pc:sldChg>
      <pc:sldChg chg="addSp modSp new del mod modClrScheme chgLayout">
        <pc:chgData name="吳憲驊-人力資源處-永豐銀行" userId="c372d5aa-c765-4280-a5c9-548c4152a5d4" providerId="ADAL" clId="{A5CB0424-1DCD-41DE-B858-D55378E4CD93}" dt="2024-09-23T03:37:14.100" v="17" actId="47"/>
        <pc:sldMkLst>
          <pc:docMk/>
          <pc:sldMk cId="3271968025" sldId="2147471189"/>
        </pc:sldMkLst>
      </pc:sldChg>
      <pc:sldMasterChg chg="modSldLayout">
        <pc:chgData name="吳憲驊-人力資源處-永豐銀行" userId="c372d5aa-c765-4280-a5c9-548c4152a5d4" providerId="ADAL" clId="{A5CB0424-1DCD-41DE-B858-D55378E4CD93}" dt="2024-09-23T03:37:04.143" v="8" actId="1076"/>
        <pc:sldMasterMkLst>
          <pc:docMk/>
          <pc:sldMasterMk cId="0" sldId="2147483648"/>
        </pc:sldMasterMkLst>
        <pc:sldLayoutChg chg="addSp delSp modSp mod">
          <pc:chgData name="吳憲驊-人力資源處-永豐銀行" userId="c372d5aa-c765-4280-a5c9-548c4152a5d4" providerId="ADAL" clId="{A5CB0424-1DCD-41DE-B858-D55378E4CD93}" dt="2024-09-23T03:37:04.143" v="8" actId="1076"/>
          <pc:sldLayoutMkLst>
            <pc:docMk/>
            <pc:sldMasterMk cId="0" sldId="2147483648"/>
            <pc:sldLayoutMk cId="1016505608" sldId="2147483659"/>
          </pc:sldLayoutMkLst>
        </pc:sldLayoutChg>
      </pc:sldMasterChg>
    </pc:docChg>
  </pc:docChgLst>
  <pc:docChgLst>
    <pc:chgData name="吳憲驊-人力資源處-永豐銀行" userId="S::simonwu@sinopac.com::c372d5aa-c765-4280-a5c9-548c4152a5d4" providerId="AD" clId="Web-{76B08719-CE9C-CA5C-98B8-63898D770A1E}"/>
    <pc:docChg chg="addSld delSld addSection modSection">
      <pc:chgData name="吳憲驊-人力資源處-永豐銀行" userId="S::simonwu@sinopac.com::c372d5aa-c765-4280-a5c9-548c4152a5d4" providerId="AD" clId="Web-{76B08719-CE9C-CA5C-98B8-63898D770A1E}" dt="2024-09-06T10:15:50.990" v="31"/>
      <pc:docMkLst>
        <pc:docMk/>
      </pc:docMkLst>
      <pc:sldChg chg="add del">
        <pc:chgData name="吳憲驊-人力資源處-永豐銀行" userId="S::simonwu@sinopac.com::c372d5aa-c765-4280-a5c9-548c4152a5d4" providerId="AD" clId="Web-{76B08719-CE9C-CA5C-98B8-63898D770A1E}" dt="2024-09-06T10:15:15.536" v="7"/>
        <pc:sldMkLst>
          <pc:docMk/>
          <pc:sldMk cId="0" sldId="256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567" v="8"/>
        <pc:sldMkLst>
          <pc:docMk/>
          <pc:sldMk cId="0" sldId="257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598" v="9"/>
        <pc:sldMkLst>
          <pc:docMk/>
          <pc:sldMk cId="0" sldId="258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677" v="10"/>
        <pc:sldMkLst>
          <pc:docMk/>
          <pc:sldMk cId="0" sldId="259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755" v="11"/>
        <pc:sldMkLst>
          <pc:docMk/>
          <pc:sldMk cId="0" sldId="260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833" v="12"/>
        <pc:sldMkLst>
          <pc:docMk/>
          <pc:sldMk cId="0" sldId="261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927" v="13"/>
        <pc:sldMkLst>
          <pc:docMk/>
          <pc:sldMk cId="0" sldId="262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036" v="22"/>
        <pc:sldMkLst>
          <pc:docMk/>
          <pc:sldMk cId="0" sldId="264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208" v="24"/>
        <pc:sldMkLst>
          <pc:docMk/>
          <pc:sldMk cId="2406361714" sldId="292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864" v="27"/>
        <pc:sldMkLst>
          <pc:docMk/>
          <pc:sldMk cId="3121629751" sldId="293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536" v="25"/>
        <pc:sldMkLst>
          <pc:docMk/>
          <pc:sldMk cId="2022153893" sldId="295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692" v="26"/>
        <pc:sldMkLst>
          <pc:docMk/>
          <pc:sldMk cId="3155411272" sldId="2147471173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30.020" v="28"/>
        <pc:sldMkLst>
          <pc:docMk/>
          <pc:sldMk cId="393315683" sldId="2147471185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067" v="23"/>
        <pc:sldMkLst>
          <pc:docMk/>
          <pc:sldMk cId="2193386975" sldId="2147471186"/>
        </pc:sldMkLst>
      </pc:sldChg>
    </pc:docChg>
  </pc:docChgLst>
  <pc:docChgLst>
    <pc:chgData name="周立筠-數據應用部-永豐金證券" userId="S::liyun0222.zhou@sinopac.com::ee349c15-f274-43a3-b0c9-48d528d95247" providerId="AD" clId="Web-{FA426A10-BA6B-DDFE-201A-190FFCD3F55B}"/>
    <pc:docChg chg="addSld delSld modSld addSection modSection">
      <pc:chgData name="周立筠-數據應用部-永豐金證券" userId="S::liyun0222.zhou@sinopac.com::ee349c15-f274-43a3-b0c9-48d528d95247" providerId="AD" clId="Web-{FA426A10-BA6B-DDFE-201A-190FFCD3F55B}" dt="2024-08-23T09:16:34.093" v="83" actId="1076"/>
      <pc:docMkLst>
        <pc:docMk/>
      </pc:docMkLst>
      <pc:sldChg chg="modSp add replId">
        <pc:chgData name="周立筠-數據應用部-永豐金證券" userId="S::liyun0222.zhou@sinopac.com::ee349c15-f274-43a3-b0c9-48d528d95247" providerId="AD" clId="Web-{FA426A10-BA6B-DDFE-201A-190FFCD3F55B}" dt="2024-08-23T09:10:04.631" v="80" actId="1076"/>
        <pc:sldMkLst>
          <pc:docMk/>
          <pc:sldMk cId="3262633635" sldId="297"/>
        </pc:sldMkLst>
      </pc:sldChg>
      <pc:sldChg chg="addSp modSp new">
        <pc:chgData name="周立筠-數據應用部-永豐金證券" userId="S::liyun0222.zhou@sinopac.com::ee349c15-f274-43a3-b0c9-48d528d95247" providerId="AD" clId="Web-{FA426A10-BA6B-DDFE-201A-190FFCD3F55B}" dt="2024-08-23T09:16:34.093" v="83" actId="1076"/>
        <pc:sldMkLst>
          <pc:docMk/>
          <pc:sldMk cId="2826782116" sldId="298"/>
        </pc:sldMkLst>
      </pc:sldChg>
    </pc:docChg>
  </pc:docChgLst>
  <pc:docChgLst>
    <pc:chgData name="吳憲驊-人力資源處-永豐銀行" userId="c372d5aa-c765-4280-a5c9-548c4152a5d4" providerId="ADAL" clId="{898F72A5-CF0B-4BC5-833D-22D2B31FA266}"/>
    <pc:docChg chg="undo custSel delSld modSld modSection">
      <pc:chgData name="吳憲驊-人力資源處-永豐銀行" userId="c372d5aa-c765-4280-a5c9-548c4152a5d4" providerId="ADAL" clId="{898F72A5-CF0B-4BC5-833D-22D2B31FA266}" dt="2024-08-27T05:50:47.744" v="22" actId="2165"/>
      <pc:docMkLst>
        <pc:docMk/>
      </pc:docMkLst>
      <pc:sldChg chg="delSp mod">
        <pc:chgData name="吳憲驊-人力資源處-永豐銀行" userId="c372d5aa-c765-4280-a5c9-548c4152a5d4" providerId="ADAL" clId="{898F72A5-CF0B-4BC5-833D-22D2B31FA266}" dt="2024-08-23T08:22:23.087" v="1" actId="478"/>
        <pc:sldMkLst>
          <pc:docMk/>
          <pc:sldMk cId="3121629751" sldId="293"/>
        </pc:sldMkLst>
      </pc:sldChg>
      <pc:sldChg chg="modSp mod addCm modCm">
        <pc:chgData name="吳憲驊-人力資源處-永豐銀行" userId="c372d5aa-c765-4280-a5c9-548c4152a5d4" providerId="ADAL" clId="{898F72A5-CF0B-4BC5-833D-22D2B31FA266}" dt="2024-08-27T05:50:47.744" v="22" actId="2165"/>
        <pc:sldMkLst>
          <pc:docMk/>
          <pc:sldMk cId="673018660" sldId="294"/>
        </pc:sldMkLst>
      </pc:sldChg>
      <pc:sldChg chg="modSp mod">
        <pc:chgData name="吳憲驊-人力資源處-永豐銀行" userId="c372d5aa-c765-4280-a5c9-548c4152a5d4" providerId="ADAL" clId="{898F72A5-CF0B-4BC5-833D-22D2B31FA266}" dt="2024-08-23T10:03:46.763" v="16" actId="20577"/>
        <pc:sldMkLst>
          <pc:docMk/>
          <pc:sldMk cId="3262633635" sldId="297"/>
        </pc:sldMkLst>
      </pc:sldChg>
    </pc:docChg>
  </pc:docChgLst>
  <pc:docChgLst>
    <pc:chgData name="傅安-數位金融處-永豐銀行" userId="c8345a55-179c-4faf-b159-cca2c6631c14" providerId="ADAL" clId="{FC04D932-23C0-426C-B700-25BA7DA62966}"/>
    <pc:docChg chg="undo custSel addSld delSld modSld modSection">
      <pc:chgData name="傅安-數位金融處-永豐銀行" userId="c8345a55-179c-4faf-b159-cca2c6631c14" providerId="ADAL" clId="{FC04D932-23C0-426C-B700-25BA7DA62966}" dt="2025-07-14T08:12:18.285" v="70" actId="680"/>
      <pc:docMkLst>
        <pc:docMk/>
      </pc:docMkLst>
      <pc:sldChg chg="modSp mod">
        <pc:chgData name="傅安-數位金融處-永豐銀行" userId="c8345a55-179c-4faf-b159-cca2c6631c14" providerId="ADAL" clId="{FC04D932-23C0-426C-B700-25BA7DA62966}" dt="2025-07-14T08:12:17.924" v="69"/>
        <pc:sldMkLst>
          <pc:docMk/>
          <pc:sldMk cId="0" sldId="256"/>
        </pc:sldMkLst>
      </pc:sldChg>
      <pc:sldChg chg="new del">
        <pc:chgData name="傅安-數位金融處-永豐銀行" userId="c8345a55-179c-4faf-b159-cca2c6631c14" providerId="ADAL" clId="{FC04D932-23C0-426C-B700-25BA7DA62966}" dt="2025-07-14T08:12:18.285" v="70" actId="680"/>
        <pc:sldMkLst>
          <pc:docMk/>
          <pc:sldMk cId="3701876126" sldId="2147471190"/>
        </pc:sldMkLst>
      </pc:sldChg>
    </pc:docChg>
  </pc:docChgLst>
  <pc:docChgLst>
    <pc:chgData name="張天豪-數位金融處-永豐銀行" userId="0d835702-99c9-4ef6-82d8-3ca86d4ccc15" providerId="ADAL" clId="{05C68244-A0A4-5F4B-A227-C47B6FE62571}"/>
    <pc:docChg chg="undo custSel addSld delSld modSld modMainMaster modSection">
      <pc:chgData name="張天豪-數位金融處-永豐銀行" userId="0d835702-99c9-4ef6-82d8-3ca86d4ccc15" providerId="ADAL" clId="{05C68244-A0A4-5F4B-A227-C47B6FE62571}" dt="2024-11-23T00:59:06.402" v="223" actId="12"/>
      <pc:docMkLst>
        <pc:docMk/>
      </pc:docMkLst>
      <pc:sldChg chg="modSp mod">
        <pc:chgData name="張天豪-數位金融處-永豐銀行" userId="0d835702-99c9-4ef6-82d8-3ca86d4ccc15" providerId="ADAL" clId="{05C68244-A0A4-5F4B-A227-C47B6FE62571}" dt="2024-10-12T11:25:14.956" v="80" actId="20577"/>
        <pc:sldMkLst>
          <pc:docMk/>
          <pc:sldMk cId="2406361714" sldId="292"/>
        </pc:sldMkLst>
      </pc:sldChg>
      <pc:sldChg chg="modSp mod">
        <pc:chgData name="張天豪-數位金融處-永豐銀行" userId="0d835702-99c9-4ef6-82d8-3ca86d4ccc15" providerId="ADAL" clId="{05C68244-A0A4-5F4B-A227-C47B6FE62571}" dt="2024-10-13T02:59:04.551" v="212" actId="6549"/>
        <pc:sldMkLst>
          <pc:docMk/>
          <pc:sldMk cId="2022153893" sldId="295"/>
        </pc:sldMkLst>
      </pc:sldChg>
      <pc:sldChg chg="modSp mod">
        <pc:chgData name="張天豪-數位金融處-永豐銀行" userId="0d835702-99c9-4ef6-82d8-3ca86d4ccc15" providerId="ADAL" clId="{05C68244-A0A4-5F4B-A227-C47B6FE62571}" dt="2024-10-12T11:29:08.768" v="165"/>
        <pc:sldMkLst>
          <pc:docMk/>
          <pc:sldMk cId="3262633635" sldId="297"/>
        </pc:sldMkLst>
      </pc:sldChg>
      <pc:sldChg chg="modSp mod">
        <pc:chgData name="張天豪-數位金融處-永豐銀行" userId="0d835702-99c9-4ef6-82d8-3ca86d4ccc15" providerId="ADAL" clId="{05C68244-A0A4-5F4B-A227-C47B6FE62571}" dt="2024-10-12T11:25:27.938" v="88" actId="20577"/>
        <pc:sldMkLst>
          <pc:docMk/>
          <pc:sldMk cId="3155411272" sldId="2147471173"/>
        </pc:sldMkLst>
      </pc:sldChg>
      <pc:sldChg chg="modSp mod">
        <pc:chgData name="張天豪-數位金融處-永豐銀行" userId="0d835702-99c9-4ef6-82d8-3ca86d4ccc15" providerId="ADAL" clId="{05C68244-A0A4-5F4B-A227-C47B6FE62571}" dt="2024-10-12T11:28:12.213" v="152" actId="207"/>
        <pc:sldMkLst>
          <pc:docMk/>
          <pc:sldMk cId="2495256314" sldId="2147471176"/>
        </pc:sldMkLst>
      </pc:sldChg>
      <pc:sldChg chg="add del">
        <pc:chgData name="張天豪-數位金融處-永豐銀行" userId="0d835702-99c9-4ef6-82d8-3ca86d4ccc15" providerId="ADAL" clId="{05C68244-A0A4-5F4B-A227-C47B6FE62571}" dt="2024-10-12T11:29:13.617" v="166" actId="2696"/>
        <pc:sldMkLst>
          <pc:docMk/>
          <pc:sldMk cId="424210253" sldId="2147471190"/>
        </pc:sldMkLst>
      </pc:sldChg>
      <pc:sldChg chg="add del">
        <pc:chgData name="張天豪-數位金融處-永豐銀行" userId="0d835702-99c9-4ef6-82d8-3ca86d4ccc15" providerId="ADAL" clId="{05C68244-A0A4-5F4B-A227-C47B6FE62571}" dt="2024-10-12T11:26:42.301" v="102" actId="2696"/>
        <pc:sldMkLst>
          <pc:docMk/>
          <pc:sldMk cId="717366664" sldId="2147471190"/>
        </pc:sldMkLst>
      </pc:sldChg>
      <pc:sldChg chg="add del">
        <pc:chgData name="張天豪-數位金融處-永豐銀行" userId="0d835702-99c9-4ef6-82d8-3ca86d4ccc15" providerId="ADAL" clId="{05C68244-A0A4-5F4B-A227-C47B6FE62571}" dt="2024-10-12T11:28:19.946" v="153" actId="2696"/>
        <pc:sldMkLst>
          <pc:docMk/>
          <pc:sldMk cId="750805866" sldId="2147471190"/>
        </pc:sldMkLst>
      </pc:sldChg>
      <pc:sldChg chg="del">
        <pc:chgData name="張天豪-數位金融處-永豐銀行" userId="0d835702-99c9-4ef6-82d8-3ca86d4ccc15" providerId="ADAL" clId="{05C68244-A0A4-5F4B-A227-C47B6FE62571}" dt="2024-10-12T11:23:56.255" v="44" actId="2696"/>
        <pc:sldMkLst>
          <pc:docMk/>
          <pc:sldMk cId="3905871497" sldId="2147471190"/>
        </pc:sldMkLst>
      </pc:sldChg>
      <pc:sldMasterChg chg="modSldLayout sldLayoutOrd">
        <pc:chgData name="張天豪-數位金融處-永豐銀行" userId="0d835702-99c9-4ef6-82d8-3ca86d4ccc15" providerId="ADAL" clId="{05C68244-A0A4-5F4B-A227-C47B6FE62571}" dt="2024-11-23T00:59:06.402" v="223" actId="12"/>
        <pc:sldMasterMkLst>
          <pc:docMk/>
          <pc:sldMasterMk cId="0" sldId="2147483648"/>
        </pc:sldMasterMkLst>
        <pc:sldLayoutChg chg="modSp">
          <pc:chgData name="張天豪-數位金融處-永豐銀行" userId="0d835702-99c9-4ef6-82d8-3ca86d4ccc15" providerId="ADAL" clId="{05C68244-A0A4-5F4B-A227-C47B6FE62571}" dt="2024-10-13T02:53:19.336" v="171" actId="12"/>
          <pc:sldLayoutMkLst>
            <pc:docMk/>
            <pc:sldMasterMk cId="0" sldId="2147483648"/>
            <pc:sldLayoutMk cId="0" sldId="2147483651"/>
          </pc:sldLayoutMkLst>
        </pc:sldLayoutChg>
        <pc:sldLayoutChg chg="ord">
          <pc:chgData name="張天豪-數位金融處-永豐銀行" userId="0d835702-99c9-4ef6-82d8-3ca86d4ccc15" providerId="ADAL" clId="{05C68244-A0A4-5F4B-A227-C47B6FE62571}" dt="2024-11-11T08:29:41.246" v="213" actId="20578"/>
          <pc:sldLayoutMkLst>
            <pc:docMk/>
            <pc:sldMasterMk cId="0" sldId="2147483648"/>
            <pc:sldLayoutMk cId="0" sldId="2147483652"/>
          </pc:sldLayoutMkLst>
        </pc:sldLayoutChg>
        <pc:sldLayoutChg chg="modSp">
          <pc:chgData name="張天豪-數位金融處-永豐銀行" userId="0d835702-99c9-4ef6-82d8-3ca86d4ccc15" providerId="ADAL" clId="{05C68244-A0A4-5F4B-A227-C47B6FE62571}" dt="2024-11-23T00:59:06.402" v="223" actId="12"/>
          <pc:sldLayoutMkLst>
            <pc:docMk/>
            <pc:sldMasterMk cId="0" sldId="2147483648"/>
            <pc:sldLayoutMk cId="1016505608" sldId="2147483659"/>
          </pc:sldLayoutMkLst>
        </pc:sldLayoutChg>
      </pc:sldMasterChg>
    </pc:docChg>
  </pc:docChgLst>
  <pc:docChgLst>
    <pc:chgData name="周立筠-數據應用部-永豐金證券" userId="S::liyun0222.zhou@sinopac.com::ee349c15-f274-43a3-b0c9-48d528d95247" providerId="AD" clId="Web-{A48564C8-421B-2203-E695-99D400D4424E}"/>
    <pc:docChg chg="modSld">
      <pc:chgData name="周立筠-數據應用部-永豐金證券" userId="S::liyun0222.zhou@sinopac.com::ee349c15-f274-43a3-b0c9-48d528d95247" providerId="AD" clId="Web-{A48564C8-421B-2203-E695-99D400D4424E}" dt="2024-08-23T09:42:27.791" v="49"/>
      <pc:docMkLst>
        <pc:docMk/>
      </pc:docMkLst>
      <pc:sldChg chg="modSp">
        <pc:chgData name="周立筠-數據應用部-永豐金證券" userId="S::liyun0222.zhou@sinopac.com::ee349c15-f274-43a3-b0c9-48d528d95247" providerId="AD" clId="Web-{A48564C8-421B-2203-E695-99D400D4424E}" dt="2024-08-23T09:42:27.791" v="49"/>
        <pc:sldMkLst>
          <pc:docMk/>
          <pc:sldMk cId="3262633635" sldId="297"/>
        </pc:sldMkLst>
      </pc:sldChg>
    </pc:docChg>
  </pc:docChgLst>
  <pc:docChgLst>
    <pc:chgData name="王雋凱-數位金融處-永豐銀行" userId="f78494d6-bac0-4c9e-94cd-0b5e029c0856" providerId="ADAL" clId="{9A569F61-9D88-48E2-A5EB-7100445BBAB5}"/>
    <pc:docChg chg="modSld sldOrd">
      <pc:chgData name="王雋凱-數位金融處-永豐銀行" userId="f78494d6-bac0-4c9e-94cd-0b5e029c0856" providerId="ADAL" clId="{9A569F61-9D88-48E2-A5EB-7100445BBAB5}" dt="2025-06-18T00:28:24.595" v="1"/>
      <pc:docMkLst>
        <pc:docMk/>
      </pc:docMkLst>
      <pc:sldChg chg="ord">
        <pc:chgData name="王雋凱-數位金融處-永豐銀行" userId="f78494d6-bac0-4c9e-94cd-0b5e029c0856" providerId="ADAL" clId="{9A569F61-9D88-48E2-A5EB-7100445BBAB5}" dt="2025-06-18T00:28:24.595" v="1"/>
        <pc:sldMkLst>
          <pc:docMk/>
          <pc:sldMk cId="0" sldId="2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0962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 txBox="1">
            <a:spLocks noGrp="1"/>
          </p:cNvSpPr>
          <p:nvPr>
            <p:ph type="body" idx="1"/>
          </p:nvPr>
        </p:nvSpPr>
        <p:spPr>
          <a:xfrm>
            <a:off x="821615" y="337747"/>
            <a:ext cx="56952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3536950" y="1177925"/>
            <a:ext cx="13887450" cy="781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381226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436EF-E0A3-1862-0FC5-4B234DFBE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9999704-400A-A463-68BC-8A41F542B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B389EBE-06F3-6654-302B-EA543323B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37719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07856-2582-8790-C1C1-AECECD169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781D78D-F678-177D-52FB-E15B9704B1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381FA9F-1B6B-D0D8-4075-AD9FD787F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409206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7BB26-52FA-1760-CC0B-4D08A0DFA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6040145-FDFE-7A15-9F26-8A2CB6B5F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F2B4B76-8F16-77AF-00D8-0F29DD0F47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701004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545B8-5CF6-AA23-ABF1-EBBAD2DD5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2DFB736-142A-9A55-5528-F69465BF2D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6B57B5E-CBDC-B9DB-EA1D-F572E85D3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547421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001CE-8A00-DDAF-228F-488AB162B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4627C8E-1D17-B77F-E0DC-20A6DB9330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03C962E-CE61-DD39-2EA0-C26B0763C6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963606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53D48-C599-0ECD-DE7B-BA54F91CA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41EC1C4-CA15-7460-C4BC-49648E76E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5201FD8-ED26-BE8C-DA22-4F5A4BB75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22043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userDrawn="1">
  <p:cSld name="標題及物件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4"/>
          <p:cNvSpPr txBox="1">
            <a:spLocks noGrp="1"/>
          </p:cNvSpPr>
          <p:nvPr>
            <p:ph type="title"/>
          </p:nvPr>
        </p:nvSpPr>
        <p:spPr>
          <a:xfrm>
            <a:off x="179388" y="72000"/>
            <a:ext cx="11161712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34"/>
          <p:cNvSpPr txBox="1">
            <a:spLocks noGrp="1"/>
          </p:cNvSpPr>
          <p:nvPr>
            <p:ph type="body" idx="1" hasCustomPrompt="1"/>
          </p:nvPr>
        </p:nvSpPr>
        <p:spPr>
          <a:xfrm>
            <a:off x="179388" y="719138"/>
            <a:ext cx="11161712" cy="540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t" anchorCtr="0">
            <a:noAutofit/>
          </a:bodyPr>
          <a:lstStyle>
            <a:lvl1pPr marL="252000" marR="0" lvl="0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1pPr>
            <a:lvl2pPr marL="504000" marR="0" lvl="1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4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2pPr>
            <a:lvl3pPr marL="756000" marR="0" lvl="2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2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3pPr>
            <a:lvl4pPr marL="1008000" marR="0" lvl="3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0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4pPr>
            <a:lvl5pPr marL="1260000" marR="0" lvl="4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8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5pPr>
            <a:lvl6pPr marL="1512000" marR="0" lvl="5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Microsoft JhengHei Light" panose="020B0304030504040204" pitchFamily="34" charset="-120"/>
              <a:buChar char="o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lvl="0"/>
            <a:r>
              <a:rPr lang="zh-TW" altLang="en-US"/>
              <a:t>第一層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cxnSp>
        <p:nvCxnSpPr>
          <p:cNvPr id="20" name="Google Shape;20;p34"/>
          <p:cNvCxnSpPr>
            <a:cxnSpLocks/>
          </p:cNvCxnSpPr>
          <p:nvPr/>
        </p:nvCxnSpPr>
        <p:spPr>
          <a:xfrm>
            <a:off x="179388" y="612000"/>
            <a:ext cx="11161712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2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5603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oogle Shape;9;p32">
            <a:extLst>
              <a:ext uri="{FF2B5EF4-FFF2-40B4-BE49-F238E27FC236}">
                <a16:creationId xmlns:a16="http://schemas.microsoft.com/office/drawing/2014/main" id="{728D7485-3340-DD7C-9D2E-D9DE76FC1DDB}"/>
              </a:ext>
            </a:extLst>
          </p:cNvPr>
          <p:cNvCxnSpPr>
            <a:cxnSpLocks/>
          </p:cNvCxnSpPr>
          <p:nvPr userDrawn="1"/>
        </p:nvCxnSpPr>
        <p:spPr>
          <a:xfrm>
            <a:off x="1440000" y="2880000"/>
            <a:ext cx="5760000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" name="Google Shape;10;p32">
            <a:extLst>
              <a:ext uri="{FF2B5EF4-FFF2-40B4-BE49-F238E27FC236}">
                <a16:creationId xmlns:a16="http://schemas.microsoft.com/office/drawing/2014/main" id="{7B925996-2FA7-4A3F-652D-7B1D8634C9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0000" y="2160000"/>
            <a:ext cx="576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0000" tIns="46800" rIns="90000" bIns="468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3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51371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>
  <p:cSld name="標題投影片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Google Shape;9;p32"/>
          <p:cNvCxnSpPr>
            <a:cxnSpLocks/>
          </p:cNvCxnSpPr>
          <p:nvPr/>
        </p:nvCxnSpPr>
        <p:spPr>
          <a:xfrm>
            <a:off x="1440000" y="2880000"/>
            <a:ext cx="8640000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1440000" y="2160000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3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1440000" y="4320000"/>
            <a:ext cx="864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  <a:defRPr sz="28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body" idx="2"/>
          </p:nvPr>
        </p:nvSpPr>
        <p:spPr>
          <a:xfrm>
            <a:off x="1440000" y="5040000"/>
            <a:ext cx="86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icrosoft JhengHei"/>
              <a:buNone/>
              <a:defRPr sz="1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版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4E9B3DD-FAA0-DF43-8AE4-2105CE51701D}"/>
              </a:ext>
            </a:extLst>
          </p:cNvPr>
          <p:cNvSpPr txBox="1"/>
          <p:nvPr userDrawn="1"/>
        </p:nvSpPr>
        <p:spPr>
          <a:xfrm>
            <a:off x="604826" y="608597"/>
            <a:ext cx="10310836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96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Template Version</a:t>
            </a:r>
          </a:p>
          <a:p>
            <a:pPr algn="ctr"/>
            <a:r>
              <a:rPr kumimoji="1" lang="en-US" altLang="zh-TW" sz="240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v7.1</a:t>
            </a:r>
            <a:endParaRPr kumimoji="1" lang="zh-TW" altLang="en-US" sz="240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9105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31D3636-C8D9-A34B-A3BF-045464A9529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4000"/>
            <a:ext cx="4406303" cy="705606"/>
          </a:xfrm>
          <a:prstGeom prst="rect">
            <a:avLst/>
          </a:prstGeom>
        </p:spPr>
      </p:pic>
      <p:sp>
        <p:nvSpPr>
          <p:cNvPr id="6" name="Google Shape;6;p31"/>
          <p:cNvSpPr/>
          <p:nvPr/>
        </p:nvSpPr>
        <p:spPr>
          <a:xfrm>
            <a:off x="0" y="6237968"/>
            <a:ext cx="381603" cy="242207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88150" tIns="44050" rIns="88150" bIns="44050" anchor="b" anchorCtr="0">
            <a:spAutoFit/>
          </a:bodyPr>
          <a:lstStyle/>
          <a:p>
            <a:pPr marL="0" marR="0" lvl="0" indent="0" algn="ctr" rtl="0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zh-TW" sz="1200" b="0" i="0" u="none" strike="noStrike" cap="none" smtClean="0">
                <a:solidFill>
                  <a:schemeClr val="dk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pPr marL="0" marR="0" lvl="0" indent="0" algn="ctr" rtl="0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D86D7F2-4668-134E-BDFC-689955836914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000" y="6156000"/>
            <a:ext cx="2462731" cy="29122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2DBFD30-7CBC-FF44-A3CD-E1370C8D3C2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62000" y="6228000"/>
            <a:ext cx="1636426" cy="206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 anchor="ctr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9pPr>
          </a:lstStyle>
          <a:p>
            <a:pPr algn="ctr" eaLnBrk="1" hangingPunct="1">
              <a:lnSpc>
                <a:spcPts val="964"/>
              </a:lnSpc>
              <a:defRPr/>
            </a:pPr>
            <a:r>
              <a:rPr lang="zh-TW" altLang="en-US" sz="800" b="0">
                <a:solidFill>
                  <a:srgbClr val="B2B2B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機密資料僅限永豐金控內部使用 </a:t>
            </a:r>
            <a:endParaRPr lang="en-US" altLang="zh-TW" sz="800" b="0">
              <a:solidFill>
                <a:srgbClr val="B2B2B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8" r:id="rId2"/>
    <p:sldLayoutId id="2147483657" r:id="rId3"/>
    <p:sldLayoutId id="2147483649" r:id="rId4"/>
    <p:sldLayoutId id="2147483654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41" userDrawn="1">
          <p15:clr>
            <a:srgbClr val="F26B43"/>
          </p15:clr>
        </p15:guide>
        <p15:guide id="2" pos="3697" userDrawn="1">
          <p15:clr>
            <a:srgbClr val="A4A3A4"/>
          </p15:clr>
        </p15:guide>
        <p15:guide id="3" pos="7144" userDrawn="1">
          <p15:clr>
            <a:srgbClr val="A4A3A4"/>
          </p15:clr>
        </p15:guide>
        <p15:guide id="4" pos="113" userDrawn="1">
          <p15:clr>
            <a:srgbClr val="A4A3A4"/>
          </p15:clr>
        </p15:guide>
        <p15:guide id="5" orient="horz" pos="3855" userDrawn="1">
          <p15:clr>
            <a:srgbClr val="A4A3A4"/>
          </p15:clr>
        </p15:guide>
        <p15:guide id="6" orient="horz" pos="45" userDrawn="1">
          <p15:clr>
            <a:srgbClr val="A4A3A4"/>
          </p15:clr>
        </p15:guide>
        <p15:guide id="11" pos="3629" userDrawn="1">
          <p15:clr>
            <a:srgbClr val="F26B43"/>
          </p15:clr>
        </p15:guide>
        <p15:guide id="12" pos="3560" userDrawn="1">
          <p15:clr>
            <a:srgbClr val="A4A3A4"/>
          </p15:clr>
        </p15:guide>
        <p15:guide id="13" pos="2495" userDrawn="1">
          <p15:clr>
            <a:srgbClr val="A4A3A4"/>
          </p15:clr>
        </p15:guide>
        <p15:guide id="14" pos="2381" userDrawn="1">
          <p15:clr>
            <a:srgbClr val="A4A3A4"/>
          </p15:clr>
        </p15:guide>
        <p15:guide id="15" pos="4762" userDrawn="1">
          <p15:clr>
            <a:srgbClr val="A4A3A4"/>
          </p15:clr>
        </p15:guide>
        <p15:guide id="16" pos="4876" userDrawn="1">
          <p15:clr>
            <a:srgbClr val="A4A3A4"/>
          </p15:clr>
        </p15:guide>
        <p15:guide id="18" orient="horz" pos="385" userDrawn="1">
          <p15:clr>
            <a:srgbClr val="A4A3A4"/>
          </p15:clr>
        </p15:guide>
        <p15:guide id="19" orient="horz" pos="453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"/>
          <p:cNvSpPr txBox="1">
            <a:spLocks noGrp="1"/>
          </p:cNvSpPr>
          <p:nvPr>
            <p:ph type="title"/>
          </p:nvPr>
        </p:nvSpPr>
        <p:spPr>
          <a:xfrm>
            <a:off x="1440000" y="2160174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zh-TW" altLang="en-US" b="1" dirty="0"/>
              <a:t>大額暴險管理系統通報</a:t>
            </a:r>
            <a:endParaRPr lang="en-US" b="1" dirty="0"/>
          </a:p>
        </p:txBody>
      </p:sp>
      <p:sp>
        <p:nvSpPr>
          <p:cNvPr id="37" name="Google Shape;37;p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</a:pPr>
            <a:r>
              <a:rPr lang="zh-TW" altLang="en-US" sz="2800" b="0" dirty="0"/>
              <a:t>數位科技處</a:t>
            </a:r>
            <a:endParaRPr sz="2800" b="0" dirty="0"/>
          </a:p>
        </p:txBody>
      </p:sp>
      <p:sp>
        <p:nvSpPr>
          <p:cNvPr id="38" name="Google Shape;38;p1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TW" sz="1600" b="0" dirty="0"/>
              <a:t>2026</a:t>
            </a:r>
            <a:r>
              <a:rPr lang="zh-TW" sz="1600" b="0" dirty="0"/>
              <a:t>.</a:t>
            </a:r>
            <a:r>
              <a:rPr lang="en-US" altLang="zh-TW" sz="1600" b="0" dirty="0"/>
              <a:t>10.12</a:t>
            </a:r>
            <a:endParaRPr lang="en-US" sz="1600" b="0" dirty="0"/>
          </a:p>
        </p:txBody>
      </p:sp>
      <p:sp>
        <p:nvSpPr>
          <p:cNvPr id="2" name="Google Shape;36;p1">
            <a:extLst>
              <a:ext uri="{FF2B5EF4-FFF2-40B4-BE49-F238E27FC236}">
                <a16:creationId xmlns:a16="http://schemas.microsoft.com/office/drawing/2014/main" id="{EB9937E1-DB27-243F-2FAC-F0CF4099F8D6}"/>
              </a:ext>
            </a:extLst>
          </p:cNvPr>
          <p:cNvSpPr txBox="1">
            <a:spLocks/>
          </p:cNvSpPr>
          <p:nvPr/>
        </p:nvSpPr>
        <p:spPr>
          <a:xfrm>
            <a:off x="1440000" y="2970261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TW" sz="3200" b="1" dirty="0"/>
              <a:t>Skill </a:t>
            </a:r>
            <a:r>
              <a:rPr lang="zh-TW" altLang="en-US" sz="3200" b="1" dirty="0"/>
              <a:t>使用說明</a:t>
            </a:r>
            <a:endParaRPr lang="en-US" sz="3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59D2C47F-F8DE-43CB-B46D-D6A6AF833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Step 1</a:t>
            </a:r>
            <a:r>
              <a:rPr lang="zh-TW" altLang="en-US" b="1" dirty="0"/>
              <a:t>：開啟 </a:t>
            </a:r>
            <a:r>
              <a:rPr lang="en-US" altLang="zh-TW" b="1" dirty="0"/>
              <a:t>Spade</a:t>
            </a:r>
            <a:endParaRPr lang="zh-TW" altLang="en-US" b="1" dirty="0"/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58ACEC35-D589-65EE-39E1-F2EC8573A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點擊左側選單下方「設定」連結</a:t>
            </a:r>
          </a:p>
        </p:txBody>
      </p:sp>
      <p:pic>
        <p:nvPicPr>
          <p:cNvPr id="8" name="圖片 7" descr="一張含有 文字, 螢幕擷取畫面, 軟體 的圖片&#10;&#10;AI 產生的內容可能不正確。">
            <a:extLst>
              <a:ext uri="{FF2B5EF4-FFF2-40B4-BE49-F238E27FC236}">
                <a16:creationId xmlns:a16="http://schemas.microsoft.com/office/drawing/2014/main" id="{B3F964AA-B153-9A35-CD24-869607773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261037"/>
            <a:ext cx="8537501" cy="4500000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4060586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31E0C-4BC2-23AF-50BC-01D53AE04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8807C12-2FDA-96F0-4528-5F2C1D5E7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Step 2</a:t>
            </a:r>
            <a:r>
              <a:rPr lang="zh-TW" altLang="en-US" b="1" dirty="0"/>
              <a:t>：進入 </a:t>
            </a:r>
            <a:r>
              <a:rPr lang="en-US" altLang="zh-TW" b="1" dirty="0"/>
              <a:t>Skills </a:t>
            </a:r>
            <a:r>
              <a:rPr lang="zh-TW" altLang="en-US" b="1" dirty="0"/>
              <a:t>設定頁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CA8F0274-6952-11EC-B26B-0AFCCB0C9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進入設定頁面後，點擊左側選單「</a:t>
            </a:r>
            <a:r>
              <a:rPr lang="en-US" altLang="zh-TW" dirty="0"/>
              <a:t>Skills</a:t>
            </a:r>
            <a:r>
              <a:rPr lang="zh-TW" altLang="en-US" dirty="0"/>
              <a:t>」連結</a:t>
            </a:r>
          </a:p>
        </p:txBody>
      </p:sp>
      <p:pic>
        <p:nvPicPr>
          <p:cNvPr id="10" name="圖片 9" descr="一張含有 文字, 螢幕擷取畫面 的圖片&#10;&#10;AI 產生的內容可能不正確。">
            <a:extLst>
              <a:ext uri="{FF2B5EF4-FFF2-40B4-BE49-F238E27FC236}">
                <a16:creationId xmlns:a16="http://schemas.microsoft.com/office/drawing/2014/main" id="{245582C3-CB39-63A7-1278-2ED30E672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261037"/>
            <a:ext cx="8537501" cy="4500000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4110338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E2DF2-4691-324A-F840-2BCB80938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D1E18108-FFF0-AEA3-B4CF-FBD6F46CB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Step 3</a:t>
            </a:r>
            <a:r>
              <a:rPr lang="zh-TW" altLang="en-US" b="1" dirty="0"/>
              <a:t>：安裝 </a:t>
            </a:r>
            <a:r>
              <a:rPr lang="en-US" altLang="zh-TW" b="1" dirty="0"/>
              <a:t>Skill</a:t>
            </a:r>
            <a:endParaRPr lang="zh-TW" altLang="en-US" b="1" dirty="0"/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C9E77AAF-0C4B-48B5-EDB5-E351137C2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點擊「本機 </a:t>
            </a:r>
            <a:r>
              <a:rPr lang="en-US" altLang="zh-TW" dirty="0"/>
              <a:t>Skills</a:t>
            </a:r>
            <a:r>
              <a:rPr lang="zh-TW" altLang="en-US" dirty="0"/>
              <a:t>」按鈕開啟資料夾，將附檔解壓縮後把「</a:t>
            </a:r>
            <a:r>
              <a:rPr lang="en-US" altLang="zh-TW" dirty="0" err="1"/>
              <a:t>sinopac</a:t>
            </a:r>
            <a:r>
              <a:rPr lang="en-US" altLang="zh-TW" dirty="0"/>
              <a:t>-large-exposure-plugin</a:t>
            </a:r>
            <a:r>
              <a:rPr lang="zh-TW" altLang="en-US" dirty="0"/>
              <a:t>」資料夾放進該目錄內</a:t>
            </a:r>
          </a:p>
        </p:txBody>
      </p:sp>
      <p:pic>
        <p:nvPicPr>
          <p:cNvPr id="10" name="圖片 9" descr="一張含有 文字, 螢幕擷取畫面, 軟體 的圖片&#10;&#10;AI 產生的內容可能不正確。">
            <a:extLst>
              <a:ext uri="{FF2B5EF4-FFF2-40B4-BE49-F238E27FC236}">
                <a16:creationId xmlns:a16="http://schemas.microsoft.com/office/drawing/2014/main" id="{8945D8F2-058E-4FD8-D1CD-F2AC4F898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261037"/>
            <a:ext cx="8537501" cy="4500000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6" name="圖片 5" descr="一張含有 文字, 軟體, 電腦圖示, 作業系統 的圖片&#10;&#10;AI 產生的內容可能不正確。">
            <a:extLst>
              <a:ext uri="{FF2B5EF4-FFF2-40B4-BE49-F238E27FC236}">
                <a16:creationId xmlns:a16="http://schemas.microsoft.com/office/drawing/2014/main" id="{D6E2A23D-F581-8F96-7ECF-C6B633F925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2564" y="1711037"/>
            <a:ext cx="5957924" cy="3600000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2147874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2677E-AADD-0576-4C29-EA7D5FC48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DEA8317B-50F0-AD0A-AD0A-B13EB2623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Step 4</a:t>
            </a:r>
            <a:r>
              <a:rPr lang="zh-TW" altLang="en-US" b="1" dirty="0"/>
              <a:t>：確認 </a:t>
            </a:r>
            <a:r>
              <a:rPr lang="en-US" altLang="zh-TW" b="1" dirty="0"/>
              <a:t>Skill </a:t>
            </a:r>
            <a:r>
              <a:rPr lang="zh-TW" altLang="en-US" b="1" dirty="0"/>
              <a:t>安裝完成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6DCB8EF6-CBA1-1A36-44D4-10A37B518A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請重新進入 </a:t>
            </a:r>
            <a:r>
              <a:rPr lang="en-US" altLang="zh-TW" dirty="0"/>
              <a:t>Skills </a:t>
            </a:r>
            <a:r>
              <a:rPr lang="zh-TW" altLang="en-US" dirty="0"/>
              <a:t>設定頁。如果正確設置正確，在「本機 </a:t>
            </a:r>
            <a:r>
              <a:rPr lang="en-US" altLang="zh-TW" dirty="0"/>
              <a:t>Skills</a:t>
            </a:r>
            <a:r>
              <a:rPr lang="zh-TW" altLang="en-US" dirty="0"/>
              <a:t>」清單下將出現「</a:t>
            </a:r>
            <a:r>
              <a:rPr lang="en-US" altLang="zh-TW" dirty="0"/>
              <a:t>large-exposure-reporting</a:t>
            </a:r>
            <a:r>
              <a:rPr lang="zh-TW" altLang="en-US" dirty="0"/>
              <a:t>」</a:t>
            </a:r>
          </a:p>
        </p:txBody>
      </p:sp>
      <p:pic>
        <p:nvPicPr>
          <p:cNvPr id="3" name="圖片 2" descr="一張含有 文字, 螢幕擷取畫面 的圖片&#10;&#10;AI 產生的內容可能不正確。">
            <a:extLst>
              <a:ext uri="{FF2B5EF4-FFF2-40B4-BE49-F238E27FC236}">
                <a16:creationId xmlns:a16="http://schemas.microsoft.com/office/drawing/2014/main" id="{B9C91A3D-9B6C-FD3A-5C0D-FA038F54D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261037"/>
            <a:ext cx="8537501" cy="4500000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1358052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68915-E434-295E-53F3-8B969F22B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5BC76255-F83B-AAE1-B28E-2300DBFAB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Step 5</a:t>
            </a:r>
            <a:r>
              <a:rPr lang="zh-TW" altLang="en-US" b="1" dirty="0"/>
              <a:t>：開啟新聊天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DBC71EAF-00A2-F47A-50DB-741888C8C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在左側選單開啟新聊天，輸入「</a:t>
            </a:r>
            <a:r>
              <a:rPr lang="en-US" altLang="zh-TW" dirty="0"/>
              <a:t>/large…</a:t>
            </a:r>
            <a:r>
              <a:rPr lang="zh-TW" altLang="en-US" dirty="0"/>
              <a:t>」後系統會自動帶入安裝好的 </a:t>
            </a:r>
            <a:r>
              <a:rPr lang="en-US" altLang="zh-TW" dirty="0"/>
              <a:t>Skill </a:t>
            </a:r>
            <a:r>
              <a:rPr lang="zh-TW" altLang="en-US" dirty="0"/>
              <a:t>指令。</a:t>
            </a:r>
          </a:p>
        </p:txBody>
      </p:sp>
      <p:pic>
        <p:nvPicPr>
          <p:cNvPr id="4" name="圖片 3" descr="一張含有 文字, 螢幕擷取畫面, 軟體 的圖片&#10;&#10;AI 產生的內容可能不正確。">
            <a:extLst>
              <a:ext uri="{FF2B5EF4-FFF2-40B4-BE49-F238E27FC236}">
                <a16:creationId xmlns:a16="http://schemas.microsoft.com/office/drawing/2014/main" id="{06FCF532-1D94-A42B-EC1C-973FE5BE9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261037"/>
            <a:ext cx="8537501" cy="4500000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753764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5FF2E-A96E-96EC-3FF9-254F66B4C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FBC7DBEA-9053-154F-527B-AC1E90539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Step 6</a:t>
            </a:r>
            <a:r>
              <a:rPr lang="zh-TW" altLang="en-US" b="1" dirty="0"/>
              <a:t>：詢問相關問題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3DC76F82-7160-4216-1571-5B8FA2A55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使用「</a:t>
            </a:r>
            <a:r>
              <a:rPr lang="en-US" altLang="zh-TW" dirty="0"/>
              <a:t>/large-exposure-reporting </a:t>
            </a:r>
            <a:r>
              <a:rPr lang="zh-TW" altLang="en-US" dirty="0"/>
              <a:t>」指令，然後輸入相關問題。</a:t>
            </a:r>
          </a:p>
        </p:txBody>
      </p:sp>
      <p:pic>
        <p:nvPicPr>
          <p:cNvPr id="3" name="圖片 2" descr="一張含有 文字, 螢幕擷取畫面, 軟體 的圖片&#10;&#10;AI 產生的內容可能不正確。">
            <a:extLst>
              <a:ext uri="{FF2B5EF4-FFF2-40B4-BE49-F238E27FC236}">
                <a16:creationId xmlns:a16="http://schemas.microsoft.com/office/drawing/2014/main" id="{118028A7-4A58-4BA9-7C95-9A294B293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261037"/>
            <a:ext cx="8537501" cy="4500000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4074810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F8EF4-0915-840C-DE21-6B5C98270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FE65D57-299E-D553-6D3F-C95777727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Step 7</a:t>
            </a:r>
            <a:r>
              <a:rPr lang="zh-TW" altLang="en-US" b="1" dirty="0"/>
              <a:t>：檢視問題回覆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C64D3029-A6B2-1594-41E9-320D3AAC5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輸入後問題後，取得問題回覆。</a:t>
            </a:r>
          </a:p>
        </p:txBody>
      </p:sp>
      <p:pic>
        <p:nvPicPr>
          <p:cNvPr id="4" name="圖片 3" descr="一張含有 文字, 螢幕擷取畫面, 軟體, 數字 的圖片&#10;&#10;AI 產生的內容可能不正確。">
            <a:extLst>
              <a:ext uri="{FF2B5EF4-FFF2-40B4-BE49-F238E27FC236}">
                <a16:creationId xmlns:a16="http://schemas.microsoft.com/office/drawing/2014/main" id="{CA2103B2-E336-7F3C-F3FE-95276088D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261037"/>
            <a:ext cx="8537501" cy="4500000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819209297"/>
      </p:ext>
    </p:extLst>
  </p:cSld>
  <p:clrMapOvr>
    <a:masterClrMapping/>
  </p:clrMapOvr>
</p:sld>
</file>

<file path=ppt/theme/theme1.xml><?xml version="1.0" encoding="utf-8"?>
<a:theme xmlns:a="http://schemas.openxmlformats.org/drawingml/2006/main" name="數科處範本">
  <a:themeElements>
    <a:clrScheme name="blue-yellow-violet-rose">
      <a:dk1>
        <a:srgbClr val="000000"/>
      </a:dk1>
      <a:lt1>
        <a:srgbClr val="FFFFFF"/>
      </a:lt1>
      <a:dk2>
        <a:srgbClr val="717179"/>
      </a:dk2>
      <a:lt2>
        <a:srgbClr val="E3E3E7"/>
      </a:lt2>
      <a:accent1>
        <a:srgbClr val="3B82F6"/>
      </a:accent1>
      <a:accent2>
        <a:srgbClr val="EAB308"/>
      </a:accent2>
      <a:accent3>
        <a:srgbClr val="8B5CF6"/>
      </a:accent3>
      <a:accent4>
        <a:srgbClr val="F33F5E"/>
      </a:accent4>
      <a:accent5>
        <a:srgbClr val="10B981"/>
      </a:accent5>
      <a:accent6>
        <a:srgbClr val="FFFFFF"/>
      </a:accent6>
      <a:hlink>
        <a:srgbClr val="3B82F6"/>
      </a:hlink>
      <a:folHlink>
        <a:srgbClr val="8B5CF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4F25D0FF425B4EA678AC2414B6A709" ma:contentTypeVersion="10" ma:contentTypeDescription="Create a new document." ma:contentTypeScope="" ma:versionID="8ceec2ce155b1d63c0c6fcd4110f3cfe">
  <xsd:schema xmlns:xsd="http://www.w3.org/2001/XMLSchema" xmlns:xs="http://www.w3.org/2001/XMLSchema" xmlns:p="http://schemas.microsoft.com/office/2006/metadata/properties" xmlns:ns2="7cac0686-f0c7-4236-b000-d7b90732a875" xmlns:ns3="9bfc64f2-d580-4df8-9fa4-4631ad6ac43d" targetNamespace="http://schemas.microsoft.com/office/2006/metadata/properties" ma:root="true" ma:fieldsID="267f21102a69fda15f58a0ecdfc9abe1" ns2:_="" ns3:_="">
    <xsd:import namespace="7cac0686-f0c7-4236-b000-d7b90732a875"/>
    <xsd:import namespace="9bfc64f2-d580-4df8-9fa4-4631ad6ac43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ac0686-f0c7-4236-b000-d7b90732a8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fc64f2-d580-4df8-9fa4-4631ad6ac43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FD5D526-59E0-46BD-B75A-4A393253F249}">
  <ds:schemaRefs>
    <ds:schemaRef ds:uri="7cac0686-f0c7-4236-b000-d7b90732a875"/>
    <ds:schemaRef ds:uri="9bfc64f2-d580-4df8-9fa4-4631ad6ac43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B3946E7-66F8-4182-AA38-CFC406C59F4E}">
  <ds:schemaRefs>
    <ds:schemaRef ds:uri="7cac0686-f0c7-4236-b000-d7b90732a875"/>
    <ds:schemaRef ds:uri="9bfc64f2-d580-4df8-9fa4-4631ad6ac43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6929C79-DB32-411C-8C37-9A0BBBB5F64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217a5a3d-163a-4e8b-af1b-58fd7f92894f}" enabled="0" method="" siteId="{217a5a3d-163a-4e8b-af1b-58fd7f92894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178</Words>
  <Application>Microsoft Office PowerPoint</Application>
  <PresentationFormat>自訂</PresentationFormat>
  <Paragraphs>18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6" baseType="lpstr">
      <vt:lpstr>微軟正黑體</vt:lpstr>
      <vt:lpstr>微軟正黑體</vt:lpstr>
      <vt:lpstr>Microsoft JhengHei Light</vt:lpstr>
      <vt:lpstr>標準系統字體</vt:lpstr>
      <vt:lpstr>Arial</vt:lpstr>
      <vt:lpstr>Roboto</vt:lpstr>
      <vt:lpstr>Times New Roman</vt:lpstr>
      <vt:lpstr>數科處範本</vt:lpstr>
      <vt:lpstr>大額暴險管理系統通報</vt:lpstr>
      <vt:lpstr>Step 1：開啟 Spade</vt:lpstr>
      <vt:lpstr>Step 2：進入 Skills 設定頁</vt:lpstr>
      <vt:lpstr>Step 3：安裝 Skill</vt:lpstr>
      <vt:lpstr>Step 4：確認 Skill 安裝完成</vt:lpstr>
      <vt:lpstr>Step 5：開啟新聊天</vt:lpstr>
      <vt:lpstr>Step 6：詢問相關問題</vt:lpstr>
      <vt:lpstr>Step 7：檢視問題回覆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封面標題(36 pt)</dc:title>
  <cp:lastModifiedBy>王雋凱-數位金融處-永豐銀行</cp:lastModifiedBy>
  <cp:revision>9</cp:revision>
  <dcterms:modified xsi:type="dcterms:W3CDTF">2026-10-12T09:08:32Z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0x010100DE4F25D0FF425B4EA678AC2414B6A709</vt:lpwstr>
  </property>
  <property fmtid="{D5CDD505-2E9C-101B-9397-08002B2CF9AE}" pid="3" name="Order">
    <vt:r8>500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</Properties>
</file>
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4"/>
    <p:sldMasterId id="2147483676" r:id="rId5"/>
    <p:sldMasterId id="2147483682" r:id="rId6"/>
    <p:sldMasterId id="2147483690" r:id="rId7"/>
    <p:sldMasterId id="2147483695" r:id="rId8"/>
  </p:sldMasterIdLst>
  <p:notesMasterIdLst>
    <p:notesMasterId r:id="rId47"/>
  </p:notesMasterIdLst>
  <p:sldIdLst>
    <p:sldId id="2265" r:id="rId9"/>
    <p:sldId id="2269" r:id="rId10"/>
    <p:sldId id="2147480553" r:id="rId11"/>
    <p:sldId id="2147480755" r:id="rId12"/>
    <p:sldId id="2147480745" r:id="rId13"/>
    <p:sldId id="2147481054" r:id="rId14"/>
    <p:sldId id="2147471217" r:id="rId15"/>
    <p:sldId id="2147471220" r:id="rId16"/>
    <p:sldId id="2147480744" r:id="rId17"/>
    <p:sldId id="2147480757" r:id="rId18"/>
    <p:sldId id="2147480771" r:id="rId19"/>
    <p:sldId id="2147481055" r:id="rId20"/>
    <p:sldId id="2147481056" r:id="rId21"/>
    <p:sldId id="2147480749" r:id="rId22"/>
    <p:sldId id="2147471225" r:id="rId23"/>
    <p:sldId id="2147481070" r:id="rId24"/>
    <p:sldId id="2147481071" r:id="rId25"/>
    <p:sldId id="2291" r:id="rId26"/>
    <p:sldId id="3274" r:id="rId27"/>
    <p:sldId id="2147471238" r:id="rId28"/>
    <p:sldId id="2147471243" r:id="rId29"/>
    <p:sldId id="2147471242" r:id="rId30"/>
    <p:sldId id="2147481077" r:id="rId31"/>
    <p:sldId id="2147481078" r:id="rId32"/>
    <p:sldId id="2147481075" r:id="rId33"/>
    <p:sldId id="2147481074" r:id="rId34"/>
    <p:sldId id="2147471231" r:id="rId35"/>
    <p:sldId id="2147471211" r:id="rId36"/>
    <p:sldId id="2147480760" r:id="rId37"/>
    <p:sldId id="2147481065" r:id="rId38"/>
    <p:sldId id="2147480752" r:id="rId39"/>
    <p:sldId id="2357" r:id="rId40"/>
    <p:sldId id="2147481058" r:id="rId41"/>
    <p:sldId id="2147481059" r:id="rId42"/>
    <p:sldId id="2147481057" r:id="rId43"/>
    <p:sldId id="2147481060" r:id="rId44"/>
    <p:sldId id="2147481069" r:id="rId45"/>
    <p:sldId id="2147481062" r:id="rId46"/>
  </p:sldIdLst>
  <p:sldSz cx="11520488" cy="648017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文字" id="{8FBBF9E3-742D-EE43-B544-9C202CAF3611}">
          <p14:sldIdLst>
            <p14:sldId id="2265"/>
            <p14:sldId id="2269"/>
            <p14:sldId id="2147480553"/>
            <p14:sldId id="2147480755"/>
            <p14:sldId id="2147480745"/>
            <p14:sldId id="2147481054"/>
            <p14:sldId id="2147471217"/>
            <p14:sldId id="2147471220"/>
            <p14:sldId id="2147480744"/>
            <p14:sldId id="2147480757"/>
            <p14:sldId id="2147480771"/>
            <p14:sldId id="2147481055"/>
            <p14:sldId id="2147481056"/>
            <p14:sldId id="2147480749"/>
            <p14:sldId id="2147471225"/>
            <p14:sldId id="2147481070"/>
            <p14:sldId id="2147481071"/>
            <p14:sldId id="2291"/>
            <p14:sldId id="3274"/>
            <p14:sldId id="2147471238"/>
            <p14:sldId id="2147471243"/>
            <p14:sldId id="2147471242"/>
            <p14:sldId id="2147481077"/>
            <p14:sldId id="2147481078"/>
            <p14:sldId id="2147481075"/>
            <p14:sldId id="2147481074"/>
            <p14:sldId id="2147471231"/>
            <p14:sldId id="2147471211"/>
            <p14:sldId id="2147480760"/>
            <p14:sldId id="2147481065"/>
            <p14:sldId id="2147480752"/>
            <p14:sldId id="2357"/>
            <p14:sldId id="2147481058"/>
            <p14:sldId id="2147481059"/>
            <p14:sldId id="2147481057"/>
            <p14:sldId id="2147481060"/>
            <p14:sldId id="2147481069"/>
            <p14:sldId id="2147481062"/>
          </p14:sldIdLst>
        </p14:section>
        <p14:section name="模板參考" id="{4432221D-8728-FE42-A226-EA1086BFB84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76" roundtripDataSignature="AMtx7mhqKJAzFugGzrpaCdpbPJOL8Owfd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FB4E33-7131-A550-5137-5FF3E0B00FE4}" name="李思穎-數位金融處-永豐銀行" initials="李思穎-數位金融處-永豐銀行" userId="S::lisalee@sinopac.com::5fc5ea02-bcdc-467f-9a61-311a9d763b9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周立筠-數位金融部-證券" initials="MSOffice" lastIdx="1" clrIdx="0">
    <p:extLst>
      <p:ext uri="{19B8F6BF-5375-455C-9EA6-DF929625EA0E}">
        <p15:presenceInfo xmlns:p15="http://schemas.microsoft.com/office/powerpoint/2012/main" userId="周立筠-數位金融部-證券" providerId="None"/>
      </p:ext>
    </p:extLst>
  </p:cmAuthor>
  <p:cmAuthor id="2" name="吳憲驊-人力資源處-永豐銀行" initials="吳憲驊-人力資源處-永豐銀行" lastIdx="1" clrIdx="1">
    <p:extLst>
      <p:ext uri="{19B8F6BF-5375-455C-9EA6-DF929625EA0E}">
        <p15:presenceInfo xmlns:p15="http://schemas.microsoft.com/office/powerpoint/2012/main" userId="S::simonwu@sinopac.com::c372d5aa-c765-4280-a5c9-548c4152a5d4" providerId="AD"/>
      </p:ext>
    </p:extLst>
  </p:cmAuthor>
  <p:cmAuthor id="3" name="張天豪-數位金融處-永豐銀行" initials="張天豪-數位金融處-永豐銀行" lastIdx="1" clrIdx="2">
    <p:extLst>
      <p:ext uri="{19B8F6BF-5375-455C-9EA6-DF929625EA0E}">
        <p15:presenceInfo xmlns:p15="http://schemas.microsoft.com/office/powerpoint/2012/main" userId="S::darby@sinopac.com::0d835702-99c9-4ef6-82d8-3ca86d4ccc1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FFFFFF"/>
    <a:srgbClr val="422006"/>
    <a:srgbClr val="713F12"/>
    <a:srgbClr val="854D0E"/>
    <a:srgbClr val="A16207"/>
    <a:srgbClr val="CA8A04"/>
    <a:srgbClr val="EAB308"/>
    <a:srgbClr val="FACC15"/>
    <a:srgbClr val="FDE0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2E60ED-A903-4DE3-A025-B10D6545811D}" v="215" dt="2026-07-23T08:16:15.076"/>
    <p1510:client id="{FBCF5558-25CA-4F4B-9AF8-EFBC576CC387}" v="1041" dt="2026-07-23T07:19:38.306"/>
  </p1510:revLst>
</p1510:revInfo>
</file>

<file path=ppt/tableStyles.xml><?xml version="1.0" encoding="utf-8"?>
<a:tblStyleLst xmlns:a="http://schemas.openxmlformats.org/drawingml/2006/main" def="{91DB7C30-2B5D-4D34-8F22-85940E495A18}">
  <a:tblStyle styleId="{91DB7C30-2B5D-4D34-8F22-85940E495A1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8D87DB6-C1B6-446D-86CF-44D372F8A82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7E2D07F-EAD9-47BB-8D15-AB9D181D91B3}"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50130"/>
  </p:normalViewPr>
  <p:slideViewPr>
    <p:cSldViewPr snapToGrid="0">
      <p:cViewPr varScale="1">
        <p:scale>
          <a:sx n="53" d="100"/>
          <a:sy n="53" d="100"/>
        </p:scale>
        <p:origin x="3120" y="4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notesMaster" Target="notesMasters/notesMaster1.xml"/><Relationship Id="rId76" Type="http://customschemas.google.com/relationships/presentationmetadata" Target="metadata"/><Relationship Id="rId84"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79" Type="http://schemas.openxmlformats.org/officeDocument/2006/relationships/viewProps" Target="viewProps.xml"/><Relationship Id="rId5" Type="http://schemas.openxmlformats.org/officeDocument/2006/relationships/slideMaster" Target="slideMasters/slideMaster2.xml"/><Relationship Id="rId82"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77" Type="http://schemas.openxmlformats.org/officeDocument/2006/relationships/commentAuthors" Target="commentAuthors.xml"/><Relationship Id="rId8" Type="http://schemas.openxmlformats.org/officeDocument/2006/relationships/slideMaster" Target="slideMasters/slideMaster5.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思穎-數位金融處-永豐銀行" userId="5fc5ea02-bcdc-467f-9a61-311a9d763b91" providerId="ADAL" clId="{159D9390-A09F-4A13-B525-7407981670BB}"/>
    <pc:docChg chg="undo custSel addSld delSld modSld sldOrd delMainMaster modSection">
      <pc:chgData name="李思穎-數位金融處-永豐銀行" userId="5fc5ea02-bcdc-467f-9a61-311a9d763b91" providerId="ADAL" clId="{159D9390-A09F-4A13-B525-7407981670BB}" dt="2026-07-16T08:48:40.568" v="12688" actId="729"/>
      <pc:docMkLst>
        <pc:docMk/>
      </pc:docMkLst>
      <pc:sldChg chg="del mod ord modShow">
        <pc:chgData name="李思穎-數位金融處-永豐銀行" userId="5fc5ea02-bcdc-467f-9a61-311a9d763b91" providerId="ADAL" clId="{159D9390-A09F-4A13-B525-7407981670BB}" dt="2026-04-20T09:33:48.803" v="243" actId="47"/>
        <pc:sldMkLst>
          <pc:docMk/>
          <pc:sldMk cId="0" sldId="258"/>
        </pc:sldMkLst>
      </pc:sldChg>
      <pc:sldChg chg="addSp modSp mod">
        <pc:chgData name="李思穎-數位金融處-永豐銀行" userId="5fc5ea02-bcdc-467f-9a61-311a9d763b91" providerId="ADAL" clId="{159D9390-A09F-4A13-B525-7407981670BB}" dt="2026-06-08T07:56:42.665" v="11230" actId="20577"/>
        <pc:sldMkLst>
          <pc:docMk/>
          <pc:sldMk cId="0" sldId="2265"/>
        </pc:sldMkLst>
        <pc:spChg chg="add mod">
          <ac:chgData name="李思穎-數位金融處-永豐銀行" userId="5fc5ea02-bcdc-467f-9a61-311a9d763b91" providerId="ADAL" clId="{159D9390-A09F-4A13-B525-7407981670BB}" dt="2026-06-08T07:56:42.665" v="11230" actId="20577"/>
          <ac:spMkLst>
            <pc:docMk/>
            <pc:sldMk cId="0" sldId="2265"/>
            <ac:spMk id="4" creationId="{1975DF22-82A3-EC77-FEF5-7D7A9BF5878C}"/>
          </ac:spMkLst>
        </pc:spChg>
      </pc:sldChg>
      <pc:sldChg chg="modSp add mod">
        <pc:chgData name="李思穎-數位金融處-永豐銀行" userId="5fc5ea02-bcdc-467f-9a61-311a9d763b91" providerId="ADAL" clId="{159D9390-A09F-4A13-B525-7407981670BB}" dt="2026-05-11T09:30:35.687" v="7536" actId="1076"/>
        <pc:sldMkLst>
          <pc:docMk/>
          <pc:sldMk cId="2799829318" sldId="2269"/>
        </pc:sldMkLst>
        <pc:spChg chg="mod">
          <ac:chgData name="李思穎-數位金融處-永豐銀行" userId="5fc5ea02-bcdc-467f-9a61-311a9d763b91" providerId="ADAL" clId="{159D9390-A09F-4A13-B525-7407981670BB}" dt="2026-04-20T09:34:07.878" v="256" actId="20577"/>
          <ac:spMkLst>
            <pc:docMk/>
            <pc:sldMk cId="2799829318" sldId="2269"/>
            <ac:spMk id="4" creationId="{0407DE6F-BD89-C940-7737-B227D951088D}"/>
          </ac:spMkLst>
        </pc:spChg>
        <pc:spChg chg="mod">
          <ac:chgData name="李思穎-數位金融處-永豐銀行" userId="5fc5ea02-bcdc-467f-9a61-311a9d763b91" providerId="ADAL" clId="{159D9390-A09F-4A13-B525-7407981670BB}" dt="2026-05-11T09:30:33.195" v="7535" actId="1076"/>
          <ac:spMkLst>
            <pc:docMk/>
            <pc:sldMk cId="2799829318" sldId="2269"/>
            <ac:spMk id="16" creationId="{3EDA908A-6CFF-7474-628A-5DD873DCF86D}"/>
          </ac:spMkLst>
        </pc:spChg>
        <pc:spChg chg="mod">
          <ac:chgData name="李思穎-數位金融處-永豐銀行" userId="5fc5ea02-bcdc-467f-9a61-311a9d763b91" providerId="ADAL" clId="{159D9390-A09F-4A13-B525-7407981670BB}" dt="2026-05-11T09:30:35.687" v="7536" actId="1076"/>
          <ac:spMkLst>
            <pc:docMk/>
            <pc:sldMk cId="2799829318" sldId="2269"/>
            <ac:spMk id="17" creationId="{FA909C98-DF50-D90B-8435-A9D49F1B42DA}"/>
          </ac:spMkLst>
        </pc:spChg>
      </pc:sldChg>
      <pc:sldChg chg="mod modShow">
        <pc:chgData name="李思穎-數位金融處-永豐銀行" userId="5fc5ea02-bcdc-467f-9a61-311a9d763b91" providerId="ADAL" clId="{159D9390-A09F-4A13-B525-7407981670BB}" dt="2026-07-07T09:26:10.133" v="12175" actId="729"/>
        <pc:sldMkLst>
          <pc:docMk/>
          <pc:sldMk cId="1623677803" sldId="2289"/>
        </pc:sldMkLst>
      </pc:sldChg>
      <pc:sldChg chg="mod modShow">
        <pc:chgData name="李思穎-數位金融處-永豐銀行" userId="5fc5ea02-bcdc-467f-9a61-311a9d763b91" providerId="ADAL" clId="{159D9390-A09F-4A13-B525-7407981670BB}" dt="2026-07-07T09:26:10.133" v="12175" actId="729"/>
        <pc:sldMkLst>
          <pc:docMk/>
          <pc:sldMk cId="3079626859" sldId="2290"/>
        </pc:sldMkLst>
      </pc:sldChg>
      <pc:sldChg chg="mod modShow">
        <pc:chgData name="李思穎-數位金融處-永豐銀行" userId="5fc5ea02-bcdc-467f-9a61-311a9d763b91" providerId="ADAL" clId="{159D9390-A09F-4A13-B525-7407981670BB}" dt="2026-07-07T09:26:10.133" v="12175" actId="729"/>
        <pc:sldMkLst>
          <pc:docMk/>
          <pc:sldMk cId="2392403916" sldId="2291"/>
        </pc:sldMkLst>
      </pc:sldChg>
      <pc:sldChg chg="mod modShow">
        <pc:chgData name="李思穎-數位金融處-永豐銀行" userId="5fc5ea02-bcdc-467f-9a61-311a9d763b91" providerId="ADAL" clId="{159D9390-A09F-4A13-B525-7407981670BB}" dt="2026-07-07T09:26:10.133" v="12175" actId="729"/>
        <pc:sldMkLst>
          <pc:docMk/>
          <pc:sldMk cId="322470081" sldId="2293"/>
        </pc:sldMkLst>
      </pc:sldChg>
      <pc:sldChg chg="delSp modSp del mod ord">
        <pc:chgData name="李思穎-數位金融處-永豐銀行" userId="5fc5ea02-bcdc-467f-9a61-311a9d763b91" providerId="ADAL" clId="{159D9390-A09F-4A13-B525-7407981670BB}" dt="2026-06-22T07:59:03.769" v="12015" actId="47"/>
        <pc:sldMkLst>
          <pc:docMk/>
          <pc:sldMk cId="793281751" sldId="2336"/>
        </pc:sldMkLst>
      </pc:sldChg>
      <pc:sldChg chg="add del mod ord modShow modNotes">
        <pc:chgData name="李思穎-數位金融處-永豐銀行" userId="5fc5ea02-bcdc-467f-9a61-311a9d763b91" providerId="ADAL" clId="{159D9390-A09F-4A13-B525-7407981670BB}" dt="2026-06-23T07:28:58.320" v="12131" actId="729"/>
        <pc:sldMkLst>
          <pc:docMk/>
          <pc:sldMk cId="2634255275" sldId="2341"/>
        </pc:sldMkLst>
      </pc:sldChg>
      <pc:sldChg chg="ord">
        <pc:chgData name="李思穎-數位金融處-永豐銀行" userId="5fc5ea02-bcdc-467f-9a61-311a9d763b91" providerId="ADAL" clId="{159D9390-A09F-4A13-B525-7407981670BB}" dt="2026-06-22T07:58:09.811" v="11988"/>
        <pc:sldMkLst>
          <pc:docMk/>
          <pc:sldMk cId="2149945601" sldId="2357"/>
        </pc:sldMkLst>
      </pc:sldChg>
      <pc:sldChg chg="modSp mod modNotesTx">
        <pc:chgData name="李思穎-數位金融處-永豐銀行" userId="5fc5ea02-bcdc-467f-9a61-311a9d763b91" providerId="ADAL" clId="{159D9390-A09F-4A13-B525-7407981670BB}" dt="2026-07-16T08:48:29.771" v="12687"/>
        <pc:sldMkLst>
          <pc:docMk/>
          <pc:sldMk cId="3463483703" sldId="3274"/>
        </pc:sldMkLst>
        <pc:graphicFrameChg chg="modGraphic">
          <ac:chgData name="李思穎-數位金融處-永豐銀行" userId="5fc5ea02-bcdc-467f-9a61-311a9d763b91" providerId="ADAL" clId="{159D9390-A09F-4A13-B525-7407981670BB}" dt="2026-07-16T08:47:56.961" v="12686" actId="20577"/>
          <ac:graphicFrameMkLst>
            <pc:docMk/>
            <pc:sldMk cId="3463483703" sldId="3274"/>
            <ac:graphicFrameMk id="5" creationId="{4AA8387D-2FB4-6978-F7F3-A9ECA5A23BB7}"/>
          </ac:graphicFrameMkLst>
        </pc:graphicFrameChg>
      </pc:sldChg>
      <pc:sldChg chg="add del">
        <pc:chgData name="李思穎-數位金融處-永豐銀行" userId="5fc5ea02-bcdc-467f-9a61-311a9d763b91" providerId="ADAL" clId="{159D9390-A09F-4A13-B525-7407981670BB}" dt="2026-04-14T07:39:43.625" v="146" actId="2696"/>
        <pc:sldMkLst>
          <pc:docMk/>
          <pc:sldMk cId="2609754418" sldId="2147471140"/>
        </pc:sldMkLst>
      </pc:sldChg>
      <pc:sldChg chg="modSp add mod ord">
        <pc:chgData name="李思穎-數位金融處-永豐銀行" userId="5fc5ea02-bcdc-467f-9a61-311a9d763b91" providerId="ADAL" clId="{159D9390-A09F-4A13-B525-7407981670BB}" dt="2026-05-27T02:48:49.536" v="10542"/>
        <pc:sldMkLst>
          <pc:docMk/>
          <pc:sldMk cId="4048578211" sldId="2147471203"/>
        </pc:sldMkLst>
      </pc:sldChg>
      <pc:sldChg chg="add ord">
        <pc:chgData name="李思穎-數位金融處-永豐銀行" userId="5fc5ea02-bcdc-467f-9a61-311a9d763b91" providerId="ADAL" clId="{159D9390-A09F-4A13-B525-7407981670BB}" dt="2026-04-21T08:09:44.266" v="1651"/>
        <pc:sldMkLst>
          <pc:docMk/>
          <pc:sldMk cId="2402032341" sldId="2147471205"/>
        </pc:sldMkLst>
      </pc:sldChg>
      <pc:sldChg chg="modSp add del mod">
        <pc:chgData name="李思穎-數位金融處-永豐銀行" userId="5fc5ea02-bcdc-467f-9a61-311a9d763b91" providerId="ADAL" clId="{159D9390-A09F-4A13-B525-7407981670BB}" dt="2026-04-24T07:43:10.776" v="4125"/>
        <pc:sldMkLst>
          <pc:docMk/>
          <pc:sldMk cId="2016829476" sldId="2147471210"/>
        </pc:sldMkLst>
      </pc:sldChg>
      <pc:sldChg chg="addSp delSp modSp add del mod">
        <pc:chgData name="李思穎-數位金融處-永豐銀行" userId="5fc5ea02-bcdc-467f-9a61-311a9d763b91" providerId="ADAL" clId="{159D9390-A09F-4A13-B525-7407981670BB}" dt="2026-05-25T07:47:22.683" v="9964" actId="20577"/>
        <pc:sldMkLst>
          <pc:docMk/>
          <pc:sldMk cId="3265497237" sldId="2147471211"/>
        </pc:sldMkLst>
        <pc:spChg chg="mod">
          <ac:chgData name="李思穎-數位金融處-永豐銀行" userId="5fc5ea02-bcdc-467f-9a61-311a9d763b91" providerId="ADAL" clId="{159D9390-A09F-4A13-B525-7407981670BB}" dt="2026-05-25T07:47:22.683" v="9964" actId="20577"/>
          <ac:spMkLst>
            <pc:docMk/>
            <pc:sldMk cId="3265497237" sldId="2147471211"/>
            <ac:spMk id="7" creationId="{BA9D4C96-28F4-7F40-5026-079F2FE54CD6}"/>
          </ac:spMkLst>
        </pc:spChg>
        <pc:picChg chg="mod">
          <ac:chgData name="李思穎-數位金融處-永豐銀行" userId="5fc5ea02-bcdc-467f-9a61-311a9d763b91" providerId="ADAL" clId="{159D9390-A09F-4A13-B525-7407981670BB}" dt="2026-04-29T02:38:06.201" v="4717" actId="1076"/>
          <ac:picMkLst>
            <pc:docMk/>
            <pc:sldMk cId="3265497237" sldId="2147471211"/>
            <ac:picMk id="4" creationId="{ADDE2797-3DEC-2C81-FDD1-B65805051DC1}"/>
          </ac:picMkLst>
        </pc:picChg>
      </pc:sldChg>
      <pc:sldChg chg="delSp modSp mod">
        <pc:chgData name="李思穎-數位金融處-永豐銀行" userId="5fc5ea02-bcdc-467f-9a61-311a9d763b91" providerId="ADAL" clId="{159D9390-A09F-4A13-B525-7407981670BB}" dt="2026-05-12T02:24:38.128" v="7561"/>
        <pc:sldMkLst>
          <pc:docMk/>
          <pc:sldMk cId="3126087918" sldId="2147471217"/>
        </pc:sldMkLst>
        <pc:spChg chg="mod">
          <ac:chgData name="李思穎-數位金融處-永豐銀行" userId="5fc5ea02-bcdc-467f-9a61-311a9d763b91" providerId="ADAL" clId="{159D9390-A09F-4A13-B525-7407981670BB}" dt="2026-05-11T03:08:12.896" v="5366" actId="403"/>
          <ac:spMkLst>
            <pc:docMk/>
            <pc:sldMk cId="3126087918" sldId="2147471217"/>
            <ac:spMk id="48" creationId="{00000000-0000-0000-0000-000000000000}"/>
          </ac:spMkLst>
        </pc:spChg>
        <pc:graphicFrameChg chg="mod modGraphic">
          <ac:chgData name="李思穎-數位金融處-永豐銀行" userId="5fc5ea02-bcdc-467f-9a61-311a9d763b91" providerId="ADAL" clId="{159D9390-A09F-4A13-B525-7407981670BB}" dt="2026-05-12T02:24:38.128" v="7561"/>
          <ac:graphicFrameMkLst>
            <pc:docMk/>
            <pc:sldMk cId="3126087918" sldId="2147471217"/>
            <ac:graphicFrameMk id="11" creationId="{704554B3-A862-A930-814E-AC32EFEADD6C}"/>
          </ac:graphicFrameMkLst>
        </pc:graphicFrameChg>
      </pc:sldChg>
      <pc:sldChg chg="addSp delSp modSp add mod ord modNotesTx">
        <pc:chgData name="李思穎-數位金融處-永豐銀行" userId="5fc5ea02-bcdc-467f-9a61-311a9d763b91" providerId="ADAL" clId="{159D9390-A09F-4A13-B525-7407981670BB}" dt="2026-05-11T02:36:23.459" v="5241" actId="478"/>
        <pc:sldMkLst>
          <pc:docMk/>
          <pc:sldMk cId="3136342423" sldId="2147471220"/>
        </pc:sldMkLst>
        <pc:spChg chg="mod">
          <ac:chgData name="李思穎-數位金融處-永豐銀行" userId="5fc5ea02-bcdc-467f-9a61-311a9d763b91" providerId="ADAL" clId="{159D9390-A09F-4A13-B525-7407981670BB}" dt="2026-04-21T07:57:25.111" v="1453" actId="1076"/>
          <ac:spMkLst>
            <pc:docMk/>
            <pc:sldMk cId="3136342423" sldId="2147471220"/>
            <ac:spMk id="2" creationId="{D0360C0C-F29E-F700-8845-528FBA5474C5}"/>
          </ac:spMkLst>
        </pc:spChg>
        <pc:spChg chg="mod">
          <ac:chgData name="李思穎-數位金融處-永豐銀行" userId="5fc5ea02-bcdc-467f-9a61-311a9d763b91" providerId="ADAL" clId="{159D9390-A09F-4A13-B525-7407981670BB}" dt="2026-04-21T07:57:25.111" v="1453" actId="1076"/>
          <ac:spMkLst>
            <pc:docMk/>
            <pc:sldMk cId="3136342423" sldId="2147471220"/>
            <ac:spMk id="4" creationId="{3B6FC597-44D7-5E8F-842B-5D26665A96F2}"/>
          </ac:spMkLst>
        </pc:spChg>
        <pc:spChg chg="mod">
          <ac:chgData name="李思穎-數位金融處-永豐銀行" userId="5fc5ea02-bcdc-467f-9a61-311a9d763b91" providerId="ADAL" clId="{159D9390-A09F-4A13-B525-7407981670BB}" dt="2026-04-21T07:57:25.111" v="1453" actId="1076"/>
          <ac:spMkLst>
            <pc:docMk/>
            <pc:sldMk cId="3136342423" sldId="2147471220"/>
            <ac:spMk id="9" creationId="{75097FB1-BCB4-6E04-C45B-FDB6F8E4A947}"/>
          </ac:spMkLst>
        </pc:spChg>
        <pc:spChg chg="add del mod">
          <ac:chgData name="李思穎-數位金融處-永豐銀行" userId="5fc5ea02-bcdc-467f-9a61-311a9d763b91" providerId="ADAL" clId="{159D9390-A09F-4A13-B525-7407981670BB}" dt="2026-05-11T02:36:23.459" v="5241" actId="478"/>
          <ac:spMkLst>
            <pc:docMk/>
            <pc:sldMk cId="3136342423" sldId="2147471220"/>
            <ac:spMk id="10" creationId="{615DF073-8627-51E0-E2C6-82190DD3F062}"/>
          </ac:spMkLst>
        </pc:spChg>
        <pc:spChg chg="mod">
          <ac:chgData name="李思穎-數位金融處-永豐銀行" userId="5fc5ea02-bcdc-467f-9a61-311a9d763b91" providerId="ADAL" clId="{159D9390-A09F-4A13-B525-7407981670BB}" dt="2026-04-21T07:57:25.111" v="1453" actId="1076"/>
          <ac:spMkLst>
            <pc:docMk/>
            <pc:sldMk cId="3136342423" sldId="2147471220"/>
            <ac:spMk id="11" creationId="{978A4E03-84D8-0DC0-54AD-A0687CF24C65}"/>
          </ac:spMkLst>
        </pc:spChg>
        <pc:spChg chg="mod">
          <ac:chgData name="李思穎-數位金融處-永豐銀行" userId="5fc5ea02-bcdc-467f-9a61-311a9d763b91" providerId="ADAL" clId="{159D9390-A09F-4A13-B525-7407981670BB}" dt="2026-04-21T07:57:25.111" v="1453" actId="1076"/>
          <ac:spMkLst>
            <pc:docMk/>
            <pc:sldMk cId="3136342423" sldId="2147471220"/>
            <ac:spMk id="14" creationId="{0E761E6B-5DC2-C26C-92AA-A60515CD2A43}"/>
          </ac:spMkLst>
        </pc:spChg>
        <pc:spChg chg="mod">
          <ac:chgData name="李思穎-數位金融處-永豐銀行" userId="5fc5ea02-bcdc-467f-9a61-311a9d763b91" providerId="ADAL" clId="{159D9390-A09F-4A13-B525-7407981670BB}" dt="2026-04-21T07:57:25.111" v="1453" actId="1076"/>
          <ac:spMkLst>
            <pc:docMk/>
            <pc:sldMk cId="3136342423" sldId="2147471220"/>
            <ac:spMk id="15" creationId="{3C50C13C-4C53-1080-E6ED-C1D3BC49987B}"/>
          </ac:spMkLst>
        </pc:spChg>
        <pc:spChg chg="mod">
          <ac:chgData name="李思穎-數位金融處-永豐銀行" userId="5fc5ea02-bcdc-467f-9a61-311a9d763b91" providerId="ADAL" clId="{159D9390-A09F-4A13-B525-7407981670BB}" dt="2026-04-21T07:57:25.111" v="1453" actId="1076"/>
          <ac:spMkLst>
            <pc:docMk/>
            <pc:sldMk cId="3136342423" sldId="2147471220"/>
            <ac:spMk id="16" creationId="{A589185C-0D43-FD10-46B7-28BC782C6E3B}"/>
          </ac:spMkLst>
        </pc:spChg>
        <pc:spChg chg="mod">
          <ac:chgData name="李思穎-數位金融處-永豐銀行" userId="5fc5ea02-bcdc-467f-9a61-311a9d763b91" providerId="ADAL" clId="{159D9390-A09F-4A13-B525-7407981670BB}" dt="2026-04-21T07:57:25.111" v="1453" actId="1076"/>
          <ac:spMkLst>
            <pc:docMk/>
            <pc:sldMk cId="3136342423" sldId="2147471220"/>
            <ac:spMk id="17" creationId="{88DD23EB-4AEC-7708-7F66-BF6D1E8415CE}"/>
          </ac:spMkLst>
        </pc:spChg>
        <pc:spChg chg="mod">
          <ac:chgData name="李思穎-數位金融處-永豐銀行" userId="5fc5ea02-bcdc-467f-9a61-311a9d763b91" providerId="ADAL" clId="{159D9390-A09F-4A13-B525-7407981670BB}" dt="2026-04-21T07:57:25.111" v="1453" actId="1076"/>
          <ac:spMkLst>
            <pc:docMk/>
            <pc:sldMk cId="3136342423" sldId="2147471220"/>
            <ac:spMk id="20" creationId="{B4A8DA04-5C11-501A-6AFD-ACD4B46DA1C8}"/>
          </ac:spMkLst>
        </pc:spChg>
        <pc:spChg chg="mod">
          <ac:chgData name="李思穎-數位金融處-永豐銀行" userId="5fc5ea02-bcdc-467f-9a61-311a9d763b91" providerId="ADAL" clId="{159D9390-A09F-4A13-B525-7407981670BB}" dt="2026-04-21T07:57:25.111" v="1453" actId="1076"/>
          <ac:spMkLst>
            <pc:docMk/>
            <pc:sldMk cId="3136342423" sldId="2147471220"/>
            <ac:spMk id="22" creationId="{77740E03-8217-AD5A-BCCF-F48A04EC7363}"/>
          </ac:spMkLst>
        </pc:spChg>
        <pc:spChg chg="mod">
          <ac:chgData name="李思穎-數位金融處-永豐銀行" userId="5fc5ea02-bcdc-467f-9a61-311a9d763b91" providerId="ADAL" clId="{159D9390-A09F-4A13-B525-7407981670BB}" dt="2026-04-21T07:57:25.111" v="1453" actId="1076"/>
          <ac:spMkLst>
            <pc:docMk/>
            <pc:sldMk cId="3136342423" sldId="2147471220"/>
            <ac:spMk id="24" creationId="{07AE25F7-977A-E75F-8B17-CD52838D1B58}"/>
          </ac:spMkLst>
        </pc:spChg>
        <pc:spChg chg="mod">
          <ac:chgData name="李思穎-數位金融處-永豐銀行" userId="5fc5ea02-bcdc-467f-9a61-311a9d763b91" providerId="ADAL" clId="{159D9390-A09F-4A13-B525-7407981670BB}" dt="2026-04-21T07:57:25.111" v="1453" actId="1076"/>
          <ac:spMkLst>
            <pc:docMk/>
            <pc:sldMk cId="3136342423" sldId="2147471220"/>
            <ac:spMk id="26" creationId="{CDDF5D3F-99F6-8BD0-A123-A8FD9DEE5D6B}"/>
          </ac:spMkLst>
        </pc:spChg>
        <pc:grpChg chg="mod">
          <ac:chgData name="李思穎-數位金融處-永豐銀行" userId="5fc5ea02-bcdc-467f-9a61-311a9d763b91" providerId="ADAL" clId="{159D9390-A09F-4A13-B525-7407981670BB}" dt="2026-04-21T07:57:10.213" v="1452" actId="1076"/>
          <ac:grpSpMkLst>
            <pc:docMk/>
            <pc:sldMk cId="3136342423" sldId="2147471220"/>
            <ac:grpSpMk id="7" creationId="{E6AACD77-0C31-3775-E015-09B28F829B1C}"/>
          </ac:grpSpMkLst>
        </pc:grpChg>
      </pc:sldChg>
      <pc:sldChg chg="modSp mod">
        <pc:chgData name="李思穎-數位金融處-永豐銀行" userId="5fc5ea02-bcdc-467f-9a61-311a9d763b91" providerId="ADAL" clId="{159D9390-A09F-4A13-B525-7407981670BB}" dt="2026-06-10T08:07:06.264" v="11972" actId="207"/>
        <pc:sldMkLst>
          <pc:docMk/>
          <pc:sldMk cId="1074177084" sldId="2147471223"/>
        </pc:sldMkLst>
      </pc:sldChg>
      <pc:sldChg chg="modSp mod">
        <pc:chgData name="李思穎-數位金融處-永豐銀行" userId="5fc5ea02-bcdc-467f-9a61-311a9d763b91" providerId="ADAL" clId="{159D9390-A09F-4A13-B525-7407981670BB}" dt="2026-06-08T08:35:51.736" v="11370" actId="207"/>
        <pc:sldMkLst>
          <pc:docMk/>
          <pc:sldMk cId="3945464203" sldId="2147471225"/>
        </pc:sldMkLst>
        <pc:spChg chg="mod">
          <ac:chgData name="李思穎-數位金融處-永豐銀行" userId="5fc5ea02-bcdc-467f-9a61-311a9d763b91" providerId="ADAL" clId="{159D9390-A09F-4A13-B525-7407981670BB}" dt="2026-06-08T08:35:51.736" v="11370" actId="207"/>
          <ac:spMkLst>
            <pc:docMk/>
            <pc:sldMk cId="3945464203" sldId="2147471225"/>
            <ac:spMk id="2" creationId="{62930CFD-B623-0CA4-ADD8-424E3CCF7711}"/>
          </ac:spMkLst>
        </pc:spChg>
      </pc:sldChg>
      <pc:sldChg chg="addSp delSp modSp add del mod">
        <pc:chgData name="李思穎-數位金融處-永豐銀行" userId="5fc5ea02-bcdc-467f-9a61-311a9d763b91" providerId="ADAL" clId="{159D9390-A09F-4A13-B525-7407981670BB}" dt="2026-04-21T03:06:46.002" v="669" actId="47"/>
        <pc:sldMkLst>
          <pc:docMk/>
          <pc:sldMk cId="1490644255" sldId="2147471226"/>
        </pc:sldMkLst>
      </pc:sldChg>
      <pc:sldChg chg="modSp mod">
        <pc:chgData name="李思穎-數位金融處-永豐銀行" userId="5fc5ea02-bcdc-467f-9a61-311a9d763b91" providerId="ADAL" clId="{159D9390-A09F-4A13-B525-7407981670BB}" dt="2026-06-08T08:20:58.344" v="11231" actId="13926"/>
        <pc:sldMkLst>
          <pc:docMk/>
          <pc:sldMk cId="3891388891" sldId="2147471226"/>
        </pc:sldMkLst>
        <pc:graphicFrameChg chg="mod modGraphic">
          <ac:chgData name="李思穎-數位金融處-永豐銀行" userId="5fc5ea02-bcdc-467f-9a61-311a9d763b91" providerId="ADAL" clId="{159D9390-A09F-4A13-B525-7407981670BB}" dt="2026-06-08T08:20:58.344" v="11231" actId="13926"/>
          <ac:graphicFrameMkLst>
            <pc:docMk/>
            <pc:sldMk cId="3891388891" sldId="2147471226"/>
            <ac:graphicFrameMk id="3" creationId="{E6169001-1B9D-D1B0-AE7B-502E10A670F8}"/>
          </ac:graphicFrameMkLst>
        </pc:graphicFrameChg>
        <pc:graphicFrameChg chg="mod modGraphic">
          <ac:chgData name="李思穎-數位金融處-永豐銀行" userId="5fc5ea02-bcdc-467f-9a61-311a9d763b91" providerId="ADAL" clId="{159D9390-A09F-4A13-B525-7407981670BB}" dt="2026-06-08T06:20:26.009" v="11144" actId="1076"/>
          <ac:graphicFrameMkLst>
            <pc:docMk/>
            <pc:sldMk cId="3891388891" sldId="2147471226"/>
            <ac:graphicFrameMk id="8" creationId="{D626B5F2-F698-01CC-2719-6918E1C9B596}"/>
          </ac:graphicFrameMkLst>
        </pc:graphicFrameChg>
        <pc:picChg chg="mod">
          <ac:chgData name="李思穎-數位金融處-永豐銀行" userId="5fc5ea02-bcdc-467f-9a61-311a9d763b91" providerId="ADAL" clId="{159D9390-A09F-4A13-B525-7407981670BB}" dt="2026-06-08T06:20:35.669" v="11147" actId="1076"/>
          <ac:picMkLst>
            <pc:docMk/>
            <pc:sldMk cId="3891388891" sldId="2147471226"/>
            <ac:picMk id="12" creationId="{1E922402-F87F-FD60-2707-88CFBA449729}"/>
          </ac:picMkLst>
        </pc:picChg>
      </pc:sldChg>
      <pc:sldChg chg="modSp add mod ord addCm modNotesTx">
        <pc:chgData name="李思穎-數位金融處-永豐銀行" userId="5fc5ea02-bcdc-467f-9a61-311a9d763b91" providerId="ADAL" clId="{159D9390-A09F-4A13-B525-7407981670BB}" dt="2026-06-02T03:56:28.489" v="10792"/>
        <pc:sldMkLst>
          <pc:docMk/>
          <pc:sldMk cId="3099768566" sldId="2147471230"/>
        </pc:sldMkLst>
      </pc:sldChg>
      <pc:sldChg chg="modSp mod delCm modCm modNotesTx">
        <pc:chgData name="李思穎-數位金融處-永豐銀行" userId="5fc5ea02-bcdc-467f-9a61-311a9d763b91" providerId="ADAL" clId="{159D9390-A09F-4A13-B525-7407981670BB}" dt="2026-07-07T07:17:34.785" v="12173"/>
        <pc:sldMkLst>
          <pc:docMk/>
          <pc:sldMk cId="1395450105" sldId="2147471231"/>
        </pc:sldMkLst>
        <pc:spChg chg="mod">
          <ac:chgData name="李思穎-數位金融處-永豐銀行" userId="5fc5ea02-bcdc-467f-9a61-311a9d763b91" providerId="ADAL" clId="{159D9390-A09F-4A13-B525-7407981670BB}" dt="2026-04-29T02:31:41.509" v="4447" actId="20577"/>
          <ac:spMkLst>
            <pc:docMk/>
            <pc:sldMk cId="1395450105" sldId="2147471231"/>
            <ac:spMk id="8" creationId="{3BFA337A-28EB-6D94-23B8-AB0A3D317ED9}"/>
          </ac:spMkLst>
        </pc:spChg>
        <pc:spChg chg="mod">
          <ac:chgData name="李思穎-數位金融處-永豐銀行" userId="5fc5ea02-bcdc-467f-9a61-311a9d763b91" providerId="ADAL" clId="{159D9390-A09F-4A13-B525-7407981670BB}" dt="2026-06-08T06:21:58.662" v="11172"/>
          <ac:spMkLst>
            <pc:docMk/>
            <pc:sldMk cId="1395450105" sldId="2147471231"/>
            <ac:spMk id="10" creationId="{018C5A6C-F992-C121-D247-E24F3FB4F96B}"/>
          </ac:spMkLst>
        </pc:spChg>
      </pc:sldChg>
      <pc:sldChg chg="addSp delSp modSp mod modShow">
        <pc:chgData name="李思穎-數位金融處-永豐銀行" userId="5fc5ea02-bcdc-467f-9a61-311a9d763b91" providerId="ADAL" clId="{159D9390-A09F-4A13-B525-7407981670BB}" dt="2026-07-16T08:48:40.568" v="12688" actId="729"/>
        <pc:sldMkLst>
          <pc:docMk/>
          <pc:sldMk cId="1057293453" sldId="2147471239"/>
        </pc:sldMkLst>
      </pc:sldChg>
      <pc:sldChg chg="add del">
        <pc:chgData name="李思穎-數位金融處-永豐銀行" userId="5fc5ea02-bcdc-467f-9a61-311a9d763b91" providerId="ADAL" clId="{159D9390-A09F-4A13-B525-7407981670BB}" dt="2026-04-21T02:59:34.722" v="619" actId="47"/>
        <pc:sldMkLst>
          <pc:docMk/>
          <pc:sldMk cId="3013319886" sldId="2147480437"/>
        </pc:sldMkLst>
      </pc:sldChg>
      <pc:sldChg chg="modSp add mod ord modShow">
        <pc:chgData name="李思穎-數位金融處-永豐銀行" userId="5fc5ea02-bcdc-467f-9a61-311a9d763b91" providerId="ADAL" clId="{159D9390-A09F-4A13-B525-7407981670BB}" dt="2026-04-21T07:50:35.739" v="1135" actId="1076"/>
        <pc:sldMkLst>
          <pc:docMk/>
          <pc:sldMk cId="3452224774" sldId="2147480450"/>
        </pc:sldMkLst>
      </pc:sldChg>
      <pc:sldChg chg="modSp add mod ord modShow">
        <pc:chgData name="李思穎-數位金融處-永豐銀行" userId="5fc5ea02-bcdc-467f-9a61-311a9d763b91" providerId="ADAL" clId="{159D9390-A09F-4A13-B525-7407981670BB}" dt="2026-05-25T07:34:16.193" v="9915" actId="20577"/>
        <pc:sldMkLst>
          <pc:docMk/>
          <pc:sldMk cId="2676262458" sldId="2147480451"/>
        </pc:sldMkLst>
      </pc:sldChg>
      <pc:sldChg chg="add del">
        <pc:chgData name="李思穎-數位金融處-永豐銀行" userId="5fc5ea02-bcdc-467f-9a61-311a9d763b91" providerId="ADAL" clId="{159D9390-A09F-4A13-B525-7407981670BB}" dt="2026-04-20T09:36:05.183" v="305" actId="47"/>
        <pc:sldMkLst>
          <pc:docMk/>
          <pc:sldMk cId="1360916602" sldId="2147480488"/>
        </pc:sldMkLst>
      </pc:sldChg>
      <pc:sldChg chg="del">
        <pc:chgData name="李思穎-數位金融處-永豐銀行" userId="5fc5ea02-bcdc-467f-9a61-311a9d763b91" providerId="ADAL" clId="{159D9390-A09F-4A13-B525-7407981670BB}" dt="2026-05-05T03:16:17.335" v="4857" actId="47"/>
        <pc:sldMkLst>
          <pc:docMk/>
          <pc:sldMk cId="3497109530" sldId="2147480492"/>
        </pc:sldMkLst>
      </pc:sldChg>
      <pc:sldChg chg="modSp del mod">
        <pc:chgData name="李思穎-數位金融處-永豐銀行" userId="5fc5ea02-bcdc-467f-9a61-311a9d763b91" providerId="ADAL" clId="{159D9390-A09F-4A13-B525-7407981670BB}" dt="2026-05-05T03:24:29.078" v="4934" actId="47"/>
        <pc:sldMkLst>
          <pc:docMk/>
          <pc:sldMk cId="188401982" sldId="2147480493"/>
        </pc:sldMkLst>
      </pc:sldChg>
      <pc:sldChg chg="del">
        <pc:chgData name="李思穎-數位金融處-永豐銀行" userId="5fc5ea02-bcdc-467f-9a61-311a9d763b91" providerId="ADAL" clId="{159D9390-A09F-4A13-B525-7407981670BB}" dt="2026-05-05T03:50:30.584" v="4944" actId="47"/>
        <pc:sldMkLst>
          <pc:docMk/>
          <pc:sldMk cId="1192878515" sldId="2147480499"/>
        </pc:sldMkLst>
      </pc:sldChg>
      <pc:sldChg chg="modSp mod ord">
        <pc:chgData name="李思穎-數位金融處-永豐銀行" userId="5fc5ea02-bcdc-467f-9a61-311a9d763b91" providerId="ADAL" clId="{159D9390-A09F-4A13-B525-7407981670BB}" dt="2026-06-08T06:24:31.657" v="11186" actId="20577"/>
        <pc:sldMkLst>
          <pc:docMk/>
          <pc:sldMk cId="2090734154" sldId="2147480506"/>
        </pc:sldMkLst>
      </pc:sldChg>
      <pc:sldChg chg="addSp modSp mod ord">
        <pc:chgData name="李思穎-數位金融處-永豐銀行" userId="5fc5ea02-bcdc-467f-9a61-311a9d763b91" providerId="ADAL" clId="{159D9390-A09F-4A13-B525-7407981670BB}" dt="2026-06-08T07:56:32.170" v="11224" actId="207"/>
        <pc:sldMkLst>
          <pc:docMk/>
          <pc:sldMk cId="4049934866" sldId="2147480553"/>
        </pc:sldMkLst>
        <pc:spChg chg="mod">
          <ac:chgData name="李思穎-數位金融處-永豐銀行" userId="5fc5ea02-bcdc-467f-9a61-311a9d763b91" providerId="ADAL" clId="{159D9390-A09F-4A13-B525-7407981670BB}" dt="2026-04-27T03:45:31.345" v="4313" actId="20578"/>
          <ac:spMkLst>
            <pc:docMk/>
            <pc:sldMk cId="4049934866" sldId="2147480553"/>
            <ac:spMk id="3" creationId="{07C1D1FB-AC1F-3783-B430-F5CEA1CBEAD9}"/>
          </ac:spMkLst>
        </pc:spChg>
        <pc:spChg chg="mod">
          <ac:chgData name="李思穎-數位金融處-永豐銀行" userId="5fc5ea02-bcdc-467f-9a61-311a9d763b91" providerId="ADAL" clId="{159D9390-A09F-4A13-B525-7407981670BB}" dt="2026-04-27T03:45:31.345" v="4313" actId="20578"/>
          <ac:spMkLst>
            <pc:docMk/>
            <pc:sldMk cId="4049934866" sldId="2147480553"/>
            <ac:spMk id="4" creationId="{DADC9E3E-771D-B6F8-7A47-2F1C8E211F27}"/>
          </ac:spMkLst>
        </pc:spChg>
        <pc:spChg chg="mod">
          <ac:chgData name="李思穎-數位金融處-永豐銀行" userId="5fc5ea02-bcdc-467f-9a61-311a9d763b91" providerId="ADAL" clId="{159D9390-A09F-4A13-B525-7407981670BB}" dt="2026-04-27T03:45:31.345" v="4313" actId="20578"/>
          <ac:spMkLst>
            <pc:docMk/>
            <pc:sldMk cId="4049934866" sldId="2147480553"/>
            <ac:spMk id="5" creationId="{73D9CA00-F2C9-EF84-EF71-8815084D17D7}"/>
          </ac:spMkLst>
        </pc:spChg>
        <pc:spChg chg="mod">
          <ac:chgData name="李思穎-數位金融處-永豐銀行" userId="5fc5ea02-bcdc-467f-9a61-311a9d763b91" providerId="ADAL" clId="{159D9390-A09F-4A13-B525-7407981670BB}" dt="2026-04-27T03:45:31.345" v="4313" actId="20578"/>
          <ac:spMkLst>
            <pc:docMk/>
            <pc:sldMk cId="4049934866" sldId="2147480553"/>
            <ac:spMk id="6" creationId="{DEB7667F-903E-8E15-233F-4D4F56D672F9}"/>
          </ac:spMkLst>
        </pc:spChg>
        <pc:spChg chg="mod">
          <ac:chgData name="李思穎-數位金融處-永豐銀行" userId="5fc5ea02-bcdc-467f-9a61-311a9d763b91" providerId="ADAL" clId="{159D9390-A09F-4A13-B525-7407981670BB}" dt="2026-04-27T03:45:31.345" v="4313" actId="20578"/>
          <ac:spMkLst>
            <pc:docMk/>
            <pc:sldMk cId="4049934866" sldId="2147480553"/>
            <ac:spMk id="7" creationId="{1B0F3440-A0B4-CA8F-19B2-6500EB6956AC}"/>
          </ac:spMkLst>
        </pc:spChg>
        <pc:spChg chg="mod">
          <ac:chgData name="李思穎-數位金融處-永豐銀行" userId="5fc5ea02-bcdc-467f-9a61-311a9d763b91" providerId="ADAL" clId="{159D9390-A09F-4A13-B525-7407981670BB}" dt="2026-04-27T03:45:31.345" v="4313" actId="20578"/>
          <ac:spMkLst>
            <pc:docMk/>
            <pc:sldMk cId="4049934866" sldId="2147480553"/>
            <ac:spMk id="8" creationId="{7C467B7E-9BE1-86E0-84A7-8F2430B9A9CF}"/>
          </ac:spMkLst>
        </pc:spChg>
        <pc:spChg chg="mod">
          <ac:chgData name="李思穎-數位金融處-永豐銀行" userId="5fc5ea02-bcdc-467f-9a61-311a9d763b91" providerId="ADAL" clId="{159D9390-A09F-4A13-B525-7407981670BB}" dt="2026-04-27T03:45:31.345" v="4313" actId="20578"/>
          <ac:spMkLst>
            <pc:docMk/>
            <pc:sldMk cId="4049934866" sldId="2147480553"/>
            <ac:spMk id="9" creationId="{561D3E3D-5EB6-31AD-36B5-305978B7C00B}"/>
          </ac:spMkLst>
        </pc:spChg>
        <pc:spChg chg="mod">
          <ac:chgData name="李思穎-數位金融處-永豐銀行" userId="5fc5ea02-bcdc-467f-9a61-311a9d763b91" providerId="ADAL" clId="{159D9390-A09F-4A13-B525-7407981670BB}" dt="2026-04-27T03:45:31.345" v="4313" actId="20578"/>
          <ac:spMkLst>
            <pc:docMk/>
            <pc:sldMk cId="4049934866" sldId="2147480553"/>
            <ac:spMk id="10" creationId="{9662A280-D4FC-41CB-78E2-DF26D8704D2E}"/>
          </ac:spMkLst>
        </pc:spChg>
        <pc:spChg chg="mod">
          <ac:chgData name="李思穎-數位金融處-永豐銀行" userId="5fc5ea02-bcdc-467f-9a61-311a9d763b91" providerId="ADAL" clId="{159D9390-A09F-4A13-B525-7407981670BB}" dt="2026-04-27T03:45:31.345" v="4313" actId="20578"/>
          <ac:spMkLst>
            <pc:docMk/>
            <pc:sldMk cId="4049934866" sldId="2147480553"/>
            <ac:spMk id="11" creationId="{3F5F0DF9-A58F-8AD9-A25D-4D8266BC3196}"/>
          </ac:spMkLst>
        </pc:spChg>
        <pc:spChg chg="mod">
          <ac:chgData name="李思穎-數位金融處-永豐銀行" userId="5fc5ea02-bcdc-467f-9a61-311a9d763b91" providerId="ADAL" clId="{159D9390-A09F-4A13-B525-7407981670BB}" dt="2026-04-27T03:45:31.345" v="4313" actId="20578"/>
          <ac:spMkLst>
            <pc:docMk/>
            <pc:sldMk cId="4049934866" sldId="2147480553"/>
            <ac:spMk id="12" creationId="{6CE293FB-45D6-816F-EFE1-8EC292A8693E}"/>
          </ac:spMkLst>
        </pc:spChg>
        <pc:spChg chg="mod">
          <ac:chgData name="李思穎-數位金融處-永豐銀行" userId="5fc5ea02-bcdc-467f-9a61-311a9d763b91" providerId="ADAL" clId="{159D9390-A09F-4A13-B525-7407981670BB}" dt="2026-04-29T01:28:55.472" v="4396"/>
          <ac:spMkLst>
            <pc:docMk/>
            <pc:sldMk cId="4049934866" sldId="2147480553"/>
            <ac:spMk id="14" creationId="{62A22B48-2424-0A39-E444-9BE6E1AC931D}"/>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19" creationId="{FF6AA8FE-2F44-D1CE-1568-EAB94ADDDA71}"/>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20" creationId="{9E52B5EC-B511-D43A-6A3B-F6BE996BDBC6}"/>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21" creationId="{919BC887-690C-2583-BB10-2238D2ABA45C}"/>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22" creationId="{CCD16832-1778-BEEB-5921-E245E704CB16}"/>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27" creationId="{CE72FDB1-6E94-7320-BEDE-EF9331B87FE2}"/>
          </ac:spMkLst>
        </pc:spChg>
        <pc:spChg chg="mod">
          <ac:chgData name="李思穎-數位金融處-永豐銀行" userId="5fc5ea02-bcdc-467f-9a61-311a9d763b91" providerId="ADAL" clId="{159D9390-A09F-4A13-B525-7407981670BB}" dt="2026-06-08T07:56:32.170" v="11224" actId="207"/>
          <ac:spMkLst>
            <pc:docMk/>
            <pc:sldMk cId="4049934866" sldId="2147480553"/>
            <ac:spMk id="329" creationId="{8806E9FA-0C68-8F3A-4CDD-DB795C3E8F83}"/>
          </ac:spMkLst>
        </pc:spChg>
        <pc:spChg chg="mod">
          <ac:chgData name="李思穎-數位金融處-永豐銀行" userId="5fc5ea02-bcdc-467f-9a61-311a9d763b91" providerId="ADAL" clId="{159D9390-A09F-4A13-B525-7407981670BB}" dt="2026-04-27T03:45:52.307" v="4320" actId="20577"/>
          <ac:spMkLst>
            <pc:docMk/>
            <pc:sldMk cId="4049934866" sldId="2147480553"/>
            <ac:spMk id="338" creationId="{8A3790FF-D544-4EE6-1994-3B435037CE58}"/>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42" creationId="{3ED7A742-3832-A9B0-556B-B916744A9E08}"/>
          </ac:spMkLst>
        </pc:spChg>
        <pc:spChg chg="mod">
          <ac:chgData name="李思穎-數位金融處-永豐銀行" userId="5fc5ea02-bcdc-467f-9a61-311a9d763b91" providerId="ADAL" clId="{159D9390-A09F-4A13-B525-7407981670BB}" dt="2026-04-27T03:45:31.345" v="4313" actId="20578"/>
          <ac:spMkLst>
            <pc:docMk/>
            <pc:sldMk cId="4049934866" sldId="2147480553"/>
            <ac:spMk id="343" creationId="{28DB1E02-3313-F23D-0079-07B84DAE379B}"/>
          </ac:spMkLst>
        </pc:spChg>
        <pc:grpChg chg="mod">
          <ac:chgData name="李思穎-數位金融處-永豐銀行" userId="5fc5ea02-bcdc-467f-9a61-311a9d763b91" providerId="ADAL" clId="{159D9390-A09F-4A13-B525-7407981670BB}" dt="2026-04-27T03:45:31.345" v="4313" actId="20578"/>
          <ac:grpSpMkLst>
            <pc:docMk/>
            <pc:sldMk cId="4049934866" sldId="2147480553"/>
            <ac:grpSpMk id="2" creationId="{D995A409-4634-6AD6-582D-F124B044A6C6}"/>
          </ac:grpSpMkLst>
        </pc:grpChg>
        <pc:grpChg chg="add mod">
          <ac:chgData name="李思穎-數位金融處-永豐銀行" userId="5fc5ea02-bcdc-467f-9a61-311a9d763b91" providerId="ADAL" clId="{159D9390-A09F-4A13-B525-7407981670BB}" dt="2026-04-27T03:45:31.345" v="4313" actId="20578"/>
          <ac:grpSpMkLst>
            <pc:docMk/>
            <pc:sldMk cId="4049934866" sldId="2147480553"/>
            <ac:grpSpMk id="13" creationId="{110D4508-FA2E-2D66-7DCA-D333B2FBFBD1}"/>
          </ac:grpSpMkLst>
        </pc:grpChg>
        <pc:grpChg chg="mod">
          <ac:chgData name="李思穎-數位金融處-永豐銀行" userId="5fc5ea02-bcdc-467f-9a61-311a9d763b91" providerId="ADAL" clId="{159D9390-A09F-4A13-B525-7407981670BB}" dt="2026-04-27T03:45:31.345" v="4313" actId="20578"/>
          <ac:grpSpMkLst>
            <pc:docMk/>
            <pc:sldMk cId="4049934866" sldId="2147480553"/>
            <ac:grpSpMk id="325" creationId="{1AF85EDD-BDA2-9D81-8A81-59E1366D5C71}"/>
          </ac:grpSpMkLst>
        </pc:grpChg>
        <pc:grpChg chg="mod">
          <ac:chgData name="李思穎-數位金融處-永豐銀行" userId="5fc5ea02-bcdc-467f-9a61-311a9d763b91" providerId="ADAL" clId="{159D9390-A09F-4A13-B525-7407981670BB}" dt="2026-04-27T03:45:31.345" v="4313" actId="20578"/>
          <ac:grpSpMkLst>
            <pc:docMk/>
            <pc:sldMk cId="4049934866" sldId="2147480553"/>
            <ac:grpSpMk id="340" creationId="{85E3EBB2-6B0C-A02E-A3A4-D909927CE94B}"/>
          </ac:grpSpMkLst>
        </pc:grpChg>
        <pc:grpChg chg="mod">
          <ac:chgData name="李思穎-數位金融處-永豐銀行" userId="5fc5ea02-bcdc-467f-9a61-311a9d763b91" providerId="ADAL" clId="{159D9390-A09F-4A13-B525-7407981670BB}" dt="2026-04-27T03:45:31.345" v="4313" actId="20578"/>
          <ac:grpSpMkLst>
            <pc:docMk/>
            <pc:sldMk cId="4049934866" sldId="2147480553"/>
            <ac:grpSpMk id="344" creationId="{6771D124-2778-BADF-422C-18F897634A7D}"/>
          </ac:grpSpMkLst>
        </pc:grpChg>
        <pc:picChg chg="mod">
          <ac:chgData name="李思穎-數位金融處-永豐銀行" userId="5fc5ea02-bcdc-467f-9a61-311a9d763b91" providerId="ADAL" clId="{159D9390-A09F-4A13-B525-7407981670BB}" dt="2026-04-27T03:45:31.345" v="4313" actId="20578"/>
          <ac:picMkLst>
            <pc:docMk/>
            <pc:sldMk cId="4049934866" sldId="2147480553"/>
            <ac:picMk id="314" creationId="{5BFE96EB-051A-49BD-B8DB-FD76219BC6E4}"/>
          </ac:picMkLst>
        </pc:picChg>
        <pc:picChg chg="mod">
          <ac:chgData name="李思穎-數位金融處-永豐銀行" userId="5fc5ea02-bcdc-467f-9a61-311a9d763b91" providerId="ADAL" clId="{159D9390-A09F-4A13-B525-7407981670BB}" dt="2026-04-27T03:45:31.345" v="4313" actId="20578"/>
          <ac:picMkLst>
            <pc:docMk/>
            <pc:sldMk cId="4049934866" sldId="2147480553"/>
            <ac:picMk id="315" creationId="{3D81F854-7FAC-0728-33C4-B60FAA62D93A}"/>
          </ac:picMkLst>
        </pc:picChg>
        <pc:picChg chg="mod">
          <ac:chgData name="李思穎-數位金融處-永豐銀行" userId="5fc5ea02-bcdc-467f-9a61-311a9d763b91" providerId="ADAL" clId="{159D9390-A09F-4A13-B525-7407981670BB}" dt="2026-04-27T03:45:31.345" v="4313" actId="20578"/>
          <ac:picMkLst>
            <pc:docMk/>
            <pc:sldMk cId="4049934866" sldId="2147480553"/>
            <ac:picMk id="324" creationId="{2DB5E240-7B70-4390-3146-67C24B17B62E}"/>
          </ac:picMkLst>
        </pc:picChg>
        <pc:picChg chg="mod">
          <ac:chgData name="李思穎-數位金融處-永豐銀行" userId="5fc5ea02-bcdc-467f-9a61-311a9d763b91" providerId="ADAL" clId="{159D9390-A09F-4A13-B525-7407981670BB}" dt="2026-04-27T03:45:31.345" v="4313" actId="20578"/>
          <ac:picMkLst>
            <pc:docMk/>
            <pc:sldMk cId="4049934866" sldId="2147480553"/>
            <ac:picMk id="326" creationId="{8B3289FD-C94A-3E1A-2FB4-D24083118D72}"/>
          </ac:picMkLst>
        </pc:picChg>
        <pc:picChg chg="mod">
          <ac:chgData name="李思穎-數位金融處-永豐銀行" userId="5fc5ea02-bcdc-467f-9a61-311a9d763b91" providerId="ADAL" clId="{159D9390-A09F-4A13-B525-7407981670BB}" dt="2026-04-27T03:45:31.345" v="4313" actId="20578"/>
          <ac:picMkLst>
            <pc:docMk/>
            <pc:sldMk cId="4049934866" sldId="2147480553"/>
            <ac:picMk id="341" creationId="{E2D97310-DF50-1DD9-9104-544CC57DEF93}"/>
          </ac:picMkLst>
        </pc:picChg>
      </pc:sldChg>
      <pc:sldChg chg="modSp mod">
        <pc:chgData name="李思穎-數位金融處-永豐銀行" userId="5fc5ea02-bcdc-467f-9a61-311a9d763b91" providerId="ADAL" clId="{159D9390-A09F-4A13-B525-7407981670BB}" dt="2026-05-05T03:07:17.549" v="4781" actId="207"/>
        <pc:sldMkLst>
          <pc:docMk/>
          <pc:sldMk cId="996033395" sldId="2147480693"/>
        </pc:sldMkLst>
      </pc:sldChg>
      <pc:sldChg chg="modSp mod ord addCm modCm">
        <pc:chgData name="李思穎-數位金融處-永豐銀行" userId="5fc5ea02-bcdc-467f-9a61-311a9d763b91" providerId="ADAL" clId="{159D9390-A09F-4A13-B525-7407981670BB}" dt="2026-05-05T08:30:07.941" v="5225"/>
        <pc:sldMkLst>
          <pc:docMk/>
          <pc:sldMk cId="3195742258" sldId="2147480694"/>
        </pc:sldMkLst>
      </pc:sldChg>
      <pc:sldChg chg="modSp mod">
        <pc:chgData name="李思穎-數位金融處-永豐銀行" userId="5fc5ea02-bcdc-467f-9a61-311a9d763b91" providerId="ADAL" clId="{159D9390-A09F-4A13-B525-7407981670BB}" dt="2026-06-08T06:23:55.652" v="11183" actId="403"/>
        <pc:sldMkLst>
          <pc:docMk/>
          <pc:sldMk cId="2668087748" sldId="2147480695"/>
        </pc:sldMkLst>
      </pc:sldChg>
      <pc:sldChg chg="modSp mod">
        <pc:chgData name="李思穎-數位金融處-永豐銀行" userId="5fc5ea02-bcdc-467f-9a61-311a9d763b91" providerId="ADAL" clId="{159D9390-A09F-4A13-B525-7407981670BB}" dt="2026-05-12T08:37:32.766" v="7686"/>
        <pc:sldMkLst>
          <pc:docMk/>
          <pc:sldMk cId="626954738" sldId="2147480697"/>
        </pc:sldMkLst>
      </pc:sldChg>
      <pc:sldChg chg="modSp">
        <pc:chgData name="李思穎-數位金融處-永豐銀行" userId="5fc5ea02-bcdc-467f-9a61-311a9d763b91" providerId="ADAL" clId="{159D9390-A09F-4A13-B525-7407981670BB}" dt="2026-05-05T03:47:11.391" v="4936"/>
        <pc:sldMkLst>
          <pc:docMk/>
          <pc:sldMk cId="1102573607" sldId="2147480705"/>
        </pc:sldMkLst>
      </pc:sldChg>
      <pc:sldChg chg="modSp mod ord">
        <pc:chgData name="李思穎-數位金融處-永豐銀行" userId="5fc5ea02-bcdc-467f-9a61-311a9d763b91" providerId="ADAL" clId="{159D9390-A09F-4A13-B525-7407981670BB}" dt="2026-05-05T03:08:33.211" v="4786" actId="5793"/>
        <pc:sldMkLst>
          <pc:docMk/>
          <pc:sldMk cId="2200017848" sldId="2147480710"/>
        </pc:sldMkLst>
      </pc:sldChg>
      <pc:sldChg chg="addCm">
        <pc:chgData name="李思穎-數位金融處-永豐銀行" userId="5fc5ea02-bcdc-467f-9a61-311a9d763b91" providerId="ADAL" clId="{159D9390-A09F-4A13-B525-7407981670BB}" dt="2026-05-05T03:05:39.969" v="4780"/>
        <pc:sldMkLst>
          <pc:docMk/>
          <pc:sldMk cId="3208272758" sldId="2147480741"/>
        </pc:sldMkLst>
      </pc:sldChg>
      <pc:sldChg chg="modSp mod">
        <pc:chgData name="李思穎-數位金融處-永豐銀行" userId="5fc5ea02-bcdc-467f-9a61-311a9d763b91" providerId="ADAL" clId="{159D9390-A09F-4A13-B525-7407981670BB}" dt="2026-05-05T03:47:52.805" v="4938"/>
        <pc:sldMkLst>
          <pc:docMk/>
          <pc:sldMk cId="931385452" sldId="2147480742"/>
        </pc:sldMkLst>
      </pc:sldChg>
      <pc:sldChg chg="addSp delSp modSp mod modShow modNotesTx">
        <pc:chgData name="李思穎-數位金融處-永豐銀行" userId="5fc5ea02-bcdc-467f-9a61-311a9d763b91" providerId="ADAL" clId="{159D9390-A09F-4A13-B525-7407981670BB}" dt="2026-05-26T02:19:50.450" v="10238" actId="20577"/>
        <pc:sldMkLst>
          <pc:docMk/>
          <pc:sldMk cId="1188106696" sldId="2147480744"/>
        </pc:sldMkLst>
        <pc:spChg chg="mod">
          <ac:chgData name="李思穎-數位金融處-永豐銀行" userId="5fc5ea02-bcdc-467f-9a61-311a9d763b91" providerId="ADAL" clId="{159D9390-A09F-4A13-B525-7407981670BB}" dt="2026-04-21T07:47:00.405" v="1118" actId="1035"/>
          <ac:spMkLst>
            <pc:docMk/>
            <pc:sldMk cId="1188106696" sldId="2147480744"/>
            <ac:spMk id="4" creationId="{353101E3-ED46-FC0E-DE8A-AA2AFC6836B4}"/>
          </ac:spMkLst>
        </pc:spChg>
        <pc:spChg chg="mod">
          <ac:chgData name="李思穎-數位金融處-永豐銀行" userId="5fc5ea02-bcdc-467f-9a61-311a9d763b91" providerId="ADAL" clId="{159D9390-A09F-4A13-B525-7407981670BB}" dt="2026-04-21T07:41:18.705" v="859"/>
          <ac:spMkLst>
            <pc:docMk/>
            <pc:sldMk cId="1188106696" sldId="2147480744"/>
            <ac:spMk id="48" creationId="{00000000-0000-0000-0000-000000000000}"/>
          </ac:spMkLst>
        </pc:spChg>
      </pc:sldChg>
      <pc:sldChg chg="addSp modSp mod ord modShow">
        <pc:chgData name="李思穎-數位金融處-永豐銀行" userId="5fc5ea02-bcdc-467f-9a61-311a9d763b91" providerId="ADAL" clId="{159D9390-A09F-4A13-B525-7407981670BB}" dt="2026-04-21T02:50:52.483" v="533" actId="1076"/>
        <pc:sldMkLst>
          <pc:docMk/>
          <pc:sldMk cId="213828642" sldId="2147480745"/>
        </pc:sldMkLst>
        <pc:spChg chg="mod">
          <ac:chgData name="李思穎-數位金融處-永豐銀行" userId="5fc5ea02-bcdc-467f-9a61-311a9d763b91" providerId="ADAL" clId="{159D9390-A09F-4A13-B525-7407981670BB}" dt="2026-04-21T02:49:46.362" v="485" actId="14100"/>
          <ac:spMkLst>
            <pc:docMk/>
            <pc:sldMk cId="213828642" sldId="2147480745"/>
            <ac:spMk id="4" creationId="{353101E3-ED46-FC0E-DE8A-AA2AFC6836B4}"/>
          </ac:spMkLst>
        </pc:spChg>
        <pc:spChg chg="add mod">
          <ac:chgData name="李思穎-數位金融處-永豐銀行" userId="5fc5ea02-bcdc-467f-9a61-311a9d763b91" providerId="ADAL" clId="{159D9390-A09F-4A13-B525-7407981670BB}" dt="2026-04-21T02:46:50.822" v="434"/>
          <ac:spMkLst>
            <pc:docMk/>
            <pc:sldMk cId="213828642" sldId="2147480745"/>
            <ac:spMk id="6" creationId="{2AD52053-4F96-5248-899F-BA15F058C0D4}"/>
          </ac:spMkLst>
        </pc:spChg>
        <pc:spChg chg="add mod">
          <ac:chgData name="李思穎-數位金融處-永豐銀行" userId="5fc5ea02-bcdc-467f-9a61-311a9d763b91" providerId="ADAL" clId="{159D9390-A09F-4A13-B525-7407981670BB}" dt="2026-04-21T02:46:50.822" v="434"/>
          <ac:spMkLst>
            <pc:docMk/>
            <pc:sldMk cId="213828642" sldId="2147480745"/>
            <ac:spMk id="10" creationId="{0D2E91A1-3430-0D79-C210-C038C7946C6B}"/>
          </ac:spMkLst>
        </pc:spChg>
        <pc:spChg chg="add mod">
          <ac:chgData name="李思穎-數位金融處-永豐銀行" userId="5fc5ea02-bcdc-467f-9a61-311a9d763b91" providerId="ADAL" clId="{159D9390-A09F-4A13-B525-7407981670BB}" dt="2026-04-21T02:47:42.948" v="438"/>
          <ac:spMkLst>
            <pc:docMk/>
            <pc:sldMk cId="213828642" sldId="2147480745"/>
            <ac:spMk id="12" creationId="{EE53C7BC-7F54-3309-11FD-97D58ADA2AA0}"/>
          </ac:spMkLst>
        </pc:spChg>
        <pc:spChg chg="add mod">
          <ac:chgData name="李思穎-數位金融處-永豐銀行" userId="5fc5ea02-bcdc-467f-9a61-311a9d763b91" providerId="ADAL" clId="{159D9390-A09F-4A13-B525-7407981670BB}" dt="2026-04-21T02:50:34.443" v="532"/>
          <ac:spMkLst>
            <pc:docMk/>
            <pc:sldMk cId="213828642" sldId="2147480745"/>
            <ac:spMk id="15" creationId="{360FBB04-D981-2D04-54DC-A25CCD7FDDEC}"/>
          </ac:spMkLst>
        </pc:spChg>
        <pc:spChg chg="add mod">
          <ac:chgData name="李思穎-數位金融處-永豐銀行" userId="5fc5ea02-bcdc-467f-9a61-311a9d763b91" providerId="ADAL" clId="{159D9390-A09F-4A13-B525-7407981670BB}" dt="2026-04-21T02:47:51.306" v="439"/>
          <ac:spMkLst>
            <pc:docMk/>
            <pc:sldMk cId="213828642" sldId="2147480745"/>
            <ac:spMk id="16" creationId="{74809ADA-6EA3-92A1-8C81-5EA821D38889}"/>
          </ac:spMkLst>
        </pc:spChg>
        <pc:spChg chg="mod">
          <ac:chgData name="李思穎-數位金融處-永豐銀行" userId="5fc5ea02-bcdc-467f-9a61-311a9d763b91" providerId="ADAL" clId="{159D9390-A09F-4A13-B525-7407981670BB}" dt="2026-04-20T09:36:35.545" v="320"/>
          <ac:spMkLst>
            <pc:docMk/>
            <pc:sldMk cId="213828642" sldId="2147480745"/>
            <ac:spMk id="48" creationId="{00000000-0000-0000-0000-000000000000}"/>
          </ac:spMkLst>
        </pc:spChg>
        <pc:grpChg chg="add mod">
          <ac:chgData name="李思穎-數位金融處-永豐銀行" userId="5fc5ea02-bcdc-467f-9a61-311a9d763b91" providerId="ADAL" clId="{159D9390-A09F-4A13-B525-7407981670BB}" dt="2026-04-21T02:48:22.932" v="441" actId="1076"/>
          <ac:grpSpMkLst>
            <pc:docMk/>
            <pc:sldMk cId="213828642" sldId="2147480745"/>
            <ac:grpSpMk id="2" creationId="{16B1E09F-AE25-B869-BF84-AACAA12BFE66}"/>
          </ac:grpSpMkLst>
        </pc:grpChg>
        <pc:grpChg chg="add mod">
          <ac:chgData name="李思穎-數位金融處-永豐銀行" userId="5fc5ea02-bcdc-467f-9a61-311a9d763b91" providerId="ADAL" clId="{159D9390-A09F-4A13-B525-7407981670BB}" dt="2026-04-21T02:48:22.932" v="441" actId="1076"/>
          <ac:grpSpMkLst>
            <pc:docMk/>
            <pc:sldMk cId="213828642" sldId="2147480745"/>
            <ac:grpSpMk id="3" creationId="{CC5E3AEE-29DD-CE51-F9EA-AF33AF53EAE5}"/>
          </ac:grpSpMkLst>
        </pc:grpChg>
        <pc:grpChg chg="add mod">
          <ac:chgData name="李思穎-數位金融處-永豐銀行" userId="5fc5ea02-bcdc-467f-9a61-311a9d763b91" providerId="ADAL" clId="{159D9390-A09F-4A13-B525-7407981670BB}" dt="2026-04-21T02:48:22.932" v="441" actId="1076"/>
          <ac:grpSpMkLst>
            <pc:docMk/>
            <pc:sldMk cId="213828642" sldId="2147480745"/>
            <ac:grpSpMk id="5" creationId="{C508D440-9E38-6675-2AA2-6A4B4E79DFD6}"/>
          </ac:grpSpMkLst>
        </pc:grpChg>
        <pc:grpChg chg="add mod">
          <ac:chgData name="李思穎-數位金融處-永豐銀行" userId="5fc5ea02-bcdc-467f-9a61-311a9d763b91" providerId="ADAL" clId="{159D9390-A09F-4A13-B525-7407981670BB}" dt="2026-04-21T02:46:50.822" v="434"/>
          <ac:grpSpMkLst>
            <pc:docMk/>
            <pc:sldMk cId="213828642" sldId="2147480745"/>
            <ac:grpSpMk id="7" creationId="{ACC76938-A60B-EE48-17BD-F0F6233C1A78}"/>
          </ac:grpSpMkLst>
        </pc:grpChg>
        <pc:grpChg chg="add mod">
          <ac:chgData name="李思穎-數位金融處-永豐銀行" userId="5fc5ea02-bcdc-467f-9a61-311a9d763b91" providerId="ADAL" clId="{159D9390-A09F-4A13-B525-7407981670BB}" dt="2026-04-21T02:50:52.483" v="533" actId="1076"/>
          <ac:grpSpMkLst>
            <pc:docMk/>
            <pc:sldMk cId="213828642" sldId="2147480745"/>
            <ac:grpSpMk id="14" creationId="{A7CC3E8F-B467-82A5-90A8-E44BCA71401B}"/>
          </ac:grpSpMkLst>
        </pc:grpChg>
        <pc:picChg chg="add mod">
          <ac:chgData name="李思穎-數位金融處-永豐銀行" userId="5fc5ea02-bcdc-467f-9a61-311a9d763b91" providerId="ADAL" clId="{159D9390-A09F-4A13-B525-7407981670BB}" dt="2026-04-21T02:46:50.822" v="434"/>
          <ac:picMkLst>
            <pc:docMk/>
            <pc:sldMk cId="213828642" sldId="2147480745"/>
            <ac:picMk id="8" creationId="{223EC9C5-B889-93C7-8D53-8630978C7811}"/>
          </ac:picMkLst>
        </pc:picChg>
        <pc:picChg chg="add mod">
          <ac:chgData name="李思穎-數位金融處-永豐銀行" userId="5fc5ea02-bcdc-467f-9a61-311a9d763b91" providerId="ADAL" clId="{159D9390-A09F-4A13-B525-7407981670BB}" dt="2026-04-21T02:46:50.822" v="434"/>
          <ac:picMkLst>
            <pc:docMk/>
            <pc:sldMk cId="213828642" sldId="2147480745"/>
            <ac:picMk id="9" creationId="{2490C855-7DCC-0643-B4F1-CC19827C2EA7}"/>
          </ac:picMkLst>
        </pc:picChg>
        <pc:picChg chg="add mod">
          <ac:chgData name="李思穎-數位金融處-永豐銀行" userId="5fc5ea02-bcdc-467f-9a61-311a9d763b91" providerId="ADAL" clId="{159D9390-A09F-4A13-B525-7407981670BB}" dt="2026-04-21T02:46:50.822" v="434"/>
          <ac:picMkLst>
            <pc:docMk/>
            <pc:sldMk cId="213828642" sldId="2147480745"/>
            <ac:picMk id="11" creationId="{044EC234-7A7B-0AB9-FE10-3D0F2F521C29}"/>
          </ac:picMkLst>
        </pc:picChg>
        <pc:picChg chg="add mod">
          <ac:chgData name="李思穎-數位金融處-永豐銀行" userId="5fc5ea02-bcdc-467f-9a61-311a9d763b91" providerId="ADAL" clId="{159D9390-A09F-4A13-B525-7407981670BB}" dt="2026-04-21T02:46:50.822" v="434"/>
          <ac:picMkLst>
            <pc:docMk/>
            <pc:sldMk cId="213828642" sldId="2147480745"/>
            <ac:picMk id="13" creationId="{E512A7D8-D98C-9D98-56A7-BAAB17995C77}"/>
          </ac:picMkLst>
        </pc:picChg>
      </pc:sldChg>
      <pc:sldChg chg="addSp delSp modSp mod ord modShow">
        <pc:chgData name="李思穎-數位金融處-永豐銀行" userId="5fc5ea02-bcdc-467f-9a61-311a9d763b91" providerId="ADAL" clId="{159D9390-A09F-4A13-B525-7407981670BB}" dt="2026-04-21T07:59:43.258" v="1503"/>
        <pc:sldMkLst>
          <pc:docMk/>
          <pc:sldMk cId="3253396355" sldId="2147480746"/>
        </pc:sldMkLst>
      </pc:sldChg>
      <pc:sldChg chg="del mod modShow">
        <pc:chgData name="李思穎-數位金融處-永豐銀行" userId="5fc5ea02-bcdc-467f-9a61-311a9d763b91" providerId="ADAL" clId="{159D9390-A09F-4A13-B525-7407981670BB}" dt="2026-04-14T07:28:42.333" v="105" actId="47"/>
        <pc:sldMkLst>
          <pc:docMk/>
          <pc:sldMk cId="1027611145" sldId="2147480747"/>
        </pc:sldMkLst>
      </pc:sldChg>
      <pc:sldChg chg="delSp modSp add del mod">
        <pc:chgData name="李思穎-數位金融處-永豐銀行" userId="5fc5ea02-bcdc-467f-9a61-311a9d763b91" providerId="ADAL" clId="{159D9390-A09F-4A13-B525-7407981670BB}" dt="2026-04-14T07:27:29.320" v="83" actId="47"/>
        <pc:sldMkLst>
          <pc:docMk/>
          <pc:sldMk cId="626699124" sldId="2147480748"/>
        </pc:sldMkLst>
      </pc:sldChg>
      <pc:sldChg chg="delSp modSp add mod ord">
        <pc:chgData name="李思穎-數位金融處-永豐銀行" userId="5fc5ea02-bcdc-467f-9a61-311a9d763b91" providerId="ADAL" clId="{159D9390-A09F-4A13-B525-7407981670BB}" dt="2026-04-21T08:14:58.130" v="1788"/>
        <pc:sldMkLst>
          <pc:docMk/>
          <pc:sldMk cId="201609543" sldId="2147480749"/>
        </pc:sldMkLst>
        <pc:spChg chg="mod">
          <ac:chgData name="李思穎-數位金融處-永豐銀行" userId="5fc5ea02-bcdc-467f-9a61-311a9d763b91" providerId="ADAL" clId="{159D9390-A09F-4A13-B525-7407981670BB}" dt="2026-04-21T08:14:58.130" v="1788"/>
          <ac:spMkLst>
            <pc:docMk/>
            <pc:sldMk cId="201609543" sldId="2147480749"/>
            <ac:spMk id="2" creationId="{00000000-0000-0000-0000-000000000000}"/>
          </ac:spMkLst>
        </pc:spChg>
      </pc:sldChg>
      <pc:sldChg chg="delSp modSp add mod ord">
        <pc:chgData name="李思穎-數位金融處-永豐銀行" userId="5fc5ea02-bcdc-467f-9a61-311a9d763b91" providerId="ADAL" clId="{159D9390-A09F-4A13-B525-7407981670BB}" dt="2026-04-22T07:10:34.241" v="1808"/>
        <pc:sldMkLst>
          <pc:docMk/>
          <pc:sldMk cId="2390021661" sldId="2147480750"/>
        </pc:sldMkLst>
      </pc:sldChg>
      <pc:sldChg chg="modSp add mod ord">
        <pc:chgData name="李思穎-數位金融處-永豐銀行" userId="5fc5ea02-bcdc-467f-9a61-311a9d763b91" providerId="ADAL" clId="{159D9390-A09F-4A13-B525-7407981670BB}" dt="2026-04-14T07:29:09.830" v="133"/>
        <pc:sldMkLst>
          <pc:docMk/>
          <pc:sldMk cId="1692087461" sldId="2147480751"/>
        </pc:sldMkLst>
      </pc:sldChg>
      <pc:sldChg chg="addSp delSp modSp add mod ord modShow">
        <pc:chgData name="李思穎-數位金融處-永豐銀行" userId="5fc5ea02-bcdc-467f-9a61-311a9d763b91" providerId="ADAL" clId="{159D9390-A09F-4A13-B525-7407981670BB}" dt="2026-06-09T01:50:26.049" v="11958" actId="1076"/>
        <pc:sldMkLst>
          <pc:docMk/>
          <pc:sldMk cId="875860966" sldId="2147480752"/>
        </pc:sldMkLst>
        <pc:spChg chg="add del mod">
          <ac:chgData name="李思穎-數位金融處-永豐銀行" userId="5fc5ea02-bcdc-467f-9a61-311a9d763b91" providerId="ADAL" clId="{159D9390-A09F-4A13-B525-7407981670BB}" dt="2026-04-21T08:06:04.071" v="1534" actId="478"/>
          <ac:spMkLst>
            <pc:docMk/>
            <pc:sldMk cId="875860966" sldId="2147480752"/>
            <ac:spMk id="2" creationId="{52ABF558-6905-0766-B141-AF1065DD9878}"/>
          </ac:spMkLst>
        </pc:spChg>
        <pc:spChg chg="add mod">
          <ac:chgData name="李思穎-數位金融處-永豐銀行" userId="5fc5ea02-bcdc-467f-9a61-311a9d763b91" providerId="ADAL" clId="{159D9390-A09F-4A13-B525-7407981670BB}" dt="2026-06-09T01:50:02.158" v="11954" actId="1076"/>
          <ac:spMkLst>
            <pc:docMk/>
            <pc:sldMk cId="875860966" sldId="2147480752"/>
            <ac:spMk id="4" creationId="{F107370C-6AD3-ECF9-10F4-E279876AC40A}"/>
          </ac:spMkLst>
        </pc:spChg>
        <pc:spChg chg="add mod">
          <ac:chgData name="李思穎-數位金融處-永豐銀行" userId="5fc5ea02-bcdc-467f-9a61-311a9d763b91" providerId="ADAL" clId="{159D9390-A09F-4A13-B525-7407981670BB}" dt="2026-04-21T08:02:28.857" v="1521" actId="20577"/>
          <ac:spMkLst>
            <pc:docMk/>
            <pc:sldMk cId="875860966" sldId="2147480752"/>
            <ac:spMk id="5" creationId="{8FCF2818-AF14-3B2E-6B5C-1DF3426E9A08}"/>
          </ac:spMkLst>
        </pc:spChg>
        <pc:spChg chg="add mod">
          <ac:chgData name="李思穎-數位金融處-永豐銀行" userId="5fc5ea02-bcdc-467f-9a61-311a9d763b91" providerId="ADAL" clId="{159D9390-A09F-4A13-B525-7407981670BB}" dt="2026-04-22T07:11:58.545" v="1902" actId="1035"/>
          <ac:spMkLst>
            <pc:docMk/>
            <pc:sldMk cId="875860966" sldId="2147480752"/>
            <ac:spMk id="7" creationId="{8718F71D-BAE2-1F11-0D61-FAD9E27B6F1A}"/>
          </ac:spMkLst>
        </pc:spChg>
        <pc:spChg chg="add mod">
          <ac:chgData name="李思穎-數位金融處-永豐銀行" userId="5fc5ea02-bcdc-467f-9a61-311a9d763b91" providerId="ADAL" clId="{159D9390-A09F-4A13-B525-7407981670BB}" dt="2026-04-24T03:43:09.752" v="2786" actId="1038"/>
          <ac:spMkLst>
            <pc:docMk/>
            <pc:sldMk cId="875860966" sldId="2147480752"/>
            <ac:spMk id="8" creationId="{F2572E6D-2777-0BB9-FC8F-E3ABA6726ED0}"/>
          </ac:spMkLst>
        </pc:spChg>
        <pc:spChg chg="add mod">
          <ac:chgData name="李思穎-數位金融處-永豐銀行" userId="5fc5ea02-bcdc-467f-9a61-311a9d763b91" providerId="ADAL" clId="{159D9390-A09F-4A13-B525-7407981670BB}" dt="2026-04-24T03:42:33.476" v="2777" actId="1038"/>
          <ac:spMkLst>
            <pc:docMk/>
            <pc:sldMk cId="875860966" sldId="2147480752"/>
            <ac:spMk id="9" creationId="{54B37EE2-2D6C-08F8-A859-2D117AE19B1C}"/>
          </ac:spMkLst>
        </pc:spChg>
        <pc:spChg chg="add mod">
          <ac:chgData name="李思穎-數位金融處-永豐銀行" userId="5fc5ea02-bcdc-467f-9a61-311a9d763b91" providerId="ADAL" clId="{159D9390-A09F-4A13-B525-7407981670BB}" dt="2026-06-09T01:50:20.310" v="11957" actId="1076"/>
          <ac:spMkLst>
            <pc:docMk/>
            <pc:sldMk cId="875860966" sldId="2147480752"/>
            <ac:spMk id="11" creationId="{E72532CC-1D6C-D17F-FB9B-A5F381B4026D}"/>
          </ac:spMkLst>
        </pc:spChg>
        <pc:spChg chg="add mod">
          <ac:chgData name="李思穎-數位金融處-永豐銀行" userId="5fc5ea02-bcdc-467f-9a61-311a9d763b91" providerId="ADAL" clId="{159D9390-A09F-4A13-B525-7407981670BB}" dt="2026-04-24T03:42:29.482" v="2775" actId="1036"/>
          <ac:spMkLst>
            <pc:docMk/>
            <pc:sldMk cId="875860966" sldId="2147480752"/>
            <ac:spMk id="12" creationId="{5F8CB608-B79A-C1D6-537F-307F2A063948}"/>
          </ac:spMkLst>
        </pc:spChg>
        <pc:spChg chg="add mod">
          <ac:chgData name="李思穎-數位金融處-永豐銀行" userId="5fc5ea02-bcdc-467f-9a61-311a9d763b91" providerId="ADAL" clId="{159D9390-A09F-4A13-B525-7407981670BB}" dt="2026-06-09T01:50:20.310" v="11957" actId="1076"/>
          <ac:spMkLst>
            <pc:docMk/>
            <pc:sldMk cId="875860966" sldId="2147480752"/>
            <ac:spMk id="13" creationId="{9D729A8E-3973-E63B-093C-AA087AD0674E}"/>
          </ac:spMkLst>
        </pc:spChg>
        <pc:spChg chg="add mod">
          <ac:chgData name="李思穎-數位金融處-永豐銀行" userId="5fc5ea02-bcdc-467f-9a61-311a9d763b91" providerId="ADAL" clId="{159D9390-A09F-4A13-B525-7407981670BB}" dt="2026-04-21T08:07:05.817" v="1551" actId="20577"/>
          <ac:spMkLst>
            <pc:docMk/>
            <pc:sldMk cId="875860966" sldId="2147480752"/>
            <ac:spMk id="14" creationId="{F8B3A752-76F3-6BD8-3DF1-21FF55FA9BC8}"/>
          </ac:spMkLst>
        </pc:spChg>
        <pc:spChg chg="add mod">
          <ac:chgData name="李思穎-數位金融處-永豐銀行" userId="5fc5ea02-bcdc-467f-9a61-311a9d763b91" providerId="ADAL" clId="{159D9390-A09F-4A13-B525-7407981670BB}" dt="2026-04-21T08:08:09.513" v="1605" actId="1076"/>
          <ac:spMkLst>
            <pc:docMk/>
            <pc:sldMk cId="875860966" sldId="2147480752"/>
            <ac:spMk id="15" creationId="{C27E7539-B884-4D9A-B211-1A25E7A50845}"/>
          </ac:spMkLst>
        </pc:spChg>
        <pc:spChg chg="add mod">
          <ac:chgData name="李思穎-數位金融處-永豐銀行" userId="5fc5ea02-bcdc-467f-9a61-311a9d763b91" providerId="ADAL" clId="{159D9390-A09F-4A13-B525-7407981670BB}" dt="2026-04-21T08:07:09.344" v="1555" actId="20577"/>
          <ac:spMkLst>
            <pc:docMk/>
            <pc:sldMk cId="875860966" sldId="2147480752"/>
            <ac:spMk id="16" creationId="{BEC3295A-07E2-9B2C-CC83-0F309B8FA7D4}"/>
          </ac:spMkLst>
        </pc:spChg>
        <pc:spChg chg="add mod">
          <ac:chgData name="李思穎-數位金融處-永豐銀行" userId="5fc5ea02-bcdc-467f-9a61-311a9d763b91" providerId="ADAL" clId="{159D9390-A09F-4A13-B525-7407981670BB}" dt="2026-04-21T08:07:21.436" v="1589" actId="1076"/>
          <ac:spMkLst>
            <pc:docMk/>
            <pc:sldMk cId="875860966" sldId="2147480752"/>
            <ac:spMk id="18" creationId="{2BEE0BDD-B59E-3CDD-34FB-9AB07002B4EB}"/>
          </ac:spMkLst>
        </pc:spChg>
        <pc:spChg chg="add mod">
          <ac:chgData name="李思穎-數位金融處-永豐銀行" userId="5fc5ea02-bcdc-467f-9a61-311a9d763b91" providerId="ADAL" clId="{159D9390-A09F-4A13-B525-7407981670BB}" dt="2026-06-09T01:50:26.049" v="11958" actId="1076"/>
          <ac:spMkLst>
            <pc:docMk/>
            <pc:sldMk cId="875860966" sldId="2147480752"/>
            <ac:spMk id="22" creationId="{81CE55E3-0F90-50E5-04CE-E947295EDB03}"/>
          </ac:spMkLst>
        </pc:spChg>
        <pc:spChg chg="add mod">
          <ac:chgData name="李思穎-數位金融處-永豐銀行" userId="5fc5ea02-bcdc-467f-9a61-311a9d763b91" providerId="ADAL" clId="{159D9390-A09F-4A13-B525-7407981670BB}" dt="2026-04-22T07:12:07.426" v="1908" actId="1035"/>
          <ac:spMkLst>
            <pc:docMk/>
            <pc:sldMk cId="875860966" sldId="2147480752"/>
            <ac:spMk id="24" creationId="{5EE4602F-AB7C-7A76-232E-9D6047A15C00}"/>
          </ac:spMkLst>
        </pc:spChg>
        <pc:spChg chg="add mod">
          <ac:chgData name="李思穎-數位金融處-永豐銀行" userId="5fc5ea02-bcdc-467f-9a61-311a9d763b91" providerId="ADAL" clId="{159D9390-A09F-4A13-B525-7407981670BB}" dt="2026-06-09T01:50:26.049" v="11958" actId="1076"/>
          <ac:spMkLst>
            <pc:docMk/>
            <pc:sldMk cId="875860966" sldId="2147480752"/>
            <ac:spMk id="25" creationId="{D15F07CA-3746-55A2-9887-B6C47C6FC417}"/>
          </ac:spMkLst>
        </pc:spChg>
        <pc:spChg chg="add mod">
          <ac:chgData name="李思穎-數位金融處-永豐銀行" userId="5fc5ea02-bcdc-467f-9a61-311a9d763b91" providerId="ADAL" clId="{159D9390-A09F-4A13-B525-7407981670BB}" dt="2026-06-09T01:49:55.149" v="11953" actId="1076"/>
          <ac:spMkLst>
            <pc:docMk/>
            <pc:sldMk cId="875860966" sldId="2147480752"/>
            <ac:spMk id="26" creationId="{D596F785-25CE-1F3B-FEC2-85E9DCB8D949}"/>
          </ac:spMkLst>
        </pc:spChg>
      </pc:sldChg>
      <pc:sldChg chg="add del">
        <pc:chgData name="李思穎-數位金融處-永豐銀行" userId="5fc5ea02-bcdc-467f-9a61-311a9d763b91" providerId="ADAL" clId="{159D9390-A09F-4A13-B525-7407981670BB}" dt="2026-04-22T07:10:14.536" v="1803" actId="47"/>
        <pc:sldMkLst>
          <pc:docMk/>
          <pc:sldMk cId="3905851818" sldId="2147480753"/>
        </pc:sldMkLst>
      </pc:sldChg>
      <pc:sldChg chg="modSp add del mod">
        <pc:chgData name="李思穎-數位金融處-永豐銀行" userId="5fc5ea02-bcdc-467f-9a61-311a9d763b91" providerId="ADAL" clId="{159D9390-A09F-4A13-B525-7407981670BB}" dt="2026-04-22T07:10:16.103" v="1804" actId="47"/>
        <pc:sldMkLst>
          <pc:docMk/>
          <pc:sldMk cId="2015812455" sldId="2147480754"/>
        </pc:sldMkLst>
      </pc:sldChg>
      <pc:sldChg chg="addSp delSp modSp add del mod addCm delCm modCm modNotesTx">
        <pc:chgData name="李思穎-數位金融處-永豐銀行" userId="5fc5ea02-bcdc-467f-9a61-311a9d763b91" providerId="ADAL" clId="{159D9390-A09F-4A13-B525-7407981670BB}" dt="2026-06-01T07:02:12.207" v="10725" actId="47"/>
        <pc:sldMkLst>
          <pc:docMk/>
          <pc:sldMk cId="2306290468" sldId="2147480755"/>
        </pc:sldMkLst>
      </pc:sldChg>
      <pc:sldChg chg="add del">
        <pc:chgData name="李思穎-數位金融處-永豐銀行" userId="5fc5ea02-bcdc-467f-9a61-311a9d763b91" providerId="ADAL" clId="{159D9390-A09F-4A13-B525-7407981670BB}" dt="2026-04-20T09:32:25.626" v="238" actId="2696"/>
        <pc:sldMkLst>
          <pc:docMk/>
          <pc:sldMk cId="3206993927" sldId="2147480755"/>
        </pc:sldMkLst>
      </pc:sldChg>
      <pc:sldChg chg="modSp add del mod">
        <pc:chgData name="李思穎-數位金融處-永豐銀行" userId="5fc5ea02-bcdc-467f-9a61-311a9d763b91" providerId="ADAL" clId="{159D9390-A09F-4A13-B525-7407981670BB}" dt="2026-04-21T08:08:56.867" v="1643" actId="47"/>
        <pc:sldMkLst>
          <pc:docMk/>
          <pc:sldMk cId="3665587106" sldId="2147480756"/>
        </pc:sldMkLst>
      </pc:sldChg>
      <pc:sldChg chg="addSp delSp modSp add mod ord modNotesTx">
        <pc:chgData name="李思穎-數位金融處-永豐銀行" userId="5fc5ea02-bcdc-467f-9a61-311a9d763b91" providerId="ADAL" clId="{159D9390-A09F-4A13-B525-7407981670BB}" dt="2026-06-22T09:03:50.064" v="12124"/>
        <pc:sldMkLst>
          <pc:docMk/>
          <pc:sldMk cId="1783678268" sldId="2147480757"/>
        </pc:sldMkLst>
        <pc:spChg chg="mod">
          <ac:chgData name="李思穎-數位金融處-永豐銀行" userId="5fc5ea02-bcdc-467f-9a61-311a9d763b91" providerId="ADAL" clId="{159D9390-A09F-4A13-B525-7407981670BB}" dt="2026-06-22T09:03:50.064" v="12124"/>
          <ac:spMkLst>
            <pc:docMk/>
            <pc:sldMk cId="1783678268" sldId="2147480757"/>
            <ac:spMk id="3" creationId="{C03031B4-7B9D-AC6D-664C-FEFBF899CECC}"/>
          </ac:spMkLst>
        </pc:spChg>
        <pc:spChg chg="mod">
          <ac:chgData name="李思穎-數位金融處-永豐銀行" userId="5fc5ea02-bcdc-467f-9a61-311a9d763b91" providerId="ADAL" clId="{159D9390-A09F-4A13-B525-7407981670BB}" dt="2026-04-21T08:10:04.357" v="1653"/>
          <ac:spMkLst>
            <pc:docMk/>
            <pc:sldMk cId="1783678268" sldId="2147480757"/>
            <ac:spMk id="48" creationId="{00000000-0000-0000-0000-000000000000}"/>
          </ac:spMkLst>
        </pc:spChg>
        <pc:picChg chg="add mod">
          <ac:chgData name="李思穎-數位金融處-永豐銀行" userId="5fc5ea02-bcdc-467f-9a61-311a9d763b91" providerId="ADAL" clId="{159D9390-A09F-4A13-B525-7407981670BB}" dt="2026-05-11T06:49:18.551" v="5470" actId="1076"/>
          <ac:picMkLst>
            <pc:docMk/>
            <pc:sldMk cId="1783678268" sldId="2147480757"/>
            <ac:picMk id="7" creationId="{65E6ED43-0A85-67B6-2D87-4BD80C962080}"/>
          </ac:picMkLst>
        </pc:picChg>
      </pc:sldChg>
      <pc:sldChg chg="add del mod modShow">
        <pc:chgData name="李思穎-數位金融處-永豐銀行" userId="5fc5ea02-bcdc-467f-9a61-311a9d763b91" providerId="ADAL" clId="{159D9390-A09F-4A13-B525-7407981670BB}" dt="2026-04-21T07:50:07.198" v="1126" actId="47"/>
        <pc:sldMkLst>
          <pc:docMk/>
          <pc:sldMk cId="2190856398" sldId="2147480757"/>
        </pc:sldMkLst>
      </pc:sldChg>
      <pc:sldChg chg="add del ord">
        <pc:chgData name="李思穎-數位金融處-永豐銀行" userId="5fc5ea02-bcdc-467f-9a61-311a9d763b91" providerId="ADAL" clId="{159D9390-A09F-4A13-B525-7407981670BB}" dt="2026-05-05T02:50:35.323" v="4770" actId="47"/>
        <pc:sldMkLst>
          <pc:docMk/>
          <pc:sldMk cId="556957741" sldId="2147480758"/>
        </pc:sldMkLst>
      </pc:sldChg>
      <pc:sldChg chg="addSp delSp modSp add mod ord">
        <pc:chgData name="李思穎-數位金融處-永豐銀行" userId="5fc5ea02-bcdc-467f-9a61-311a9d763b91" providerId="ADAL" clId="{159D9390-A09F-4A13-B525-7407981670BB}" dt="2026-04-22T07:14:54.486" v="1917"/>
        <pc:sldMkLst>
          <pc:docMk/>
          <pc:sldMk cId="916883025" sldId="2147480759"/>
        </pc:sldMkLst>
      </pc:sldChg>
      <pc:sldChg chg="addSp delSp modSp add mod modNotesTx">
        <pc:chgData name="李思穎-數位金融處-永豐銀行" userId="5fc5ea02-bcdc-467f-9a61-311a9d763b91" providerId="ADAL" clId="{159D9390-A09F-4A13-B525-7407981670BB}" dt="2026-05-25T09:08:01.568" v="10222" actId="12"/>
        <pc:sldMkLst>
          <pc:docMk/>
          <pc:sldMk cId="3010987187" sldId="2147480760"/>
        </pc:sldMkLst>
        <pc:spChg chg="mod">
          <ac:chgData name="李思穎-數位金融處-永豐銀行" userId="5fc5ea02-bcdc-467f-9a61-311a9d763b91" providerId="ADAL" clId="{159D9390-A09F-4A13-B525-7407981670BB}" dt="2026-04-23T06:26:52.125" v="2056"/>
          <ac:spMkLst>
            <pc:docMk/>
            <pc:sldMk cId="3010987187" sldId="2147480760"/>
            <ac:spMk id="2" creationId="{F78EF671-6601-EBB0-5B34-5BA92E85FA3B}"/>
          </ac:spMkLst>
        </pc:spChg>
        <pc:spChg chg="mod">
          <ac:chgData name="李思穎-數位金融處-永豐銀行" userId="5fc5ea02-bcdc-467f-9a61-311a9d763b91" providerId="ADAL" clId="{159D9390-A09F-4A13-B525-7407981670BB}" dt="2026-04-24T03:38:39.375" v="2702"/>
          <ac:spMkLst>
            <pc:docMk/>
            <pc:sldMk cId="3010987187" sldId="2147480760"/>
            <ac:spMk id="5" creationId="{5BAB5F01-D5BD-2A07-19D4-0A5F63D5C12D}"/>
          </ac:spMkLst>
        </pc:spChg>
        <pc:spChg chg="add mod">
          <ac:chgData name="李思穎-數位金融處-永豐銀行" userId="5fc5ea02-bcdc-467f-9a61-311a9d763b91" providerId="ADAL" clId="{159D9390-A09F-4A13-B525-7407981670BB}" dt="2026-04-24T03:37:06.508" v="2615" actId="1076"/>
          <ac:spMkLst>
            <pc:docMk/>
            <pc:sldMk cId="3010987187" sldId="2147480760"/>
            <ac:spMk id="9" creationId="{5651E7AC-88F5-2296-EDDF-AA23D74F3066}"/>
          </ac:spMkLst>
        </pc:spChg>
        <pc:spChg chg="add mod">
          <ac:chgData name="李思穎-數位金融處-永豐銀行" userId="5fc5ea02-bcdc-467f-9a61-311a9d763b91" providerId="ADAL" clId="{159D9390-A09F-4A13-B525-7407981670BB}" dt="2026-04-24T03:37:24.958" v="2630" actId="1038"/>
          <ac:spMkLst>
            <pc:docMk/>
            <pc:sldMk cId="3010987187" sldId="2147480760"/>
            <ac:spMk id="12" creationId="{762B0AB7-D064-F039-A8F1-43739463B538}"/>
          </ac:spMkLst>
        </pc:spChg>
        <pc:spChg chg="add mod">
          <ac:chgData name="李思穎-數位金融處-永豐銀行" userId="5fc5ea02-bcdc-467f-9a61-311a9d763b91" providerId="ADAL" clId="{159D9390-A09F-4A13-B525-7407981670BB}" dt="2026-04-24T03:38:08.449" v="2640" actId="1037"/>
          <ac:spMkLst>
            <pc:docMk/>
            <pc:sldMk cId="3010987187" sldId="2147480760"/>
            <ac:spMk id="13" creationId="{82F3358D-19F8-1477-1B99-12E6E3CD6723}"/>
          </ac:spMkLst>
        </pc:spChg>
        <pc:picChg chg="add mod">
          <ac:chgData name="李思穎-數位金融處-永豐銀行" userId="5fc5ea02-bcdc-467f-9a61-311a9d763b91" providerId="ADAL" clId="{159D9390-A09F-4A13-B525-7407981670BB}" dt="2026-04-24T03:36:51.945" v="2611" actId="1076"/>
          <ac:picMkLst>
            <pc:docMk/>
            <pc:sldMk cId="3010987187" sldId="2147480760"/>
            <ac:picMk id="6" creationId="{B3E99CCC-EA64-D247-8306-320862F1ABB3}"/>
          </ac:picMkLst>
        </pc:picChg>
        <pc:picChg chg="add mod">
          <ac:chgData name="李思穎-數位金融處-永豐銀行" userId="5fc5ea02-bcdc-467f-9a61-311a9d763b91" providerId="ADAL" clId="{159D9390-A09F-4A13-B525-7407981670BB}" dt="2026-04-24T03:37:02.167" v="2614" actId="1076"/>
          <ac:picMkLst>
            <pc:docMk/>
            <pc:sldMk cId="3010987187" sldId="2147480760"/>
            <ac:picMk id="11" creationId="{BCF2A997-A7AA-E6C4-B1E7-91F1580C202B}"/>
          </ac:picMkLst>
        </pc:picChg>
      </pc:sldChg>
      <pc:sldChg chg="delSp modSp add mod ord addCm modNotesTx">
        <pc:chgData name="李思穎-數位金融處-永豐銀行" userId="5fc5ea02-bcdc-467f-9a61-311a9d763b91" providerId="ADAL" clId="{159D9390-A09F-4A13-B525-7407981670BB}" dt="2026-06-01T08:13:56.690" v="10790"/>
        <pc:sldMkLst>
          <pc:docMk/>
          <pc:sldMk cId="423209704" sldId="2147480761"/>
        </pc:sldMkLst>
      </pc:sldChg>
      <pc:sldChg chg="modSp mod addCm modNotesTx">
        <pc:chgData name="李思穎-數位金融處-永豐銀行" userId="5fc5ea02-bcdc-467f-9a61-311a9d763b91" providerId="ADAL" clId="{159D9390-A09F-4A13-B525-7407981670BB}" dt="2026-05-27T02:38:17.606" v="10318"/>
        <pc:sldMkLst>
          <pc:docMk/>
          <pc:sldMk cId="3235764236" sldId="2147480763"/>
        </pc:sldMkLst>
      </pc:sldChg>
      <pc:sldChg chg="delSp modSp add mod addCm delCm modCm">
        <pc:chgData name="李思穎-數位金融處-永豐銀行" userId="5fc5ea02-bcdc-467f-9a61-311a9d763b91" providerId="ADAL" clId="{159D9390-A09F-4A13-B525-7407981670BB}" dt="2026-07-07T07:17:54.968" v="12174"/>
        <pc:sldMkLst>
          <pc:docMk/>
          <pc:sldMk cId="3794492273" sldId="2147480764"/>
        </pc:sldMkLst>
        <pc:spChg chg="mod">
          <ac:chgData name="李思穎-數位金融處-永豐銀行" userId="5fc5ea02-bcdc-467f-9a61-311a9d763b91" providerId="ADAL" clId="{159D9390-A09F-4A13-B525-7407981670BB}" dt="2026-04-28T09:00:16.680" v="4375"/>
          <ac:spMkLst>
            <pc:docMk/>
            <pc:sldMk cId="3794492273" sldId="2147480764"/>
            <ac:spMk id="2" creationId="{F78EF671-6601-EBB0-5B34-5BA92E85FA3B}"/>
          </ac:spMkLst>
        </pc:spChg>
        <pc:spChg chg="mod">
          <ac:chgData name="李思穎-數位金融處-永豐銀行" userId="5fc5ea02-bcdc-467f-9a61-311a9d763b91" providerId="ADAL" clId="{159D9390-A09F-4A13-B525-7407981670BB}" dt="2026-04-29T02:38:36.286" v="4743"/>
          <ac:spMkLst>
            <pc:docMk/>
            <pc:sldMk cId="3794492273" sldId="2147480764"/>
            <ac:spMk id="5" creationId="{5BAB5F01-D5BD-2A07-19D4-0A5F63D5C12D}"/>
          </ac:spMkLst>
        </pc:spChg>
      </pc:sldChg>
      <pc:sldChg chg="addSp delSp modSp add mod addCm modCm">
        <pc:chgData name="李思穎-數位金融處-永豐銀行" userId="5fc5ea02-bcdc-467f-9a61-311a9d763b91" providerId="ADAL" clId="{159D9390-A09F-4A13-B525-7407981670BB}" dt="2026-05-05T03:24:22.665" v="4930" actId="478"/>
        <pc:sldMkLst>
          <pc:docMk/>
          <pc:sldMk cId="3300269864" sldId="2147480766"/>
        </pc:sldMkLst>
      </pc:sldChg>
      <pc:sldChg chg="modSp add mod">
        <pc:chgData name="李思穎-數位金融處-永豐銀行" userId="5fc5ea02-bcdc-467f-9a61-311a9d763b91" providerId="ADAL" clId="{159D9390-A09F-4A13-B525-7407981670BB}" dt="2026-05-05T03:16:02.448" v="4835"/>
        <pc:sldMkLst>
          <pc:docMk/>
          <pc:sldMk cId="1644880206" sldId="2147480767"/>
        </pc:sldMkLst>
      </pc:sldChg>
      <pc:sldChg chg="modSp add del mod ord addCm modCm">
        <pc:chgData name="李思穎-數位金融處-永豐銀行" userId="5fc5ea02-bcdc-467f-9a61-311a9d763b91" providerId="ADAL" clId="{159D9390-A09F-4A13-B525-7407981670BB}" dt="2026-05-05T03:53:18.947" v="5058"/>
        <pc:sldMkLst>
          <pc:docMk/>
          <pc:sldMk cId="3210084940" sldId="2147480768"/>
        </pc:sldMkLst>
      </pc:sldChg>
      <pc:sldChg chg="modSp add mod ord">
        <pc:chgData name="李思穎-數位金融處-永豐銀行" userId="5fc5ea02-bcdc-467f-9a61-311a9d763b91" providerId="ADAL" clId="{159D9390-A09F-4A13-B525-7407981670BB}" dt="2026-05-05T03:53:33.957" v="5066"/>
        <pc:sldMkLst>
          <pc:docMk/>
          <pc:sldMk cId="4182378633" sldId="2147480769"/>
        </pc:sldMkLst>
      </pc:sldChg>
      <pc:sldChg chg="add del">
        <pc:chgData name="李思穎-數位金融處-永豐銀行" userId="5fc5ea02-bcdc-467f-9a61-311a9d763b91" providerId="ADAL" clId="{159D9390-A09F-4A13-B525-7407981670BB}" dt="2026-05-11T02:44:52.576" v="5246" actId="47"/>
        <pc:sldMkLst>
          <pc:docMk/>
          <pc:sldMk cId="3223324443" sldId="2147480770"/>
        </pc:sldMkLst>
      </pc:sldChg>
      <pc:sldChg chg="addSp delSp modSp add mod ord modNotesTx">
        <pc:chgData name="李思穎-數位金融處-永豐銀行" userId="5fc5ea02-bcdc-467f-9a61-311a9d763b91" providerId="ADAL" clId="{159D9390-A09F-4A13-B525-7407981670BB}" dt="2026-06-05T08:52:41.229" v="11127"/>
        <pc:sldMkLst>
          <pc:docMk/>
          <pc:sldMk cId="1498060784" sldId="2147480771"/>
        </pc:sldMkLst>
        <pc:spChg chg="mod">
          <ac:chgData name="李思穎-數位金融處-永豐銀行" userId="5fc5ea02-bcdc-467f-9a61-311a9d763b91" providerId="ADAL" clId="{159D9390-A09F-4A13-B525-7407981670BB}" dt="2026-05-12T08:51:38.402" v="8129"/>
          <ac:spMkLst>
            <pc:docMk/>
            <pc:sldMk cId="1498060784" sldId="2147480771"/>
            <ac:spMk id="3" creationId="{C03031B4-7B9D-AC6D-664C-FEFBF899CECC}"/>
          </ac:spMkLst>
        </pc:spChg>
        <pc:spChg chg="add mod">
          <ac:chgData name="李思穎-數位金融處-永豐銀行" userId="5fc5ea02-bcdc-467f-9a61-311a9d763b91" providerId="ADAL" clId="{159D9390-A09F-4A13-B525-7407981670BB}" dt="2026-05-11T08:05:46.730" v="6391" actId="1076"/>
          <ac:spMkLst>
            <pc:docMk/>
            <pc:sldMk cId="1498060784" sldId="2147480771"/>
            <ac:spMk id="9" creationId="{223928CD-6055-E28C-3D04-206AC217BE14}"/>
          </ac:spMkLst>
        </pc:spChg>
        <pc:spChg chg="add mod topLvl">
          <ac:chgData name="李思穎-數位金融處-永豐銀行" userId="5fc5ea02-bcdc-467f-9a61-311a9d763b91" providerId="ADAL" clId="{159D9390-A09F-4A13-B525-7407981670BB}" dt="2026-06-05T08:52:26.232" v="11117" actId="1036"/>
          <ac:spMkLst>
            <pc:docMk/>
            <pc:sldMk cId="1498060784" sldId="2147480771"/>
            <ac:spMk id="10" creationId="{12DB6328-D460-2563-D526-B426508906C2}"/>
          </ac:spMkLst>
        </pc:spChg>
        <pc:spChg chg="add mod">
          <ac:chgData name="李思穎-數位金融處-永豐銀行" userId="5fc5ea02-bcdc-467f-9a61-311a9d763b91" providerId="ADAL" clId="{159D9390-A09F-4A13-B525-7407981670BB}" dt="2026-05-11T08:08:55.921" v="6416" actId="1076"/>
          <ac:spMkLst>
            <pc:docMk/>
            <pc:sldMk cId="1498060784" sldId="2147480771"/>
            <ac:spMk id="13" creationId="{60B207F2-E774-71A7-77AD-5F18D4A2C000}"/>
          </ac:spMkLst>
        </pc:spChg>
        <pc:spChg chg="mod">
          <ac:chgData name="李思穎-數位金融處-永豐銀行" userId="5fc5ea02-bcdc-467f-9a61-311a9d763b91" providerId="ADAL" clId="{159D9390-A09F-4A13-B525-7407981670BB}" dt="2026-05-11T07:26:10.132" v="5531"/>
          <ac:spMkLst>
            <pc:docMk/>
            <pc:sldMk cId="1498060784" sldId="2147480771"/>
            <ac:spMk id="48" creationId="{00000000-0000-0000-0000-000000000000}"/>
          </ac:spMkLst>
        </pc:spChg>
        <pc:graphicFrameChg chg="add mod modGraphic">
          <ac:chgData name="李思穎-數位金融處-永豐銀行" userId="5fc5ea02-bcdc-467f-9a61-311a9d763b91" providerId="ADAL" clId="{159D9390-A09F-4A13-B525-7407981670BB}" dt="2026-06-05T08:52:41.229" v="11127"/>
          <ac:graphicFrameMkLst>
            <pc:docMk/>
            <pc:sldMk cId="1498060784" sldId="2147480771"/>
            <ac:graphicFrameMk id="15" creationId="{DEF42455-7F1F-2B1E-3FE1-BACB482FC1AA}"/>
          </ac:graphicFrameMkLst>
        </pc:graphicFrameChg>
        <pc:picChg chg="add mod">
          <ac:chgData name="李思穎-數位金融處-永豐銀行" userId="5fc5ea02-bcdc-467f-9a61-311a9d763b91" providerId="ADAL" clId="{159D9390-A09F-4A13-B525-7407981670BB}" dt="2026-05-12T07:14:40.303" v="7676" actId="14100"/>
          <ac:picMkLst>
            <pc:docMk/>
            <pc:sldMk cId="1498060784" sldId="2147480771"/>
            <ac:picMk id="5" creationId="{F905DCA3-28D7-7ED7-11F1-BB234ACE0A14}"/>
          </ac:picMkLst>
        </pc:picChg>
        <pc:picChg chg="add mod ord modCrop">
          <ac:chgData name="李思穎-數位金融處-永豐銀行" userId="5fc5ea02-bcdc-467f-9a61-311a9d763b91" providerId="ADAL" clId="{159D9390-A09F-4A13-B525-7407981670BB}" dt="2026-06-05T08:51:57.854" v="11108" actId="1035"/>
          <ac:picMkLst>
            <pc:docMk/>
            <pc:sldMk cId="1498060784" sldId="2147480771"/>
            <ac:picMk id="7" creationId="{B5177252-9160-8C97-8F4D-3B003F2EE572}"/>
          </ac:picMkLst>
        </pc:picChg>
      </pc:sldChg>
      <pc:sldChg chg="modSp del mod">
        <pc:chgData name="李思穎-數位金融處-永豐銀行" userId="5fc5ea02-bcdc-467f-9a61-311a9d763b91" providerId="ADAL" clId="{159D9390-A09F-4A13-B525-7407981670BB}" dt="2026-05-11T02:47:32.752" v="5283" actId="47"/>
        <pc:sldMkLst>
          <pc:docMk/>
          <pc:sldMk cId="747132674" sldId="2147481053"/>
        </pc:sldMkLst>
      </pc:sldChg>
      <pc:sldChg chg="addSp delSp modSp add mod">
        <pc:chgData name="李思穎-數位金融處-永豐銀行" userId="5fc5ea02-bcdc-467f-9a61-311a9d763b91" providerId="ADAL" clId="{159D9390-A09F-4A13-B525-7407981670BB}" dt="2026-05-25T07:30:51.321" v="9912" actId="20577"/>
        <pc:sldMkLst>
          <pc:docMk/>
          <pc:sldMk cId="303522587" sldId="2147481054"/>
        </pc:sldMkLst>
        <pc:spChg chg="add mod">
          <ac:chgData name="李思穎-數位金融處-永豐銀行" userId="5fc5ea02-bcdc-467f-9a61-311a9d763b91" providerId="ADAL" clId="{159D9390-A09F-4A13-B525-7407981670BB}" dt="2026-05-11T02:47:25.741" v="5282"/>
          <ac:spMkLst>
            <pc:docMk/>
            <pc:sldMk cId="303522587" sldId="2147481054"/>
            <ac:spMk id="19" creationId="{A685BF15-7F06-8EF5-92CF-69837EF012CA}"/>
          </ac:spMkLst>
        </pc:spChg>
        <pc:spChg chg="add mod">
          <ac:chgData name="李思穎-數位金融處-永豐銀行" userId="5fc5ea02-bcdc-467f-9a61-311a9d763b91" providerId="ADAL" clId="{159D9390-A09F-4A13-B525-7407981670BB}" dt="2026-05-11T02:47:25.741" v="5282"/>
          <ac:spMkLst>
            <pc:docMk/>
            <pc:sldMk cId="303522587" sldId="2147481054"/>
            <ac:spMk id="20" creationId="{CC061CD6-36B0-FA21-B219-9C51D0F2A30B}"/>
          </ac:spMkLst>
        </pc:spChg>
        <pc:spChg chg="add mod">
          <ac:chgData name="李思穎-數位金融處-永豐銀行" userId="5fc5ea02-bcdc-467f-9a61-311a9d763b91" providerId="ADAL" clId="{159D9390-A09F-4A13-B525-7407981670BB}" dt="2026-05-11T02:47:25.741" v="5282"/>
          <ac:spMkLst>
            <pc:docMk/>
            <pc:sldMk cId="303522587" sldId="2147481054"/>
            <ac:spMk id="21" creationId="{9C77AC01-CABC-10F9-5D3F-B3AACF8F0EC6}"/>
          </ac:spMkLst>
        </pc:spChg>
        <pc:spChg chg="add mod">
          <ac:chgData name="李思穎-數位金融處-永豐銀行" userId="5fc5ea02-bcdc-467f-9a61-311a9d763b91" providerId="ADAL" clId="{159D9390-A09F-4A13-B525-7407981670BB}" dt="2026-05-11T02:47:25.741" v="5282"/>
          <ac:spMkLst>
            <pc:docMk/>
            <pc:sldMk cId="303522587" sldId="2147481054"/>
            <ac:spMk id="22" creationId="{EA68B8A6-58CD-6DA7-9AEE-9104B0DF6100}"/>
          </ac:spMkLst>
        </pc:spChg>
        <pc:spChg chg="add mod">
          <ac:chgData name="李思穎-數位金融處-永豐銀行" userId="5fc5ea02-bcdc-467f-9a61-311a9d763b91" providerId="ADAL" clId="{159D9390-A09F-4A13-B525-7407981670BB}" dt="2026-05-11T02:47:25.741" v="5282"/>
          <ac:spMkLst>
            <pc:docMk/>
            <pc:sldMk cId="303522587" sldId="2147481054"/>
            <ac:spMk id="23" creationId="{336D9714-F1AC-477F-9FF3-2347F0DF6BAF}"/>
          </ac:spMkLst>
        </pc:spChg>
        <pc:spChg chg="add mod">
          <ac:chgData name="李思穎-數位金融處-永豐銀行" userId="5fc5ea02-bcdc-467f-9a61-311a9d763b91" providerId="ADAL" clId="{159D9390-A09F-4A13-B525-7407981670BB}" dt="2026-05-11T02:47:25.741" v="5282"/>
          <ac:spMkLst>
            <pc:docMk/>
            <pc:sldMk cId="303522587" sldId="2147481054"/>
            <ac:spMk id="25" creationId="{BB5600E7-6E70-5C83-71ED-C8241FCAE75B}"/>
          </ac:spMkLst>
        </pc:spChg>
        <pc:spChg chg="add mod">
          <ac:chgData name="李思穎-數位金融處-永豐銀行" userId="5fc5ea02-bcdc-467f-9a61-311a9d763b91" providerId="ADAL" clId="{159D9390-A09F-4A13-B525-7407981670BB}" dt="2026-05-11T02:47:25.741" v="5282"/>
          <ac:spMkLst>
            <pc:docMk/>
            <pc:sldMk cId="303522587" sldId="2147481054"/>
            <ac:spMk id="26" creationId="{B045990E-3E7C-CA8B-961A-1D66BB503808}"/>
          </ac:spMkLst>
        </pc:spChg>
        <pc:spChg chg="add mod">
          <ac:chgData name="李思穎-數位金融處-永豐銀行" userId="5fc5ea02-bcdc-467f-9a61-311a9d763b91" providerId="ADAL" clId="{159D9390-A09F-4A13-B525-7407981670BB}" dt="2026-05-11T02:47:25.741" v="5282"/>
          <ac:spMkLst>
            <pc:docMk/>
            <pc:sldMk cId="303522587" sldId="2147481054"/>
            <ac:spMk id="27" creationId="{6A35E11D-7CCC-C733-28ED-00C7562EF802}"/>
          </ac:spMkLst>
        </pc:spChg>
        <pc:spChg chg="add mod">
          <ac:chgData name="李思穎-數位金融處-永豐銀行" userId="5fc5ea02-bcdc-467f-9a61-311a9d763b91" providerId="ADAL" clId="{159D9390-A09F-4A13-B525-7407981670BB}" dt="2026-05-25T07:30:51.321" v="9912" actId="20577"/>
          <ac:spMkLst>
            <pc:docMk/>
            <pc:sldMk cId="303522587" sldId="2147481054"/>
            <ac:spMk id="28" creationId="{DA37A410-F552-1CEB-9971-4E5A82F6285C}"/>
          </ac:spMkLst>
        </pc:spChg>
        <pc:spChg chg="add mod">
          <ac:chgData name="李思穎-數位金融處-永豐銀行" userId="5fc5ea02-bcdc-467f-9a61-311a9d763b91" providerId="ADAL" clId="{159D9390-A09F-4A13-B525-7407981670BB}" dt="2026-05-11T02:47:25.741" v="5282"/>
          <ac:spMkLst>
            <pc:docMk/>
            <pc:sldMk cId="303522587" sldId="2147481054"/>
            <ac:spMk id="29" creationId="{851325C8-DDBE-FA8B-EEB8-E7F6F118DCF5}"/>
          </ac:spMkLst>
        </pc:spChg>
        <pc:spChg chg="add mod">
          <ac:chgData name="李思穎-數位金融處-永豐銀行" userId="5fc5ea02-bcdc-467f-9a61-311a9d763b91" providerId="ADAL" clId="{159D9390-A09F-4A13-B525-7407981670BB}" dt="2026-05-11T02:47:25.741" v="5282"/>
          <ac:spMkLst>
            <pc:docMk/>
            <pc:sldMk cId="303522587" sldId="2147481054"/>
            <ac:spMk id="30" creationId="{3A1E85E2-749A-B332-6669-B1C2277988AC}"/>
          </ac:spMkLst>
        </pc:spChg>
        <pc:spChg chg="mod">
          <ac:chgData name="李思穎-數位金融處-永豐銀行" userId="5fc5ea02-bcdc-467f-9a61-311a9d763b91" providerId="ADAL" clId="{159D9390-A09F-4A13-B525-7407981670BB}" dt="2026-05-11T02:47:01.046" v="5275" actId="404"/>
          <ac:spMkLst>
            <pc:docMk/>
            <pc:sldMk cId="303522587" sldId="2147481054"/>
            <ac:spMk id="48" creationId="{00000000-0000-0000-0000-000000000000}"/>
          </ac:spMkLst>
        </pc:spChg>
        <pc:cxnChg chg="add mod">
          <ac:chgData name="李思穎-數位金融處-永豐銀行" userId="5fc5ea02-bcdc-467f-9a61-311a9d763b91" providerId="ADAL" clId="{159D9390-A09F-4A13-B525-7407981670BB}" dt="2026-05-11T02:47:25.741" v="5282"/>
          <ac:cxnSpMkLst>
            <pc:docMk/>
            <pc:sldMk cId="303522587" sldId="2147481054"/>
            <ac:cxnSpMk id="24" creationId="{A8C9A2E3-9030-95A6-A429-36193AA19BB1}"/>
          </ac:cxnSpMkLst>
        </pc:cxnChg>
      </pc:sldChg>
      <pc:sldChg chg="addSp delSp modSp add mod">
        <pc:chgData name="李思穎-數位金融處-永豐銀行" userId="5fc5ea02-bcdc-467f-9a61-311a9d763b91" providerId="ADAL" clId="{159D9390-A09F-4A13-B525-7407981670BB}" dt="2026-05-12T08:44:08.118" v="7731" actId="478"/>
        <pc:sldMkLst>
          <pc:docMk/>
          <pc:sldMk cId="3702101416" sldId="2147481055"/>
        </pc:sldMkLst>
        <pc:spChg chg="mod">
          <ac:chgData name="李思穎-數位金融處-永豐銀行" userId="5fc5ea02-bcdc-467f-9a61-311a9d763b91" providerId="ADAL" clId="{159D9390-A09F-4A13-B525-7407981670BB}" dt="2026-05-12T02:27:09.145" v="7615"/>
          <ac:spMkLst>
            <pc:docMk/>
            <pc:sldMk cId="3702101416" sldId="2147481055"/>
            <ac:spMk id="3" creationId="{C03031B4-7B9D-AC6D-664C-FEFBF899CECC}"/>
          </ac:spMkLst>
        </pc:spChg>
        <pc:spChg chg="add mod">
          <ac:chgData name="李思穎-數位金融處-永豐銀行" userId="5fc5ea02-bcdc-467f-9a61-311a9d763b91" providerId="ADAL" clId="{159D9390-A09F-4A13-B525-7407981670BB}" dt="2026-05-12T08:43:44.945" v="7720" actId="1076"/>
          <ac:spMkLst>
            <pc:docMk/>
            <pc:sldMk cId="3702101416" sldId="2147481055"/>
            <ac:spMk id="7" creationId="{CEA17302-AA74-FB70-005C-750216453AFC}"/>
          </ac:spMkLst>
        </pc:spChg>
        <pc:spChg chg="add mod">
          <ac:chgData name="李思穎-數位金融處-永豐銀行" userId="5fc5ea02-bcdc-467f-9a61-311a9d763b91" providerId="ADAL" clId="{159D9390-A09F-4A13-B525-7407981670BB}" dt="2026-05-11T09:18:11.600" v="7130" actId="14100"/>
          <ac:spMkLst>
            <pc:docMk/>
            <pc:sldMk cId="3702101416" sldId="2147481055"/>
            <ac:spMk id="12" creationId="{3B77D2B8-B085-AC6A-B44D-F9258038F52A}"/>
          </ac:spMkLst>
        </pc:spChg>
        <pc:spChg chg="add mod">
          <ac:chgData name="李思穎-數位金融處-永豐銀行" userId="5fc5ea02-bcdc-467f-9a61-311a9d763b91" providerId="ADAL" clId="{159D9390-A09F-4A13-B525-7407981670BB}" dt="2026-05-12T02:26:58.244" v="7587" actId="1036"/>
          <ac:spMkLst>
            <pc:docMk/>
            <pc:sldMk cId="3702101416" sldId="2147481055"/>
            <ac:spMk id="14" creationId="{F1E30215-C0C9-DA58-1D09-718829DFBA9C}"/>
          </ac:spMkLst>
        </pc:spChg>
        <pc:spChg chg="add mod">
          <ac:chgData name="李思穎-數位金融處-永豐銀行" userId="5fc5ea02-bcdc-467f-9a61-311a9d763b91" providerId="ADAL" clId="{159D9390-A09F-4A13-B525-7407981670BB}" dt="2026-05-12T02:26:43.538" v="7584" actId="1036"/>
          <ac:spMkLst>
            <pc:docMk/>
            <pc:sldMk cId="3702101416" sldId="2147481055"/>
            <ac:spMk id="15" creationId="{F23CA567-69DB-6196-F7C9-A91D438362C4}"/>
          </ac:spMkLst>
        </pc:spChg>
        <pc:spChg chg="mod">
          <ac:chgData name="李思穎-數位金融處-永豐銀行" userId="5fc5ea02-bcdc-467f-9a61-311a9d763b91" providerId="ADAL" clId="{159D9390-A09F-4A13-B525-7407981670BB}" dt="2026-05-11T07:32:16.718" v="5785"/>
          <ac:spMkLst>
            <pc:docMk/>
            <pc:sldMk cId="3702101416" sldId="2147481055"/>
            <ac:spMk id="48" creationId="{00000000-0000-0000-0000-000000000000}"/>
          </ac:spMkLst>
        </pc:spChg>
        <pc:picChg chg="add mod">
          <ac:chgData name="李思穎-數位金融處-永豐銀行" userId="5fc5ea02-bcdc-467f-9a61-311a9d763b91" providerId="ADAL" clId="{159D9390-A09F-4A13-B525-7407981670BB}" dt="2026-05-11T09:16:52.883" v="7115" actId="14100"/>
          <ac:picMkLst>
            <pc:docMk/>
            <pc:sldMk cId="3702101416" sldId="2147481055"/>
            <ac:picMk id="6" creationId="{46B7EB1E-6F5D-1845-E8AA-2418D76FA431}"/>
          </ac:picMkLst>
        </pc:picChg>
        <pc:picChg chg="add mod">
          <ac:chgData name="李思穎-數位金融處-永豐銀行" userId="5fc5ea02-bcdc-467f-9a61-311a9d763b91" providerId="ADAL" clId="{159D9390-A09F-4A13-B525-7407981670BB}" dt="2026-05-11T09:21:38.829" v="7475" actId="1076"/>
          <ac:picMkLst>
            <pc:docMk/>
            <pc:sldMk cId="3702101416" sldId="2147481055"/>
            <ac:picMk id="9" creationId="{F4B40F7E-EAE1-997B-4F5D-1EFABE9A8392}"/>
          </ac:picMkLst>
        </pc:picChg>
        <pc:picChg chg="add mod">
          <ac:chgData name="李思穎-數位金融處-永豐銀行" userId="5fc5ea02-bcdc-467f-9a61-311a9d763b91" providerId="ADAL" clId="{159D9390-A09F-4A13-B525-7407981670BB}" dt="2026-05-11T09:21:47.754" v="7476" actId="14100"/>
          <ac:picMkLst>
            <pc:docMk/>
            <pc:sldMk cId="3702101416" sldId="2147481055"/>
            <ac:picMk id="11" creationId="{41EC94CA-AF25-9F4D-6B56-2556350B8EF6}"/>
          </ac:picMkLst>
        </pc:picChg>
      </pc:sldChg>
      <pc:sldChg chg="addSp delSp modSp add mod ord">
        <pc:chgData name="李思穎-數位金融處-永豐銀行" userId="5fc5ea02-bcdc-467f-9a61-311a9d763b91" providerId="ADAL" clId="{159D9390-A09F-4A13-B525-7407981670BB}" dt="2026-05-14T09:37:44.639" v="9219" actId="1035"/>
        <pc:sldMkLst>
          <pc:docMk/>
          <pc:sldMk cId="1490390983" sldId="2147481056"/>
        </pc:sldMkLst>
        <pc:spChg chg="mod">
          <ac:chgData name="李思穎-數位金融處-永豐銀行" userId="5fc5ea02-bcdc-467f-9a61-311a9d763b91" providerId="ADAL" clId="{159D9390-A09F-4A13-B525-7407981670BB}" dt="2026-05-14T09:37:34.654" v="9198"/>
          <ac:spMkLst>
            <pc:docMk/>
            <pc:sldMk cId="1490390983" sldId="2147481056"/>
            <ac:spMk id="3" creationId="{C03031B4-7B9D-AC6D-664C-FEFBF899CECC}"/>
          </ac:spMkLst>
        </pc:spChg>
        <pc:spChg chg="add mod">
          <ac:chgData name="李思穎-數位金融處-永豐銀行" userId="5fc5ea02-bcdc-467f-9a61-311a9d763b91" providerId="ADAL" clId="{159D9390-A09F-4A13-B525-7407981670BB}" dt="2026-05-12T08:59:01.853" v="8168" actId="1076"/>
          <ac:spMkLst>
            <pc:docMk/>
            <pc:sldMk cId="1490390983" sldId="2147481056"/>
            <ac:spMk id="8" creationId="{C3C60FFE-CF62-F221-FB1B-557FC84F6CFE}"/>
          </ac:spMkLst>
        </pc:spChg>
        <pc:spChg chg="add mod">
          <ac:chgData name="李思穎-數位金融處-永豐銀行" userId="5fc5ea02-bcdc-467f-9a61-311a9d763b91" providerId="ADAL" clId="{159D9390-A09F-4A13-B525-7407981670BB}" dt="2026-05-14T09:37:44.639" v="9219" actId="1035"/>
          <ac:spMkLst>
            <pc:docMk/>
            <pc:sldMk cId="1490390983" sldId="2147481056"/>
            <ac:spMk id="9" creationId="{106C8C7B-4901-3210-D943-4E354A8AD630}"/>
          </ac:spMkLst>
        </pc:spChg>
        <pc:spChg chg="mod">
          <ac:chgData name="李思穎-數位金融處-永豐銀行" userId="5fc5ea02-bcdc-467f-9a61-311a9d763b91" providerId="ADAL" clId="{159D9390-A09F-4A13-B525-7407981670BB}" dt="2026-05-11T07:32:07.766" v="5770"/>
          <ac:spMkLst>
            <pc:docMk/>
            <pc:sldMk cId="1490390983" sldId="2147481056"/>
            <ac:spMk id="48" creationId="{00000000-0000-0000-0000-000000000000}"/>
          </ac:spMkLst>
        </pc:spChg>
        <pc:picChg chg="add mod">
          <ac:chgData name="李思穎-數位金融處-永豐銀行" userId="5fc5ea02-bcdc-467f-9a61-311a9d763b91" providerId="ADAL" clId="{159D9390-A09F-4A13-B525-7407981670BB}" dt="2026-05-14T09:37:38.671" v="9203" actId="1036"/>
          <ac:picMkLst>
            <pc:docMk/>
            <pc:sldMk cId="1490390983" sldId="2147481056"/>
            <ac:picMk id="4" creationId="{9006B3D7-5CD5-3E30-AD80-FDF07D5AF544}"/>
          </ac:picMkLst>
        </pc:picChg>
        <pc:picChg chg="add mod">
          <ac:chgData name="李思穎-數位金融處-永豐銀行" userId="5fc5ea02-bcdc-467f-9a61-311a9d763b91" providerId="ADAL" clId="{159D9390-A09F-4A13-B525-7407981670BB}" dt="2026-05-14T09:37:41.616" v="9213" actId="1036"/>
          <ac:picMkLst>
            <pc:docMk/>
            <pc:sldMk cId="1490390983" sldId="2147481056"/>
            <ac:picMk id="6" creationId="{EE018B00-F29E-2E55-EF3F-885CFFD0A095}"/>
          </ac:picMkLst>
        </pc:picChg>
      </pc:sldChg>
      <pc:sldChg chg="addSp delSp modSp add mod ord">
        <pc:chgData name="李思穎-數位金融處-永豐銀行" userId="5fc5ea02-bcdc-467f-9a61-311a9d763b91" providerId="ADAL" clId="{159D9390-A09F-4A13-B525-7407981670BB}" dt="2026-06-22T09:04:11.396" v="12126"/>
        <pc:sldMkLst>
          <pc:docMk/>
          <pc:sldMk cId="2978162984" sldId="2147481057"/>
        </pc:sldMkLst>
        <pc:spChg chg="mod">
          <ac:chgData name="李思穎-數位金融處-永豐銀行" userId="5fc5ea02-bcdc-467f-9a61-311a9d763b91" providerId="ADAL" clId="{159D9390-A09F-4A13-B525-7407981670BB}" dt="2026-05-14T09:47:49.901" v="9795"/>
          <ac:spMkLst>
            <pc:docMk/>
            <pc:sldMk cId="2978162984" sldId="2147481057"/>
            <ac:spMk id="3" creationId="{C03031B4-7B9D-AC6D-664C-FEFBF899CECC}"/>
          </ac:spMkLst>
        </pc:spChg>
        <pc:spChg chg="add mod">
          <ac:chgData name="李思穎-數位金融處-永豐銀行" userId="5fc5ea02-bcdc-467f-9a61-311a9d763b91" providerId="ADAL" clId="{159D9390-A09F-4A13-B525-7407981670BB}" dt="2026-05-14T09:44:09.619" v="9320" actId="14100"/>
          <ac:spMkLst>
            <pc:docMk/>
            <pc:sldMk cId="2978162984" sldId="2147481057"/>
            <ac:spMk id="7" creationId="{567E187C-46D8-0EDD-8569-64B2C4D7F39B}"/>
          </ac:spMkLst>
        </pc:spChg>
        <pc:spChg chg="add mod">
          <ac:chgData name="李思穎-數位金融處-永豐銀行" userId="5fc5ea02-bcdc-467f-9a61-311a9d763b91" providerId="ADAL" clId="{159D9390-A09F-4A13-B525-7407981670BB}" dt="2026-05-14T09:49:45.212" v="9812" actId="1038"/>
          <ac:spMkLst>
            <pc:docMk/>
            <pc:sldMk cId="2978162984" sldId="2147481057"/>
            <ac:spMk id="8" creationId="{140277C2-01BE-785A-4BB2-815D05119914}"/>
          </ac:spMkLst>
        </pc:spChg>
        <pc:spChg chg="add mod">
          <ac:chgData name="李思穎-數位金融處-永豐銀行" userId="5fc5ea02-bcdc-467f-9a61-311a9d763b91" providerId="ADAL" clId="{159D9390-A09F-4A13-B525-7407981670BB}" dt="2026-05-14T09:49:52.524" v="9814" actId="1076"/>
          <ac:spMkLst>
            <pc:docMk/>
            <pc:sldMk cId="2978162984" sldId="2147481057"/>
            <ac:spMk id="12" creationId="{98AD613C-3B49-49B9-2D9D-2BC6B059C7D8}"/>
          </ac:spMkLst>
        </pc:spChg>
        <pc:spChg chg="add mod">
          <ac:chgData name="李思穎-數位金融處-永豐銀行" userId="5fc5ea02-bcdc-467f-9a61-311a9d763b91" providerId="ADAL" clId="{159D9390-A09F-4A13-B525-7407981670BB}" dt="2026-05-14T09:50:49.634" v="9837" actId="1037"/>
          <ac:spMkLst>
            <pc:docMk/>
            <pc:sldMk cId="2978162984" sldId="2147481057"/>
            <ac:spMk id="13" creationId="{7C48A7C9-DDE9-C187-F824-29FA576E6B46}"/>
          </ac:spMkLst>
        </pc:spChg>
        <pc:spChg chg="mod">
          <ac:chgData name="李思穎-數位金融處-永豐銀行" userId="5fc5ea02-bcdc-467f-9a61-311a9d763b91" providerId="ADAL" clId="{159D9390-A09F-4A13-B525-7407981670BB}" dt="2026-05-11T07:36:43.015" v="5881"/>
          <ac:spMkLst>
            <pc:docMk/>
            <pc:sldMk cId="2978162984" sldId="2147481057"/>
            <ac:spMk id="48" creationId="{00000000-0000-0000-0000-000000000000}"/>
          </ac:spMkLst>
        </pc:spChg>
        <pc:picChg chg="add mod">
          <ac:chgData name="李思穎-數位金融處-永豐銀行" userId="5fc5ea02-bcdc-467f-9a61-311a9d763b91" providerId="ADAL" clId="{159D9390-A09F-4A13-B525-7407981670BB}" dt="2026-05-14T09:42:39.589" v="9237" actId="14100"/>
          <ac:picMkLst>
            <pc:docMk/>
            <pc:sldMk cId="2978162984" sldId="2147481057"/>
            <ac:picMk id="4" creationId="{9418DBBA-2A60-A4EC-5B85-B453A19C1877}"/>
          </ac:picMkLst>
        </pc:picChg>
        <pc:picChg chg="add mod">
          <ac:chgData name="李思穎-數位金融處-永豐銀行" userId="5fc5ea02-bcdc-467f-9a61-311a9d763b91" providerId="ADAL" clId="{159D9390-A09F-4A13-B525-7407981670BB}" dt="2026-05-14T09:50:37.621" v="9829" actId="1076"/>
          <ac:picMkLst>
            <pc:docMk/>
            <pc:sldMk cId="2978162984" sldId="2147481057"/>
            <ac:picMk id="6" creationId="{6802BF57-585E-B653-421A-AE4F14A14A09}"/>
          </ac:picMkLst>
        </pc:picChg>
        <pc:picChg chg="add mod">
          <ac:chgData name="李思穎-數位金融處-永豐銀行" userId="5fc5ea02-bcdc-467f-9a61-311a9d763b91" providerId="ADAL" clId="{159D9390-A09F-4A13-B525-7407981670BB}" dt="2026-05-14T09:51:02.909" v="9838" actId="1076"/>
          <ac:picMkLst>
            <pc:docMk/>
            <pc:sldMk cId="2978162984" sldId="2147481057"/>
            <ac:picMk id="11" creationId="{3AD6382E-1218-2462-9677-4E757BD78E7D}"/>
          </ac:picMkLst>
        </pc:picChg>
      </pc:sldChg>
      <pc:sldChg chg="addSp delSp modSp add mod ord">
        <pc:chgData name="李思穎-數位金融處-永豐銀行" userId="5fc5ea02-bcdc-467f-9a61-311a9d763b91" providerId="ADAL" clId="{159D9390-A09F-4A13-B525-7407981670BB}" dt="2026-06-22T09:04:11.396" v="12126"/>
        <pc:sldMkLst>
          <pc:docMk/>
          <pc:sldMk cId="3941439779" sldId="2147481058"/>
        </pc:sldMkLst>
        <pc:spChg chg="mod">
          <ac:chgData name="李思穎-數位金融處-永豐銀行" userId="5fc5ea02-bcdc-467f-9a61-311a9d763b91" providerId="ADAL" clId="{159D9390-A09F-4A13-B525-7407981670BB}" dt="2026-05-12T08:49:55.813" v="8052"/>
          <ac:spMkLst>
            <pc:docMk/>
            <pc:sldMk cId="3941439779" sldId="2147481058"/>
            <ac:spMk id="3" creationId="{C03031B4-7B9D-AC6D-664C-FEFBF899CECC}"/>
          </ac:spMkLst>
        </pc:spChg>
        <pc:spChg chg="add mod">
          <ac:chgData name="李思穎-數位金融處-永豐銀行" userId="5fc5ea02-bcdc-467f-9a61-311a9d763b91" providerId="ADAL" clId="{159D9390-A09F-4A13-B525-7407981670BB}" dt="2026-05-12T08:44:03.229" v="7730" actId="1037"/>
          <ac:spMkLst>
            <pc:docMk/>
            <pc:sldMk cId="3941439779" sldId="2147481058"/>
            <ac:spMk id="11" creationId="{3BD241F1-653F-6C6A-78EA-8382E35DAC37}"/>
          </ac:spMkLst>
        </pc:spChg>
        <pc:spChg chg="add mod">
          <ac:chgData name="李思穎-數位金融處-永豐銀行" userId="5fc5ea02-bcdc-467f-9a61-311a9d763b91" providerId="ADAL" clId="{159D9390-A09F-4A13-B525-7407981670BB}" dt="2026-05-12T08:43:52.889" v="7723" actId="1076"/>
          <ac:spMkLst>
            <pc:docMk/>
            <pc:sldMk cId="3941439779" sldId="2147481058"/>
            <ac:spMk id="12" creationId="{B13B5504-E50B-5D60-E94A-51A14A4A70EA}"/>
          </ac:spMkLst>
        </pc:spChg>
        <pc:spChg chg="add mod">
          <ac:chgData name="李思穎-數位金融處-永豐銀行" userId="5fc5ea02-bcdc-467f-9a61-311a9d763b91" providerId="ADAL" clId="{159D9390-A09F-4A13-B525-7407981670BB}" dt="2026-05-12T08:44:18.706" v="7734" actId="1076"/>
          <ac:spMkLst>
            <pc:docMk/>
            <pc:sldMk cId="3941439779" sldId="2147481058"/>
            <ac:spMk id="13" creationId="{8BE337A5-E5AA-0358-1E8A-B84FE211BAEF}"/>
          </ac:spMkLst>
        </pc:spChg>
        <pc:spChg chg="add mod">
          <ac:chgData name="李思穎-數位金融處-永豐銀行" userId="5fc5ea02-bcdc-467f-9a61-311a9d763b91" providerId="ADAL" clId="{159D9390-A09F-4A13-B525-7407981670BB}" dt="2026-05-12T08:44:39.551" v="7737" actId="14100"/>
          <ac:spMkLst>
            <pc:docMk/>
            <pc:sldMk cId="3941439779" sldId="2147481058"/>
            <ac:spMk id="14" creationId="{4C8158F7-B85E-D458-029E-EE157BB778DA}"/>
          </ac:spMkLst>
        </pc:spChg>
        <pc:spChg chg="mod">
          <ac:chgData name="李思穎-數位金融處-永豐銀行" userId="5fc5ea02-bcdc-467f-9a61-311a9d763b91" providerId="ADAL" clId="{159D9390-A09F-4A13-B525-7407981670BB}" dt="2026-05-11T09:29:36.485" v="7506"/>
          <ac:spMkLst>
            <pc:docMk/>
            <pc:sldMk cId="3941439779" sldId="2147481058"/>
            <ac:spMk id="48" creationId="{00000000-0000-0000-0000-000000000000}"/>
          </ac:spMkLst>
        </pc:spChg>
        <pc:picChg chg="add mod">
          <ac:chgData name="李思穎-數位金融處-永豐銀行" userId="5fc5ea02-bcdc-467f-9a61-311a9d763b91" providerId="ADAL" clId="{159D9390-A09F-4A13-B525-7407981670BB}" dt="2026-05-12T08:48:56.294" v="7854" actId="1036"/>
          <ac:picMkLst>
            <pc:docMk/>
            <pc:sldMk cId="3941439779" sldId="2147481058"/>
            <ac:picMk id="6" creationId="{87D5D065-88AB-9A52-8F66-ED8A4E787701}"/>
          </ac:picMkLst>
        </pc:picChg>
        <pc:picChg chg="add mod">
          <ac:chgData name="李思穎-數位金融處-永豐銀行" userId="5fc5ea02-bcdc-467f-9a61-311a9d763b91" providerId="ADAL" clId="{159D9390-A09F-4A13-B525-7407981670BB}" dt="2026-05-12T08:44:44.573" v="7738" actId="14100"/>
          <ac:picMkLst>
            <pc:docMk/>
            <pc:sldMk cId="3941439779" sldId="2147481058"/>
            <ac:picMk id="8" creationId="{61DF3C7C-9316-7956-2730-69284F226D0C}"/>
          </ac:picMkLst>
        </pc:picChg>
        <pc:picChg chg="add mod">
          <ac:chgData name="李思穎-數位金融處-永豐銀行" userId="5fc5ea02-bcdc-467f-9a61-311a9d763b91" providerId="ADAL" clId="{159D9390-A09F-4A13-B525-7407981670BB}" dt="2026-05-12T08:43:22.145" v="7717" actId="14100"/>
          <ac:picMkLst>
            <pc:docMk/>
            <pc:sldMk cId="3941439779" sldId="2147481058"/>
            <ac:picMk id="10" creationId="{86CDE2B5-ACF0-3A75-1ED2-4563AA40B8FF}"/>
          </ac:picMkLst>
        </pc:picChg>
      </pc:sldChg>
      <pc:sldChg chg="addSp delSp modSp add mod ord">
        <pc:chgData name="李思穎-數位金融處-永豐銀行" userId="5fc5ea02-bcdc-467f-9a61-311a9d763b91" providerId="ADAL" clId="{159D9390-A09F-4A13-B525-7407981670BB}" dt="2026-06-22T09:04:11.396" v="12126"/>
        <pc:sldMkLst>
          <pc:docMk/>
          <pc:sldMk cId="2994490621" sldId="2147481059"/>
        </pc:sldMkLst>
        <pc:spChg chg="mod">
          <ac:chgData name="李思穎-數位金融處-永豐銀行" userId="5fc5ea02-bcdc-467f-9a61-311a9d763b91" providerId="ADAL" clId="{159D9390-A09F-4A13-B525-7407981670BB}" dt="2026-05-14T09:35:27.631" v="8793"/>
          <ac:spMkLst>
            <pc:docMk/>
            <pc:sldMk cId="2994490621" sldId="2147481059"/>
            <ac:spMk id="3" creationId="{C03031B4-7B9D-AC6D-664C-FEFBF899CECC}"/>
          </ac:spMkLst>
        </pc:spChg>
        <pc:spChg chg="add mod">
          <ac:chgData name="李思穎-數位金融處-永豐銀行" userId="5fc5ea02-bcdc-467f-9a61-311a9d763b91" providerId="ADAL" clId="{159D9390-A09F-4A13-B525-7407981670BB}" dt="2026-05-14T09:32:08.603" v="8271" actId="1076"/>
          <ac:spMkLst>
            <pc:docMk/>
            <pc:sldMk cId="2994490621" sldId="2147481059"/>
            <ac:spMk id="13" creationId="{8EEF7B51-7F9C-DA14-1416-C8F8F115767B}"/>
          </ac:spMkLst>
        </pc:spChg>
        <pc:spChg chg="add mod">
          <ac:chgData name="李思穎-數位金融處-永豐銀行" userId="5fc5ea02-bcdc-467f-9a61-311a9d763b91" providerId="ADAL" clId="{159D9390-A09F-4A13-B525-7407981670BB}" dt="2026-05-14T09:32:21.313" v="8274" actId="14100"/>
          <ac:spMkLst>
            <pc:docMk/>
            <pc:sldMk cId="2994490621" sldId="2147481059"/>
            <ac:spMk id="14" creationId="{E7DA127C-5745-8F53-7D71-19E3551C7636}"/>
          </ac:spMkLst>
        </pc:spChg>
        <pc:spChg chg="add mod">
          <ac:chgData name="李思穎-數位金融處-永豐銀行" userId="5fc5ea02-bcdc-467f-9a61-311a9d763b91" providerId="ADAL" clId="{159D9390-A09F-4A13-B525-7407981670BB}" dt="2026-05-14T09:32:46.247" v="8285" actId="1035"/>
          <ac:spMkLst>
            <pc:docMk/>
            <pc:sldMk cId="2994490621" sldId="2147481059"/>
            <ac:spMk id="15" creationId="{E24DEB0B-0C5E-5862-4B53-4C4C17B3F9B5}"/>
          </ac:spMkLst>
        </pc:spChg>
        <pc:spChg chg="add">
          <ac:chgData name="李思穎-數位金融處-永豐銀行" userId="5fc5ea02-bcdc-467f-9a61-311a9d763b91" providerId="ADAL" clId="{159D9390-A09F-4A13-B525-7407981670BB}" dt="2026-05-14T09:33:13.622" v="8286" actId="11529"/>
          <ac:spMkLst>
            <pc:docMk/>
            <pc:sldMk cId="2994490621" sldId="2147481059"/>
            <ac:spMk id="16" creationId="{F1060083-9499-D14C-B341-D79050710CD5}"/>
          </ac:spMkLst>
        </pc:spChg>
        <pc:spChg chg="add mod">
          <ac:chgData name="李思穎-數位金融處-永豐銀行" userId="5fc5ea02-bcdc-467f-9a61-311a9d763b91" providerId="ADAL" clId="{159D9390-A09F-4A13-B525-7407981670BB}" dt="2026-05-14T09:33:22.212" v="8290" actId="1076"/>
          <ac:spMkLst>
            <pc:docMk/>
            <pc:sldMk cId="2994490621" sldId="2147481059"/>
            <ac:spMk id="17" creationId="{517B3EDF-3DCD-80A4-07A3-455696498A87}"/>
          </ac:spMkLst>
        </pc:spChg>
        <pc:spChg chg="mod">
          <ac:chgData name="李思穎-數位金融處-永豐銀行" userId="5fc5ea02-bcdc-467f-9a61-311a9d763b91" providerId="ADAL" clId="{159D9390-A09F-4A13-B525-7407981670BB}" dt="2026-05-11T08:03:25.925" v="6381"/>
          <ac:spMkLst>
            <pc:docMk/>
            <pc:sldMk cId="2994490621" sldId="2147481059"/>
            <ac:spMk id="48" creationId="{00000000-0000-0000-0000-000000000000}"/>
          </ac:spMkLst>
        </pc:spChg>
        <pc:picChg chg="add mod">
          <ac:chgData name="李思穎-數位金融處-永豐銀行" userId="5fc5ea02-bcdc-467f-9a61-311a9d763b91" providerId="ADAL" clId="{159D9390-A09F-4A13-B525-7407981670BB}" dt="2026-05-14T09:33:16.387" v="8288" actId="1076"/>
          <ac:picMkLst>
            <pc:docMk/>
            <pc:sldMk cId="2994490621" sldId="2147481059"/>
            <ac:picMk id="8" creationId="{5E975C81-5312-A809-8959-852089075F38}"/>
          </ac:picMkLst>
        </pc:picChg>
        <pc:picChg chg="add mod">
          <ac:chgData name="李思穎-數位金融處-永豐銀行" userId="5fc5ea02-bcdc-467f-9a61-311a9d763b91" providerId="ADAL" clId="{159D9390-A09F-4A13-B525-7407981670BB}" dt="2026-05-14T09:31:14.040" v="8255" actId="1035"/>
          <ac:picMkLst>
            <pc:docMk/>
            <pc:sldMk cId="2994490621" sldId="2147481059"/>
            <ac:picMk id="10" creationId="{51391464-7C89-B101-325F-8FAE80862B33}"/>
          </ac:picMkLst>
        </pc:picChg>
        <pc:picChg chg="add mod modCrop">
          <ac:chgData name="李思穎-數位金融處-永豐銀行" userId="5fc5ea02-bcdc-467f-9a61-311a9d763b91" providerId="ADAL" clId="{159D9390-A09F-4A13-B525-7407981670BB}" dt="2026-05-14T09:31:51.342" v="8263" actId="1076"/>
          <ac:picMkLst>
            <pc:docMk/>
            <pc:sldMk cId="2994490621" sldId="2147481059"/>
            <ac:picMk id="12" creationId="{67BE0791-E19A-9B6C-31F8-6D3E2F5793C0}"/>
          </ac:picMkLst>
        </pc:picChg>
      </pc:sldChg>
      <pc:sldChg chg="new del">
        <pc:chgData name="李思穎-數位金融處-永豐銀行" userId="5fc5ea02-bcdc-467f-9a61-311a9d763b91" providerId="ADAL" clId="{159D9390-A09F-4A13-B525-7407981670BB}" dt="2026-05-11T08:13:13.170" v="6662" actId="680"/>
        <pc:sldMkLst>
          <pc:docMk/>
          <pc:sldMk cId="1776289481" sldId="2147481060"/>
        </pc:sldMkLst>
      </pc:sldChg>
      <pc:sldChg chg="addSp modSp new mod">
        <pc:chgData name="李思穎-數位金融處-永豐銀行" userId="5fc5ea02-bcdc-467f-9a61-311a9d763b91" providerId="ADAL" clId="{159D9390-A09F-4A13-B525-7407981670BB}" dt="2026-05-13T02:52:49.827" v="8181" actId="1036"/>
        <pc:sldMkLst>
          <pc:docMk/>
          <pc:sldMk cId="3163637310" sldId="2147481060"/>
        </pc:sldMkLst>
      </pc:sldChg>
      <pc:sldChg chg="addSp delSp modSp mod ord">
        <pc:chgData name="李思穎-數位金融處-永豐銀行" userId="5fc5ea02-bcdc-467f-9a61-311a9d763b91" providerId="ADAL" clId="{159D9390-A09F-4A13-B525-7407981670BB}" dt="2026-06-30T06:19:00.514" v="12171" actId="14100"/>
        <pc:sldMkLst>
          <pc:docMk/>
          <pc:sldMk cId="3388200172" sldId="2147481060"/>
        </pc:sldMkLst>
        <pc:spChg chg="mod">
          <ac:chgData name="李思穎-數位金融處-永豐銀行" userId="5fc5ea02-bcdc-467f-9a61-311a9d763b91" providerId="ADAL" clId="{159D9390-A09F-4A13-B525-7407981670BB}" dt="2026-06-30T06:19:00.514" v="12171" actId="14100"/>
          <ac:spMkLst>
            <pc:docMk/>
            <pc:sldMk cId="3388200172" sldId="2147481060"/>
            <ac:spMk id="5" creationId="{38479D27-CF0A-30C0-E4AE-A604D26C6174}"/>
          </ac:spMkLst>
        </pc:spChg>
        <pc:spChg chg="mod">
          <ac:chgData name="李思穎-數位金融處-永豐銀行" userId="5fc5ea02-bcdc-467f-9a61-311a9d763b91" providerId="ADAL" clId="{159D9390-A09F-4A13-B525-7407981670BB}" dt="2026-06-30T06:18:54.173" v="12169" actId="1076"/>
          <ac:spMkLst>
            <pc:docMk/>
            <pc:sldMk cId="3388200172" sldId="2147481060"/>
            <ac:spMk id="8" creationId="{C6CAD6BA-3429-F316-DBEE-5BA0EF7E15C5}"/>
          </ac:spMkLst>
        </pc:spChg>
        <pc:picChg chg="add mod ord modCrop">
          <ac:chgData name="李思穎-數位金融處-永豐銀行" userId="5fc5ea02-bcdc-467f-9a61-311a9d763b91" providerId="ADAL" clId="{159D9390-A09F-4A13-B525-7407981670BB}" dt="2026-06-30T06:18:52.429" v="12168" actId="1076"/>
          <ac:picMkLst>
            <pc:docMk/>
            <pc:sldMk cId="3388200172" sldId="2147481060"/>
            <ac:picMk id="11" creationId="{901754C8-274F-A1D4-E3CE-341F875FA894}"/>
          </ac:picMkLst>
        </pc:picChg>
      </pc:sldChg>
      <pc:sldChg chg="delSp modSp mod addCm delCm modCm">
        <pc:chgData name="李思穎-數位金融處-永豐銀行" userId="5fc5ea02-bcdc-467f-9a61-311a9d763b91" providerId="ADAL" clId="{159D9390-A09F-4A13-B525-7407981670BB}" dt="2026-07-15T06:22:09.948" v="12643"/>
        <pc:sldMkLst>
          <pc:docMk/>
          <pc:sldMk cId="4109489239" sldId="2147481061"/>
        </pc:sldMkLst>
      </pc:sldChg>
      <pc:sldChg chg="ord">
        <pc:chgData name="李思穎-數位金融處-永豐銀行" userId="5fc5ea02-bcdc-467f-9a61-311a9d763b91" providerId="ADAL" clId="{159D9390-A09F-4A13-B525-7407981670BB}" dt="2026-06-22T07:58:09.811" v="11988"/>
        <pc:sldMkLst>
          <pc:docMk/>
          <pc:sldMk cId="1971608813" sldId="2147481062"/>
        </pc:sldMkLst>
      </pc:sldChg>
      <pc:sldChg chg="add del">
        <pc:chgData name="李思穎-數位金融處-永豐銀行" userId="5fc5ea02-bcdc-467f-9a61-311a9d763b91" providerId="ADAL" clId="{159D9390-A09F-4A13-B525-7407981670BB}" dt="2026-05-26T02:26:24.435" v="10254" actId="2696"/>
        <pc:sldMkLst>
          <pc:docMk/>
          <pc:sldMk cId="2220975204" sldId="2147481063"/>
        </pc:sldMkLst>
      </pc:sldChg>
      <pc:sldChg chg="delSp modSp add mod">
        <pc:chgData name="李思穎-數位金融處-永豐銀行" userId="5fc5ea02-bcdc-467f-9a61-311a9d763b91" providerId="ADAL" clId="{159D9390-A09F-4A13-B525-7407981670BB}" dt="2026-05-27T02:39:16.380" v="10327" actId="20577"/>
        <pc:sldMkLst>
          <pc:docMk/>
          <pc:sldMk cId="2683683167" sldId="2147481063"/>
        </pc:sldMkLst>
      </pc:sldChg>
      <pc:sldChg chg="modSp add mod ord">
        <pc:chgData name="李思穎-數位金融處-永豐銀行" userId="5fc5ea02-bcdc-467f-9a61-311a9d763b91" providerId="ADAL" clId="{159D9390-A09F-4A13-B525-7407981670BB}" dt="2026-06-02T06:41:31.561" v="10882"/>
        <pc:sldMkLst>
          <pc:docMk/>
          <pc:sldMk cId="1547946033" sldId="2147481064"/>
        </pc:sldMkLst>
      </pc:sldChg>
      <pc:sldChg chg="delSp modSp add mod ord">
        <pc:chgData name="李思穎-數位金融處-永豐銀行" userId="5fc5ea02-bcdc-467f-9a61-311a9d763b91" providerId="ADAL" clId="{159D9390-A09F-4A13-B525-7407981670BB}" dt="2026-07-13T03:09:26.204" v="12316" actId="20577"/>
        <pc:sldMkLst>
          <pc:docMk/>
          <pc:sldMk cId="879426466" sldId="2147481065"/>
        </pc:sldMkLst>
        <pc:spChg chg="mod">
          <ac:chgData name="李思穎-數位金融處-永豐銀行" userId="5fc5ea02-bcdc-467f-9a61-311a9d763b91" providerId="ADAL" clId="{159D9390-A09F-4A13-B525-7407981670BB}" dt="2026-05-27T02:42:14.876" v="10536"/>
          <ac:spMkLst>
            <pc:docMk/>
            <pc:sldMk cId="879426466" sldId="2147481065"/>
            <ac:spMk id="2" creationId="{D2D72899-B19C-3786-211E-279AF6683BAE}"/>
          </ac:spMkLst>
        </pc:spChg>
        <pc:spChg chg="mod">
          <ac:chgData name="李思穎-數位金融處-永豐銀行" userId="5fc5ea02-bcdc-467f-9a61-311a9d763b91" providerId="ADAL" clId="{159D9390-A09F-4A13-B525-7407981670BB}" dt="2026-07-13T03:09:26.204" v="12316" actId="20577"/>
          <ac:spMkLst>
            <pc:docMk/>
            <pc:sldMk cId="879426466" sldId="2147481065"/>
            <ac:spMk id="3" creationId="{ECEE298B-ECF5-2F02-4E2D-2B72B1B022CE}"/>
          </ac:spMkLst>
        </pc:spChg>
      </pc:sldChg>
      <pc:sldChg chg="new del">
        <pc:chgData name="李思穎-數位金融處-永豐銀行" userId="5fc5ea02-bcdc-467f-9a61-311a9d763b91" providerId="ADAL" clId="{159D9390-A09F-4A13-B525-7407981670BB}" dt="2026-05-27T02:39:55.530" v="10330" actId="680"/>
        <pc:sldMkLst>
          <pc:docMk/>
          <pc:sldMk cId="2621539852" sldId="2147481065"/>
        </pc:sldMkLst>
      </pc:sldChg>
      <pc:sldChg chg="del">
        <pc:chgData name="李思穎-數位金融處-永豐銀行" userId="5fc5ea02-bcdc-467f-9a61-311a9d763b91" providerId="ADAL" clId="{159D9390-A09F-4A13-B525-7407981670BB}" dt="2026-06-02T01:08:48.549" v="10791" actId="47"/>
        <pc:sldMkLst>
          <pc:docMk/>
          <pc:sldMk cId="93600401" sldId="2147481066"/>
        </pc:sldMkLst>
      </pc:sldChg>
      <pc:sldChg chg="addSp modSp add mod modNotesTx">
        <pc:chgData name="李思穎-數位金融處-永豐銀行" userId="5fc5ea02-bcdc-467f-9a61-311a9d763b91" providerId="ADAL" clId="{159D9390-A09F-4A13-B525-7407981670BB}" dt="2026-07-15T06:40:34.413" v="12685" actId="20577"/>
        <pc:sldMkLst>
          <pc:docMk/>
          <pc:sldMk cId="3431142622" sldId="2147481066"/>
        </pc:sldMkLst>
        <pc:spChg chg="mod">
          <ac:chgData name="李思穎-數位金融處-永豐銀行" userId="5fc5ea02-bcdc-467f-9a61-311a9d763b91" providerId="ADAL" clId="{159D9390-A09F-4A13-B525-7407981670BB}" dt="2026-06-09T01:48:36.865" v="11947"/>
          <ac:spMkLst>
            <pc:docMk/>
            <pc:sldMk cId="3431142622" sldId="2147481066"/>
            <ac:spMk id="2" creationId="{D2D72899-B19C-3786-211E-279AF6683BAE}"/>
          </ac:spMkLst>
        </pc:spChg>
        <pc:spChg chg="mod">
          <ac:chgData name="李思穎-數位金融處-永豐銀行" userId="5fc5ea02-bcdc-467f-9a61-311a9d763b91" providerId="ADAL" clId="{159D9390-A09F-4A13-B525-7407981670BB}" dt="2026-06-09T01:25:24.893" v="11666" actId="1076"/>
          <ac:spMkLst>
            <pc:docMk/>
            <pc:sldMk cId="3431142622" sldId="2147481066"/>
            <ac:spMk id="3" creationId="{ECEE298B-ECF5-2F02-4E2D-2B72B1B022CE}"/>
          </ac:spMkLst>
        </pc:spChg>
        <pc:spChg chg="add mod">
          <ac:chgData name="李思穎-數位金融處-永豐銀行" userId="5fc5ea02-bcdc-467f-9a61-311a9d763b91" providerId="ADAL" clId="{159D9390-A09F-4A13-B525-7407981670BB}" dt="2026-06-08T06:22:56.326" v="11173" actId="2711"/>
          <ac:spMkLst>
            <pc:docMk/>
            <pc:sldMk cId="3431142622" sldId="2147481066"/>
            <ac:spMk id="6" creationId="{F30F42E5-E195-4BFD-0353-4E5CE510C88C}"/>
          </ac:spMkLst>
        </pc:spChg>
        <pc:graphicFrameChg chg="add mod">
          <ac:chgData name="李思穎-數位金融處-永豐銀行" userId="5fc5ea02-bcdc-467f-9a61-311a9d763b91" providerId="ADAL" clId="{159D9390-A09F-4A13-B525-7407981670BB}" dt="2026-06-09T01:34:51.452" v="11745" actId="1076"/>
          <ac:graphicFrameMkLst>
            <pc:docMk/>
            <pc:sldMk cId="3431142622" sldId="2147481066"/>
            <ac:graphicFrameMk id="4" creationId="{354F48CB-E354-C44B-225B-76666E398C99}"/>
          </ac:graphicFrameMkLst>
        </pc:graphicFrameChg>
        <pc:graphicFrameChg chg="add mod modGraphic">
          <ac:chgData name="李思穎-數位金融處-永豐銀行" userId="5fc5ea02-bcdc-467f-9a61-311a9d763b91" providerId="ADAL" clId="{159D9390-A09F-4A13-B525-7407981670BB}" dt="2026-06-09T01:47:51.722" v="11891" actId="20577"/>
          <ac:graphicFrameMkLst>
            <pc:docMk/>
            <pc:sldMk cId="3431142622" sldId="2147481066"/>
            <ac:graphicFrameMk id="5" creationId="{372AE484-98CA-EDA8-9322-BE934CDC8027}"/>
          </ac:graphicFrameMkLst>
        </pc:graphicFrameChg>
        <pc:cxnChg chg="add mod">
          <ac:chgData name="李思穎-數位金融處-永豐銀行" userId="5fc5ea02-bcdc-467f-9a61-311a9d763b91" providerId="ADAL" clId="{159D9390-A09F-4A13-B525-7407981670BB}" dt="2026-06-09T01:41:56.889" v="11855" actId="14100"/>
          <ac:cxnSpMkLst>
            <pc:docMk/>
            <pc:sldMk cId="3431142622" sldId="2147481066"/>
            <ac:cxnSpMk id="8" creationId="{BFB94DF1-4871-0447-DB15-28B319E5D7B5}"/>
          </ac:cxnSpMkLst>
        </pc:cxnChg>
      </pc:sldChg>
      <pc:sldChg chg="add del">
        <pc:chgData name="李思穎-數位金融處-永豐銀行" userId="5fc5ea02-bcdc-467f-9a61-311a9d763b91" providerId="ADAL" clId="{159D9390-A09F-4A13-B525-7407981670BB}" dt="2026-06-02T06:41:18.057" v="10824" actId="47"/>
        <pc:sldMkLst>
          <pc:docMk/>
          <pc:sldMk cId="1029089603" sldId="2147481067"/>
        </pc:sldMkLst>
      </pc:sldChg>
      <pc:sldChg chg="modSp mod">
        <pc:chgData name="李思穎-數位金融處-永豐銀行" userId="5fc5ea02-bcdc-467f-9a61-311a9d763b91" providerId="ADAL" clId="{159D9390-A09F-4A13-B525-7407981670BB}" dt="2026-07-13T03:13:20.474" v="12320" actId="207"/>
        <pc:sldMkLst>
          <pc:docMk/>
          <pc:sldMk cId="4174020105" sldId="2147481067"/>
        </pc:sldMkLst>
        <pc:spChg chg="mod">
          <ac:chgData name="李思穎-數位金融處-永豐銀行" userId="5fc5ea02-bcdc-467f-9a61-311a9d763b91" providerId="ADAL" clId="{159D9390-A09F-4A13-B525-7407981670BB}" dt="2026-07-13T03:13:20.474" v="12320" actId="207"/>
          <ac:spMkLst>
            <pc:docMk/>
            <pc:sldMk cId="4174020105" sldId="2147481067"/>
            <ac:spMk id="2" creationId="{4EEE6914-60E2-0080-C816-3241BFD55553}"/>
          </ac:spMkLst>
        </pc:spChg>
        <pc:spChg chg="mod">
          <ac:chgData name="李思穎-數位金融處-永豐銀行" userId="5fc5ea02-bcdc-467f-9a61-311a9d763b91" providerId="ADAL" clId="{159D9390-A09F-4A13-B525-7407981670BB}" dt="2026-07-13T03:08:35.229" v="12240" actId="20577"/>
          <ac:spMkLst>
            <pc:docMk/>
            <pc:sldMk cId="4174020105" sldId="2147481067"/>
            <ac:spMk id="3" creationId="{AE8184DB-3CF1-6C56-EDBC-EB33996DC072}"/>
          </ac:spMkLst>
        </pc:spChg>
      </pc:sldChg>
      <pc:sldChg chg="add">
        <pc:chgData name="李思穎-數位金融處-永豐銀行" userId="5fc5ea02-bcdc-467f-9a61-311a9d763b91" providerId="ADAL" clId="{159D9390-A09F-4A13-B525-7407981670BB}" dt="2026-06-22T07:58:16.434" v="11989" actId="2890"/>
        <pc:sldMkLst>
          <pc:docMk/>
          <pc:sldMk cId="1065408344" sldId="2147481069"/>
        </pc:sldMkLst>
      </pc:sldChg>
      <pc:sldChg chg="modSp add del mod modShow">
        <pc:chgData name="李思穎-數位金融處-永豐銀行" userId="5fc5ea02-bcdc-467f-9a61-311a9d763b91" providerId="ADAL" clId="{159D9390-A09F-4A13-B525-7407981670BB}" dt="2026-06-22T07:44:46.455" v="11984" actId="47"/>
        <pc:sldMkLst>
          <pc:docMk/>
          <pc:sldMk cId="4184957296" sldId="2147481069"/>
        </pc:sldMkLst>
      </pc:sldChg>
      <pc:sldChg chg="modNotesTx">
        <pc:chgData name="李思穎-數位金融處-永豐銀行" userId="5fc5ea02-bcdc-467f-9a61-311a9d763b91" providerId="ADAL" clId="{159D9390-A09F-4A13-B525-7407981670BB}" dt="2026-07-14T08:46:39.633" v="12492" actId="20577"/>
        <pc:sldMkLst>
          <pc:docMk/>
          <pc:sldMk cId="3433655346" sldId="2147481071"/>
        </pc:sldMkLst>
      </pc:sldChg>
      <pc:sldMasterChg chg="delSldLayout">
        <pc:chgData name="李思穎-數位金融處-永豐銀行" userId="5fc5ea02-bcdc-467f-9a61-311a9d763b91" providerId="ADAL" clId="{159D9390-A09F-4A13-B525-7407981670BB}" dt="2026-04-21T07:50:07.198" v="1126" actId="47"/>
        <pc:sldMasterMkLst>
          <pc:docMk/>
          <pc:sldMasterMk cId="0" sldId="2147483648"/>
        </pc:sldMasterMkLst>
        <pc:sldLayoutChg chg="del">
          <pc:chgData name="李思穎-數位金融處-永豐銀行" userId="5fc5ea02-bcdc-467f-9a61-311a9d763b91" providerId="ADAL" clId="{159D9390-A09F-4A13-B525-7407981670BB}" dt="2026-04-21T02:59:34.722" v="619" actId="47"/>
          <pc:sldLayoutMkLst>
            <pc:docMk/>
            <pc:sldMasterMk cId="0" sldId="2147483648"/>
            <pc:sldLayoutMk cId="1148512513" sldId="2147483690"/>
          </pc:sldLayoutMkLst>
        </pc:sldLayoutChg>
        <pc:sldLayoutChg chg="del">
          <pc:chgData name="李思穎-數位金融處-永豐銀行" userId="5fc5ea02-bcdc-467f-9a61-311a9d763b91" providerId="ADAL" clId="{159D9390-A09F-4A13-B525-7407981670BB}" dt="2026-04-20T09:36:05.183" v="305" actId="47"/>
          <pc:sldLayoutMkLst>
            <pc:docMk/>
            <pc:sldMasterMk cId="0" sldId="2147483648"/>
            <pc:sldLayoutMk cId="1669659275" sldId="2147483690"/>
          </pc:sldLayoutMkLst>
        </pc:sldLayoutChg>
        <pc:sldLayoutChg chg="del">
          <pc:chgData name="李思穎-數位金融處-永豐銀行" userId="5fc5ea02-bcdc-467f-9a61-311a9d763b91" providerId="ADAL" clId="{159D9390-A09F-4A13-B525-7407981670BB}" dt="2026-04-21T07:50:07.198" v="1126" actId="47"/>
          <pc:sldLayoutMkLst>
            <pc:docMk/>
            <pc:sldMasterMk cId="0" sldId="2147483648"/>
            <pc:sldLayoutMk cId="20272498" sldId="2147483691"/>
          </pc:sldLayoutMkLst>
        </pc:sldLayoutChg>
      </pc:sldMasterChg>
      <pc:sldMasterChg chg="addSldLayout delSldLayout">
        <pc:chgData name="李思穎-數位金融處-永豐銀行" userId="5fc5ea02-bcdc-467f-9a61-311a9d763b91" providerId="ADAL" clId="{159D9390-A09F-4A13-B525-7407981670BB}" dt="2026-04-21T07:59:28.108" v="1501" actId="47"/>
        <pc:sldMasterMkLst>
          <pc:docMk/>
          <pc:sldMasterMk cId="2714183933" sldId="2147483676"/>
        </pc:sldMasterMkLst>
        <pc:sldLayoutChg chg="add del">
          <pc:chgData name="李思穎-數位金融處-永豐銀行" userId="5fc5ea02-bcdc-467f-9a61-311a9d763b91" providerId="ADAL" clId="{159D9390-A09F-4A13-B525-7407981670BB}" dt="2026-04-14T07:39:43.625" v="146" actId="2696"/>
          <pc:sldLayoutMkLst>
            <pc:docMk/>
            <pc:sldMasterMk cId="2714183933" sldId="2147483676"/>
            <pc:sldLayoutMk cId="4050273502" sldId="2147483681"/>
          </pc:sldLayoutMkLst>
        </pc:sldLayoutChg>
        <pc:sldLayoutChg chg="del">
          <pc:chgData name="李思穎-數位金融處-永豐銀行" userId="5fc5ea02-bcdc-467f-9a61-311a9d763b91" providerId="ADAL" clId="{159D9390-A09F-4A13-B525-7407981670BB}" dt="2026-04-21T07:59:28.108" v="1501" actId="47"/>
          <pc:sldLayoutMkLst>
            <pc:docMk/>
            <pc:sldMasterMk cId="2714183933" sldId="2147483676"/>
            <pc:sldLayoutMk cId="4242343170" sldId="2147483693"/>
          </pc:sldLayoutMkLst>
        </pc:sldLayoutChg>
      </pc:sldMasterChg>
      <pc:sldMasterChg chg="del delSldLayout">
        <pc:chgData name="李思穎-數位金融處-永豐銀行" userId="5fc5ea02-bcdc-467f-9a61-311a9d763b91" providerId="ADAL" clId="{159D9390-A09F-4A13-B525-7407981670BB}" dt="2026-05-11T02:47:32.752" v="5283" actId="47"/>
        <pc:sldMasterMkLst>
          <pc:docMk/>
          <pc:sldMasterMk cId="2516298406" sldId="2147483691"/>
        </pc:sldMasterMkLst>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1150683074" sldId="2147483692"/>
          </pc:sldLayoutMkLst>
        </pc:sldLayoutChg>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384196927" sldId="2147483693"/>
          </pc:sldLayoutMkLst>
        </pc:sldLayoutChg>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1728866524" sldId="2147483694"/>
          </pc:sldLayoutMkLst>
        </pc:sldLayoutChg>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3400078267" sldId="2147483695"/>
          </pc:sldLayoutMkLst>
        </pc:sldLayoutChg>
        <pc:sldLayoutChg chg="del">
          <pc:chgData name="李思穎-數位金融處-永豐銀行" userId="5fc5ea02-bcdc-467f-9a61-311a9d763b91" providerId="ADAL" clId="{159D9390-A09F-4A13-B525-7407981670BB}" dt="2026-05-11T02:47:32.752" v="5283" actId="47"/>
          <pc:sldLayoutMkLst>
            <pc:docMk/>
            <pc:sldMasterMk cId="2516298406" sldId="2147483691"/>
            <pc:sldLayoutMk cId="2884500503" sldId="2147483696"/>
          </pc:sldLayoutMkLst>
        </pc:sldLayoutChg>
      </pc:sldMasterChg>
    </pc:docChg>
  </pc:docChgLst>
  <pc:docChgLst>
    <pc:chgData name="李思穎-數位金融處-永豐銀行" userId="S::lisalee@sinopac.com::5fc5ea02-bcdc-467f-9a61-311a9d763b91" providerId="AD" clId="Web-{ECAA55C2-1AC1-8650-1D4C-BF282B2DD09C}"/>
    <pc:docChg chg="delSld sldOrd addSection delSection modSection">
      <pc:chgData name="李思穎-數位金融處-永豐銀行" userId="S::lisalee@sinopac.com::5fc5ea02-bcdc-467f-9a61-311a9d763b91" providerId="AD" clId="Web-{ECAA55C2-1AC1-8650-1D4C-BF282B2DD09C}" dt="2025-12-30T07:56:44.857" v="10"/>
      <pc:docMkLst>
        <pc:docMk/>
      </pc:docMkLst>
      <pc:sldChg chg="del">
        <pc:chgData name="李思穎-數位金融處-永豐銀行" userId="S::lisalee@sinopac.com::5fc5ea02-bcdc-467f-9a61-311a9d763b91" providerId="AD" clId="Web-{ECAA55C2-1AC1-8650-1D4C-BF282B2DD09C}" dt="2025-12-30T07:56:44.857" v="9"/>
        <pc:sldMkLst>
          <pc:docMk/>
          <pc:sldMk cId="0" sldId="259"/>
        </pc:sldMkLst>
      </pc:sldChg>
      <pc:sldChg chg="del">
        <pc:chgData name="李思穎-數位金融處-永豐銀行" userId="S::lisalee@sinopac.com::5fc5ea02-bcdc-467f-9a61-311a9d763b91" providerId="AD" clId="Web-{ECAA55C2-1AC1-8650-1D4C-BF282B2DD09C}" dt="2025-12-30T07:56:44.841" v="3"/>
        <pc:sldMkLst>
          <pc:docMk/>
          <pc:sldMk cId="0" sldId="262"/>
        </pc:sldMkLst>
      </pc:sldChg>
      <pc:sldChg chg="del">
        <pc:chgData name="李思穎-數位金融處-永豐銀行" userId="S::lisalee@sinopac.com::5fc5ea02-bcdc-467f-9a61-311a9d763b91" providerId="AD" clId="Web-{ECAA55C2-1AC1-8650-1D4C-BF282B2DD09C}" dt="2025-12-30T07:56:44.841" v="8"/>
        <pc:sldMkLst>
          <pc:docMk/>
          <pc:sldMk cId="0" sldId="280"/>
        </pc:sldMkLst>
      </pc:sldChg>
      <pc:sldChg chg="del">
        <pc:chgData name="李思穎-數位金融處-永豐銀行" userId="S::lisalee@sinopac.com::5fc5ea02-bcdc-467f-9a61-311a9d763b91" providerId="AD" clId="Web-{ECAA55C2-1AC1-8650-1D4C-BF282B2DD09C}" dt="2025-12-30T07:56:44.841" v="7"/>
        <pc:sldMkLst>
          <pc:docMk/>
          <pc:sldMk cId="0" sldId="281"/>
        </pc:sldMkLst>
      </pc:sldChg>
      <pc:sldChg chg="del">
        <pc:chgData name="李思穎-數位金融處-永豐銀行" userId="S::lisalee@sinopac.com::5fc5ea02-bcdc-467f-9a61-311a9d763b91" providerId="AD" clId="Web-{ECAA55C2-1AC1-8650-1D4C-BF282B2DD09C}" dt="2025-12-30T07:56:44.841" v="6"/>
        <pc:sldMkLst>
          <pc:docMk/>
          <pc:sldMk cId="0" sldId="282"/>
        </pc:sldMkLst>
      </pc:sldChg>
      <pc:sldChg chg="del">
        <pc:chgData name="李思穎-數位金融處-永豐銀行" userId="S::lisalee@sinopac.com::5fc5ea02-bcdc-467f-9a61-311a9d763b91" providerId="AD" clId="Web-{ECAA55C2-1AC1-8650-1D4C-BF282B2DD09C}" dt="2025-12-30T07:56:44.841" v="5"/>
        <pc:sldMkLst>
          <pc:docMk/>
          <pc:sldMk cId="0" sldId="283"/>
        </pc:sldMkLst>
      </pc:sldChg>
      <pc:sldChg chg="del">
        <pc:chgData name="李思穎-數位金融處-永豐銀行" userId="S::lisalee@sinopac.com::5fc5ea02-bcdc-467f-9a61-311a9d763b91" providerId="AD" clId="Web-{ECAA55C2-1AC1-8650-1D4C-BF282B2DD09C}" dt="2025-12-30T07:56:44.841" v="4"/>
        <pc:sldMkLst>
          <pc:docMk/>
          <pc:sldMk cId="0" sldId="287"/>
        </pc:sldMkLst>
      </pc:sldChg>
      <pc:sldChg chg="del">
        <pc:chgData name="李思穎-數位金融處-永豐銀行" userId="S::lisalee@sinopac.com::5fc5ea02-bcdc-467f-9a61-311a9d763b91" providerId="AD" clId="Web-{ECAA55C2-1AC1-8650-1D4C-BF282B2DD09C}" dt="2025-12-30T07:56:44.857" v="10"/>
        <pc:sldMkLst>
          <pc:docMk/>
          <pc:sldMk cId="3554356781" sldId="2147471195"/>
        </pc:sldMkLst>
      </pc:sldChg>
      <pc:sldChg chg="ord">
        <pc:chgData name="李思穎-數位金融處-永豐銀行" userId="S::lisalee@sinopac.com::5fc5ea02-bcdc-467f-9a61-311a9d763b91" providerId="AD" clId="Web-{ECAA55C2-1AC1-8650-1D4C-BF282B2DD09C}" dt="2025-12-30T07:56:04.088" v="0"/>
        <pc:sldMkLst>
          <pc:docMk/>
          <pc:sldMk cId="4049934866" sldId="2147480553"/>
        </pc:sldMkLst>
      </pc:sldChg>
    </pc:docChg>
  </pc:docChgLst>
  <pc:docChgLst>
    <pc:chgData name="王雋凱-數位金融處-永豐銀行" userId="f78494d6-bac0-4c9e-94cd-0b5e029c0856" providerId="ADAL" clId="{FBCF5558-25CA-4F4B-9AF8-EFBC576CC387}"/>
    <pc:docChg chg="undo custSel addSld delSld modSld sldOrd modSection">
      <pc:chgData name="王雋凱-數位金融處-永豐銀行" userId="f78494d6-bac0-4c9e-94cd-0b5e029c0856" providerId="ADAL" clId="{FBCF5558-25CA-4F4B-9AF8-EFBC576CC387}" dt="2026-07-23T07:19:38.306" v="1354" actId="20577"/>
      <pc:docMkLst>
        <pc:docMk/>
      </pc:docMkLst>
      <pc:sldChg chg="ord">
        <pc:chgData name="王雋凱-數位金融處-永豐銀行" userId="f78494d6-bac0-4c9e-94cd-0b5e029c0856" providerId="ADAL" clId="{FBCF5558-25CA-4F4B-9AF8-EFBC576CC387}" dt="2026-07-23T06:57:21.743" v="1253"/>
        <pc:sldMkLst>
          <pc:docMk/>
          <pc:sldMk cId="2392403916" sldId="2291"/>
        </pc:sldMkLst>
      </pc:sldChg>
      <pc:sldChg chg="ord">
        <pc:chgData name="王雋凱-數位金融處-永豐銀行" userId="f78494d6-bac0-4c9e-94cd-0b5e029c0856" providerId="ADAL" clId="{FBCF5558-25CA-4F4B-9AF8-EFBC576CC387}" dt="2026-07-23T06:57:29.204" v="1255"/>
        <pc:sldMkLst>
          <pc:docMk/>
          <pc:sldMk cId="3463483703" sldId="3274"/>
        </pc:sldMkLst>
      </pc:sldChg>
      <pc:sldChg chg="addSp delSp modSp mod">
        <pc:chgData name="王雋凱-數位金融處-永豐銀行" userId="f78494d6-bac0-4c9e-94cd-0b5e029c0856" providerId="ADAL" clId="{FBCF5558-25CA-4F4B-9AF8-EFBC576CC387}" dt="2026-07-21T07:59:43.726" v="891" actId="1076"/>
        <pc:sldMkLst>
          <pc:docMk/>
          <pc:sldMk cId="3945464203" sldId="2147471225"/>
        </pc:sldMkLst>
        <pc:graphicFrameChg chg="mod modGraphic">
          <ac:chgData name="王雋凱-數位金融處-永豐銀行" userId="f78494d6-bac0-4c9e-94cd-0b5e029c0856" providerId="ADAL" clId="{FBCF5558-25CA-4F4B-9AF8-EFBC576CC387}" dt="2026-07-21T01:34:17.538" v="710"/>
          <ac:graphicFrameMkLst>
            <pc:docMk/>
            <pc:sldMk cId="3945464203" sldId="2147471225"/>
            <ac:graphicFrameMk id="6" creationId="{A6D875ED-79BE-926A-8A41-9358C217043F}"/>
          </ac:graphicFrameMkLst>
        </pc:graphicFrameChg>
        <pc:graphicFrameChg chg="add del mod modGraphic">
          <ac:chgData name="王雋凱-數位金融處-永豐銀行" userId="f78494d6-bac0-4c9e-94cd-0b5e029c0856" providerId="ADAL" clId="{FBCF5558-25CA-4F4B-9AF8-EFBC576CC387}" dt="2026-07-21T01:32:10.623" v="601" actId="478"/>
          <ac:graphicFrameMkLst>
            <pc:docMk/>
            <pc:sldMk cId="3945464203" sldId="2147471225"/>
            <ac:graphicFrameMk id="7" creationId="{98F361A0-B73B-4218-010D-91A88ED7A34F}"/>
          </ac:graphicFrameMkLst>
        </pc:graphicFrameChg>
        <pc:graphicFrameChg chg="add mod modGraphic">
          <ac:chgData name="王雋凱-數位金融處-永豐銀行" userId="f78494d6-bac0-4c9e-94cd-0b5e029c0856" providerId="ADAL" clId="{FBCF5558-25CA-4F4B-9AF8-EFBC576CC387}" dt="2026-07-21T07:59:43.726" v="891" actId="1076"/>
          <ac:graphicFrameMkLst>
            <pc:docMk/>
            <pc:sldMk cId="3945464203" sldId="2147471225"/>
            <ac:graphicFrameMk id="8" creationId="{99C5419B-25E2-F61E-F19F-3718BB4EA84F}"/>
          </ac:graphicFrameMkLst>
        </pc:graphicFrameChg>
        <pc:picChg chg="add mod">
          <ac:chgData name="王雋凱-數位金融處-永豐銀行" userId="f78494d6-bac0-4c9e-94cd-0b5e029c0856" providerId="ADAL" clId="{FBCF5558-25CA-4F4B-9AF8-EFBC576CC387}" dt="2026-07-21T01:18:18.746" v="329"/>
          <ac:picMkLst>
            <pc:docMk/>
            <pc:sldMk cId="3945464203" sldId="2147471225"/>
            <ac:picMk id="4" creationId="{95E3A0FB-4213-4CE1-DFF4-707F82244ECF}"/>
          </ac:picMkLst>
        </pc:picChg>
        <pc:picChg chg="mod">
          <ac:chgData name="王雋凱-數位金融處-永豐銀行" userId="f78494d6-bac0-4c9e-94cd-0b5e029c0856" providerId="ADAL" clId="{FBCF5558-25CA-4F4B-9AF8-EFBC576CC387}" dt="2026-07-21T01:33:51.573" v="699" actId="1076"/>
          <ac:picMkLst>
            <pc:docMk/>
            <pc:sldMk cId="3945464203" sldId="2147471225"/>
            <ac:picMk id="5" creationId="{150A3333-2E9E-53E8-3386-E479E685CB01}"/>
          </ac:picMkLst>
        </pc:picChg>
      </pc:sldChg>
      <pc:sldChg chg="modSp del mod">
        <pc:chgData name="王雋凱-數位金融處-永豐銀行" userId="f78494d6-bac0-4c9e-94cd-0b5e029c0856" providerId="ADAL" clId="{FBCF5558-25CA-4F4B-9AF8-EFBC576CC387}" dt="2026-07-20T10:00:08.916" v="246" actId="2696"/>
        <pc:sldMkLst>
          <pc:docMk/>
          <pc:sldMk cId="3891388891" sldId="2147471226"/>
        </pc:sldMkLst>
        <pc:graphicFrameChg chg="mod modGraphic">
          <ac:chgData name="王雋凱-數位金融處-永豐銀行" userId="f78494d6-bac0-4c9e-94cd-0b5e029c0856" providerId="ADAL" clId="{FBCF5558-25CA-4F4B-9AF8-EFBC576CC387}" dt="2026-07-20T09:09:06.231" v="37"/>
          <ac:graphicFrameMkLst>
            <pc:docMk/>
            <pc:sldMk cId="3891388891" sldId="2147471226"/>
            <ac:graphicFrameMk id="3" creationId="{E6169001-1B9D-D1B0-AE7B-502E10A670F8}"/>
          </ac:graphicFrameMkLst>
        </pc:graphicFrameChg>
      </pc:sldChg>
      <pc:sldChg chg="addSp delSp modSp mod">
        <pc:chgData name="王雋凱-數位金融處-永豐銀行" userId="f78494d6-bac0-4c9e-94cd-0b5e029c0856" providerId="ADAL" clId="{FBCF5558-25CA-4F4B-9AF8-EFBC576CC387}" dt="2026-07-21T00:56:03.197" v="268" actId="207"/>
        <pc:sldMkLst>
          <pc:docMk/>
          <pc:sldMk cId="294336624" sldId="2147471238"/>
        </pc:sldMkLst>
        <pc:spChg chg="mod">
          <ac:chgData name="王雋凱-數位金融處-永豐銀行" userId="f78494d6-bac0-4c9e-94cd-0b5e029c0856" providerId="ADAL" clId="{FBCF5558-25CA-4F4B-9AF8-EFBC576CC387}" dt="2026-07-21T00:56:03.197" v="268" actId="207"/>
          <ac:spMkLst>
            <pc:docMk/>
            <pc:sldMk cId="294336624" sldId="2147471238"/>
            <ac:spMk id="6" creationId="{C2781B8E-1D7D-2C51-50DF-FFF31AE28442}"/>
          </ac:spMkLst>
        </pc:spChg>
        <pc:picChg chg="del">
          <ac:chgData name="王雋凱-數位金融處-永豐銀行" userId="f78494d6-bac0-4c9e-94cd-0b5e029c0856" providerId="ADAL" clId="{FBCF5558-25CA-4F4B-9AF8-EFBC576CC387}" dt="2026-07-21T00:45:07.037" v="248" actId="478"/>
          <ac:picMkLst>
            <pc:docMk/>
            <pc:sldMk cId="294336624" sldId="2147471238"/>
            <ac:picMk id="3" creationId="{2F7378F4-A63D-D1CB-784A-B20C1F604670}"/>
          </ac:picMkLst>
        </pc:picChg>
        <pc:picChg chg="add mod">
          <ac:chgData name="王雋凱-數位金融處-永豐銀行" userId="f78494d6-bac0-4c9e-94cd-0b5e029c0856" providerId="ADAL" clId="{FBCF5558-25CA-4F4B-9AF8-EFBC576CC387}" dt="2026-07-21T00:45:11.989" v="253"/>
          <ac:picMkLst>
            <pc:docMk/>
            <pc:sldMk cId="294336624" sldId="2147471238"/>
            <ac:picMk id="4" creationId="{EEC94D55-4524-C75F-22E0-28ABCC387C2B}"/>
          </ac:picMkLst>
        </pc:picChg>
        <pc:picChg chg="add del mod">
          <ac:chgData name="王雋凱-數位金融處-永豐銀行" userId="f78494d6-bac0-4c9e-94cd-0b5e029c0856" providerId="ADAL" clId="{FBCF5558-25CA-4F4B-9AF8-EFBC576CC387}" dt="2026-07-21T00:55:41.277" v="261" actId="478"/>
          <ac:picMkLst>
            <pc:docMk/>
            <pc:sldMk cId="294336624" sldId="2147471238"/>
            <ac:picMk id="7" creationId="{B5567ED0-B9C4-28BC-3290-DE7459F98A61}"/>
          </ac:picMkLst>
        </pc:picChg>
        <pc:picChg chg="add mod">
          <ac:chgData name="王雋凱-數位金融處-永豐銀行" userId="f78494d6-bac0-4c9e-94cd-0b5e029c0856" providerId="ADAL" clId="{FBCF5558-25CA-4F4B-9AF8-EFBC576CC387}" dt="2026-07-21T00:55:56.710" v="267" actId="1076"/>
          <ac:picMkLst>
            <pc:docMk/>
            <pc:sldMk cId="294336624" sldId="2147471238"/>
            <ac:picMk id="9" creationId="{9071D138-4B10-1EFC-7F20-B86A716DFDF2}"/>
          </ac:picMkLst>
        </pc:picChg>
      </pc:sldChg>
      <pc:sldChg chg="modSp mod">
        <pc:chgData name="王雋凱-數位金融處-永豐銀行" userId="f78494d6-bac0-4c9e-94cd-0b5e029c0856" providerId="ADAL" clId="{FBCF5558-25CA-4F4B-9AF8-EFBC576CC387}" dt="2026-07-23T07:19:29.166" v="1353" actId="20577"/>
        <pc:sldMkLst>
          <pc:docMk/>
          <pc:sldMk cId="4161764260" sldId="2147471242"/>
        </pc:sldMkLst>
        <pc:spChg chg="mod">
          <ac:chgData name="王雋凱-數位金融處-永豐銀行" userId="f78494d6-bac0-4c9e-94cd-0b5e029c0856" providerId="ADAL" clId="{FBCF5558-25CA-4F4B-9AF8-EFBC576CC387}" dt="2026-07-23T07:19:29.166" v="1353" actId="20577"/>
          <ac:spMkLst>
            <pc:docMk/>
            <pc:sldMk cId="4161764260" sldId="2147471242"/>
            <ac:spMk id="3" creationId="{B211597F-EB9A-0996-12D6-0ABCBA7CDE16}"/>
          </ac:spMkLst>
        </pc:spChg>
        <pc:graphicFrameChg chg="mod modGraphic">
          <ac:chgData name="王雋凱-數位金融處-永豐銀行" userId="f78494d6-bac0-4c9e-94cd-0b5e029c0856" providerId="ADAL" clId="{FBCF5558-25CA-4F4B-9AF8-EFBC576CC387}" dt="2026-07-23T07:18:55.143" v="1350" actId="2164"/>
          <ac:graphicFrameMkLst>
            <pc:docMk/>
            <pc:sldMk cId="4161764260" sldId="2147471242"/>
            <ac:graphicFrameMk id="5" creationId="{75A3D432-B1F3-D501-A247-57B2D2A602BE}"/>
          </ac:graphicFrameMkLst>
        </pc:graphicFrameChg>
      </pc:sldChg>
      <pc:sldChg chg="modSp mod">
        <pc:chgData name="王雋凱-數位金融處-永豐銀行" userId="f78494d6-bac0-4c9e-94cd-0b5e029c0856" providerId="ADAL" clId="{FBCF5558-25CA-4F4B-9AF8-EFBC576CC387}" dt="2026-07-23T07:19:38.306" v="1354" actId="20577"/>
        <pc:sldMkLst>
          <pc:docMk/>
          <pc:sldMk cId="2910746968" sldId="2147471243"/>
        </pc:sldMkLst>
        <pc:spChg chg="mod">
          <ac:chgData name="王雋凱-數位金融處-永豐銀行" userId="f78494d6-bac0-4c9e-94cd-0b5e029c0856" providerId="ADAL" clId="{FBCF5558-25CA-4F4B-9AF8-EFBC576CC387}" dt="2026-07-23T07:19:38.306" v="1354" actId="20577"/>
          <ac:spMkLst>
            <pc:docMk/>
            <pc:sldMk cId="2910746968" sldId="2147471243"/>
            <ac:spMk id="3" creationId="{9FA49990-1B89-BF49-11B0-68F881F84F52}"/>
          </ac:spMkLst>
        </pc:spChg>
      </pc:sldChg>
      <pc:sldChg chg="modSp del mod">
        <pc:chgData name="王雋凱-數位金融處-永豐銀行" userId="f78494d6-bac0-4c9e-94cd-0b5e029c0856" providerId="ADAL" clId="{FBCF5558-25CA-4F4B-9AF8-EFBC576CC387}" dt="2026-07-22T09:18:46.855" v="1217" actId="2696"/>
        <pc:sldMkLst>
          <pc:docMk/>
          <pc:sldMk cId="3431142622" sldId="2147481066"/>
        </pc:sldMkLst>
        <pc:spChg chg="mod">
          <ac:chgData name="王雋凱-數位金融處-永豐銀行" userId="f78494d6-bac0-4c9e-94cd-0b5e029c0856" providerId="ADAL" clId="{FBCF5558-25CA-4F4B-9AF8-EFBC576CC387}" dt="2026-07-22T08:52:43.752" v="969" actId="20577"/>
          <ac:spMkLst>
            <pc:docMk/>
            <pc:sldMk cId="3431142622" sldId="2147481066"/>
            <ac:spMk id="6" creationId="{F30F42E5-E195-4BFD-0353-4E5CE510C88C}"/>
          </ac:spMkLst>
        </pc:spChg>
        <pc:graphicFrameChg chg="mod">
          <ac:chgData name="王雋凱-數位金融處-永豐銀行" userId="f78494d6-bac0-4c9e-94cd-0b5e029c0856" providerId="ADAL" clId="{FBCF5558-25CA-4F4B-9AF8-EFBC576CC387}" dt="2026-07-22T08:52:37.985" v="952" actId="1076"/>
          <ac:graphicFrameMkLst>
            <pc:docMk/>
            <pc:sldMk cId="3431142622" sldId="2147481066"/>
            <ac:graphicFrameMk id="4" creationId="{354F48CB-E354-C44B-225B-76666E398C99}"/>
          </ac:graphicFrameMkLst>
        </pc:graphicFrameChg>
      </pc:sldChg>
      <pc:sldChg chg="modSp mod">
        <pc:chgData name="王雋凱-數位金融處-永豐銀行" userId="f78494d6-bac0-4c9e-94cd-0b5e029c0856" providerId="ADAL" clId="{FBCF5558-25CA-4F4B-9AF8-EFBC576CC387}" dt="2026-07-21T01:13:31.184" v="327" actId="1076"/>
        <pc:sldMkLst>
          <pc:docMk/>
          <pc:sldMk cId="200946658" sldId="2147481070"/>
        </pc:sldMkLst>
        <pc:spChg chg="mod">
          <ac:chgData name="王雋凱-數位金融處-永豐銀行" userId="f78494d6-bac0-4c9e-94cd-0b5e029c0856" providerId="ADAL" clId="{FBCF5558-25CA-4F4B-9AF8-EFBC576CC387}" dt="2026-07-21T01:13:31.034" v="326" actId="20577"/>
          <ac:spMkLst>
            <pc:docMk/>
            <pc:sldMk cId="200946658" sldId="2147481070"/>
            <ac:spMk id="3" creationId="{2B8C4D41-5438-4408-54CC-1C48CC03ED78}"/>
          </ac:spMkLst>
        </pc:spChg>
        <pc:graphicFrameChg chg="mod">
          <ac:chgData name="王雋凱-數位金融處-永豐銀行" userId="f78494d6-bac0-4c9e-94cd-0b5e029c0856" providerId="ADAL" clId="{FBCF5558-25CA-4F4B-9AF8-EFBC576CC387}" dt="2026-07-21T01:13:31.184" v="327" actId="1076"/>
          <ac:graphicFrameMkLst>
            <pc:docMk/>
            <pc:sldMk cId="200946658" sldId="2147481070"/>
            <ac:graphicFrameMk id="10" creationId="{7EE76454-7BE2-028E-4BA5-ECD53E772F7B}"/>
          </ac:graphicFrameMkLst>
        </pc:graphicFrameChg>
      </pc:sldChg>
      <pc:sldChg chg="ord">
        <pc:chgData name="王雋凱-數位金融處-永豐銀行" userId="f78494d6-bac0-4c9e-94cd-0b5e029c0856" providerId="ADAL" clId="{FBCF5558-25CA-4F4B-9AF8-EFBC576CC387}" dt="2026-07-23T06:57:19.843" v="1251"/>
        <pc:sldMkLst>
          <pc:docMk/>
          <pc:sldMk cId="3433655346" sldId="2147481071"/>
        </pc:sldMkLst>
      </pc:sldChg>
      <pc:sldChg chg="del ord">
        <pc:chgData name="王雋凱-數位金融處-永豐銀行" userId="f78494d6-bac0-4c9e-94cd-0b5e029c0856" providerId="ADAL" clId="{FBCF5558-25CA-4F4B-9AF8-EFBC576CC387}" dt="2026-07-23T07:16:30.290" v="1323" actId="2696"/>
        <pc:sldMkLst>
          <pc:docMk/>
          <pc:sldMk cId="2297824474" sldId="2147481073"/>
        </pc:sldMkLst>
      </pc:sldChg>
      <pc:sldChg chg="addSp delSp modSp new add del mod modClrScheme chgLayout">
        <pc:chgData name="王雋凱-數位金融處-永豐銀行" userId="f78494d6-bac0-4c9e-94cd-0b5e029c0856" providerId="ADAL" clId="{FBCF5558-25CA-4F4B-9AF8-EFBC576CC387}" dt="2026-07-21T03:55:42.553" v="763" actId="2711"/>
        <pc:sldMkLst>
          <pc:docMk/>
          <pc:sldMk cId="564026106" sldId="2147481074"/>
        </pc:sldMkLst>
        <pc:spChg chg="add del">
          <ac:chgData name="王雋凱-數位金融處-永豐銀行" userId="f78494d6-bac0-4c9e-94cd-0b5e029c0856" providerId="ADAL" clId="{FBCF5558-25CA-4F4B-9AF8-EFBC576CC387}" dt="2026-07-20T09:10:30.267" v="44" actId="22"/>
          <ac:spMkLst>
            <pc:docMk/>
            <pc:sldMk cId="564026106" sldId="2147481074"/>
            <ac:spMk id="3" creationId="{BBDD43C7-27B8-3F80-5798-5D2091B82A30}"/>
          </ac:spMkLst>
        </pc:spChg>
        <pc:spChg chg="add mod">
          <ac:chgData name="王雋凱-數位金融處-永豐銀行" userId="f78494d6-bac0-4c9e-94cd-0b5e029c0856" providerId="ADAL" clId="{FBCF5558-25CA-4F4B-9AF8-EFBC576CC387}" dt="2026-07-20T09:49:12.646" v="137"/>
          <ac:spMkLst>
            <pc:docMk/>
            <pc:sldMk cId="564026106" sldId="2147481074"/>
            <ac:spMk id="4" creationId="{18100139-75A2-C44E-4C80-EC6AD623AADF}"/>
          </ac:spMkLst>
        </pc:spChg>
        <pc:spChg chg="add mod">
          <ac:chgData name="王雋凱-數位金融處-永豐銀行" userId="f78494d6-bac0-4c9e-94cd-0b5e029c0856" providerId="ADAL" clId="{FBCF5558-25CA-4F4B-9AF8-EFBC576CC387}" dt="2026-07-21T03:54:22.104" v="761" actId="20577"/>
          <ac:spMkLst>
            <pc:docMk/>
            <pc:sldMk cId="564026106" sldId="2147481074"/>
            <ac:spMk id="5" creationId="{43339AE9-4C82-7CCA-5884-5E024DD75FC5}"/>
          </ac:spMkLst>
        </pc:spChg>
        <pc:graphicFrameChg chg="add del mod modGraphic">
          <ac:chgData name="王雋凱-數位金融處-永豐銀行" userId="f78494d6-bac0-4c9e-94cd-0b5e029c0856" providerId="ADAL" clId="{FBCF5558-25CA-4F4B-9AF8-EFBC576CC387}" dt="2026-07-20T09:45:31.311" v="122" actId="478"/>
          <ac:graphicFrameMkLst>
            <pc:docMk/>
            <pc:sldMk cId="564026106" sldId="2147481074"/>
            <ac:graphicFrameMk id="6" creationId="{462E238F-105C-AA10-D426-E66A2BA1A2DE}"/>
          </ac:graphicFrameMkLst>
        </pc:graphicFrameChg>
        <pc:graphicFrameChg chg="add mod modGraphic">
          <ac:chgData name="王雋凱-數位金融處-永豐銀行" userId="f78494d6-bac0-4c9e-94cd-0b5e029c0856" providerId="ADAL" clId="{FBCF5558-25CA-4F4B-9AF8-EFBC576CC387}" dt="2026-07-21T03:55:42.553" v="763" actId="2711"/>
          <ac:graphicFrameMkLst>
            <pc:docMk/>
            <pc:sldMk cId="564026106" sldId="2147481074"/>
            <ac:graphicFrameMk id="7" creationId="{3539D533-77DD-1FBB-6181-74C376012DF8}"/>
          </ac:graphicFrameMkLst>
        </pc:graphicFrameChg>
        <pc:picChg chg="add mod">
          <ac:chgData name="王雋凱-數位金融處-永豐銀行" userId="f78494d6-bac0-4c9e-94cd-0b5e029c0856" providerId="ADAL" clId="{FBCF5558-25CA-4F4B-9AF8-EFBC576CC387}" dt="2026-07-20T09:59:17.715" v="244" actId="1076"/>
          <ac:picMkLst>
            <pc:docMk/>
            <pc:sldMk cId="564026106" sldId="2147481074"/>
            <ac:picMk id="9" creationId="{3DB32979-7B73-16A0-B2A4-A82BE5E23785}"/>
          </ac:picMkLst>
        </pc:picChg>
      </pc:sldChg>
      <pc:sldChg chg="addSp delSp modSp add del mod">
        <pc:chgData name="王雋凱-數位金融處-永豐銀行" userId="f78494d6-bac0-4c9e-94cd-0b5e029c0856" providerId="ADAL" clId="{FBCF5558-25CA-4F4B-9AF8-EFBC576CC387}" dt="2026-07-20T10:00:52.357" v="247" actId="207"/>
        <pc:sldMkLst>
          <pc:docMk/>
          <pc:sldMk cId="4122854778" sldId="2147481075"/>
        </pc:sldMkLst>
        <pc:spChg chg="mod">
          <ac:chgData name="王雋凱-數位金融處-永豐銀行" userId="f78494d6-bac0-4c9e-94cd-0b5e029c0856" providerId="ADAL" clId="{FBCF5558-25CA-4F4B-9AF8-EFBC576CC387}" dt="2026-07-20T10:00:52.357" v="247" actId="207"/>
          <ac:spMkLst>
            <pc:docMk/>
            <pc:sldMk cId="4122854778" sldId="2147481075"/>
            <ac:spMk id="4" creationId="{A56B29AF-B826-A5C6-2084-7513F97C4D79}"/>
          </ac:spMkLst>
        </pc:spChg>
        <pc:graphicFrameChg chg="modGraphic">
          <ac:chgData name="王雋凱-數位金融處-永豐銀行" userId="f78494d6-bac0-4c9e-94cd-0b5e029c0856" providerId="ADAL" clId="{FBCF5558-25CA-4F4B-9AF8-EFBC576CC387}" dt="2026-07-20T09:18:54.733" v="78" actId="20577"/>
          <ac:graphicFrameMkLst>
            <pc:docMk/>
            <pc:sldMk cId="4122854778" sldId="2147481075"/>
            <ac:graphicFrameMk id="3" creationId="{E6169001-1B9D-D1B0-AE7B-502E10A670F8}"/>
          </ac:graphicFrameMkLst>
        </pc:graphicFrameChg>
        <pc:graphicFrameChg chg="del">
          <ac:chgData name="王雋凱-數位金融處-永豐銀行" userId="f78494d6-bac0-4c9e-94cd-0b5e029c0856" providerId="ADAL" clId="{FBCF5558-25CA-4F4B-9AF8-EFBC576CC387}" dt="2026-07-20T09:16:36.373" v="47" actId="478"/>
          <ac:graphicFrameMkLst>
            <pc:docMk/>
            <pc:sldMk cId="4122854778" sldId="2147481075"/>
            <ac:graphicFrameMk id="8" creationId="{D626B5F2-F698-01CC-2719-6918E1C9B596}"/>
          </ac:graphicFrameMkLst>
        </pc:graphicFrameChg>
        <pc:picChg chg="add mod">
          <ac:chgData name="王雋凱-數位金融處-永豐銀行" userId="f78494d6-bac0-4c9e-94cd-0b5e029c0856" providerId="ADAL" clId="{FBCF5558-25CA-4F4B-9AF8-EFBC576CC387}" dt="2026-07-20T09:17:54.552" v="72" actId="1076"/>
          <ac:picMkLst>
            <pc:docMk/>
            <pc:sldMk cId="4122854778" sldId="2147481075"/>
            <ac:picMk id="5" creationId="{C05AC363-D8EE-FE5A-EFB3-DC25D91745A8}"/>
          </ac:picMkLst>
        </pc:picChg>
        <pc:picChg chg="add mod">
          <ac:chgData name="王雋凱-數位金融處-永豐銀行" userId="f78494d6-bac0-4c9e-94cd-0b5e029c0856" providerId="ADAL" clId="{FBCF5558-25CA-4F4B-9AF8-EFBC576CC387}" dt="2026-07-20T09:17:56.606" v="73" actId="1076"/>
          <ac:picMkLst>
            <pc:docMk/>
            <pc:sldMk cId="4122854778" sldId="2147481075"/>
            <ac:picMk id="7" creationId="{657F3810-3B5E-D416-F573-B5465A24D879}"/>
          </ac:picMkLst>
        </pc:picChg>
        <pc:picChg chg="del mod">
          <ac:chgData name="王雋凱-數位金融處-永豐銀行" userId="f78494d6-bac0-4c9e-94cd-0b5e029c0856" providerId="ADAL" clId="{FBCF5558-25CA-4F4B-9AF8-EFBC576CC387}" dt="2026-07-20T09:16:37.758" v="48" actId="478"/>
          <ac:picMkLst>
            <pc:docMk/>
            <pc:sldMk cId="4122854778" sldId="2147481075"/>
            <ac:picMk id="12" creationId="{1E922402-F87F-FD60-2707-88CFBA449729}"/>
          </ac:picMkLst>
        </pc:picChg>
      </pc:sldChg>
      <pc:sldChg chg="delSp modSp add del mod chgLayout">
        <pc:chgData name="王雋凱-數位金融處-永豐銀行" userId="f78494d6-bac0-4c9e-94cd-0b5e029c0856" providerId="ADAL" clId="{FBCF5558-25CA-4F4B-9AF8-EFBC576CC387}" dt="2026-07-22T08:53:37.189" v="987" actId="2696"/>
        <pc:sldMkLst>
          <pc:docMk/>
          <pc:sldMk cId="1432631578" sldId="2147481076"/>
        </pc:sldMkLst>
        <pc:spChg chg="mod ord">
          <ac:chgData name="王雋凱-數位金融處-永豐銀行" userId="f78494d6-bac0-4c9e-94cd-0b5e029c0856" providerId="ADAL" clId="{FBCF5558-25CA-4F4B-9AF8-EFBC576CC387}" dt="2026-07-22T08:53:25.501" v="984" actId="700"/>
          <ac:spMkLst>
            <pc:docMk/>
            <pc:sldMk cId="1432631578" sldId="2147481076"/>
            <ac:spMk id="2" creationId="{D2D72899-B19C-3786-211E-279AF6683BAE}"/>
          </ac:spMkLst>
        </pc:spChg>
        <pc:spChg chg="mod ord">
          <ac:chgData name="王雋凱-數位金融處-永豐銀行" userId="f78494d6-bac0-4c9e-94cd-0b5e029c0856" providerId="ADAL" clId="{FBCF5558-25CA-4F4B-9AF8-EFBC576CC387}" dt="2026-07-22T08:53:25.501" v="984" actId="700"/>
          <ac:spMkLst>
            <pc:docMk/>
            <pc:sldMk cId="1432631578" sldId="2147481076"/>
            <ac:spMk id="3" creationId="{ECEE298B-ECF5-2F02-4E2D-2B72B1B022CE}"/>
          </ac:spMkLst>
        </pc:spChg>
        <pc:spChg chg="del mod">
          <ac:chgData name="王雋凱-數位金融處-永豐銀行" userId="f78494d6-bac0-4c9e-94cd-0b5e029c0856" providerId="ADAL" clId="{FBCF5558-25CA-4F4B-9AF8-EFBC576CC387}" dt="2026-07-22T08:53:13.602" v="979" actId="478"/>
          <ac:spMkLst>
            <pc:docMk/>
            <pc:sldMk cId="1432631578" sldId="2147481076"/>
            <ac:spMk id="6" creationId="{F30F42E5-E195-4BFD-0353-4E5CE510C88C}"/>
          </ac:spMkLst>
        </pc:spChg>
        <pc:graphicFrameChg chg="del">
          <ac:chgData name="王雋凱-數位金融處-永豐銀行" userId="f78494d6-bac0-4c9e-94cd-0b5e029c0856" providerId="ADAL" clId="{FBCF5558-25CA-4F4B-9AF8-EFBC576CC387}" dt="2026-07-22T08:53:20.383" v="981" actId="478"/>
          <ac:graphicFrameMkLst>
            <pc:docMk/>
            <pc:sldMk cId="1432631578" sldId="2147481076"/>
            <ac:graphicFrameMk id="4" creationId="{354F48CB-E354-C44B-225B-76666E398C99}"/>
          </ac:graphicFrameMkLst>
        </pc:graphicFrameChg>
        <pc:graphicFrameChg chg="del">
          <ac:chgData name="王雋凱-數位金融處-永豐銀行" userId="f78494d6-bac0-4c9e-94cd-0b5e029c0856" providerId="ADAL" clId="{FBCF5558-25CA-4F4B-9AF8-EFBC576CC387}" dt="2026-07-22T08:53:21.191" v="982" actId="478"/>
          <ac:graphicFrameMkLst>
            <pc:docMk/>
            <pc:sldMk cId="1432631578" sldId="2147481076"/>
            <ac:graphicFrameMk id="5" creationId="{372AE484-98CA-EDA8-9322-BE934CDC8027}"/>
          </ac:graphicFrameMkLst>
        </pc:graphicFrameChg>
        <pc:cxnChg chg="del">
          <ac:chgData name="王雋凱-數位金融處-永豐銀行" userId="f78494d6-bac0-4c9e-94cd-0b5e029c0856" providerId="ADAL" clId="{FBCF5558-25CA-4F4B-9AF8-EFBC576CC387}" dt="2026-07-22T08:53:22.684" v="983" actId="478"/>
          <ac:cxnSpMkLst>
            <pc:docMk/>
            <pc:sldMk cId="1432631578" sldId="2147481076"/>
            <ac:cxnSpMk id="8" creationId="{BFB94DF1-4871-0447-DB15-28B319E5D7B5}"/>
          </ac:cxnSpMkLst>
        </pc:cxnChg>
      </pc:sldChg>
      <pc:sldChg chg="addSp delSp modSp new mod ord modClrScheme chgLayout">
        <pc:chgData name="王雋凱-數位金融處-永豐銀行" userId="f78494d6-bac0-4c9e-94cd-0b5e029c0856" providerId="ADAL" clId="{FBCF5558-25CA-4F4B-9AF8-EFBC576CC387}" dt="2026-07-23T07:16:24.446" v="1322" actId="1076"/>
        <pc:sldMkLst>
          <pc:docMk/>
          <pc:sldMk cId="237876096" sldId="2147481077"/>
        </pc:sldMkLst>
        <pc:spChg chg="add mod">
          <ac:chgData name="王雋凱-數位金融處-永豐銀行" userId="f78494d6-bac0-4c9e-94cd-0b5e029c0856" providerId="ADAL" clId="{FBCF5558-25CA-4F4B-9AF8-EFBC576CC387}" dt="2026-07-23T07:14:46.316" v="1299"/>
          <ac:spMkLst>
            <pc:docMk/>
            <pc:sldMk cId="237876096" sldId="2147481077"/>
            <ac:spMk id="2" creationId="{B1B9228D-FFD8-9984-E551-CDF7F4A48315}"/>
          </ac:spMkLst>
        </pc:spChg>
        <pc:spChg chg="add del mod">
          <ac:chgData name="王雋凱-數位金融處-永豐銀行" userId="f78494d6-bac0-4c9e-94cd-0b5e029c0856" providerId="ADAL" clId="{FBCF5558-25CA-4F4B-9AF8-EFBC576CC387}" dt="2026-07-23T07:15:43.339" v="1315" actId="478"/>
          <ac:spMkLst>
            <pc:docMk/>
            <pc:sldMk cId="237876096" sldId="2147481077"/>
            <ac:spMk id="3" creationId="{02CE0A2F-9D19-19AE-CCFE-4E58F88A0822}"/>
          </ac:spMkLst>
        </pc:spChg>
        <pc:spChg chg="add mod">
          <ac:chgData name="王雋凱-數位金融處-永豐銀行" userId="f78494d6-bac0-4c9e-94cd-0b5e029c0856" providerId="ADAL" clId="{FBCF5558-25CA-4F4B-9AF8-EFBC576CC387}" dt="2026-07-23T07:16:24.446" v="1322" actId="1076"/>
          <ac:spMkLst>
            <pc:docMk/>
            <pc:sldMk cId="237876096" sldId="2147481077"/>
            <ac:spMk id="6" creationId="{876A87B3-8867-E1B9-AE01-373FCC6A2AB9}"/>
          </ac:spMkLst>
        </pc:spChg>
        <pc:graphicFrameChg chg="add del mod modGraphic">
          <ac:chgData name="王雋凱-數位金融處-永豐銀行" userId="f78494d6-bac0-4c9e-94cd-0b5e029c0856" providerId="ADAL" clId="{FBCF5558-25CA-4F4B-9AF8-EFBC576CC387}" dt="2026-07-23T07:14:55.625" v="1301" actId="478"/>
          <ac:graphicFrameMkLst>
            <pc:docMk/>
            <pc:sldMk cId="237876096" sldId="2147481077"/>
            <ac:graphicFrameMk id="4" creationId="{AAB4EA8D-8AF1-E805-AE21-793CE4B3D651}"/>
          </ac:graphicFrameMkLst>
        </pc:graphicFrameChg>
        <pc:graphicFrameChg chg="add del mod modGraphic">
          <ac:chgData name="王雋凱-數位金融處-永豐銀行" userId="f78494d6-bac0-4c9e-94cd-0b5e029c0856" providerId="ADAL" clId="{FBCF5558-25CA-4F4B-9AF8-EFBC576CC387}" dt="2026-07-23T07:14:59.454" v="1303" actId="478"/>
          <ac:graphicFrameMkLst>
            <pc:docMk/>
            <pc:sldMk cId="237876096" sldId="2147481077"/>
            <ac:graphicFrameMk id="5" creationId="{207561C7-BCEE-2148-21AB-58822DE007E9}"/>
          </ac:graphicFrameMkLst>
        </pc:graphicFrameChg>
        <pc:graphicFrameChg chg="add mod modGraphic">
          <ac:chgData name="王雋凱-數位金融處-永豐銀行" userId="f78494d6-bac0-4c9e-94cd-0b5e029c0856" providerId="ADAL" clId="{FBCF5558-25CA-4F4B-9AF8-EFBC576CC387}" dt="2026-07-23T07:16:20.791" v="1321" actId="1076"/>
          <ac:graphicFrameMkLst>
            <pc:docMk/>
            <pc:sldMk cId="237876096" sldId="2147481077"/>
            <ac:graphicFrameMk id="7" creationId="{0A11CD5D-760B-9A7C-8214-A21AE880CA95}"/>
          </ac:graphicFrameMkLst>
        </pc:graphicFrameChg>
      </pc:sldChg>
      <pc:sldChg chg="new del">
        <pc:chgData name="王雋凱-數位金融處-永豐銀行" userId="f78494d6-bac0-4c9e-94cd-0b5e029c0856" providerId="ADAL" clId="{FBCF5558-25CA-4F4B-9AF8-EFBC576CC387}" dt="2026-07-23T07:14:06.054" v="1292" actId="680"/>
        <pc:sldMkLst>
          <pc:docMk/>
          <pc:sldMk cId="931397026" sldId="2147481078"/>
        </pc:sldMkLst>
      </pc:sldChg>
      <pc:sldChg chg="add">
        <pc:chgData name="王雋凱-數位金融處-永豐銀行" userId="f78494d6-bac0-4c9e-94cd-0b5e029c0856" providerId="ADAL" clId="{FBCF5558-25CA-4F4B-9AF8-EFBC576CC387}" dt="2026-07-23T07:14:35.641" v="1298"/>
        <pc:sldMkLst>
          <pc:docMk/>
          <pc:sldMk cId="1397353505" sldId="2147481078"/>
        </pc:sldMkLst>
      </pc:sldChg>
      <pc:sldChg chg="add del">
        <pc:chgData name="王雋凱-數位金融處-永豐銀行" userId="f78494d6-bac0-4c9e-94cd-0b5e029c0856" providerId="ADAL" clId="{FBCF5558-25CA-4F4B-9AF8-EFBC576CC387}" dt="2026-07-23T07:14:32.129" v="1297" actId="2696"/>
        <pc:sldMkLst>
          <pc:docMk/>
          <pc:sldMk cId="3787988367" sldId="2147481078"/>
        </pc:sldMkLst>
      </pc:sldChg>
      <pc:sldChg chg="add del">
        <pc:chgData name="王雋凱-數位金融處-永豐銀行" userId="f78494d6-bac0-4c9e-94cd-0b5e029c0856" providerId="ADAL" clId="{FBCF5558-25CA-4F4B-9AF8-EFBC576CC387}" dt="2026-07-23T07:14:32.129" v="1297" actId="2696"/>
        <pc:sldMkLst>
          <pc:docMk/>
          <pc:sldMk cId="1252541940" sldId="2147481079"/>
        </pc:sldMkLst>
      </pc:sldChg>
      <pc:sldMasterChg chg="delSldLayout">
        <pc:chgData name="王雋凱-數位金融處-永豐銀行" userId="f78494d6-bac0-4c9e-94cd-0b5e029c0856" providerId="ADAL" clId="{FBCF5558-25CA-4F4B-9AF8-EFBC576CC387}" dt="2026-07-23T07:14:32.129" v="1297" actId="2696"/>
        <pc:sldMasterMkLst>
          <pc:docMk/>
          <pc:sldMasterMk cId="2821426224" sldId="2147483690"/>
        </pc:sldMasterMkLst>
        <pc:sldLayoutChg chg="del">
          <pc:chgData name="王雋凱-數位金融處-永豐銀行" userId="f78494d6-bac0-4c9e-94cd-0b5e029c0856" providerId="ADAL" clId="{FBCF5558-25CA-4F4B-9AF8-EFBC576CC387}" dt="2026-07-23T07:14:32.129" v="1297" actId="2696"/>
          <pc:sldLayoutMkLst>
            <pc:docMk/>
            <pc:sldMasterMk cId="2821426224" sldId="2147483690"/>
            <pc:sldLayoutMk cId="3147394566" sldId="2147483701"/>
          </pc:sldLayoutMkLst>
        </pc:sldLayoutChg>
      </pc:sldMasterChg>
    </pc:docChg>
  </pc:docChgLst>
  <pc:docChgLst>
    <pc:chgData name="王雋凱-數位金融處-永豐銀行" userId="f78494d6-bac0-4c9e-94cd-0b5e029c0856" providerId="ADAL" clId="{677C5A2F-1BBE-4290-8FE9-3EE6918AA842}"/>
    <pc:docChg chg="undo custSel addSld delSld modSld sldOrd modSection">
      <pc:chgData name="王雋凱-數位金融處-永豐銀行" userId="f78494d6-bac0-4c9e-94cd-0b5e029c0856" providerId="ADAL" clId="{677C5A2F-1BBE-4290-8FE9-3EE6918AA842}" dt="2026-07-16T07:17:26.986" v="1737" actId="20577"/>
      <pc:docMkLst>
        <pc:docMk/>
      </pc:docMkLst>
      <pc:sldChg chg="modSp mod">
        <pc:chgData name="王雋凱-數位金融處-永豐銀行" userId="f78494d6-bac0-4c9e-94cd-0b5e029c0856" providerId="ADAL" clId="{677C5A2F-1BBE-4290-8FE9-3EE6918AA842}" dt="2026-07-16T07:17:26.986" v="1737" actId="20577"/>
        <pc:sldMkLst>
          <pc:docMk/>
          <pc:sldMk cId="3463483703" sldId="3274"/>
        </pc:sldMkLst>
        <pc:graphicFrameChg chg="mod modGraphic">
          <ac:chgData name="王雋凱-數位金融處-永豐銀行" userId="f78494d6-bac0-4c9e-94cd-0b5e029c0856" providerId="ADAL" clId="{677C5A2F-1BBE-4290-8FE9-3EE6918AA842}" dt="2026-07-16T07:17:26.986" v="1737" actId="20577"/>
          <ac:graphicFrameMkLst>
            <pc:docMk/>
            <pc:sldMk cId="3463483703" sldId="3274"/>
            <ac:graphicFrameMk id="5" creationId="{4AA8387D-2FB4-6978-F7F3-A9ECA5A23BB7}"/>
          </ac:graphicFrameMkLst>
        </pc:graphicFrameChg>
      </pc:sldChg>
      <pc:sldChg chg="addSp delSp modSp del mod ord chgLayout">
        <pc:chgData name="王雋凱-數位金融處-永豐銀行" userId="f78494d6-bac0-4c9e-94cd-0b5e029c0856" providerId="ADAL" clId="{677C5A2F-1BBE-4290-8FE9-3EE6918AA842}" dt="2026-06-05T03:35:52.341" v="1198" actId="2696"/>
        <pc:sldMkLst>
          <pc:docMk/>
          <pc:sldMk cId="4048578211" sldId="2147471203"/>
        </pc:sldMkLst>
      </pc:sldChg>
      <pc:sldChg chg="modSp add mod">
        <pc:chgData name="王雋凱-數位金融處-永豐銀行" userId="f78494d6-bac0-4c9e-94cd-0b5e029c0856" providerId="ADAL" clId="{677C5A2F-1BBE-4290-8FE9-3EE6918AA842}" dt="2026-06-05T03:43:23.763" v="1239"/>
        <pc:sldMkLst>
          <pc:docMk/>
          <pc:sldMk cId="1074177084" sldId="2147471223"/>
        </pc:sldMkLst>
      </pc:sldChg>
      <pc:sldChg chg="modSp add mod">
        <pc:chgData name="王雋凱-數位金融處-永豐銀行" userId="f78494d6-bac0-4c9e-94cd-0b5e029c0856" providerId="ADAL" clId="{677C5A2F-1BBE-4290-8FE9-3EE6918AA842}" dt="2026-06-05T03:42:16.561" v="1224"/>
        <pc:sldMkLst>
          <pc:docMk/>
          <pc:sldMk cId="2202823034" sldId="2147471224"/>
        </pc:sldMkLst>
      </pc:sldChg>
      <pc:sldChg chg="addSp delSp modSp add mod">
        <pc:chgData name="王雋凱-數位金融處-永豐銀行" userId="f78494d6-bac0-4c9e-94cd-0b5e029c0856" providerId="ADAL" clId="{677C5A2F-1BBE-4290-8FE9-3EE6918AA842}" dt="2026-06-08T14:41:16.923" v="1511" actId="1076"/>
        <pc:sldMkLst>
          <pc:docMk/>
          <pc:sldMk cId="3945464203" sldId="2147471225"/>
        </pc:sldMkLst>
        <pc:spChg chg="mod">
          <ac:chgData name="王雋凱-數位金融處-永豐銀行" userId="f78494d6-bac0-4c9e-94cd-0b5e029c0856" providerId="ADAL" clId="{677C5A2F-1BBE-4290-8FE9-3EE6918AA842}" dt="2026-06-08T14:40:58.304" v="1509"/>
          <ac:spMkLst>
            <pc:docMk/>
            <pc:sldMk cId="3945464203" sldId="2147471225"/>
            <ac:spMk id="2" creationId="{62930CFD-B623-0CA4-ADD8-424E3CCF7711}"/>
          </ac:spMkLst>
        </pc:spChg>
      </pc:sldChg>
      <pc:sldChg chg="addSp delSp modSp add mod chgLayout">
        <pc:chgData name="王雋凱-數位金融處-永豐銀行" userId="f78494d6-bac0-4c9e-94cd-0b5e029c0856" providerId="ADAL" clId="{677C5A2F-1BBE-4290-8FE9-3EE6918AA842}" dt="2026-06-08T02:02:04.463" v="1424" actId="1076"/>
        <pc:sldMkLst>
          <pc:docMk/>
          <pc:sldMk cId="3891388891" sldId="2147471226"/>
        </pc:sldMkLst>
        <pc:spChg chg="mod ord">
          <ac:chgData name="王雋凱-數位金融處-永豐銀行" userId="f78494d6-bac0-4c9e-94cd-0b5e029c0856" providerId="ADAL" clId="{677C5A2F-1BBE-4290-8FE9-3EE6918AA842}" dt="2026-06-08T02:00:24.377" v="1407" actId="700"/>
          <ac:spMkLst>
            <pc:docMk/>
            <pc:sldMk cId="3891388891" sldId="2147471226"/>
            <ac:spMk id="4" creationId="{A56B29AF-B826-A5C6-2084-7513F97C4D79}"/>
          </ac:spMkLst>
        </pc:spChg>
        <pc:graphicFrameChg chg="mod modGraphic">
          <ac:chgData name="王雋凱-數位金融處-永豐銀行" userId="f78494d6-bac0-4c9e-94cd-0b5e029c0856" providerId="ADAL" clId="{677C5A2F-1BBE-4290-8FE9-3EE6918AA842}" dt="2026-06-08T02:01:50.466" v="1421" actId="14100"/>
          <ac:graphicFrameMkLst>
            <pc:docMk/>
            <pc:sldMk cId="3891388891" sldId="2147471226"/>
            <ac:graphicFrameMk id="3" creationId="{E6169001-1B9D-D1B0-AE7B-502E10A670F8}"/>
          </ac:graphicFrameMkLst>
        </pc:graphicFrameChg>
        <pc:graphicFrameChg chg="mod modGraphic">
          <ac:chgData name="王雋凱-數位金融處-永豐銀行" userId="f78494d6-bac0-4c9e-94cd-0b5e029c0856" providerId="ADAL" clId="{677C5A2F-1BBE-4290-8FE9-3EE6918AA842}" dt="2026-06-08T02:01:56.400" v="1422" actId="1076"/>
          <ac:graphicFrameMkLst>
            <pc:docMk/>
            <pc:sldMk cId="3891388891" sldId="2147471226"/>
            <ac:graphicFrameMk id="8" creationId="{D626B5F2-F698-01CC-2719-6918E1C9B596}"/>
          </ac:graphicFrameMkLst>
        </pc:graphicFrameChg>
        <pc:picChg chg="mod">
          <ac:chgData name="王雋凱-數位金融處-永豐銀行" userId="f78494d6-bac0-4c9e-94cd-0b5e029c0856" providerId="ADAL" clId="{677C5A2F-1BBE-4290-8FE9-3EE6918AA842}" dt="2026-06-08T02:02:04.463" v="1424" actId="1076"/>
          <ac:picMkLst>
            <pc:docMk/>
            <pc:sldMk cId="3891388891" sldId="2147471226"/>
            <ac:picMk id="12" creationId="{1E922402-F87F-FD60-2707-88CFBA449729}"/>
          </ac:picMkLst>
        </pc:picChg>
      </pc:sldChg>
      <pc:sldChg chg="addSp delSp modSp mod">
        <pc:chgData name="王雋凱-數位金融處-永豐銀行" userId="f78494d6-bac0-4c9e-94cd-0b5e029c0856" providerId="ADAL" clId="{677C5A2F-1BBE-4290-8FE9-3EE6918AA842}" dt="2026-07-16T06:31:25.503" v="1661" actId="1076"/>
        <pc:sldMkLst>
          <pc:docMk/>
          <pc:sldMk cId="294336624" sldId="2147471238"/>
        </pc:sldMkLst>
        <pc:picChg chg="add mod">
          <ac:chgData name="王雋凱-數位金融處-永豐銀行" userId="f78494d6-bac0-4c9e-94cd-0b5e029c0856" providerId="ADAL" clId="{677C5A2F-1BBE-4290-8FE9-3EE6918AA842}" dt="2026-07-16T06:31:25.503" v="1661" actId="1076"/>
          <ac:picMkLst>
            <pc:docMk/>
            <pc:sldMk cId="294336624" sldId="2147471238"/>
            <ac:picMk id="3" creationId="{2F7378F4-A63D-D1CB-784A-B20C1F604670}"/>
          </ac:picMkLst>
        </pc:picChg>
        <pc:picChg chg="del">
          <ac:chgData name="王雋凱-數位金融處-永豐銀行" userId="f78494d6-bac0-4c9e-94cd-0b5e029c0856" providerId="ADAL" clId="{677C5A2F-1BBE-4290-8FE9-3EE6918AA842}" dt="2026-07-16T06:31:16.452" v="1655" actId="478"/>
          <ac:picMkLst>
            <pc:docMk/>
            <pc:sldMk cId="294336624" sldId="2147471238"/>
            <ac:picMk id="4" creationId="{63A107A3-AC08-E295-64BD-0E6D763B711C}"/>
          </ac:picMkLst>
        </pc:picChg>
      </pc:sldChg>
      <pc:sldChg chg="addSp delSp modSp mod">
        <pc:chgData name="王雋凱-數位金融處-永豐銀行" userId="f78494d6-bac0-4c9e-94cd-0b5e029c0856" providerId="ADAL" clId="{677C5A2F-1BBE-4290-8FE9-3EE6918AA842}" dt="2026-06-05T03:49:17.037" v="1254"/>
        <pc:sldMkLst>
          <pc:docMk/>
          <pc:sldMk cId="2676262458" sldId="2147480451"/>
        </pc:sldMkLst>
      </pc:sldChg>
      <pc:sldChg chg="del">
        <pc:chgData name="王雋凱-數位金融處-永豐銀行" userId="f78494d6-bac0-4c9e-94cd-0b5e029c0856" providerId="ADAL" clId="{677C5A2F-1BBE-4290-8FE9-3EE6918AA842}" dt="2026-04-24T08:34:30.349" v="1023" actId="2696"/>
        <pc:sldMkLst>
          <pc:docMk/>
          <pc:sldMk cId="3253396355" sldId="2147480746"/>
        </pc:sldMkLst>
      </pc:sldChg>
      <pc:sldChg chg="del">
        <pc:chgData name="王雋凱-數位金融處-永豐銀行" userId="f78494d6-bac0-4c9e-94cd-0b5e029c0856" providerId="ADAL" clId="{677C5A2F-1BBE-4290-8FE9-3EE6918AA842}" dt="2026-04-23T07:11:45.660" v="79" actId="2696"/>
        <pc:sldMkLst>
          <pc:docMk/>
          <pc:sldMk cId="2390021661" sldId="2147480750"/>
        </pc:sldMkLst>
      </pc:sldChg>
      <pc:sldChg chg="addSp delSp modSp mod">
        <pc:chgData name="王雋凱-數位金融處-永豐銀行" userId="f78494d6-bac0-4c9e-94cd-0b5e029c0856" providerId="ADAL" clId="{677C5A2F-1BBE-4290-8FE9-3EE6918AA842}" dt="2026-04-23T05:44:58.735" v="2"/>
        <pc:sldMkLst>
          <pc:docMk/>
          <pc:sldMk cId="556957741" sldId="2147480758"/>
        </pc:sldMkLst>
      </pc:sldChg>
      <pc:sldChg chg="addSp delSp modSp del mod chgLayout">
        <pc:chgData name="王雋凱-數位金融處-永豐銀行" userId="f78494d6-bac0-4c9e-94cd-0b5e029c0856" providerId="ADAL" clId="{677C5A2F-1BBE-4290-8FE9-3EE6918AA842}" dt="2026-06-05T03:36:05.947" v="1199" actId="2696"/>
        <pc:sldMkLst>
          <pc:docMk/>
          <pc:sldMk cId="423209704" sldId="2147480761"/>
        </pc:sldMkLst>
      </pc:sldChg>
      <pc:sldChg chg="add del">
        <pc:chgData name="王雋凱-數位金融處-永豐銀行" userId="f78494d6-bac0-4c9e-94cd-0b5e029c0856" providerId="ADAL" clId="{677C5A2F-1BBE-4290-8FE9-3EE6918AA842}" dt="2026-04-23T07:11:45.660" v="79" actId="2696"/>
        <pc:sldMkLst>
          <pc:docMk/>
          <pc:sldMk cId="153637127" sldId="2147480762"/>
        </pc:sldMkLst>
      </pc:sldChg>
      <pc:sldChg chg="new del">
        <pc:chgData name="王雋凱-數位金融處-永豐銀行" userId="f78494d6-bac0-4c9e-94cd-0b5e029c0856" providerId="ADAL" clId="{677C5A2F-1BBE-4290-8FE9-3EE6918AA842}" dt="2026-04-23T07:12:03.600" v="81" actId="680"/>
        <pc:sldMkLst>
          <pc:docMk/>
          <pc:sldMk cId="981731634" sldId="2147480762"/>
        </pc:sldMkLst>
      </pc:sldChg>
      <pc:sldChg chg="addSp delSp modSp add mod">
        <pc:chgData name="王雋凱-數位金融處-永豐銀行" userId="f78494d6-bac0-4c9e-94cd-0b5e029c0856" providerId="ADAL" clId="{677C5A2F-1BBE-4290-8FE9-3EE6918AA842}" dt="2026-04-23T07:13:02.442" v="99" actId="1076"/>
        <pc:sldMkLst>
          <pc:docMk/>
          <pc:sldMk cId="2468474865" sldId="2147480762"/>
        </pc:sldMkLst>
        <pc:spChg chg="mod">
          <ac:chgData name="王雋凱-數位金融處-永豐銀行" userId="f78494d6-bac0-4c9e-94cd-0b5e029c0856" providerId="ADAL" clId="{677C5A2F-1BBE-4290-8FE9-3EE6918AA842}" dt="2026-04-23T07:12:40.023" v="91" actId="20577"/>
          <ac:spMkLst>
            <pc:docMk/>
            <pc:sldMk cId="2468474865" sldId="2147480762"/>
            <ac:spMk id="5" creationId="{5BAB5F01-D5BD-2A07-19D4-0A5F63D5C12D}"/>
          </ac:spMkLst>
        </pc:spChg>
        <pc:picChg chg="add mod">
          <ac:chgData name="王雋凱-數位金融處-永豐銀行" userId="f78494d6-bac0-4c9e-94cd-0b5e029c0856" providerId="ADAL" clId="{677C5A2F-1BBE-4290-8FE9-3EE6918AA842}" dt="2026-04-23T07:13:02.442" v="99" actId="1076"/>
          <ac:picMkLst>
            <pc:docMk/>
            <pc:sldMk cId="2468474865" sldId="2147480762"/>
            <ac:picMk id="7" creationId="{F5C0F43E-A857-6972-182F-181272FB0659}"/>
          </ac:picMkLst>
        </pc:picChg>
      </pc:sldChg>
      <pc:sldChg chg="addSp delSp modSp add del mod chgLayout">
        <pc:chgData name="王雋凱-數位金融處-永豐銀行" userId="f78494d6-bac0-4c9e-94cd-0b5e029c0856" providerId="ADAL" clId="{677C5A2F-1BBE-4290-8FE9-3EE6918AA842}" dt="2026-06-05T03:29:09.318" v="1112" actId="2696"/>
        <pc:sldMkLst>
          <pc:docMk/>
          <pc:sldMk cId="3235764236" sldId="2147480763"/>
        </pc:sldMkLst>
      </pc:sldChg>
      <pc:sldChg chg="del">
        <pc:chgData name="王雋凱-數位金融處-永豐銀行" userId="f78494d6-bac0-4c9e-94cd-0b5e029c0856" providerId="ADAL" clId="{677C5A2F-1BBE-4290-8FE9-3EE6918AA842}" dt="2026-05-15T06:48:12.641" v="1040" actId="2696"/>
        <pc:sldMkLst>
          <pc:docMk/>
          <pc:sldMk cId="3825695890" sldId="2147480765"/>
        </pc:sldMkLst>
      </pc:sldChg>
      <pc:sldChg chg="del">
        <pc:chgData name="王雋凱-數位金融處-永豐銀行" userId="f78494d6-bac0-4c9e-94cd-0b5e029c0856" providerId="ADAL" clId="{677C5A2F-1BBE-4290-8FE9-3EE6918AA842}" dt="2026-05-15T06:49:06.943" v="1042" actId="2696"/>
        <pc:sldMkLst>
          <pc:docMk/>
          <pc:sldMk cId="3163637310" sldId="2147481060"/>
        </pc:sldMkLst>
      </pc:sldChg>
      <pc:sldChg chg="del">
        <pc:chgData name="王雋凱-數位金融處-永豐銀行" userId="f78494d6-bac0-4c9e-94cd-0b5e029c0856" providerId="ADAL" clId="{677C5A2F-1BBE-4290-8FE9-3EE6918AA842}" dt="2026-06-05T02:43:34.553" v="1109" actId="2696"/>
        <pc:sldMkLst>
          <pc:docMk/>
          <pc:sldMk cId="2683683167" sldId="2147481063"/>
        </pc:sldMkLst>
      </pc:sldChg>
      <pc:sldChg chg="del">
        <pc:chgData name="王雋凱-數位金融處-永豐銀行" userId="f78494d6-bac0-4c9e-94cd-0b5e029c0856" providerId="ADAL" clId="{677C5A2F-1BBE-4290-8FE9-3EE6918AA842}" dt="2026-06-05T02:43:34.553" v="1109" actId="2696"/>
        <pc:sldMkLst>
          <pc:docMk/>
          <pc:sldMk cId="1547946033" sldId="2147481064"/>
        </pc:sldMkLst>
      </pc:sldChg>
      <pc:sldChg chg="modSp add del mod">
        <pc:chgData name="王雋凱-數位金融處-永豐銀行" userId="f78494d6-bac0-4c9e-94cd-0b5e029c0856" providerId="ADAL" clId="{677C5A2F-1BBE-4290-8FE9-3EE6918AA842}" dt="2026-06-08T14:41:04.914" v="1510" actId="2696"/>
        <pc:sldMkLst>
          <pc:docMk/>
          <pc:sldMk cId="2438764496" sldId="2147481068"/>
        </pc:sldMkLst>
      </pc:sldChg>
      <pc:sldChg chg="addSp delSp modSp new del mod modClrScheme chgLayout">
        <pc:chgData name="王雋凱-數位金融處-永豐銀行" userId="f78494d6-bac0-4c9e-94cd-0b5e029c0856" providerId="ADAL" clId="{677C5A2F-1BBE-4290-8FE9-3EE6918AA842}" dt="2026-06-08T01:58:12.002" v="1306" actId="2696"/>
        <pc:sldMkLst>
          <pc:docMk/>
          <pc:sldMk cId="3504256336" sldId="2147481068"/>
        </pc:sldMkLst>
      </pc:sldChg>
      <pc:sldChg chg="add del">
        <pc:chgData name="王雋凱-數位金融處-永豐銀行" userId="f78494d6-bac0-4c9e-94cd-0b5e029c0856" providerId="ADAL" clId="{677C5A2F-1BBE-4290-8FE9-3EE6918AA842}" dt="2026-06-08T14:40:34.523" v="1505" actId="2890"/>
        <pc:sldMkLst>
          <pc:docMk/>
          <pc:sldMk cId="4085019488" sldId="2147481068"/>
        </pc:sldMkLst>
      </pc:sldChg>
      <pc:sldChg chg="delSp add del mod">
        <pc:chgData name="王雋凱-數位金融處-永豐銀行" userId="f78494d6-bac0-4c9e-94cd-0b5e029c0856" providerId="ADAL" clId="{677C5A2F-1BBE-4290-8FE9-3EE6918AA842}" dt="2026-06-08T01:58:29.121" v="1309" actId="2696"/>
        <pc:sldMkLst>
          <pc:docMk/>
          <pc:sldMk cId="4188786938" sldId="2147481069"/>
        </pc:sldMkLst>
      </pc:sldChg>
      <pc:sldChg chg="addSp delSp modSp add mod modClrScheme chgLayout">
        <pc:chgData name="王雋凱-數位金融處-永豐銀行" userId="f78494d6-bac0-4c9e-94cd-0b5e029c0856" providerId="ADAL" clId="{677C5A2F-1BBE-4290-8FE9-3EE6918AA842}" dt="2026-06-25T09:43:54.064" v="1573" actId="14100"/>
        <pc:sldMkLst>
          <pc:docMk/>
          <pc:sldMk cId="200946658" sldId="2147481070"/>
        </pc:sldMkLst>
        <pc:spChg chg="mod ord">
          <ac:chgData name="王雋凱-數位金融處-永豐銀行" userId="f78494d6-bac0-4c9e-94cd-0b5e029c0856" providerId="ADAL" clId="{677C5A2F-1BBE-4290-8FE9-3EE6918AA842}" dt="2026-06-25T09:40:50.110" v="1558" actId="20577"/>
          <ac:spMkLst>
            <pc:docMk/>
            <pc:sldMk cId="200946658" sldId="2147481070"/>
            <ac:spMk id="2" creationId="{FA0021C8-3737-1595-99DB-59DD215D8FD6}"/>
          </ac:spMkLst>
        </pc:spChg>
        <pc:spChg chg="mod ord">
          <ac:chgData name="王雋凱-數位金融處-永豐銀行" userId="f78494d6-bac0-4c9e-94cd-0b5e029c0856" providerId="ADAL" clId="{677C5A2F-1BBE-4290-8FE9-3EE6918AA842}" dt="2026-06-25T09:43:15.821" v="1568" actId="113"/>
          <ac:spMkLst>
            <pc:docMk/>
            <pc:sldMk cId="200946658" sldId="2147481070"/>
            <ac:spMk id="3" creationId="{2B8C4D41-5438-4408-54CC-1C48CC03ED78}"/>
          </ac:spMkLst>
        </pc:spChg>
        <pc:spChg chg="mod">
          <ac:chgData name="王雋凱-數位金融處-永豐銀行" userId="f78494d6-bac0-4c9e-94cd-0b5e029c0856" providerId="ADAL" clId="{677C5A2F-1BBE-4290-8FE9-3EE6918AA842}" dt="2026-06-25T09:43:54.064" v="1573" actId="14100"/>
          <ac:spMkLst>
            <pc:docMk/>
            <pc:sldMk cId="200946658" sldId="2147481070"/>
            <ac:spMk id="16" creationId="{4AC31464-733D-B883-8631-AE539D53F01C}"/>
          </ac:spMkLst>
        </pc:spChg>
        <pc:graphicFrameChg chg="mod modGraphic">
          <ac:chgData name="王雋凱-數位金融處-永豐銀行" userId="f78494d6-bac0-4c9e-94cd-0b5e029c0856" providerId="ADAL" clId="{677C5A2F-1BBE-4290-8FE9-3EE6918AA842}" dt="2026-06-25T09:43:51" v="1572" actId="1076"/>
          <ac:graphicFrameMkLst>
            <pc:docMk/>
            <pc:sldMk cId="200946658" sldId="2147481070"/>
            <ac:graphicFrameMk id="10" creationId="{7EE76454-7BE2-028E-4BA5-ECD53E772F7B}"/>
          </ac:graphicFrameMkLst>
        </pc:graphicFrameChg>
        <pc:graphicFrameChg chg="mod">
          <ac:chgData name="王雋凱-數位金融處-永豐銀行" userId="f78494d6-bac0-4c9e-94cd-0b5e029c0856" providerId="ADAL" clId="{677C5A2F-1BBE-4290-8FE9-3EE6918AA842}" dt="2026-06-25T09:42:04.105" v="1565" actId="1076"/>
          <ac:graphicFrameMkLst>
            <pc:docMk/>
            <pc:sldMk cId="200946658" sldId="2147481070"/>
            <ac:graphicFrameMk id="11" creationId="{7B7FC56B-9E0D-24BA-1A68-C8E6F2BEBF3C}"/>
          </ac:graphicFrameMkLst>
        </pc:graphicFrameChg>
      </pc:sldChg>
      <pc:sldMasterChg chg="delSldLayout">
        <pc:chgData name="王雋凱-數位金融處-永豐銀行" userId="f78494d6-bac0-4c9e-94cd-0b5e029c0856" providerId="ADAL" clId="{677C5A2F-1BBE-4290-8FE9-3EE6918AA842}" dt="2026-05-15T06:49:06.943" v="1042" actId="2696"/>
        <pc:sldMasterMkLst>
          <pc:docMk/>
          <pc:sldMasterMk cId="0" sldId="2147483648"/>
        </pc:sldMasterMkLst>
        <pc:sldLayoutChg chg="del">
          <pc:chgData name="王雋凱-數位金融處-永豐銀行" userId="f78494d6-bac0-4c9e-94cd-0b5e029c0856" providerId="ADAL" clId="{677C5A2F-1BBE-4290-8FE9-3EE6918AA842}" dt="2026-05-15T06:49:06.943" v="1042" actId="2696"/>
          <pc:sldLayoutMkLst>
            <pc:docMk/>
            <pc:sldMasterMk cId="0" sldId="2147483648"/>
            <pc:sldLayoutMk cId="0" sldId="2147483652"/>
          </pc:sldLayoutMkLst>
        </pc:sldLayoutChg>
      </pc:sldMasterChg>
    </pc:docChg>
  </pc:docChgLst>
  <pc:docChgLst>
    <pc:chgData name="胡逸珊-數據應用部-永豐銀行" userId="S::amy.shan@sinopac.com::13d42ef6-e172-48ae-9bf3-169f76092039" providerId="AD" clId="Web-{F9786468-19A0-F7C4-EF1A-F20F8C7C9EE6}"/>
    <pc:docChg chg="modSld">
      <pc:chgData name="胡逸珊-數據應用部-永豐銀行" userId="S::amy.shan@sinopac.com::13d42ef6-e172-48ae-9bf3-169f76092039" providerId="AD" clId="Web-{F9786468-19A0-F7C4-EF1A-F20F8C7C9EE6}" dt="2026-07-17T08:58:12.002" v="5"/>
      <pc:docMkLst>
        <pc:docMk/>
      </pc:docMkLst>
      <pc:sldChg chg="addSp delSp modSp">
        <pc:chgData name="胡逸珊-數據應用部-永豐銀行" userId="S::amy.shan@sinopac.com::13d42ef6-e172-48ae-9bf3-169f76092039" providerId="AD" clId="Web-{F9786468-19A0-F7C4-EF1A-F20F8C7C9EE6}" dt="2026-07-17T08:58:12.002" v="5"/>
        <pc:sldMkLst>
          <pc:docMk/>
          <pc:sldMk cId="4049934866" sldId="2147480553"/>
        </pc:sldMkLst>
        <pc:spChg chg="add del mod">
          <ac:chgData name="胡逸珊-數據應用部-永豐銀行" userId="S::amy.shan@sinopac.com::13d42ef6-e172-48ae-9bf3-169f76092039" providerId="AD" clId="Web-{F9786468-19A0-F7C4-EF1A-F20F8C7C9EE6}" dt="2026-07-17T08:58:12.002" v="5"/>
          <ac:spMkLst>
            <pc:docMk/>
            <pc:sldMk cId="4049934866" sldId="2147480553"/>
            <ac:spMk id="15" creationId="{3BFFD117-58F2-9E48-05E3-3AFE6EC4F117}"/>
          </ac:spMkLst>
        </pc:spChg>
      </pc:sldChg>
      <pc:sldChg chg="addSp delSp modSp">
        <pc:chgData name="胡逸珊-數據應用部-永豐銀行" userId="S::amy.shan@sinopac.com::13d42ef6-e172-48ae-9bf3-169f76092039" providerId="AD" clId="Web-{F9786468-19A0-F7C4-EF1A-F20F8C7C9EE6}" dt="2026-07-17T08:58:07.080" v="4"/>
        <pc:sldMkLst>
          <pc:docMk/>
          <pc:sldMk cId="47770383" sldId="2147481072"/>
        </pc:sldMkLst>
        <pc:spChg chg="add del mod">
          <ac:chgData name="胡逸珊-數據應用部-永豐銀行" userId="S::amy.shan@sinopac.com::13d42ef6-e172-48ae-9bf3-169f76092039" providerId="AD" clId="Web-{F9786468-19A0-F7C4-EF1A-F20F8C7C9EE6}" dt="2026-07-17T08:58:07.080" v="4"/>
          <ac:spMkLst>
            <pc:docMk/>
            <pc:sldMk cId="47770383" sldId="2147481072"/>
            <ac:spMk id="2" creationId="{00210730-282E-A718-65D7-2CA9E99E4D7C}"/>
          </ac:spMkLst>
        </pc:spChg>
      </pc:sldChg>
    </pc:docChg>
  </pc:docChgLst>
  <pc:docChgLst>
    <pc:chgData name="李思穎-數位金融處-永豐銀行" userId="5fc5ea02-bcdc-467f-9a61-311a9d763b91" providerId="ADAL" clId="{DC898AAC-6789-4C9D-A7DC-4E6D91C70082}"/>
    <pc:docChg chg="undo custSel addSld delSld modSld modSection">
      <pc:chgData name="李思穎-數位金融處-永豐銀行" userId="5fc5ea02-bcdc-467f-9a61-311a9d763b91" providerId="ADAL" clId="{DC898AAC-6789-4C9D-A7DC-4E6D91C70082}" dt="2026-07-21T07:54:51.115" v="1088" actId="1076"/>
      <pc:docMkLst>
        <pc:docMk/>
      </pc:docMkLst>
      <pc:sldChg chg="modSp mod">
        <pc:chgData name="李思穎-數位金融處-永豐銀行" userId="5fc5ea02-bcdc-467f-9a61-311a9d763b91" providerId="ADAL" clId="{DC898AAC-6789-4C9D-A7DC-4E6D91C70082}" dt="2026-07-21T07:13:22.599" v="706" actId="20577"/>
        <pc:sldMkLst>
          <pc:docMk/>
          <pc:sldMk cId="2392403916" sldId="2291"/>
        </pc:sldMkLst>
        <pc:spChg chg="mod">
          <ac:chgData name="李思穎-數位金融處-永豐銀行" userId="5fc5ea02-bcdc-467f-9a61-311a9d763b91" providerId="ADAL" clId="{DC898AAC-6789-4C9D-A7DC-4E6D91C70082}" dt="2026-07-21T07:13:22.599" v="706" actId="20577"/>
          <ac:spMkLst>
            <pc:docMk/>
            <pc:sldMk cId="2392403916" sldId="2291"/>
            <ac:spMk id="9" creationId="{209F02C8-0DE4-D70B-FB97-1145C4B41A37}"/>
          </ac:spMkLst>
        </pc:spChg>
      </pc:sldChg>
      <pc:sldChg chg="modSp mod">
        <pc:chgData name="李思穎-數位金融處-永豐銀行" userId="5fc5ea02-bcdc-467f-9a61-311a9d763b91" providerId="ADAL" clId="{DC898AAC-6789-4C9D-A7DC-4E6D91C70082}" dt="2026-07-20T06:05:41.086" v="358" actId="1076"/>
        <pc:sldMkLst>
          <pc:docMk/>
          <pc:sldMk cId="3463483703" sldId="3274"/>
        </pc:sldMkLst>
        <pc:graphicFrameChg chg="mod">
          <ac:chgData name="李思穎-數位金融處-永豐銀行" userId="5fc5ea02-bcdc-467f-9a61-311a9d763b91" providerId="ADAL" clId="{DC898AAC-6789-4C9D-A7DC-4E6D91C70082}" dt="2026-07-20T06:05:41.086" v="358" actId="1076"/>
          <ac:graphicFrameMkLst>
            <pc:docMk/>
            <pc:sldMk cId="3463483703" sldId="3274"/>
            <ac:graphicFrameMk id="5" creationId="{4AA8387D-2FB4-6978-F7F3-A9ECA5A23BB7}"/>
          </ac:graphicFrameMkLst>
        </pc:graphicFrameChg>
      </pc:sldChg>
      <pc:sldChg chg="modAnim">
        <pc:chgData name="李思穎-數位金融處-永豐銀行" userId="5fc5ea02-bcdc-467f-9a61-311a9d763b91" providerId="ADAL" clId="{DC898AAC-6789-4C9D-A7DC-4E6D91C70082}" dt="2026-07-21T07:07:57.360" v="705"/>
        <pc:sldMkLst>
          <pc:docMk/>
          <pc:sldMk cId="3136342423" sldId="2147471220"/>
        </pc:sldMkLst>
      </pc:sldChg>
      <pc:sldChg chg="modSp mod">
        <pc:chgData name="李思穎-數位金融處-永豐銀行" userId="5fc5ea02-bcdc-467f-9a61-311a9d763b91" providerId="ADAL" clId="{DC898AAC-6789-4C9D-A7DC-4E6D91C70082}" dt="2026-07-21T07:16:29.844" v="708" actId="13926"/>
        <pc:sldMkLst>
          <pc:docMk/>
          <pc:sldMk cId="3945464203" sldId="2147471225"/>
        </pc:sldMkLst>
        <pc:graphicFrameChg chg="modGraphic">
          <ac:chgData name="李思穎-數位金融處-永豐銀行" userId="5fc5ea02-bcdc-467f-9a61-311a9d763b91" providerId="ADAL" clId="{DC898AAC-6789-4C9D-A7DC-4E6D91C70082}" dt="2026-07-21T07:16:29.844" v="708" actId="13926"/>
          <ac:graphicFrameMkLst>
            <pc:docMk/>
            <pc:sldMk cId="3945464203" sldId="2147471225"/>
            <ac:graphicFrameMk id="8" creationId="{99C5419B-25E2-F61E-F19F-3718BB4EA84F}"/>
          </ac:graphicFrameMkLst>
        </pc:graphicFrameChg>
      </pc:sldChg>
      <pc:sldChg chg="modSp mod modNotesTx">
        <pc:chgData name="李思穎-數位金融處-永豐銀行" userId="5fc5ea02-bcdc-467f-9a61-311a9d763b91" providerId="ADAL" clId="{DC898AAC-6789-4C9D-A7DC-4E6D91C70082}" dt="2026-07-20T01:37:19.529" v="352" actId="20577"/>
        <pc:sldMkLst>
          <pc:docMk/>
          <pc:sldMk cId="294336624" sldId="2147471238"/>
        </pc:sldMkLst>
        <pc:spChg chg="mod">
          <ac:chgData name="李思穎-數位金融處-永豐銀行" userId="5fc5ea02-bcdc-467f-9a61-311a9d763b91" providerId="ADAL" clId="{DC898AAC-6789-4C9D-A7DC-4E6D91C70082}" dt="2026-07-20T01:36:26.723" v="348" actId="207"/>
          <ac:spMkLst>
            <pc:docMk/>
            <pc:sldMk cId="294336624" sldId="2147471238"/>
            <ac:spMk id="6" creationId="{C2781B8E-1D7D-2C51-50DF-FFF31AE28442}"/>
          </ac:spMkLst>
        </pc:spChg>
      </pc:sldChg>
      <pc:sldChg chg="modSp mod">
        <pc:chgData name="李思穎-數位金融處-永豐銀行" userId="5fc5ea02-bcdc-467f-9a61-311a9d763b91" providerId="ADAL" clId="{DC898AAC-6789-4C9D-A7DC-4E6D91C70082}" dt="2026-07-20T01:10:46.507" v="126" actId="113"/>
        <pc:sldMkLst>
          <pc:docMk/>
          <pc:sldMk cId="4049934866" sldId="2147480553"/>
        </pc:sldMkLst>
        <pc:spChg chg="mod">
          <ac:chgData name="李思穎-數位金融處-永豐銀行" userId="5fc5ea02-bcdc-467f-9a61-311a9d763b91" providerId="ADAL" clId="{DC898AAC-6789-4C9D-A7DC-4E6D91C70082}" dt="2026-07-20T01:10:46.507" v="126" actId="113"/>
          <ac:spMkLst>
            <pc:docMk/>
            <pc:sldMk cId="4049934866" sldId="2147480553"/>
            <ac:spMk id="338" creationId="{8A3790FF-D544-4EE6-1994-3B435037CE58}"/>
          </ac:spMkLst>
        </pc:spChg>
      </pc:sldChg>
      <pc:sldChg chg="addSp delSp modSp mod">
        <pc:chgData name="李思穎-數位金融處-永豐銀行" userId="5fc5ea02-bcdc-467f-9a61-311a9d763b91" providerId="ADAL" clId="{DC898AAC-6789-4C9D-A7DC-4E6D91C70082}" dt="2026-07-21T03:54:38.925" v="629" actId="1076"/>
        <pc:sldMkLst>
          <pc:docMk/>
          <pc:sldMk cId="1188106696" sldId="2147480744"/>
        </pc:sldMkLst>
        <pc:spChg chg="mod">
          <ac:chgData name="李思穎-數位金融處-永豐銀行" userId="5fc5ea02-bcdc-467f-9a61-311a9d763b91" providerId="ADAL" clId="{DC898AAC-6789-4C9D-A7DC-4E6D91C70082}" dt="2026-07-21T03:53:10.278" v="528" actId="962"/>
          <ac:spMkLst>
            <pc:docMk/>
            <pc:sldMk cId="1188106696" sldId="2147480744"/>
            <ac:spMk id="4" creationId="{353101E3-ED46-FC0E-DE8A-AA2AFC6836B4}"/>
          </ac:spMkLst>
        </pc:spChg>
        <pc:spChg chg="add mod">
          <ac:chgData name="李思穎-數位金融處-永豐銀行" userId="5fc5ea02-bcdc-467f-9a61-311a9d763b91" providerId="ADAL" clId="{DC898AAC-6789-4C9D-A7DC-4E6D91C70082}" dt="2026-07-21T03:54:38.925" v="629" actId="1076"/>
          <ac:spMkLst>
            <pc:docMk/>
            <pc:sldMk cId="1188106696" sldId="2147480744"/>
            <ac:spMk id="6" creationId="{6951871D-6F09-A57C-84E4-610EE5E18F82}"/>
          </ac:spMkLst>
        </pc:spChg>
        <pc:picChg chg="add mod modCrop">
          <ac:chgData name="李思穎-數位金融處-永豐銀行" userId="5fc5ea02-bcdc-467f-9a61-311a9d763b91" providerId="ADAL" clId="{DC898AAC-6789-4C9D-A7DC-4E6D91C70082}" dt="2026-07-21T03:53:40.794" v="536" actId="1076"/>
          <ac:picMkLst>
            <pc:docMk/>
            <pc:sldMk cId="1188106696" sldId="2147480744"/>
            <ac:picMk id="3" creationId="{08D2786E-34FA-CF45-7947-623AA8735128}"/>
          </ac:picMkLst>
        </pc:picChg>
        <pc:picChg chg="del">
          <ac:chgData name="李思穎-數位金融處-永豐銀行" userId="5fc5ea02-bcdc-467f-9a61-311a9d763b91" providerId="ADAL" clId="{DC898AAC-6789-4C9D-A7DC-4E6D91C70082}" dt="2026-07-21T03:53:12.525" v="529" actId="478"/>
          <ac:picMkLst>
            <pc:docMk/>
            <pc:sldMk cId="1188106696" sldId="2147480744"/>
            <ac:picMk id="5" creationId="{0281D853-DC15-7903-C2DB-B9DB7D92545E}"/>
          </ac:picMkLst>
        </pc:picChg>
      </pc:sldChg>
      <pc:sldChg chg="addSp delSp modSp mod">
        <pc:chgData name="李思穎-數位金融處-永豐銀行" userId="5fc5ea02-bcdc-467f-9a61-311a9d763b91" providerId="ADAL" clId="{DC898AAC-6789-4C9D-A7DC-4E6D91C70082}" dt="2026-07-21T07:54:51.115" v="1088" actId="1076"/>
        <pc:sldMkLst>
          <pc:docMk/>
          <pc:sldMk cId="1783678268" sldId="2147480757"/>
        </pc:sldMkLst>
        <pc:picChg chg="add mod">
          <ac:chgData name="李思穎-數位金融處-永豐銀行" userId="5fc5ea02-bcdc-467f-9a61-311a9d763b91" providerId="ADAL" clId="{DC898AAC-6789-4C9D-A7DC-4E6D91C70082}" dt="2026-07-21T07:54:51.115" v="1088" actId="1076"/>
          <ac:picMkLst>
            <pc:docMk/>
            <pc:sldMk cId="1783678268" sldId="2147480757"/>
            <ac:picMk id="4" creationId="{EEA44D47-A07C-11E0-E92D-76893862B631}"/>
          </ac:picMkLst>
        </pc:picChg>
        <pc:picChg chg="del">
          <ac:chgData name="李思穎-數位金融處-永豐銀行" userId="5fc5ea02-bcdc-467f-9a61-311a9d763b91" providerId="ADAL" clId="{DC898AAC-6789-4C9D-A7DC-4E6D91C70082}" dt="2026-07-21T07:54:37.376" v="1077" actId="478"/>
          <ac:picMkLst>
            <pc:docMk/>
            <pc:sldMk cId="1783678268" sldId="2147480757"/>
            <ac:picMk id="7" creationId="{65E6ED43-0A85-67B6-2D87-4BD80C962080}"/>
          </ac:picMkLst>
        </pc:picChg>
      </pc:sldChg>
      <pc:sldChg chg="addSp delSp modSp mod">
        <pc:chgData name="李思穎-數位金融處-永豐銀行" userId="5fc5ea02-bcdc-467f-9a61-311a9d763b91" providerId="ADAL" clId="{DC898AAC-6789-4C9D-A7DC-4E6D91C70082}" dt="2026-07-21T07:05:28.177" v="704" actId="1038"/>
        <pc:sldMkLst>
          <pc:docMk/>
          <pc:sldMk cId="3010987187" sldId="2147480760"/>
        </pc:sldMkLst>
        <pc:spChg chg="mod">
          <ac:chgData name="李思穎-數位金融處-永豐銀行" userId="5fc5ea02-bcdc-467f-9a61-311a9d763b91" providerId="ADAL" clId="{DC898AAC-6789-4C9D-A7DC-4E6D91C70082}" dt="2026-07-21T06:35:31.122" v="637" actId="123"/>
          <ac:spMkLst>
            <pc:docMk/>
            <pc:sldMk cId="3010987187" sldId="2147480760"/>
            <ac:spMk id="5" creationId="{5BAB5F01-D5BD-2A07-19D4-0A5F63D5C12D}"/>
          </ac:spMkLst>
        </pc:spChg>
        <pc:spChg chg="mod">
          <ac:chgData name="李思穎-數位金融處-永豐銀行" userId="5fc5ea02-bcdc-467f-9a61-311a9d763b91" providerId="ADAL" clId="{DC898AAC-6789-4C9D-A7DC-4E6D91C70082}" dt="2026-07-21T06:35:54.058" v="642" actId="14100"/>
          <ac:spMkLst>
            <pc:docMk/>
            <pc:sldMk cId="3010987187" sldId="2147480760"/>
            <ac:spMk id="9" creationId="{5651E7AC-88F5-2296-EDDF-AA23D74F3066}"/>
          </ac:spMkLst>
        </pc:spChg>
        <pc:spChg chg="mod">
          <ac:chgData name="李思穎-數位金融處-永豐銀行" userId="5fc5ea02-bcdc-467f-9a61-311a9d763b91" providerId="ADAL" clId="{DC898AAC-6789-4C9D-A7DC-4E6D91C70082}" dt="2026-07-21T07:01:51.255" v="671" actId="14100"/>
          <ac:spMkLst>
            <pc:docMk/>
            <pc:sldMk cId="3010987187" sldId="2147480760"/>
            <ac:spMk id="12" creationId="{762B0AB7-D064-F039-A8F1-43739463B538}"/>
          </ac:spMkLst>
        </pc:spChg>
        <pc:spChg chg="mod ord">
          <ac:chgData name="李思穎-數位金融處-永豐銀行" userId="5fc5ea02-bcdc-467f-9a61-311a9d763b91" providerId="ADAL" clId="{DC898AAC-6789-4C9D-A7DC-4E6D91C70082}" dt="2026-07-21T07:05:25.259" v="702" actId="1076"/>
          <ac:spMkLst>
            <pc:docMk/>
            <pc:sldMk cId="3010987187" sldId="2147480760"/>
            <ac:spMk id="13" creationId="{82F3358D-19F8-1477-1B99-12E6E3CD6723}"/>
          </ac:spMkLst>
        </pc:spChg>
        <pc:picChg chg="add mod ord">
          <ac:chgData name="李思穎-數位金融處-永豐銀行" userId="5fc5ea02-bcdc-467f-9a61-311a9d763b91" providerId="ADAL" clId="{DC898AAC-6789-4C9D-A7DC-4E6D91C70082}" dt="2026-07-21T06:35:44.973" v="640" actId="14100"/>
          <ac:picMkLst>
            <pc:docMk/>
            <pc:sldMk cId="3010987187" sldId="2147480760"/>
            <ac:picMk id="4" creationId="{E6BE23FC-64DB-2B15-D2B3-801C0FD2A56E}"/>
          </ac:picMkLst>
        </pc:picChg>
        <pc:picChg chg="del mod">
          <ac:chgData name="李思穎-數位金融處-永豐銀行" userId="5fc5ea02-bcdc-467f-9a61-311a9d763b91" providerId="ADAL" clId="{DC898AAC-6789-4C9D-A7DC-4E6D91C70082}" dt="2026-07-21T06:35:11.906" v="632" actId="478"/>
          <ac:picMkLst>
            <pc:docMk/>
            <pc:sldMk cId="3010987187" sldId="2147480760"/>
            <ac:picMk id="6" creationId="{B3E99CCC-EA64-D247-8306-320862F1ABB3}"/>
          </ac:picMkLst>
        </pc:picChg>
        <pc:picChg chg="add mod ord">
          <ac:chgData name="李思穎-數位金融處-永豐銀行" userId="5fc5ea02-bcdc-467f-9a61-311a9d763b91" providerId="ADAL" clId="{DC898AAC-6789-4C9D-A7DC-4E6D91C70082}" dt="2026-07-21T07:05:28.177" v="704" actId="1038"/>
          <ac:picMkLst>
            <pc:docMk/>
            <pc:sldMk cId="3010987187" sldId="2147480760"/>
            <ac:picMk id="8" creationId="{9CE31C67-B5EE-1614-F8BB-8C178D25029C}"/>
          </ac:picMkLst>
        </pc:picChg>
        <pc:picChg chg="del mod">
          <ac:chgData name="李思穎-數位金融處-永豐銀行" userId="5fc5ea02-bcdc-467f-9a61-311a9d763b91" providerId="ADAL" clId="{DC898AAC-6789-4C9D-A7DC-4E6D91C70082}" dt="2026-07-21T07:01:09.900" v="645" actId="478"/>
          <ac:picMkLst>
            <pc:docMk/>
            <pc:sldMk cId="3010987187" sldId="2147480760"/>
            <ac:picMk id="11" creationId="{BCF2A997-A7AA-E6C4-B1E7-91F1580C202B}"/>
          </ac:picMkLst>
        </pc:picChg>
      </pc:sldChg>
      <pc:sldChg chg="del">
        <pc:chgData name="李思穎-數位金融處-永豐銀行" userId="5fc5ea02-bcdc-467f-9a61-311a9d763b91" providerId="ADAL" clId="{DC898AAC-6789-4C9D-A7DC-4E6D91C70082}" dt="2026-07-21T07:21:04.123" v="714" actId="2696"/>
        <pc:sldMkLst>
          <pc:docMk/>
          <pc:sldMk cId="2468474865" sldId="2147480762"/>
        </pc:sldMkLst>
      </pc:sldChg>
      <pc:sldChg chg="del">
        <pc:chgData name="李思穎-數位金融處-永豐銀行" userId="5fc5ea02-bcdc-467f-9a61-311a9d763b91" providerId="ADAL" clId="{DC898AAC-6789-4C9D-A7DC-4E6D91C70082}" dt="2026-07-21T07:22:08.430" v="716" actId="2696"/>
        <pc:sldMkLst>
          <pc:docMk/>
          <pc:sldMk cId="3794492273" sldId="2147480764"/>
        </pc:sldMkLst>
      </pc:sldChg>
      <pc:sldChg chg="addSp delSp modSp mod">
        <pc:chgData name="李思穎-數位金融處-永豐銀行" userId="5fc5ea02-bcdc-467f-9a61-311a9d763b91" providerId="ADAL" clId="{DC898AAC-6789-4C9D-A7DC-4E6D91C70082}" dt="2026-07-21T03:48:59.787" v="523"/>
        <pc:sldMkLst>
          <pc:docMk/>
          <pc:sldMk cId="1498060784" sldId="2147480771"/>
        </pc:sldMkLst>
        <pc:spChg chg="mod">
          <ac:chgData name="李思穎-數位金融處-永豐銀行" userId="5fc5ea02-bcdc-467f-9a61-311a9d763b91" providerId="ADAL" clId="{DC898AAC-6789-4C9D-A7DC-4E6D91C70082}" dt="2026-07-20T08:34:18.345" v="385" actId="1035"/>
          <ac:spMkLst>
            <pc:docMk/>
            <pc:sldMk cId="1498060784" sldId="2147480771"/>
            <ac:spMk id="10" creationId="{12DB6328-D460-2563-D526-B426508906C2}"/>
          </ac:spMkLst>
        </pc:spChg>
        <pc:graphicFrameChg chg="mod modGraphic">
          <ac:chgData name="李思穎-數位金融處-永豐銀行" userId="5fc5ea02-bcdc-467f-9a61-311a9d763b91" providerId="ADAL" clId="{DC898AAC-6789-4C9D-A7DC-4E6D91C70082}" dt="2026-07-21T03:48:59.787" v="523"/>
          <ac:graphicFrameMkLst>
            <pc:docMk/>
            <pc:sldMk cId="1498060784" sldId="2147480771"/>
            <ac:graphicFrameMk id="15" creationId="{DEF42455-7F1F-2B1E-3FE1-BACB482FC1AA}"/>
          </ac:graphicFrameMkLst>
        </pc:graphicFrameChg>
        <pc:picChg chg="add mod ord">
          <ac:chgData name="李思穎-數位金融處-永豐銀行" userId="5fc5ea02-bcdc-467f-9a61-311a9d763b91" providerId="ADAL" clId="{DC898AAC-6789-4C9D-A7DC-4E6D91C70082}" dt="2026-07-20T08:34:05.471" v="365" actId="14100"/>
          <ac:picMkLst>
            <pc:docMk/>
            <pc:sldMk cId="1498060784" sldId="2147480771"/>
            <ac:picMk id="4" creationId="{BE071740-1BC9-2FFF-EBAF-29BA2C0B11CC}"/>
          </ac:picMkLst>
        </pc:picChg>
        <pc:picChg chg="mod">
          <ac:chgData name="李思穎-數位金融處-永豐銀行" userId="5fc5ea02-bcdc-467f-9a61-311a9d763b91" providerId="ADAL" clId="{DC898AAC-6789-4C9D-A7DC-4E6D91C70082}" dt="2026-07-20T06:02:22.176" v="356" actId="1036"/>
          <ac:picMkLst>
            <pc:docMk/>
            <pc:sldMk cId="1498060784" sldId="2147480771"/>
            <ac:picMk id="5" creationId="{F905DCA3-28D7-7ED7-11F1-BB234ACE0A14}"/>
          </ac:picMkLst>
        </pc:picChg>
        <pc:picChg chg="del">
          <ac:chgData name="李思穎-數位金融處-永豐銀行" userId="5fc5ea02-bcdc-467f-9a61-311a9d763b91" providerId="ADAL" clId="{DC898AAC-6789-4C9D-A7DC-4E6D91C70082}" dt="2026-07-20T08:33:53.630" v="359" actId="478"/>
          <ac:picMkLst>
            <pc:docMk/>
            <pc:sldMk cId="1498060784" sldId="2147480771"/>
            <ac:picMk id="7" creationId="{B5177252-9160-8C97-8F4D-3B003F2EE572}"/>
          </ac:picMkLst>
        </pc:picChg>
      </pc:sldChg>
      <pc:sldChg chg="addSp modSp mod">
        <pc:chgData name="李思穎-數位金融處-永豐銀行" userId="5fc5ea02-bcdc-467f-9a61-311a9d763b91" providerId="ADAL" clId="{DC898AAC-6789-4C9D-A7DC-4E6D91C70082}" dt="2026-07-21T07:23:17.915" v="732" actId="20577"/>
        <pc:sldMkLst>
          <pc:docMk/>
          <pc:sldMk cId="879426466" sldId="2147481065"/>
        </pc:sldMkLst>
        <pc:spChg chg="mod">
          <ac:chgData name="李思穎-數位金融處-永豐銀行" userId="5fc5ea02-bcdc-467f-9a61-311a9d763b91" providerId="ADAL" clId="{DC898AAC-6789-4C9D-A7DC-4E6D91C70082}" dt="2026-07-21T07:23:02.628" v="728" actId="20577"/>
          <ac:spMkLst>
            <pc:docMk/>
            <pc:sldMk cId="879426466" sldId="2147481065"/>
            <ac:spMk id="2" creationId="{D2D72899-B19C-3786-211E-279AF6683BAE}"/>
          </ac:spMkLst>
        </pc:spChg>
        <pc:spChg chg="mod">
          <ac:chgData name="李思穎-數位金融處-永豐銀行" userId="5fc5ea02-bcdc-467f-9a61-311a9d763b91" providerId="ADAL" clId="{DC898AAC-6789-4C9D-A7DC-4E6D91C70082}" dt="2026-07-21T07:23:17.915" v="732" actId="20577"/>
          <ac:spMkLst>
            <pc:docMk/>
            <pc:sldMk cId="879426466" sldId="2147481065"/>
            <ac:spMk id="3" creationId="{ECEE298B-ECF5-2F02-4E2D-2B72B1B022CE}"/>
          </ac:spMkLst>
        </pc:spChg>
        <pc:picChg chg="add mod">
          <ac:chgData name="李思穎-數位金融處-永豐銀行" userId="5fc5ea02-bcdc-467f-9a61-311a9d763b91" providerId="ADAL" clId="{DC898AAC-6789-4C9D-A7DC-4E6D91C70082}" dt="2026-07-20T01:21:04.171" v="132" actId="1076"/>
          <ac:picMkLst>
            <pc:docMk/>
            <pc:sldMk cId="879426466" sldId="2147481065"/>
            <ac:picMk id="5" creationId="{B76E5F4A-C465-DEC8-7407-ADBED0262615}"/>
          </ac:picMkLst>
        </pc:picChg>
      </pc:sldChg>
      <pc:sldChg chg="modSp mod">
        <pc:chgData name="李思穎-數位金融處-永豐銀行" userId="5fc5ea02-bcdc-467f-9a61-311a9d763b91" providerId="ADAL" clId="{DC898AAC-6789-4C9D-A7DC-4E6D91C70082}" dt="2026-07-21T07:31:24.905" v="1023"/>
        <pc:sldMkLst>
          <pc:docMk/>
          <pc:sldMk cId="3431142622" sldId="2147481066"/>
        </pc:sldMkLst>
        <pc:spChg chg="mod">
          <ac:chgData name="李思穎-數位金融處-永豐銀行" userId="5fc5ea02-bcdc-467f-9a61-311a9d763b91" providerId="ADAL" clId="{DC898AAC-6789-4C9D-A7DC-4E6D91C70082}" dt="2026-07-21T07:31:24.905" v="1023"/>
          <ac:spMkLst>
            <pc:docMk/>
            <pc:sldMk cId="3431142622" sldId="2147481066"/>
            <ac:spMk id="6" creationId="{F30F42E5-E195-4BFD-0353-4E5CE510C88C}"/>
          </ac:spMkLst>
        </pc:spChg>
        <pc:graphicFrameChg chg="mod modGraphic">
          <ac:chgData name="李思穎-數位金融處-永豐銀行" userId="5fc5ea02-bcdc-467f-9a61-311a9d763b91" providerId="ADAL" clId="{DC898AAC-6789-4C9D-A7DC-4E6D91C70082}" dt="2026-07-21T07:24:40.052" v="798"/>
          <ac:graphicFrameMkLst>
            <pc:docMk/>
            <pc:sldMk cId="3431142622" sldId="2147481066"/>
            <ac:graphicFrameMk id="4" creationId="{354F48CB-E354-C44B-225B-76666E398C99}"/>
          </ac:graphicFrameMkLst>
        </pc:graphicFrameChg>
        <pc:graphicFrameChg chg="mod modGraphic">
          <ac:chgData name="李思穎-數位金融處-永豐銀行" userId="5fc5ea02-bcdc-467f-9a61-311a9d763b91" providerId="ADAL" clId="{DC898AAC-6789-4C9D-A7DC-4E6D91C70082}" dt="2026-07-21T07:31:06.227" v="1022" actId="122"/>
          <ac:graphicFrameMkLst>
            <pc:docMk/>
            <pc:sldMk cId="3431142622" sldId="2147481066"/>
            <ac:graphicFrameMk id="5" creationId="{372AE484-98CA-EDA8-9322-BE934CDC8027}"/>
          </ac:graphicFrameMkLst>
        </pc:graphicFrameChg>
      </pc:sldChg>
      <pc:sldChg chg="modSp del mod">
        <pc:chgData name="李思穎-數位金融處-永豐銀行" userId="5fc5ea02-bcdc-467f-9a61-311a9d763b91" providerId="ADAL" clId="{DC898AAC-6789-4C9D-A7DC-4E6D91C70082}" dt="2026-07-20T06:01:47.542" v="354" actId="47"/>
        <pc:sldMkLst>
          <pc:docMk/>
          <pc:sldMk cId="4174020105" sldId="2147481067"/>
        </pc:sldMkLst>
        <pc:spChg chg="mod">
          <ac:chgData name="李思穎-數位金融處-永豐銀行" userId="5fc5ea02-bcdc-467f-9a61-311a9d763b91" providerId="ADAL" clId="{DC898AAC-6789-4C9D-A7DC-4E6D91C70082}" dt="2026-07-20T02:53:26.621" v="353" actId="400"/>
          <ac:spMkLst>
            <pc:docMk/>
            <pc:sldMk cId="4174020105" sldId="2147481067"/>
            <ac:spMk id="2" creationId="{4EEE6914-60E2-0080-C816-3241BFD55553}"/>
          </ac:spMkLst>
        </pc:spChg>
      </pc:sldChg>
      <pc:sldChg chg="modSp mod">
        <pc:chgData name="李思穎-數位金融處-永豐銀行" userId="5fc5ea02-bcdc-467f-9a61-311a9d763b91" providerId="ADAL" clId="{DC898AAC-6789-4C9D-A7DC-4E6D91C70082}" dt="2026-07-21T07:14:43.563" v="707" actId="20577"/>
        <pc:sldMkLst>
          <pc:docMk/>
          <pc:sldMk cId="3433655346" sldId="2147481071"/>
        </pc:sldMkLst>
        <pc:graphicFrameChg chg="modGraphic">
          <ac:chgData name="李思穎-數位金融處-永豐銀行" userId="5fc5ea02-bcdc-467f-9a61-311a9d763b91" providerId="ADAL" clId="{DC898AAC-6789-4C9D-A7DC-4E6D91C70082}" dt="2026-07-21T07:14:43.563" v="707" actId="20577"/>
          <ac:graphicFrameMkLst>
            <pc:docMk/>
            <pc:sldMk cId="3433655346" sldId="2147481071"/>
            <ac:graphicFrameMk id="4" creationId="{FCF3003A-38F1-C079-5913-AE794B8AA0C6}"/>
          </ac:graphicFrameMkLst>
        </pc:graphicFrameChg>
      </pc:sldChg>
      <pc:sldChg chg="modSp add del mod">
        <pc:chgData name="李思穎-數位金融處-永豐銀行" userId="5fc5ea02-bcdc-467f-9a61-311a9d763b91" providerId="ADAL" clId="{DC898AAC-6789-4C9D-A7DC-4E6D91C70082}" dt="2026-07-21T07:53:58.295" v="1076" actId="2696"/>
        <pc:sldMkLst>
          <pc:docMk/>
          <pc:sldMk cId="2911456788" sldId="2147481072"/>
        </pc:sldMkLst>
        <pc:graphicFrameChg chg="mod modGraphic">
          <ac:chgData name="李思穎-數位金融處-永豐銀行" userId="5fc5ea02-bcdc-467f-9a61-311a9d763b91" providerId="ADAL" clId="{DC898AAC-6789-4C9D-A7DC-4E6D91C70082}" dt="2026-07-21T07:52:13.314" v="1066" actId="14734"/>
          <ac:graphicFrameMkLst>
            <pc:docMk/>
            <pc:sldMk cId="2911456788" sldId="2147481072"/>
            <ac:graphicFrameMk id="4" creationId="{027CBB0C-A3BC-E4A1-C2EC-EFEC4A8FF34A}"/>
          </ac:graphicFrameMkLst>
        </pc:graphicFrameChg>
      </pc:sldChg>
      <pc:sldChg chg="modSp mod">
        <pc:chgData name="李思穎-數位金融處-永豐銀行" userId="5fc5ea02-bcdc-467f-9a61-311a9d763b91" providerId="ADAL" clId="{DC898AAC-6789-4C9D-A7DC-4E6D91C70082}" dt="2026-07-21T07:52:48.744" v="1073"/>
        <pc:sldMkLst>
          <pc:docMk/>
          <pc:sldMk cId="2297824474" sldId="2147481073"/>
        </pc:sldMkLst>
        <pc:spChg chg="mod">
          <ac:chgData name="李思穎-數位金融處-永豐銀行" userId="5fc5ea02-bcdc-467f-9a61-311a9d763b91" providerId="ADAL" clId="{DC898AAC-6789-4C9D-A7DC-4E6D91C70082}" dt="2026-07-21T07:16:39.205" v="710" actId="20577"/>
          <ac:spMkLst>
            <pc:docMk/>
            <pc:sldMk cId="2297824474" sldId="2147481073"/>
            <ac:spMk id="9" creationId="{860AD152-16B7-6AA0-CD2E-4C501E24F562}"/>
          </ac:spMkLst>
        </pc:spChg>
        <pc:graphicFrameChg chg="mod modGraphic">
          <ac:chgData name="李思穎-數位金融處-永豐銀行" userId="5fc5ea02-bcdc-467f-9a61-311a9d763b91" providerId="ADAL" clId="{DC898AAC-6789-4C9D-A7DC-4E6D91C70082}" dt="2026-07-21T07:52:48.744" v="1073"/>
          <ac:graphicFrameMkLst>
            <pc:docMk/>
            <pc:sldMk cId="2297824474" sldId="2147481073"/>
            <ac:graphicFrameMk id="2" creationId="{E9259B5E-F203-4A67-BB59-26FCFB7E0ADD}"/>
          </ac:graphicFrameMkLst>
        </pc:graphicFrameChg>
      </pc:sldChg>
      <pc:sldChg chg="add del">
        <pc:chgData name="李思穎-數位金融處-永豐銀行" userId="5fc5ea02-bcdc-467f-9a61-311a9d763b91" providerId="ADAL" clId="{DC898AAC-6789-4C9D-A7DC-4E6D91C70082}" dt="2026-07-21T07:21:06.605" v="715" actId="2696"/>
        <pc:sldMkLst>
          <pc:docMk/>
          <pc:sldMk cId="380292236" sldId="2147481076"/>
        </pc:sldMkLst>
      </pc:sldChg>
    </pc:docChg>
  </pc:docChgLst>
  <pc:docChgLst>
    <pc:chgData name="李思穎-數位金融處-永豐銀行" userId="5fc5ea02-bcdc-467f-9a61-311a9d763b91" providerId="ADAL" clId="{38513327-E8B2-4F2C-B60E-E7E50817037F}"/>
    <pc:docChg chg="undo custSel addSld delSld modSld sldOrd modSection">
      <pc:chgData name="李思穎-數位金融處-永豐銀行" userId="5fc5ea02-bcdc-467f-9a61-311a9d763b91" providerId="ADAL" clId="{38513327-E8B2-4F2C-B60E-E7E50817037F}" dt="2026-06-05T10:05:08.957" v="3517" actId="113"/>
      <pc:docMkLst>
        <pc:docMk/>
      </pc:docMkLst>
      <pc:sldChg chg="addSp delSp modSp add mod">
        <pc:chgData name="李思穎-數位金融處-永豐銀行" userId="5fc5ea02-bcdc-467f-9a61-311a9d763b91" providerId="ADAL" clId="{38513327-E8B2-4F2C-B60E-E7E50817037F}" dt="2026-05-15T09:48:50.647" v="2570" actId="14100"/>
        <pc:sldMkLst>
          <pc:docMk/>
          <pc:sldMk cId="793281751" sldId="2336"/>
        </pc:sldMkLst>
      </pc:sldChg>
      <pc:sldChg chg="add">
        <pc:chgData name="李思穎-數位金融處-永豐銀行" userId="5fc5ea02-bcdc-467f-9a61-311a9d763b91" providerId="ADAL" clId="{38513327-E8B2-4F2C-B60E-E7E50817037F}" dt="2026-05-15T09:32:28.784" v="2257"/>
        <pc:sldMkLst>
          <pc:docMk/>
          <pc:sldMk cId="2149945601" sldId="2357"/>
        </pc:sldMkLst>
      </pc:sldChg>
      <pc:sldChg chg="ord">
        <pc:chgData name="李思穎-數位金融處-永豐銀行" userId="5fc5ea02-bcdc-467f-9a61-311a9d763b91" providerId="ADAL" clId="{38513327-E8B2-4F2C-B60E-E7E50817037F}" dt="2026-04-24T08:39:22.755" v="756"/>
        <pc:sldMkLst>
          <pc:docMk/>
          <pc:sldMk cId="4048578211" sldId="2147471203"/>
        </pc:sldMkLst>
      </pc:sldChg>
      <pc:sldChg chg="addSp delSp modSp del mod">
        <pc:chgData name="李思穎-數位金融處-永豐銀行" userId="5fc5ea02-bcdc-467f-9a61-311a9d763b91" providerId="ADAL" clId="{38513327-E8B2-4F2C-B60E-E7E50817037F}" dt="2026-04-24T08:40:10.083" v="761" actId="47"/>
        <pc:sldMkLst>
          <pc:docMk/>
          <pc:sldMk cId="2016829476" sldId="2147471210"/>
        </pc:sldMkLst>
      </pc:sldChg>
      <pc:sldChg chg="modSp mod">
        <pc:chgData name="李思穎-數位金融處-永豐銀行" userId="5fc5ea02-bcdc-467f-9a61-311a9d763b91" providerId="ADAL" clId="{38513327-E8B2-4F2C-B60E-E7E50817037F}" dt="2026-05-15T08:29:51.872" v="816" actId="404"/>
        <pc:sldMkLst>
          <pc:docMk/>
          <pc:sldMk cId="3265497237" sldId="2147471211"/>
        </pc:sldMkLst>
        <pc:spChg chg="mod">
          <ac:chgData name="李思穎-數位金融處-永豐銀行" userId="5fc5ea02-bcdc-467f-9a61-311a9d763b91" providerId="ADAL" clId="{38513327-E8B2-4F2C-B60E-E7E50817037F}" dt="2026-05-15T08:29:51.872" v="816" actId="404"/>
          <ac:spMkLst>
            <pc:docMk/>
            <pc:sldMk cId="3265497237" sldId="2147471211"/>
            <ac:spMk id="2" creationId="{F78EF671-6601-EBB0-5B34-5BA92E85FA3B}"/>
          </ac:spMkLst>
        </pc:spChg>
        <pc:spChg chg="mod">
          <ac:chgData name="李思穎-數位金融處-永豐銀行" userId="5fc5ea02-bcdc-467f-9a61-311a9d763b91" providerId="ADAL" clId="{38513327-E8B2-4F2C-B60E-E7E50817037F}" dt="2026-04-24T08:09:17.291" v="702"/>
          <ac:spMkLst>
            <pc:docMk/>
            <pc:sldMk cId="3265497237" sldId="2147471211"/>
            <ac:spMk id="7" creationId="{BA9D4C96-28F4-7F40-5026-079F2FE54CD6}"/>
          </ac:spMkLst>
        </pc:spChg>
        <pc:picChg chg="mod modCrop">
          <ac:chgData name="李思穎-數位金融處-永豐銀行" userId="5fc5ea02-bcdc-467f-9a61-311a9d763b91" providerId="ADAL" clId="{38513327-E8B2-4F2C-B60E-E7E50817037F}" dt="2026-04-24T08:09:38.658" v="705" actId="732"/>
          <ac:picMkLst>
            <pc:docMk/>
            <pc:sldMk cId="3265497237" sldId="2147471211"/>
            <ac:picMk id="4" creationId="{ADDE2797-3DEC-2C81-FDD1-B65805051DC1}"/>
          </ac:picMkLst>
        </pc:picChg>
      </pc:sldChg>
      <pc:sldChg chg="delSp modSp mod">
        <pc:chgData name="李思穎-數位金融處-永豐銀行" userId="5fc5ea02-bcdc-467f-9a61-311a9d763b91" providerId="ADAL" clId="{38513327-E8B2-4F2C-B60E-E7E50817037F}" dt="2026-04-23T08:26:05.900" v="94" actId="1036"/>
        <pc:sldMkLst>
          <pc:docMk/>
          <pc:sldMk cId="3136342423" sldId="2147471220"/>
        </pc:sldMkLst>
        <pc:spChg chg="mod">
          <ac:chgData name="李思穎-數位金融處-永豐銀行" userId="5fc5ea02-bcdc-467f-9a61-311a9d763b91" providerId="ADAL" clId="{38513327-E8B2-4F2C-B60E-E7E50817037F}" dt="2026-04-23T08:26:05.900" v="94" actId="1036"/>
          <ac:spMkLst>
            <pc:docMk/>
            <pc:sldMk cId="3136342423" sldId="2147471220"/>
            <ac:spMk id="2" creationId="{D0360C0C-F29E-F700-8845-528FBA5474C5}"/>
          </ac:spMkLst>
        </pc:spChg>
        <pc:spChg chg="mod">
          <ac:chgData name="李思穎-數位金融處-永豐銀行" userId="5fc5ea02-bcdc-467f-9a61-311a9d763b91" providerId="ADAL" clId="{38513327-E8B2-4F2C-B60E-E7E50817037F}" dt="2026-04-23T08:26:05.900" v="94" actId="1036"/>
          <ac:spMkLst>
            <pc:docMk/>
            <pc:sldMk cId="3136342423" sldId="2147471220"/>
            <ac:spMk id="4" creationId="{3B6FC597-44D7-5E8F-842B-5D26665A96F2}"/>
          </ac:spMkLst>
        </pc:spChg>
        <pc:spChg chg="mod">
          <ac:chgData name="李思穎-數位金融處-永豐銀行" userId="5fc5ea02-bcdc-467f-9a61-311a9d763b91" providerId="ADAL" clId="{38513327-E8B2-4F2C-B60E-E7E50817037F}" dt="2026-04-23T08:26:05.900" v="94" actId="1036"/>
          <ac:spMkLst>
            <pc:docMk/>
            <pc:sldMk cId="3136342423" sldId="2147471220"/>
            <ac:spMk id="9" creationId="{75097FB1-BCB4-6E04-C45B-FDB6F8E4A947}"/>
          </ac:spMkLst>
        </pc:spChg>
        <pc:spChg chg="mod">
          <ac:chgData name="李思穎-數位金融處-永豐銀行" userId="5fc5ea02-bcdc-467f-9a61-311a9d763b91" providerId="ADAL" clId="{38513327-E8B2-4F2C-B60E-E7E50817037F}" dt="2026-04-23T08:26:05.900" v="94" actId="1036"/>
          <ac:spMkLst>
            <pc:docMk/>
            <pc:sldMk cId="3136342423" sldId="2147471220"/>
            <ac:spMk id="11" creationId="{978A4E03-84D8-0DC0-54AD-A0687CF24C65}"/>
          </ac:spMkLst>
        </pc:spChg>
        <pc:spChg chg="mod">
          <ac:chgData name="李思穎-數位金融處-永豐銀行" userId="5fc5ea02-bcdc-467f-9a61-311a9d763b91" providerId="ADAL" clId="{38513327-E8B2-4F2C-B60E-E7E50817037F}" dt="2026-04-23T08:26:05.900" v="94" actId="1036"/>
          <ac:spMkLst>
            <pc:docMk/>
            <pc:sldMk cId="3136342423" sldId="2147471220"/>
            <ac:spMk id="14" creationId="{0E761E6B-5DC2-C26C-92AA-A60515CD2A43}"/>
          </ac:spMkLst>
        </pc:spChg>
        <pc:spChg chg="mod">
          <ac:chgData name="李思穎-數位金融處-永豐銀行" userId="5fc5ea02-bcdc-467f-9a61-311a9d763b91" providerId="ADAL" clId="{38513327-E8B2-4F2C-B60E-E7E50817037F}" dt="2026-04-23T08:26:05.900" v="94" actId="1036"/>
          <ac:spMkLst>
            <pc:docMk/>
            <pc:sldMk cId="3136342423" sldId="2147471220"/>
            <ac:spMk id="15" creationId="{3C50C13C-4C53-1080-E6ED-C1D3BC49987B}"/>
          </ac:spMkLst>
        </pc:spChg>
        <pc:spChg chg="mod">
          <ac:chgData name="李思穎-數位金融處-永豐銀行" userId="5fc5ea02-bcdc-467f-9a61-311a9d763b91" providerId="ADAL" clId="{38513327-E8B2-4F2C-B60E-E7E50817037F}" dt="2026-04-23T08:26:05.900" v="94" actId="1036"/>
          <ac:spMkLst>
            <pc:docMk/>
            <pc:sldMk cId="3136342423" sldId="2147471220"/>
            <ac:spMk id="17" creationId="{88DD23EB-4AEC-7708-7F66-BF6D1E8415CE}"/>
          </ac:spMkLst>
        </pc:spChg>
        <pc:spChg chg="mod">
          <ac:chgData name="李思穎-數位金融處-永豐銀行" userId="5fc5ea02-bcdc-467f-9a61-311a9d763b91" providerId="ADAL" clId="{38513327-E8B2-4F2C-B60E-E7E50817037F}" dt="2026-04-23T08:26:05.900" v="94" actId="1036"/>
          <ac:spMkLst>
            <pc:docMk/>
            <pc:sldMk cId="3136342423" sldId="2147471220"/>
            <ac:spMk id="20" creationId="{B4A8DA04-5C11-501A-6AFD-ACD4B46DA1C8}"/>
          </ac:spMkLst>
        </pc:spChg>
        <pc:spChg chg="mod">
          <ac:chgData name="李思穎-數位金融處-永豐銀行" userId="5fc5ea02-bcdc-467f-9a61-311a9d763b91" providerId="ADAL" clId="{38513327-E8B2-4F2C-B60E-E7E50817037F}" dt="2026-04-23T08:26:05.900" v="94" actId="1036"/>
          <ac:spMkLst>
            <pc:docMk/>
            <pc:sldMk cId="3136342423" sldId="2147471220"/>
            <ac:spMk id="22" creationId="{77740E03-8217-AD5A-BCCF-F48A04EC7363}"/>
          </ac:spMkLst>
        </pc:spChg>
        <pc:spChg chg="mod">
          <ac:chgData name="李思穎-數位金融處-永豐銀行" userId="5fc5ea02-bcdc-467f-9a61-311a9d763b91" providerId="ADAL" clId="{38513327-E8B2-4F2C-B60E-E7E50817037F}" dt="2026-04-23T08:26:05.900" v="94" actId="1036"/>
          <ac:spMkLst>
            <pc:docMk/>
            <pc:sldMk cId="3136342423" sldId="2147471220"/>
            <ac:spMk id="26" creationId="{CDDF5D3F-99F6-8BD0-A123-A8FD9DEE5D6B}"/>
          </ac:spMkLst>
        </pc:spChg>
      </pc:sldChg>
      <pc:sldChg chg="modSp mod">
        <pc:chgData name="李思穎-數位金融處-永豐銀行" userId="5fc5ea02-bcdc-467f-9a61-311a9d763b91" providerId="ADAL" clId="{38513327-E8B2-4F2C-B60E-E7E50817037F}" dt="2026-06-05T07:21:49.703" v="2616" actId="207"/>
        <pc:sldMkLst>
          <pc:docMk/>
          <pc:sldMk cId="2202823034" sldId="2147471224"/>
        </pc:sldMkLst>
      </pc:sldChg>
      <pc:sldChg chg="modSp mod">
        <pc:chgData name="李思穎-數位金融處-永豐銀行" userId="5fc5ea02-bcdc-467f-9a61-311a9d763b91" providerId="ADAL" clId="{38513327-E8B2-4F2C-B60E-E7E50817037F}" dt="2026-06-05T07:21:35.196" v="2612" actId="207"/>
        <pc:sldMkLst>
          <pc:docMk/>
          <pc:sldMk cId="3945464203" sldId="2147471225"/>
        </pc:sldMkLst>
      </pc:sldChg>
      <pc:sldChg chg="del">
        <pc:chgData name="李思穎-數位金融處-永豐銀行" userId="5fc5ea02-bcdc-467f-9a61-311a9d763b91" providerId="ADAL" clId="{38513327-E8B2-4F2C-B60E-E7E50817037F}" dt="2026-06-05T07:20:59.663" v="2606" actId="47"/>
        <pc:sldMkLst>
          <pc:docMk/>
          <pc:sldMk cId="3099768566" sldId="2147471230"/>
        </pc:sldMkLst>
      </pc:sldChg>
      <pc:sldChg chg="modSp add mod ord modCm">
        <pc:chgData name="李思穎-數位金融處-永豐銀行" userId="5fc5ea02-bcdc-467f-9a61-311a9d763b91" providerId="ADAL" clId="{38513327-E8B2-4F2C-B60E-E7E50817037F}" dt="2026-05-15T08:34:51.252" v="1088" actId="20577"/>
        <pc:sldMkLst>
          <pc:docMk/>
          <pc:sldMk cId="1395450105" sldId="2147471231"/>
        </pc:sldMkLst>
        <pc:spChg chg="mod">
          <ac:chgData name="李思穎-數位金融處-永豐銀行" userId="5fc5ea02-bcdc-467f-9a61-311a9d763b91" providerId="ADAL" clId="{38513327-E8B2-4F2C-B60E-E7E50817037F}" dt="2026-05-15T08:34:51.252" v="1088" actId="20577"/>
          <ac:spMkLst>
            <pc:docMk/>
            <pc:sldMk cId="1395450105" sldId="2147471231"/>
            <ac:spMk id="10" creationId="{018C5A6C-F992-C121-D247-E24F3FB4F96B}"/>
          </ac:spMkLst>
        </pc:spChg>
        <pc:spChg chg="mod">
          <ac:chgData name="李思穎-數位金融處-永豐銀行" userId="5fc5ea02-bcdc-467f-9a61-311a9d763b91" providerId="ADAL" clId="{38513327-E8B2-4F2C-B60E-E7E50817037F}" dt="2026-05-15T08:30:17.421" v="821" actId="20577"/>
          <ac:spMkLst>
            <pc:docMk/>
            <pc:sldMk cId="1395450105" sldId="2147471231"/>
            <ac:spMk id="14" creationId="{EB05952F-65E5-BB3E-316C-E919F767CAEE}"/>
          </ac:spMkLst>
        </pc:spChg>
        <pc:spChg chg="mod">
          <ac:chgData name="李思穎-數位金融處-永豐銀行" userId="5fc5ea02-bcdc-467f-9a61-311a9d763b91" providerId="ADAL" clId="{38513327-E8B2-4F2C-B60E-E7E50817037F}" dt="2026-04-24T08:40:08.137" v="760"/>
          <ac:spMkLst>
            <pc:docMk/>
            <pc:sldMk cId="1395450105" sldId="2147471231"/>
            <ac:spMk id="48" creationId="{0A2BF44A-0434-7BCF-3D6E-FBE620A4318A}"/>
          </ac:spMkLst>
        </pc:spChg>
        <pc:grpChg chg="mod">
          <ac:chgData name="李思穎-數位金融處-永豐銀行" userId="5fc5ea02-bcdc-467f-9a61-311a9d763b91" providerId="ADAL" clId="{38513327-E8B2-4F2C-B60E-E7E50817037F}" dt="2026-05-15T08:30:58.067" v="826" actId="1076"/>
          <ac:grpSpMkLst>
            <pc:docMk/>
            <pc:sldMk cId="1395450105" sldId="2147471231"/>
            <ac:grpSpMk id="17" creationId="{72E5242A-C65F-DEB4-599E-924D5FEA8C24}"/>
          </ac:grpSpMkLst>
        </pc:grpChg>
      </pc:sldChg>
      <pc:sldChg chg="del">
        <pc:chgData name="李思穎-數位金融處-永豐銀行" userId="5fc5ea02-bcdc-467f-9a61-311a9d763b91" providerId="ADAL" clId="{38513327-E8B2-4F2C-B60E-E7E50817037F}" dt="2026-04-24T08:38:16.096" v="754" actId="47"/>
        <pc:sldMkLst>
          <pc:docMk/>
          <pc:sldMk cId="3452224774" sldId="2147480450"/>
        </pc:sldMkLst>
      </pc:sldChg>
      <pc:sldChg chg="del mod modShow">
        <pc:chgData name="李思穎-數位金融處-永豐銀行" userId="5fc5ea02-bcdc-467f-9a61-311a9d763b91" providerId="ADAL" clId="{38513327-E8B2-4F2C-B60E-E7E50817037F}" dt="2026-06-05T07:21:54.442" v="2617" actId="47"/>
        <pc:sldMkLst>
          <pc:docMk/>
          <pc:sldMk cId="2676262458" sldId="2147480451"/>
        </pc:sldMkLst>
      </pc:sldChg>
      <pc:sldChg chg="modSp mod">
        <pc:chgData name="李思穎-數位金融處-永豐銀行" userId="5fc5ea02-bcdc-467f-9a61-311a9d763b91" providerId="ADAL" clId="{38513327-E8B2-4F2C-B60E-E7E50817037F}" dt="2026-05-15T09:29:45.427" v="2249"/>
        <pc:sldMkLst>
          <pc:docMk/>
          <pc:sldMk cId="2090734154" sldId="2147480506"/>
        </pc:sldMkLst>
      </pc:sldChg>
      <pc:sldChg chg="addSp delSp modSp mod">
        <pc:chgData name="李思穎-數位金融處-永豐銀行" userId="5fc5ea02-bcdc-467f-9a61-311a9d763b91" providerId="ADAL" clId="{38513327-E8B2-4F2C-B60E-E7E50817037F}" dt="2026-06-05T10:05:08.957" v="3517" actId="113"/>
        <pc:sldMkLst>
          <pc:docMk/>
          <pc:sldMk cId="4049934866" sldId="2147480553"/>
        </pc:sldMkLst>
        <pc:spChg chg="add mod">
          <ac:chgData name="李思穎-數位金融處-永豐銀行" userId="5fc5ea02-bcdc-467f-9a61-311a9d763b91" providerId="ADAL" clId="{38513327-E8B2-4F2C-B60E-E7E50817037F}" dt="2026-06-05T07:23:49.087" v="2826" actId="20577"/>
          <ac:spMkLst>
            <pc:docMk/>
            <pc:sldMk cId="4049934866" sldId="2147480553"/>
            <ac:spMk id="14" creationId="{62A22B48-2424-0A39-E444-9BE6E1AC931D}"/>
          </ac:spMkLst>
        </pc:spChg>
        <pc:spChg chg="mod">
          <ac:chgData name="李思穎-數位金融處-永豐銀行" userId="5fc5ea02-bcdc-467f-9a61-311a9d763b91" providerId="ADAL" clId="{38513327-E8B2-4F2C-B60E-E7E50817037F}" dt="2026-06-05T10:05:08.957" v="3517" actId="113"/>
          <ac:spMkLst>
            <pc:docMk/>
            <pc:sldMk cId="4049934866" sldId="2147480553"/>
            <ac:spMk id="281" creationId="{00000000-0000-0000-0000-000000000000}"/>
          </ac:spMkLst>
        </pc:spChg>
        <pc:spChg chg="mod">
          <ac:chgData name="李思穎-數位金融處-永豐銀行" userId="5fc5ea02-bcdc-467f-9a61-311a9d763b91" providerId="ADAL" clId="{38513327-E8B2-4F2C-B60E-E7E50817037F}" dt="2026-06-05T07:24:05.979" v="2853" actId="20577"/>
          <ac:spMkLst>
            <pc:docMk/>
            <pc:sldMk cId="4049934866" sldId="2147480553"/>
            <ac:spMk id="329" creationId="{8806E9FA-0C68-8F3A-4CDD-DB795C3E8F83}"/>
          </ac:spMkLst>
        </pc:spChg>
        <pc:spChg chg="mod">
          <ac:chgData name="李思穎-數位金融處-永豐銀行" userId="5fc5ea02-bcdc-467f-9a61-311a9d763b91" providerId="ADAL" clId="{38513327-E8B2-4F2C-B60E-E7E50817037F}" dt="2026-06-05T07:24:41.133" v="2893" actId="20577"/>
          <ac:spMkLst>
            <pc:docMk/>
            <pc:sldMk cId="4049934866" sldId="2147480553"/>
            <ac:spMk id="338" creationId="{8A3790FF-D544-4EE6-1994-3B435037CE58}"/>
          </ac:spMkLst>
        </pc:spChg>
      </pc:sldChg>
      <pc:sldChg chg="modSp mod">
        <pc:chgData name="李思穎-數位金融處-永豐銀行" userId="5fc5ea02-bcdc-467f-9a61-311a9d763b91" providerId="ADAL" clId="{38513327-E8B2-4F2C-B60E-E7E50817037F}" dt="2026-05-15T09:14:35.026" v="1761" actId="13926"/>
        <pc:sldMkLst>
          <pc:docMk/>
          <pc:sldMk cId="996033395" sldId="2147480693"/>
        </pc:sldMkLst>
      </pc:sldChg>
      <pc:sldChg chg="modSp mod">
        <pc:chgData name="李思穎-數位金融處-永豐銀行" userId="5fc5ea02-bcdc-467f-9a61-311a9d763b91" providerId="ADAL" clId="{38513327-E8B2-4F2C-B60E-E7E50817037F}" dt="2026-05-15T09:15:34.318" v="1782" actId="207"/>
        <pc:sldMkLst>
          <pc:docMk/>
          <pc:sldMk cId="3195742258" sldId="2147480694"/>
        </pc:sldMkLst>
      </pc:sldChg>
      <pc:sldChg chg="modSp mod">
        <pc:chgData name="李思穎-數位金融處-永豐銀行" userId="5fc5ea02-bcdc-467f-9a61-311a9d763b91" providerId="ADAL" clId="{38513327-E8B2-4F2C-B60E-E7E50817037F}" dt="2026-05-15T09:13:33.796" v="1759" actId="20577"/>
        <pc:sldMkLst>
          <pc:docMk/>
          <pc:sldMk cId="2668087748" sldId="2147480695"/>
        </pc:sldMkLst>
      </pc:sldChg>
      <pc:sldChg chg="modSp mod">
        <pc:chgData name="李思穎-數位金融處-永豐銀行" userId="5fc5ea02-bcdc-467f-9a61-311a9d763b91" providerId="ADAL" clId="{38513327-E8B2-4F2C-B60E-E7E50817037F}" dt="2026-05-15T09:17:27.105" v="1783" actId="207"/>
        <pc:sldMkLst>
          <pc:docMk/>
          <pc:sldMk cId="626954738" sldId="2147480697"/>
        </pc:sldMkLst>
      </pc:sldChg>
      <pc:sldChg chg="modSp mod">
        <pc:chgData name="李思穎-數位金融處-永豐銀行" userId="5fc5ea02-bcdc-467f-9a61-311a9d763b91" providerId="ADAL" clId="{38513327-E8B2-4F2C-B60E-E7E50817037F}" dt="2026-05-15T09:17:37.255" v="1786" actId="20577"/>
        <pc:sldMkLst>
          <pc:docMk/>
          <pc:sldMk cId="1513248242" sldId="2147480701"/>
        </pc:sldMkLst>
      </pc:sldChg>
      <pc:sldChg chg="modSp mod">
        <pc:chgData name="李思穎-數位金融處-永豐銀行" userId="5fc5ea02-bcdc-467f-9a61-311a9d763b91" providerId="ADAL" clId="{38513327-E8B2-4F2C-B60E-E7E50817037F}" dt="2026-05-15T09:20:13.421" v="1939"/>
        <pc:sldMkLst>
          <pc:docMk/>
          <pc:sldMk cId="1102573607" sldId="2147480705"/>
        </pc:sldMkLst>
      </pc:sldChg>
      <pc:sldChg chg="modSp mod">
        <pc:chgData name="李思穎-數位金融處-永豐銀行" userId="5fc5ea02-bcdc-467f-9a61-311a9d763b91" providerId="ADAL" clId="{38513327-E8B2-4F2C-B60E-E7E50817037F}" dt="2026-05-15T09:23:50.641" v="1997" actId="20577"/>
        <pc:sldMkLst>
          <pc:docMk/>
          <pc:sldMk cId="1982247449" sldId="2147480707"/>
        </pc:sldMkLst>
      </pc:sldChg>
      <pc:sldChg chg="modSp mod">
        <pc:chgData name="李思穎-數位金融處-永豐銀行" userId="5fc5ea02-bcdc-467f-9a61-311a9d763b91" providerId="ADAL" clId="{38513327-E8B2-4F2C-B60E-E7E50817037F}" dt="2026-05-15T09:23:12.425" v="1989" actId="20577"/>
        <pc:sldMkLst>
          <pc:docMk/>
          <pc:sldMk cId="2200017848" sldId="2147480710"/>
        </pc:sldMkLst>
      </pc:sldChg>
      <pc:sldChg chg="modSp mod">
        <pc:chgData name="李思穎-數位金融處-永豐銀行" userId="5fc5ea02-bcdc-467f-9a61-311a9d763b91" providerId="ADAL" clId="{38513327-E8B2-4F2C-B60E-E7E50817037F}" dt="2026-05-15T09:15:18.391" v="1780" actId="20577"/>
        <pc:sldMkLst>
          <pc:docMk/>
          <pc:sldMk cId="3208272758" sldId="2147480741"/>
        </pc:sldMkLst>
      </pc:sldChg>
      <pc:sldChg chg="modSp mod">
        <pc:chgData name="李思穎-數位金融處-永豐銀行" userId="5fc5ea02-bcdc-467f-9a61-311a9d763b91" providerId="ADAL" clId="{38513327-E8B2-4F2C-B60E-E7E50817037F}" dt="2026-05-15T09:13:03.297" v="1755" actId="207"/>
        <pc:sldMkLst>
          <pc:docMk/>
          <pc:sldMk cId="931385452" sldId="2147480742"/>
        </pc:sldMkLst>
      </pc:sldChg>
      <pc:sldChg chg="addSp delSp modSp mod">
        <pc:chgData name="李思穎-數位金融處-永豐銀行" userId="5fc5ea02-bcdc-467f-9a61-311a9d763b91" providerId="ADAL" clId="{38513327-E8B2-4F2C-B60E-E7E50817037F}" dt="2026-06-05T08:09:26.853" v="3100" actId="14100"/>
        <pc:sldMkLst>
          <pc:docMk/>
          <pc:sldMk cId="1188106696" sldId="2147480744"/>
        </pc:sldMkLst>
        <pc:spChg chg="mod">
          <ac:chgData name="李思穎-數位金融處-永豐銀行" userId="5fc5ea02-bcdc-467f-9a61-311a9d763b91" providerId="ADAL" clId="{38513327-E8B2-4F2C-B60E-E7E50817037F}" dt="2026-04-23T08:27:12.305" v="124" actId="1035"/>
          <ac:spMkLst>
            <pc:docMk/>
            <pc:sldMk cId="1188106696" sldId="2147480744"/>
            <ac:spMk id="4" creationId="{353101E3-ED46-FC0E-DE8A-AA2AFC6836B4}"/>
          </ac:spMkLst>
        </pc:spChg>
        <pc:picChg chg="add mod">
          <ac:chgData name="李思穎-數位金融處-永豐銀行" userId="5fc5ea02-bcdc-467f-9a61-311a9d763b91" providerId="ADAL" clId="{38513327-E8B2-4F2C-B60E-E7E50817037F}" dt="2026-06-05T08:09:26.853" v="3100" actId="14100"/>
          <ac:picMkLst>
            <pc:docMk/>
            <pc:sldMk cId="1188106696" sldId="2147480744"/>
            <ac:picMk id="5" creationId="{0281D853-DC15-7903-C2DB-B9DB7D92545E}"/>
          </ac:picMkLst>
        </pc:picChg>
      </pc:sldChg>
      <pc:sldChg chg="modSp mod modCm modNotesTx">
        <pc:chgData name="李思穎-數位金融處-永豐銀行" userId="5fc5ea02-bcdc-467f-9a61-311a9d763b91" providerId="ADAL" clId="{38513327-E8B2-4F2C-B60E-E7E50817037F}" dt="2026-04-23T08:25:08.444" v="57" actId="20577"/>
        <pc:sldMkLst>
          <pc:docMk/>
          <pc:sldMk cId="2306290468" sldId="2147480755"/>
        </pc:sldMkLst>
      </pc:sldChg>
      <pc:sldChg chg="addSp modSp mod">
        <pc:chgData name="李思穎-數位金融處-永豐銀行" userId="5fc5ea02-bcdc-467f-9a61-311a9d763b91" providerId="ADAL" clId="{38513327-E8B2-4F2C-B60E-E7E50817037F}" dt="2026-04-23T08:25:49.871" v="61" actId="14100"/>
        <pc:sldMkLst>
          <pc:docMk/>
          <pc:sldMk cId="1783678268" sldId="2147480757"/>
        </pc:sldMkLst>
        <pc:spChg chg="add mod">
          <ac:chgData name="李思穎-數位金融處-永豐銀行" userId="5fc5ea02-bcdc-467f-9a61-311a9d763b91" providerId="ADAL" clId="{38513327-E8B2-4F2C-B60E-E7E50817037F}" dt="2026-04-23T08:25:45.535" v="60"/>
          <ac:spMkLst>
            <pc:docMk/>
            <pc:sldMk cId="1783678268" sldId="2147480757"/>
            <ac:spMk id="3" creationId="{C03031B4-7B9D-AC6D-664C-FEFBF899CECC}"/>
          </ac:spMkLst>
        </pc:spChg>
      </pc:sldChg>
      <pc:sldChg chg="del">
        <pc:chgData name="李思穎-數位金融處-永豐銀行" userId="5fc5ea02-bcdc-467f-9a61-311a9d763b91" providerId="ADAL" clId="{38513327-E8B2-4F2C-B60E-E7E50817037F}" dt="2026-04-24T08:38:12.037" v="753" actId="47"/>
        <pc:sldMkLst>
          <pc:docMk/>
          <pc:sldMk cId="916883025" sldId="2147480759"/>
        </pc:sldMkLst>
      </pc:sldChg>
      <pc:sldChg chg="modSp mod ord">
        <pc:chgData name="李思穎-數位金融處-永豐銀行" userId="5fc5ea02-bcdc-467f-9a61-311a9d763b91" providerId="ADAL" clId="{38513327-E8B2-4F2C-B60E-E7E50817037F}" dt="2026-05-15T09:22:23.005" v="1981"/>
        <pc:sldMkLst>
          <pc:docMk/>
          <pc:sldMk cId="3010987187" sldId="2147480760"/>
        </pc:sldMkLst>
        <pc:spChg chg="mod">
          <ac:chgData name="李思穎-數位金融處-永豐銀行" userId="5fc5ea02-bcdc-467f-9a61-311a9d763b91" providerId="ADAL" clId="{38513327-E8B2-4F2C-B60E-E7E50817037F}" dt="2026-04-24T02:38:53.665" v="226"/>
          <ac:spMkLst>
            <pc:docMk/>
            <pc:sldMk cId="3010987187" sldId="2147480760"/>
            <ac:spMk id="2" creationId="{F78EF671-6601-EBB0-5B34-5BA92E85FA3B}"/>
          </ac:spMkLst>
        </pc:spChg>
        <pc:spChg chg="mod">
          <ac:chgData name="李思穎-數位金融處-永豐銀行" userId="5fc5ea02-bcdc-467f-9a61-311a9d763b91" providerId="ADAL" clId="{38513327-E8B2-4F2C-B60E-E7E50817037F}" dt="2026-05-15T09:22:23.005" v="1981"/>
          <ac:spMkLst>
            <pc:docMk/>
            <pc:sldMk cId="3010987187" sldId="2147480760"/>
            <ac:spMk id="5" creationId="{5BAB5F01-D5BD-2A07-19D4-0A5F63D5C12D}"/>
          </ac:spMkLst>
        </pc:spChg>
        <pc:picChg chg="mod">
          <ac:chgData name="李思穎-數位金融處-永豐銀行" userId="5fc5ea02-bcdc-467f-9a61-311a9d763b91" providerId="ADAL" clId="{38513327-E8B2-4F2C-B60E-E7E50817037F}" dt="2026-04-24T02:39:00.247" v="228" actId="1076"/>
          <ac:picMkLst>
            <pc:docMk/>
            <pc:sldMk cId="3010987187" sldId="2147480760"/>
            <ac:picMk id="6" creationId="{B3E99CCC-EA64-D247-8306-320862F1ABB3}"/>
          </ac:picMkLst>
        </pc:picChg>
      </pc:sldChg>
      <pc:sldChg chg="modSp mod">
        <pc:chgData name="李思穎-數位金融處-永豐銀行" userId="5fc5ea02-bcdc-467f-9a61-311a9d763b91" providerId="ADAL" clId="{38513327-E8B2-4F2C-B60E-E7E50817037F}" dt="2026-05-15T09:02:43.594" v="1168" actId="20577"/>
        <pc:sldMkLst>
          <pc:docMk/>
          <pc:sldMk cId="423209704" sldId="2147480761"/>
        </pc:sldMkLst>
      </pc:sldChg>
      <pc:sldChg chg="modSp mod">
        <pc:chgData name="李思穎-數位金融處-永豐銀行" userId="5fc5ea02-bcdc-467f-9a61-311a9d763b91" providerId="ADAL" clId="{38513327-E8B2-4F2C-B60E-E7E50817037F}" dt="2026-05-15T09:28:11.399" v="2208"/>
        <pc:sldMkLst>
          <pc:docMk/>
          <pc:sldMk cId="3300269864" sldId="2147480766"/>
        </pc:sldMkLst>
      </pc:sldChg>
      <pc:sldChg chg="del">
        <pc:chgData name="李思穎-數位金融處-永豐銀行" userId="5fc5ea02-bcdc-467f-9a61-311a9d763b91" providerId="ADAL" clId="{38513327-E8B2-4F2C-B60E-E7E50817037F}" dt="2026-05-15T09:24:42.813" v="1999" actId="2696"/>
        <pc:sldMkLst>
          <pc:docMk/>
          <pc:sldMk cId="1644880206" sldId="2147480767"/>
        </pc:sldMkLst>
      </pc:sldChg>
      <pc:sldChg chg="modSp mod modCm">
        <pc:chgData name="李思穎-數位金融處-永豐銀行" userId="5fc5ea02-bcdc-467f-9a61-311a9d763b91" providerId="ADAL" clId="{38513327-E8B2-4F2C-B60E-E7E50817037F}" dt="2026-05-15T09:29:54.309" v="2256"/>
        <pc:sldMkLst>
          <pc:docMk/>
          <pc:sldMk cId="3210084940" sldId="2147480768"/>
        </pc:sldMkLst>
      </pc:sldChg>
      <pc:sldChg chg="modSp mod ord">
        <pc:chgData name="李思穎-數位金融處-永豐銀行" userId="5fc5ea02-bcdc-467f-9a61-311a9d763b91" providerId="ADAL" clId="{38513327-E8B2-4F2C-B60E-E7E50817037F}" dt="2026-05-15T09:29:21.934" v="2245" actId="207"/>
        <pc:sldMkLst>
          <pc:docMk/>
          <pc:sldMk cId="4182378633" sldId="2147480769"/>
        </pc:sldMkLst>
      </pc:sldChg>
      <pc:sldChg chg="modSp mod">
        <pc:chgData name="李思穎-數位金融處-永豐銀行" userId="5fc5ea02-bcdc-467f-9a61-311a9d763b91" providerId="ADAL" clId="{38513327-E8B2-4F2C-B60E-E7E50817037F}" dt="2026-06-05T07:27:18.567" v="2895"/>
        <pc:sldMkLst>
          <pc:docMk/>
          <pc:sldMk cId="1498060784" sldId="2147480771"/>
        </pc:sldMkLst>
        <pc:graphicFrameChg chg="mod modGraphic">
          <ac:chgData name="李思穎-數位金融處-永豐銀行" userId="5fc5ea02-bcdc-467f-9a61-311a9d763b91" providerId="ADAL" clId="{38513327-E8B2-4F2C-B60E-E7E50817037F}" dt="2026-06-05T07:27:18.567" v="2895"/>
          <ac:graphicFrameMkLst>
            <pc:docMk/>
            <pc:sldMk cId="1498060784" sldId="2147480771"/>
            <ac:graphicFrameMk id="15" creationId="{DEF42455-7F1F-2B1E-3FE1-BACB482FC1AA}"/>
          </ac:graphicFrameMkLst>
        </pc:graphicFrameChg>
      </pc:sldChg>
      <pc:sldChg chg="modSp mod">
        <pc:chgData name="李思穎-數位金融處-永豐銀行" userId="5fc5ea02-bcdc-467f-9a61-311a9d763b91" providerId="ADAL" clId="{38513327-E8B2-4F2C-B60E-E7E50817037F}" dt="2026-06-05T07:22:49.601" v="2693"/>
        <pc:sldMkLst>
          <pc:docMk/>
          <pc:sldMk cId="303522587" sldId="2147481054"/>
        </pc:sldMkLst>
        <pc:spChg chg="mod">
          <ac:chgData name="李思穎-數位金融處-永豐銀行" userId="5fc5ea02-bcdc-467f-9a61-311a9d763b91" providerId="ADAL" clId="{38513327-E8B2-4F2C-B60E-E7E50817037F}" dt="2026-06-05T07:22:49.601" v="2693"/>
          <ac:spMkLst>
            <pc:docMk/>
            <pc:sldMk cId="303522587" sldId="2147481054"/>
            <ac:spMk id="29" creationId="{851325C8-DDBE-FA8B-EEB8-E7F6F118DCF5}"/>
          </ac:spMkLst>
        </pc:spChg>
        <pc:spChg chg="mod">
          <ac:chgData name="李思穎-數位金融處-永豐銀行" userId="5fc5ea02-bcdc-467f-9a61-311a9d763b91" providerId="ADAL" clId="{38513327-E8B2-4F2C-B60E-E7E50817037F}" dt="2026-06-05T07:22:41.134" v="2680" actId="2711"/>
          <ac:spMkLst>
            <pc:docMk/>
            <pc:sldMk cId="303522587" sldId="2147481054"/>
            <ac:spMk id="48" creationId="{00000000-0000-0000-0000-000000000000}"/>
          </ac:spMkLst>
        </pc:spChg>
      </pc:sldChg>
      <pc:sldChg chg="modSp mod">
        <pc:chgData name="李思穎-數位金融處-永豐銀行" userId="5fc5ea02-bcdc-467f-9a61-311a9d763b91" providerId="ADAL" clId="{38513327-E8B2-4F2C-B60E-E7E50817037F}" dt="2026-05-15T09:04:16.161" v="1297"/>
        <pc:sldMkLst>
          <pc:docMk/>
          <pc:sldMk cId="2978162984" sldId="2147481057"/>
        </pc:sldMkLst>
        <pc:spChg chg="mod">
          <ac:chgData name="李思穎-數位金融處-永豐銀行" userId="5fc5ea02-bcdc-467f-9a61-311a9d763b91" providerId="ADAL" clId="{38513327-E8B2-4F2C-B60E-E7E50817037F}" dt="2026-05-15T09:04:16.161" v="1297"/>
          <ac:spMkLst>
            <pc:docMk/>
            <pc:sldMk cId="2978162984" sldId="2147481057"/>
            <ac:spMk id="48" creationId="{00000000-0000-0000-0000-000000000000}"/>
          </ac:spMkLst>
        </pc:spChg>
      </pc:sldChg>
      <pc:sldChg chg="addSp delSp modSp add mod">
        <pc:chgData name="李思穎-數位金融處-永豐銀行" userId="5fc5ea02-bcdc-467f-9a61-311a9d763b91" providerId="ADAL" clId="{38513327-E8B2-4F2C-B60E-E7E50817037F}" dt="2026-05-15T09:07:46.873" v="1740" actId="572"/>
        <pc:sldMkLst>
          <pc:docMk/>
          <pc:sldMk cId="3388200172" sldId="2147481060"/>
        </pc:sldMkLst>
        <pc:spChg chg="mod">
          <ac:chgData name="李思穎-數位金融處-永豐銀行" userId="5fc5ea02-bcdc-467f-9a61-311a9d763b91" providerId="ADAL" clId="{38513327-E8B2-4F2C-B60E-E7E50817037F}" dt="2026-05-15T09:07:08.827" v="1732"/>
          <ac:spMkLst>
            <pc:docMk/>
            <pc:sldMk cId="3388200172" sldId="2147481060"/>
            <ac:spMk id="3" creationId="{1227EAD6-2F9E-181B-27C9-2D0445DA3D1C}"/>
          </ac:spMkLst>
        </pc:spChg>
        <pc:spChg chg="add mod">
          <ac:chgData name="李思穎-數位金融處-永豐銀行" userId="5fc5ea02-bcdc-467f-9a61-311a9d763b91" providerId="ADAL" clId="{38513327-E8B2-4F2C-B60E-E7E50817037F}" dt="2026-05-15T09:05:45.453" v="1353" actId="1038"/>
          <ac:spMkLst>
            <pc:docMk/>
            <pc:sldMk cId="3388200172" sldId="2147481060"/>
            <ac:spMk id="5" creationId="{38479D27-CF0A-30C0-E4AE-A604D26C6174}"/>
          </ac:spMkLst>
        </pc:spChg>
        <pc:spChg chg="mod ord">
          <ac:chgData name="李思穎-數位金融處-永豐銀行" userId="5fc5ea02-bcdc-467f-9a61-311a9d763b91" providerId="ADAL" clId="{38513327-E8B2-4F2C-B60E-E7E50817037F}" dt="2026-05-15T09:05:45.453" v="1353" actId="1038"/>
          <ac:spMkLst>
            <pc:docMk/>
            <pc:sldMk cId="3388200172" sldId="2147481060"/>
            <ac:spMk id="8" creationId="{C6CAD6BA-3429-F316-DBEE-5BA0EF7E15C5}"/>
          </ac:spMkLst>
        </pc:spChg>
        <pc:graphicFrameChg chg="add mod modGraphic">
          <ac:chgData name="李思穎-數位金融處-永豐銀行" userId="5fc5ea02-bcdc-467f-9a61-311a9d763b91" providerId="ADAL" clId="{38513327-E8B2-4F2C-B60E-E7E50817037F}" dt="2026-05-15T09:07:46.873" v="1740" actId="572"/>
          <ac:graphicFrameMkLst>
            <pc:docMk/>
            <pc:sldMk cId="3388200172" sldId="2147481060"/>
            <ac:graphicFrameMk id="2" creationId="{61D41C3D-3150-541A-F878-2AB10657BC6A}"/>
          </ac:graphicFrameMkLst>
        </pc:graphicFrameChg>
      </pc:sldChg>
      <pc:sldChg chg="addSp delSp modSp add mod modCm">
        <pc:chgData name="李思穎-數位金融處-永豐銀行" userId="5fc5ea02-bcdc-467f-9a61-311a9d763b91" providerId="ADAL" clId="{38513327-E8B2-4F2C-B60E-E7E50817037F}" dt="2026-06-05T07:47:32.624" v="3092" actId="1076"/>
        <pc:sldMkLst>
          <pc:docMk/>
          <pc:sldMk cId="4109489239" sldId="2147481061"/>
        </pc:sldMkLst>
      </pc:sldChg>
      <pc:sldChg chg="addSp delSp modSp add mod">
        <pc:chgData name="李思穎-數位金融處-永豐銀行" userId="5fc5ea02-bcdc-467f-9a61-311a9d763b91" providerId="ADAL" clId="{38513327-E8B2-4F2C-B60E-E7E50817037F}" dt="2026-05-15T09:41:05.602" v="2452" actId="1036"/>
        <pc:sldMkLst>
          <pc:docMk/>
          <pc:sldMk cId="1971608813" sldId="2147481062"/>
        </pc:sldMkLst>
        <pc:spChg chg="mod">
          <ac:chgData name="李思穎-數位金融處-永豐銀行" userId="5fc5ea02-bcdc-467f-9a61-311a9d763b91" providerId="ADAL" clId="{38513327-E8B2-4F2C-B60E-E7E50817037F}" dt="2026-05-15T09:34:58.652" v="2362"/>
          <ac:spMkLst>
            <pc:docMk/>
            <pc:sldMk cId="1971608813" sldId="2147481062"/>
            <ac:spMk id="2" creationId="{5E229B98-045E-FE55-B052-C9F37D3418B5}"/>
          </ac:spMkLst>
        </pc:spChg>
        <pc:spChg chg="add mod">
          <ac:chgData name="李思穎-數位金融處-永豐銀行" userId="5fc5ea02-bcdc-467f-9a61-311a9d763b91" providerId="ADAL" clId="{38513327-E8B2-4F2C-B60E-E7E50817037F}" dt="2026-05-15T09:41:05.602" v="2452" actId="1036"/>
          <ac:spMkLst>
            <pc:docMk/>
            <pc:sldMk cId="1971608813" sldId="2147481062"/>
            <ac:spMk id="5" creationId="{F99824D9-7B33-3233-5255-99457736B131}"/>
          </ac:spMkLst>
        </pc:spChg>
        <pc:picChg chg="add mod">
          <ac:chgData name="李思穎-數位金融處-永豐銀行" userId="5fc5ea02-bcdc-467f-9a61-311a9d763b91" providerId="ADAL" clId="{38513327-E8B2-4F2C-B60E-E7E50817037F}" dt="2026-05-15T09:39:40.412" v="2368" actId="1076"/>
          <ac:picMkLst>
            <pc:docMk/>
            <pc:sldMk cId="1971608813" sldId="2147481062"/>
            <ac:picMk id="4" creationId="{2CAA1C55-A2D3-599F-F110-DEC40736ED23}"/>
          </ac:picMkLst>
        </pc:picChg>
        <pc:picChg chg="add mod">
          <ac:chgData name="李思穎-數位金融處-永豐銀行" userId="5fc5ea02-bcdc-467f-9a61-311a9d763b91" providerId="ADAL" clId="{38513327-E8B2-4F2C-B60E-E7E50817037F}" dt="2026-05-15T09:39:58.965" v="2374" actId="14100"/>
          <ac:picMkLst>
            <pc:docMk/>
            <pc:sldMk cId="1971608813" sldId="2147481062"/>
            <ac:picMk id="3074" creationId="{5643D0EF-BC87-148F-6756-3ECFA6B76591}"/>
          </ac:picMkLst>
        </pc:picChg>
      </pc:sldChg>
      <pc:sldChg chg="modSp mod">
        <pc:chgData name="李思穎-數位金融處-永豐銀行" userId="5fc5ea02-bcdc-467f-9a61-311a9d763b91" providerId="ADAL" clId="{38513327-E8B2-4F2C-B60E-E7E50817037F}" dt="2026-06-05T08:09:42.157" v="3101" actId="20577"/>
        <pc:sldMkLst>
          <pc:docMk/>
          <pc:sldMk cId="879426466" sldId="2147481065"/>
        </pc:sldMkLst>
        <pc:spChg chg="mod">
          <ac:chgData name="李思穎-數位金融處-永豐銀行" userId="5fc5ea02-bcdc-467f-9a61-311a9d763b91" providerId="ADAL" clId="{38513327-E8B2-4F2C-B60E-E7E50817037F}" dt="2026-06-05T07:45:08.708" v="2897" actId="207"/>
          <ac:spMkLst>
            <pc:docMk/>
            <pc:sldMk cId="879426466" sldId="2147481065"/>
            <ac:spMk id="2" creationId="{D2D72899-B19C-3786-211E-279AF6683BAE}"/>
          </ac:spMkLst>
        </pc:spChg>
        <pc:spChg chg="mod">
          <ac:chgData name="李思穎-數位金融處-永豐銀行" userId="5fc5ea02-bcdc-467f-9a61-311a9d763b91" providerId="ADAL" clId="{38513327-E8B2-4F2C-B60E-E7E50817037F}" dt="2026-06-05T08:09:42.157" v="3101" actId="20577"/>
          <ac:spMkLst>
            <pc:docMk/>
            <pc:sldMk cId="879426466" sldId="2147481065"/>
            <ac:spMk id="3" creationId="{ECEE298B-ECF5-2F02-4E2D-2B72B1B022CE}"/>
          </ac:spMkLst>
        </pc:spChg>
      </pc:sldChg>
      <pc:sldChg chg="modSp mod">
        <pc:chgData name="李思穎-數位金融處-永豐銀行" userId="5fc5ea02-bcdc-467f-9a61-311a9d763b91" providerId="ADAL" clId="{38513327-E8B2-4F2C-B60E-E7E50817037F}" dt="2026-06-05T07:20:24.506" v="2600" actId="207"/>
        <pc:sldMkLst>
          <pc:docMk/>
          <pc:sldMk cId="3431142622" sldId="2147481066"/>
        </pc:sldMkLst>
        <pc:spChg chg="mod">
          <ac:chgData name="李思穎-數位金融處-永豐銀行" userId="5fc5ea02-bcdc-467f-9a61-311a9d763b91" providerId="ADAL" clId="{38513327-E8B2-4F2C-B60E-E7E50817037F}" dt="2026-06-05T07:20:07.166" v="2599" actId="404"/>
          <ac:spMkLst>
            <pc:docMk/>
            <pc:sldMk cId="3431142622" sldId="2147481066"/>
            <ac:spMk id="2" creationId="{D2D72899-B19C-3786-211E-279AF6683BAE}"/>
          </ac:spMkLst>
        </pc:spChg>
        <pc:graphicFrameChg chg="mod modGraphic">
          <ac:chgData name="李思穎-數位金融處-永豐銀行" userId="5fc5ea02-bcdc-467f-9a61-311a9d763b91" providerId="ADAL" clId="{38513327-E8B2-4F2C-B60E-E7E50817037F}" dt="2026-06-05T07:19:34.880" v="2591" actId="2711"/>
          <ac:graphicFrameMkLst>
            <pc:docMk/>
            <pc:sldMk cId="3431142622" sldId="2147481066"/>
            <ac:graphicFrameMk id="4" creationId="{354F48CB-E354-C44B-225B-76666E398C99}"/>
          </ac:graphicFrameMkLst>
        </pc:graphicFrameChg>
        <pc:graphicFrameChg chg="mod modGraphic">
          <ac:chgData name="李思穎-數位金融處-永豐銀行" userId="5fc5ea02-bcdc-467f-9a61-311a9d763b91" providerId="ADAL" clId="{38513327-E8B2-4F2C-B60E-E7E50817037F}" dt="2026-06-05T07:20:24.506" v="2600" actId="207"/>
          <ac:graphicFrameMkLst>
            <pc:docMk/>
            <pc:sldMk cId="3431142622" sldId="2147481066"/>
            <ac:graphicFrameMk id="5" creationId="{372AE484-98CA-EDA8-9322-BE934CDC8027}"/>
          </ac:graphicFrameMkLst>
        </pc:graphicFrameChg>
      </pc:sldChg>
      <pc:sldChg chg="modSp add mod">
        <pc:chgData name="李思穎-數位金融處-永豐銀行" userId="5fc5ea02-bcdc-467f-9a61-311a9d763b91" providerId="ADAL" clId="{38513327-E8B2-4F2C-B60E-E7E50817037F}" dt="2026-06-05T08:12:21.977" v="3516" actId="403"/>
        <pc:sldMkLst>
          <pc:docMk/>
          <pc:sldMk cId="4174020105" sldId="2147481067"/>
        </pc:sldMkLst>
        <pc:spChg chg="mod">
          <ac:chgData name="李思穎-數位金融處-永豐銀行" userId="5fc5ea02-bcdc-467f-9a61-311a9d763b91" providerId="ADAL" clId="{38513327-E8B2-4F2C-B60E-E7E50817037F}" dt="2026-06-05T08:10:26.485" v="3235" actId="20577"/>
          <ac:spMkLst>
            <pc:docMk/>
            <pc:sldMk cId="4174020105" sldId="2147481067"/>
            <ac:spMk id="2" creationId="{4EEE6914-60E2-0080-C816-3241BFD55553}"/>
          </ac:spMkLst>
        </pc:spChg>
        <pc:spChg chg="mod">
          <ac:chgData name="李思穎-數位金融處-永豐銀行" userId="5fc5ea02-bcdc-467f-9a61-311a9d763b91" providerId="ADAL" clId="{38513327-E8B2-4F2C-B60E-E7E50817037F}" dt="2026-06-05T08:12:21.977" v="3516" actId="403"/>
          <ac:spMkLst>
            <pc:docMk/>
            <pc:sldMk cId="4174020105" sldId="2147481067"/>
            <ac:spMk id="3" creationId="{AE8184DB-3CF1-6C56-EDBC-EB33996DC072}"/>
          </ac:spMkLst>
        </pc:spChg>
      </pc:sldChg>
      <pc:sldMasterChg chg="delSldLayout">
        <pc:chgData name="李思穎-數位金融處-永豐銀行" userId="5fc5ea02-bcdc-467f-9a61-311a9d763b91" providerId="ADAL" clId="{38513327-E8B2-4F2C-B60E-E7E50817037F}" dt="2026-06-05T07:21:54.442" v="2617" actId="47"/>
        <pc:sldMasterMkLst>
          <pc:docMk/>
          <pc:sldMasterMk cId="0" sldId="2147483648"/>
        </pc:sldMasterMkLst>
        <pc:sldLayoutChg chg="del">
          <pc:chgData name="李思穎-數位金融處-永豐銀行" userId="5fc5ea02-bcdc-467f-9a61-311a9d763b91" providerId="ADAL" clId="{38513327-E8B2-4F2C-B60E-E7E50817037F}" dt="2026-06-05T07:21:54.442" v="2617" actId="47"/>
          <pc:sldLayoutMkLst>
            <pc:docMk/>
            <pc:sldMasterMk cId="0" sldId="2147483648"/>
            <pc:sldLayoutMk cId="916394979" sldId="2147483690"/>
          </pc:sldLayoutMkLst>
        </pc:sldLayoutChg>
        <pc:sldLayoutChg chg="del">
          <pc:chgData name="李思穎-數位金融處-永豐銀行" userId="5fc5ea02-bcdc-467f-9a61-311a9d763b91" providerId="ADAL" clId="{38513327-E8B2-4F2C-B60E-E7E50817037F}" dt="2026-04-24T08:38:16.096" v="754" actId="47"/>
          <pc:sldLayoutMkLst>
            <pc:docMk/>
            <pc:sldMasterMk cId="0" sldId="2147483648"/>
            <pc:sldLayoutMk cId="1148998802" sldId="2147483692"/>
          </pc:sldLayoutMkLst>
        </pc:sldLayoutChg>
      </pc:sldMasterChg>
    </pc:docChg>
  </pc:docChgLst>
  <pc:docChgLst>
    <pc:chgData name="李思穎-數位金融處-永豐銀行" userId="5fc5ea02-bcdc-467f-9a61-311a9d763b91" providerId="ADAL" clId="{7E2E60ED-A903-4DE3-A025-B10D6545811D}"/>
    <pc:docChg chg="undo redo custSel addSld delSld modSld sldOrd delMainMaster modSection">
      <pc:chgData name="李思穎-數位金融處-永豐銀行" userId="5fc5ea02-bcdc-467f-9a61-311a9d763b91" providerId="ADAL" clId="{7E2E60ED-A903-4DE3-A025-B10D6545811D}" dt="2026-07-23T08:16:15.077" v="1663" actId="20577"/>
      <pc:docMkLst>
        <pc:docMk/>
      </pc:docMkLst>
      <pc:sldChg chg="add del">
        <pc:chgData name="李思穎-數位金融處-永豐銀行" userId="5fc5ea02-bcdc-467f-9a61-311a9d763b91" providerId="ADAL" clId="{7E2E60ED-A903-4DE3-A025-B10D6545811D}" dt="2026-07-23T05:38:07.976" v="1445" actId="47"/>
        <pc:sldMkLst>
          <pc:docMk/>
          <pc:sldMk cId="0" sldId="256"/>
        </pc:sldMkLst>
      </pc:sldChg>
      <pc:sldChg chg="modSp mod">
        <pc:chgData name="李思穎-數位金融處-永豐銀行" userId="5fc5ea02-bcdc-467f-9a61-311a9d763b91" providerId="ADAL" clId="{7E2E60ED-A903-4DE3-A025-B10D6545811D}" dt="2026-07-23T08:16:15.077" v="1663" actId="20577"/>
        <pc:sldMkLst>
          <pc:docMk/>
          <pc:sldMk cId="0" sldId="2265"/>
        </pc:sldMkLst>
        <pc:spChg chg="mod">
          <ac:chgData name="李思穎-數位金融處-永豐銀行" userId="5fc5ea02-bcdc-467f-9a61-311a9d763b91" providerId="ADAL" clId="{7E2E60ED-A903-4DE3-A025-B10D6545811D}" dt="2026-07-17T08:30:45.557" v="769" actId="20577"/>
          <ac:spMkLst>
            <pc:docMk/>
            <pc:sldMk cId="0" sldId="2265"/>
            <ac:spMk id="2" creationId="{00000000-0000-0000-0000-000000000000}"/>
          </ac:spMkLst>
        </pc:spChg>
        <pc:spChg chg="mod">
          <ac:chgData name="李思穎-數位金融處-永豐銀行" userId="5fc5ea02-bcdc-467f-9a61-311a9d763b91" providerId="ADAL" clId="{7E2E60ED-A903-4DE3-A025-B10D6545811D}" dt="2026-07-23T08:16:15.077" v="1663" actId="20577"/>
          <ac:spMkLst>
            <pc:docMk/>
            <pc:sldMk cId="0" sldId="2265"/>
            <ac:spMk id="4" creationId="{1975DF22-82A3-EC77-FEF5-7D7A9BF5878C}"/>
          </ac:spMkLst>
        </pc:spChg>
      </pc:sldChg>
      <pc:sldChg chg="modSp mod">
        <pc:chgData name="李思穎-數位金融處-永豐銀行" userId="5fc5ea02-bcdc-467f-9a61-311a9d763b91" providerId="ADAL" clId="{7E2E60ED-A903-4DE3-A025-B10D6545811D}" dt="2026-07-17T05:25:48.582" v="225" actId="1076"/>
        <pc:sldMkLst>
          <pc:docMk/>
          <pc:sldMk cId="2799829318" sldId="2269"/>
        </pc:sldMkLst>
        <pc:spChg chg="mod">
          <ac:chgData name="李思穎-數位金融處-永豐銀行" userId="5fc5ea02-bcdc-467f-9a61-311a9d763b91" providerId="ADAL" clId="{7E2E60ED-A903-4DE3-A025-B10D6545811D}" dt="2026-07-17T05:25:48.582" v="225" actId="1076"/>
          <ac:spMkLst>
            <pc:docMk/>
            <pc:sldMk cId="2799829318" sldId="2269"/>
            <ac:spMk id="17" creationId="{FA909C98-DF50-D90B-8435-A9D49F1B42DA}"/>
          </ac:spMkLst>
        </pc:spChg>
      </pc:sldChg>
      <pc:sldChg chg="del">
        <pc:chgData name="李思穎-數位金融處-永豐銀行" userId="5fc5ea02-bcdc-467f-9a61-311a9d763b91" providerId="ADAL" clId="{7E2E60ED-A903-4DE3-A025-B10D6545811D}" dt="2026-07-17T07:11:29.502" v="642" actId="2696"/>
        <pc:sldMkLst>
          <pc:docMk/>
          <pc:sldMk cId="1623677803" sldId="2289"/>
        </pc:sldMkLst>
      </pc:sldChg>
      <pc:sldChg chg="del">
        <pc:chgData name="李思穎-數位金融處-永豐銀行" userId="5fc5ea02-bcdc-467f-9a61-311a9d763b91" providerId="ADAL" clId="{7E2E60ED-A903-4DE3-A025-B10D6545811D}" dt="2026-07-17T07:05:06.864" v="439" actId="47"/>
        <pc:sldMkLst>
          <pc:docMk/>
          <pc:sldMk cId="3079626859" sldId="2290"/>
        </pc:sldMkLst>
      </pc:sldChg>
      <pc:sldChg chg="addSp delSp modSp mod ord modShow">
        <pc:chgData name="李思穎-數位金融處-永豐銀行" userId="5fc5ea02-bcdc-467f-9a61-311a9d763b91" providerId="ADAL" clId="{7E2E60ED-A903-4DE3-A025-B10D6545811D}" dt="2026-07-17T09:05:31.676" v="1044"/>
        <pc:sldMkLst>
          <pc:docMk/>
          <pc:sldMk cId="2392403916" sldId="2291"/>
        </pc:sldMkLst>
        <pc:spChg chg="mod">
          <ac:chgData name="李思穎-數位金融處-永豐銀行" userId="5fc5ea02-bcdc-467f-9a61-311a9d763b91" providerId="ADAL" clId="{7E2E60ED-A903-4DE3-A025-B10D6545811D}" dt="2026-07-17T07:10:48.188" v="635" actId="1076"/>
          <ac:spMkLst>
            <pc:docMk/>
            <pc:sldMk cId="2392403916" sldId="2291"/>
            <ac:spMk id="5" creationId="{14D8B6F1-411B-B429-A445-D659C837A2D9}"/>
          </ac:spMkLst>
        </pc:spChg>
        <pc:spChg chg="add mod">
          <ac:chgData name="李思穎-數位金融處-永豐銀行" userId="5fc5ea02-bcdc-467f-9a61-311a9d763b91" providerId="ADAL" clId="{7E2E60ED-A903-4DE3-A025-B10D6545811D}" dt="2026-07-17T09:05:31.676" v="1044"/>
          <ac:spMkLst>
            <pc:docMk/>
            <pc:sldMk cId="2392403916" sldId="2291"/>
            <ac:spMk id="9" creationId="{209F02C8-0DE4-D70B-FB97-1145C4B41A37}"/>
          </ac:spMkLst>
        </pc:spChg>
        <pc:graphicFrameChg chg="mod modGraphic">
          <ac:chgData name="李思穎-數位金融處-永豐銀行" userId="5fc5ea02-bcdc-467f-9a61-311a9d763b91" providerId="ADAL" clId="{7E2E60ED-A903-4DE3-A025-B10D6545811D}" dt="2026-07-17T08:36:14.782" v="786" actId="20577"/>
          <ac:graphicFrameMkLst>
            <pc:docMk/>
            <pc:sldMk cId="2392403916" sldId="2291"/>
            <ac:graphicFrameMk id="3" creationId="{33EFD04F-C60D-D72F-C1C3-BA0395F3A71F}"/>
          </ac:graphicFrameMkLst>
        </pc:graphicFrameChg>
      </pc:sldChg>
      <pc:sldChg chg="del">
        <pc:chgData name="李思穎-數位金融處-永豐銀行" userId="5fc5ea02-bcdc-467f-9a61-311a9d763b91" providerId="ADAL" clId="{7E2E60ED-A903-4DE3-A025-B10D6545811D}" dt="2026-07-17T07:11:43.109" v="643" actId="2696"/>
        <pc:sldMkLst>
          <pc:docMk/>
          <pc:sldMk cId="322470081" sldId="2293"/>
        </pc:sldMkLst>
      </pc:sldChg>
      <pc:sldChg chg="del">
        <pc:chgData name="李思穎-數位金融處-永豐銀行" userId="5fc5ea02-bcdc-467f-9a61-311a9d763b91" providerId="ADAL" clId="{7E2E60ED-A903-4DE3-A025-B10D6545811D}" dt="2026-07-17T05:24:35.904" v="169" actId="47"/>
        <pc:sldMkLst>
          <pc:docMk/>
          <pc:sldMk cId="2634255275" sldId="2341"/>
        </pc:sldMkLst>
      </pc:sldChg>
      <pc:sldChg chg="del">
        <pc:chgData name="李思穎-數位金融處-永豐銀行" userId="5fc5ea02-bcdc-467f-9a61-311a9d763b91" providerId="ADAL" clId="{7E2E60ED-A903-4DE3-A025-B10D6545811D}" dt="2026-07-17T08:44:08.286" v="867" actId="2696"/>
        <pc:sldMkLst>
          <pc:docMk/>
          <pc:sldMk cId="2402032341" sldId="2147471205"/>
        </pc:sldMkLst>
      </pc:sldChg>
      <pc:sldChg chg="modSp mod">
        <pc:chgData name="李思穎-數位金融處-永豐銀行" userId="5fc5ea02-bcdc-467f-9a61-311a9d763b91" providerId="ADAL" clId="{7E2E60ED-A903-4DE3-A025-B10D6545811D}" dt="2026-07-17T09:01:00.571" v="1016" actId="207"/>
        <pc:sldMkLst>
          <pc:docMk/>
          <pc:sldMk cId="3891388891" sldId="2147471226"/>
        </pc:sldMkLst>
      </pc:sldChg>
      <pc:sldChg chg="delSp modSp mod">
        <pc:chgData name="李思穎-數位金融處-永豐銀行" userId="5fc5ea02-bcdc-467f-9a61-311a9d763b91" providerId="ADAL" clId="{7E2E60ED-A903-4DE3-A025-B10D6545811D}" dt="2026-07-17T05:24:04.188" v="119" actId="14100"/>
        <pc:sldMkLst>
          <pc:docMk/>
          <pc:sldMk cId="294336624" sldId="2147471238"/>
        </pc:sldMkLst>
      </pc:sldChg>
      <pc:sldChg chg="del">
        <pc:chgData name="李思穎-數位金融處-永豐銀行" userId="5fc5ea02-bcdc-467f-9a61-311a9d763b91" providerId="ADAL" clId="{7E2E60ED-A903-4DE3-A025-B10D6545811D}" dt="2026-07-17T08:35:45.630" v="784" actId="2696"/>
        <pc:sldMkLst>
          <pc:docMk/>
          <pc:sldMk cId="1057293453" sldId="2147471239"/>
        </pc:sldMkLst>
      </pc:sldChg>
      <pc:sldChg chg="modSp add del mod ord">
        <pc:chgData name="李思穎-數位金融處-永豐銀行" userId="5fc5ea02-bcdc-467f-9a61-311a9d763b91" providerId="ADAL" clId="{7E2E60ED-A903-4DE3-A025-B10D6545811D}" dt="2026-07-23T06:52:26.417" v="1659" actId="47"/>
        <pc:sldMkLst>
          <pc:docMk/>
          <pc:sldMk cId="942209590" sldId="2147471240"/>
        </pc:sldMkLst>
        <pc:graphicFrameChg chg="mod modGraphic">
          <ac:chgData name="李思穎-數位金融處-永豐銀行" userId="5fc5ea02-bcdc-467f-9a61-311a9d763b91" providerId="ADAL" clId="{7E2E60ED-A903-4DE3-A025-B10D6545811D}" dt="2026-07-23T05:55:41.975" v="1580"/>
          <ac:graphicFrameMkLst>
            <pc:docMk/>
            <pc:sldMk cId="942209590" sldId="2147471240"/>
            <ac:graphicFrameMk id="4" creationId="{9903FDAD-0828-2CAC-9974-E1AD0EC80A03}"/>
          </ac:graphicFrameMkLst>
        </pc:graphicFrameChg>
        <pc:graphicFrameChg chg="mod modGraphic">
          <ac:chgData name="李思穎-數位金融處-永豐銀行" userId="5fc5ea02-bcdc-467f-9a61-311a9d763b91" providerId="ADAL" clId="{7E2E60ED-A903-4DE3-A025-B10D6545811D}" dt="2026-07-23T05:39:14.989" v="1465" actId="14100"/>
          <ac:graphicFrameMkLst>
            <pc:docMk/>
            <pc:sldMk cId="942209590" sldId="2147471240"/>
            <ac:graphicFrameMk id="5" creationId="{23DBE242-49D4-46A7-217A-6C12442DB31B}"/>
          </ac:graphicFrameMkLst>
        </pc:graphicFrameChg>
      </pc:sldChg>
      <pc:sldChg chg="add del mod ord modShow">
        <pc:chgData name="李思穎-數位金融處-永豐銀行" userId="5fc5ea02-bcdc-467f-9a61-311a9d763b91" providerId="ADAL" clId="{7E2E60ED-A903-4DE3-A025-B10D6545811D}" dt="2026-07-23T06:52:43.358" v="1660" actId="47"/>
        <pc:sldMkLst>
          <pc:docMk/>
          <pc:sldMk cId="1173150895" sldId="2147471241"/>
        </pc:sldMkLst>
      </pc:sldChg>
      <pc:sldChg chg="modSp add mod ord">
        <pc:chgData name="李思穎-數位金融處-永豐銀行" userId="5fc5ea02-bcdc-467f-9a61-311a9d763b91" providerId="ADAL" clId="{7E2E60ED-A903-4DE3-A025-B10D6545811D}" dt="2026-07-23T07:45:00.482" v="1661" actId="207"/>
        <pc:sldMkLst>
          <pc:docMk/>
          <pc:sldMk cId="4161764260" sldId="2147471242"/>
        </pc:sldMkLst>
        <pc:spChg chg="mod">
          <ac:chgData name="李思穎-數位金融處-永豐銀行" userId="5fc5ea02-bcdc-467f-9a61-311a9d763b91" providerId="ADAL" clId="{7E2E60ED-A903-4DE3-A025-B10D6545811D}" dt="2026-07-23T05:40:36.208" v="1486" actId="14100"/>
          <ac:spMkLst>
            <pc:docMk/>
            <pc:sldMk cId="4161764260" sldId="2147471242"/>
            <ac:spMk id="3" creationId="{B211597F-EB9A-0996-12D6-0ABCBA7CDE16}"/>
          </ac:spMkLst>
        </pc:spChg>
        <pc:graphicFrameChg chg="mod modGraphic">
          <ac:chgData name="李思穎-數位金融處-永豐銀行" userId="5fc5ea02-bcdc-467f-9a61-311a9d763b91" providerId="ADAL" clId="{7E2E60ED-A903-4DE3-A025-B10D6545811D}" dt="2026-07-23T05:40:15.246" v="1477" actId="120"/>
          <ac:graphicFrameMkLst>
            <pc:docMk/>
            <pc:sldMk cId="4161764260" sldId="2147471242"/>
            <ac:graphicFrameMk id="4" creationId="{6A22218B-129F-3AF1-22B7-69B870668F72}"/>
          </ac:graphicFrameMkLst>
        </pc:graphicFrameChg>
        <pc:graphicFrameChg chg="mod modGraphic">
          <ac:chgData name="李思穎-數位金融處-永豐銀行" userId="5fc5ea02-bcdc-467f-9a61-311a9d763b91" providerId="ADAL" clId="{7E2E60ED-A903-4DE3-A025-B10D6545811D}" dt="2026-07-23T07:45:00.482" v="1661" actId="207"/>
          <ac:graphicFrameMkLst>
            <pc:docMk/>
            <pc:sldMk cId="4161764260" sldId="2147471242"/>
            <ac:graphicFrameMk id="5" creationId="{75A3D432-B1F3-D501-A247-57B2D2A602BE}"/>
          </ac:graphicFrameMkLst>
        </pc:graphicFrameChg>
      </pc:sldChg>
      <pc:sldChg chg="modSp add mod ord">
        <pc:chgData name="李思穎-數位金融處-永豐銀行" userId="5fc5ea02-bcdc-467f-9a61-311a9d763b91" providerId="ADAL" clId="{7E2E60ED-A903-4DE3-A025-B10D6545811D}" dt="2026-07-23T06:01:43.186" v="1596" actId="20577"/>
        <pc:sldMkLst>
          <pc:docMk/>
          <pc:sldMk cId="2910746968" sldId="2147471243"/>
        </pc:sldMkLst>
        <pc:spChg chg="mod">
          <ac:chgData name="李思穎-數位金融處-永豐銀行" userId="5fc5ea02-bcdc-467f-9a61-311a9d763b91" providerId="ADAL" clId="{7E2E60ED-A903-4DE3-A025-B10D6545811D}" dt="2026-07-23T06:01:43.186" v="1596" actId="20577"/>
          <ac:spMkLst>
            <pc:docMk/>
            <pc:sldMk cId="2910746968" sldId="2147471243"/>
            <ac:spMk id="3" creationId="{9FA49990-1B89-BF49-11B0-68F881F84F52}"/>
          </ac:spMkLst>
        </pc:spChg>
        <pc:graphicFrameChg chg="mod modGraphic">
          <ac:chgData name="李思穎-數位金融處-永豐銀行" userId="5fc5ea02-bcdc-467f-9a61-311a9d763b91" providerId="ADAL" clId="{7E2E60ED-A903-4DE3-A025-B10D6545811D}" dt="2026-07-23T05:44:28.644" v="1502" actId="207"/>
          <ac:graphicFrameMkLst>
            <pc:docMk/>
            <pc:sldMk cId="2910746968" sldId="2147471243"/>
            <ac:graphicFrameMk id="4" creationId="{DA941373-EDA5-1A45-D1BA-D3D6208A2566}"/>
          </ac:graphicFrameMkLst>
        </pc:graphicFrameChg>
        <pc:graphicFrameChg chg="mod modGraphic">
          <ac:chgData name="李思穎-數位金融處-永豐銀行" userId="5fc5ea02-bcdc-467f-9a61-311a9d763b91" providerId="ADAL" clId="{7E2E60ED-A903-4DE3-A025-B10D6545811D}" dt="2026-07-23T05:53:19.724" v="1540" actId="207"/>
          <ac:graphicFrameMkLst>
            <pc:docMk/>
            <pc:sldMk cId="2910746968" sldId="2147471243"/>
            <ac:graphicFrameMk id="5" creationId="{8549B866-55A0-85A3-8660-1FB2FD4E80DC}"/>
          </ac:graphicFrameMkLst>
        </pc:graphicFrameChg>
      </pc:sldChg>
      <pc:sldChg chg="del">
        <pc:chgData name="李思穎-數位金融處-永豐銀行" userId="5fc5ea02-bcdc-467f-9a61-311a9d763b91" providerId="ADAL" clId="{7E2E60ED-A903-4DE3-A025-B10D6545811D}" dt="2026-07-17T05:21:02.526" v="13" actId="47"/>
        <pc:sldMkLst>
          <pc:docMk/>
          <pc:sldMk cId="2090734154" sldId="2147480506"/>
        </pc:sldMkLst>
      </pc:sldChg>
      <pc:sldChg chg="modSp mod">
        <pc:chgData name="李思穎-數位金融處-永豐銀行" userId="5fc5ea02-bcdc-467f-9a61-311a9d763b91" providerId="ADAL" clId="{7E2E60ED-A903-4DE3-A025-B10D6545811D}" dt="2026-07-17T08:31:43.856" v="783"/>
        <pc:sldMkLst>
          <pc:docMk/>
          <pc:sldMk cId="4049934866" sldId="2147480553"/>
        </pc:sldMkLst>
        <pc:spChg chg="mod">
          <ac:chgData name="李思穎-數位金融處-永豐銀行" userId="5fc5ea02-bcdc-467f-9a61-311a9d763b91" providerId="ADAL" clId="{7E2E60ED-A903-4DE3-A025-B10D6545811D}" dt="2026-07-17T08:31:43.856" v="783"/>
          <ac:spMkLst>
            <pc:docMk/>
            <pc:sldMk cId="4049934866" sldId="2147480553"/>
            <ac:spMk id="14" creationId="{62A22B48-2424-0A39-E444-9BE6E1AC931D}"/>
          </ac:spMkLst>
        </pc:spChg>
        <pc:spChg chg="mod">
          <ac:chgData name="李思穎-數位金融處-永豐銀行" userId="5fc5ea02-bcdc-467f-9a61-311a9d763b91" providerId="ADAL" clId="{7E2E60ED-A903-4DE3-A025-B10D6545811D}" dt="2026-07-17T05:24:46.672" v="171" actId="5793"/>
          <ac:spMkLst>
            <pc:docMk/>
            <pc:sldMk cId="4049934866" sldId="2147480553"/>
            <ac:spMk id="329" creationId="{8806E9FA-0C68-8F3A-4CDD-DB795C3E8F83}"/>
          </ac:spMkLst>
        </pc:spChg>
        <pc:spChg chg="mod">
          <ac:chgData name="李思穎-數位金融處-永豐銀行" userId="5fc5ea02-bcdc-467f-9a61-311a9d763b91" providerId="ADAL" clId="{7E2E60ED-A903-4DE3-A025-B10D6545811D}" dt="2026-07-17T08:31:02.096" v="770" actId="20577"/>
          <ac:spMkLst>
            <pc:docMk/>
            <pc:sldMk cId="4049934866" sldId="2147480553"/>
            <ac:spMk id="338" creationId="{8A3790FF-D544-4EE6-1994-3B435037CE58}"/>
          </ac:spMkLst>
        </pc:spChg>
      </pc:sldChg>
      <pc:sldChg chg="del">
        <pc:chgData name="李思穎-數位金融處-永豐銀行" userId="5fc5ea02-bcdc-467f-9a61-311a9d763b91" providerId="ADAL" clId="{7E2E60ED-A903-4DE3-A025-B10D6545811D}" dt="2026-07-17T05:20:52.028" v="11" actId="47"/>
        <pc:sldMkLst>
          <pc:docMk/>
          <pc:sldMk cId="996033395" sldId="2147480693"/>
        </pc:sldMkLst>
      </pc:sldChg>
      <pc:sldChg chg="del">
        <pc:chgData name="李思穎-數位金融處-永豐銀行" userId="5fc5ea02-bcdc-467f-9a61-311a9d763b91" providerId="ADAL" clId="{7E2E60ED-A903-4DE3-A025-B10D6545811D}" dt="2026-07-17T05:20:47.418" v="10" actId="47"/>
        <pc:sldMkLst>
          <pc:docMk/>
          <pc:sldMk cId="3195742258" sldId="2147480694"/>
        </pc:sldMkLst>
      </pc:sldChg>
      <pc:sldChg chg="del">
        <pc:chgData name="李思穎-數位金融處-永豐銀行" userId="5fc5ea02-bcdc-467f-9a61-311a9d763b91" providerId="ADAL" clId="{7E2E60ED-A903-4DE3-A025-B10D6545811D}" dt="2026-07-17T05:20:57.408" v="12" actId="47"/>
        <pc:sldMkLst>
          <pc:docMk/>
          <pc:sldMk cId="2668087748" sldId="2147480695"/>
        </pc:sldMkLst>
      </pc:sldChg>
      <pc:sldChg chg="del">
        <pc:chgData name="李思穎-數位金融處-永豐銀行" userId="5fc5ea02-bcdc-467f-9a61-311a9d763b91" providerId="ADAL" clId="{7E2E60ED-A903-4DE3-A025-B10D6545811D}" dt="2026-07-17T05:20:52.028" v="11" actId="47"/>
        <pc:sldMkLst>
          <pc:docMk/>
          <pc:sldMk cId="1439849277" sldId="2147480696"/>
        </pc:sldMkLst>
      </pc:sldChg>
      <pc:sldChg chg="del">
        <pc:chgData name="李思穎-數位金融處-永豐銀行" userId="5fc5ea02-bcdc-467f-9a61-311a9d763b91" providerId="ADAL" clId="{7E2E60ED-A903-4DE3-A025-B10D6545811D}" dt="2026-07-17T05:20:47.418" v="10" actId="47"/>
        <pc:sldMkLst>
          <pc:docMk/>
          <pc:sldMk cId="626954738" sldId="2147480697"/>
        </pc:sldMkLst>
      </pc:sldChg>
      <pc:sldChg chg="del">
        <pc:chgData name="李思穎-數位金融處-永豐銀行" userId="5fc5ea02-bcdc-467f-9a61-311a9d763b91" providerId="ADAL" clId="{7E2E60ED-A903-4DE3-A025-B10D6545811D}" dt="2026-07-17T05:20:52.028" v="11" actId="47"/>
        <pc:sldMkLst>
          <pc:docMk/>
          <pc:sldMk cId="142733457" sldId="2147480700"/>
        </pc:sldMkLst>
      </pc:sldChg>
      <pc:sldChg chg="del">
        <pc:chgData name="李思穎-數位金融處-永豐銀行" userId="5fc5ea02-bcdc-467f-9a61-311a9d763b91" providerId="ADAL" clId="{7E2E60ED-A903-4DE3-A025-B10D6545811D}" dt="2026-07-17T05:20:47.418" v="10" actId="47"/>
        <pc:sldMkLst>
          <pc:docMk/>
          <pc:sldMk cId="1513248242" sldId="2147480701"/>
        </pc:sldMkLst>
      </pc:sldChg>
      <pc:sldChg chg="del">
        <pc:chgData name="李思穎-數位金融處-永豐銀行" userId="5fc5ea02-bcdc-467f-9a61-311a9d763b91" providerId="ADAL" clId="{7E2E60ED-A903-4DE3-A025-B10D6545811D}" dt="2026-07-17T05:20:47.418" v="10" actId="47"/>
        <pc:sldMkLst>
          <pc:docMk/>
          <pc:sldMk cId="1102573607" sldId="2147480705"/>
        </pc:sldMkLst>
      </pc:sldChg>
      <pc:sldChg chg="del">
        <pc:chgData name="李思穎-數位金融處-永豐銀行" userId="5fc5ea02-bcdc-467f-9a61-311a9d763b91" providerId="ADAL" clId="{7E2E60ED-A903-4DE3-A025-B10D6545811D}" dt="2026-07-17T05:20:52.028" v="11" actId="47"/>
        <pc:sldMkLst>
          <pc:docMk/>
          <pc:sldMk cId="3724751647" sldId="2147480706"/>
        </pc:sldMkLst>
      </pc:sldChg>
      <pc:sldChg chg="del">
        <pc:chgData name="李思穎-數位金融處-永豐銀行" userId="5fc5ea02-bcdc-467f-9a61-311a9d763b91" providerId="ADAL" clId="{7E2E60ED-A903-4DE3-A025-B10D6545811D}" dt="2026-07-17T05:20:57.408" v="12" actId="47"/>
        <pc:sldMkLst>
          <pc:docMk/>
          <pc:sldMk cId="1982247449" sldId="2147480707"/>
        </pc:sldMkLst>
      </pc:sldChg>
      <pc:sldChg chg="del">
        <pc:chgData name="李思穎-數位金融處-永豐銀行" userId="5fc5ea02-bcdc-467f-9a61-311a9d763b91" providerId="ADAL" clId="{7E2E60ED-A903-4DE3-A025-B10D6545811D}" dt="2026-07-17T05:20:52.028" v="11" actId="47"/>
        <pc:sldMkLst>
          <pc:docMk/>
          <pc:sldMk cId="1835255839" sldId="2147480709"/>
        </pc:sldMkLst>
      </pc:sldChg>
      <pc:sldChg chg="del">
        <pc:chgData name="李思穎-數位金融處-永豐銀行" userId="5fc5ea02-bcdc-467f-9a61-311a9d763b91" providerId="ADAL" clId="{7E2E60ED-A903-4DE3-A025-B10D6545811D}" dt="2026-07-17T05:20:47.418" v="10" actId="47"/>
        <pc:sldMkLst>
          <pc:docMk/>
          <pc:sldMk cId="2200017848" sldId="2147480710"/>
        </pc:sldMkLst>
      </pc:sldChg>
      <pc:sldChg chg="del">
        <pc:chgData name="李思穎-數位金融處-永豐銀行" userId="5fc5ea02-bcdc-467f-9a61-311a9d763b91" providerId="ADAL" clId="{7E2E60ED-A903-4DE3-A025-B10D6545811D}" dt="2026-07-17T05:20:47.418" v="10" actId="47"/>
        <pc:sldMkLst>
          <pc:docMk/>
          <pc:sldMk cId="2222097808" sldId="2147480711"/>
        </pc:sldMkLst>
      </pc:sldChg>
      <pc:sldChg chg="del">
        <pc:chgData name="李思穎-數位金融處-永豐銀行" userId="5fc5ea02-bcdc-467f-9a61-311a9d763b91" providerId="ADAL" clId="{7E2E60ED-A903-4DE3-A025-B10D6545811D}" dt="2026-07-17T05:20:47.418" v="10" actId="47"/>
        <pc:sldMkLst>
          <pc:docMk/>
          <pc:sldMk cId="1452257133" sldId="2147480721"/>
        </pc:sldMkLst>
      </pc:sldChg>
      <pc:sldChg chg="del">
        <pc:chgData name="李思穎-數位金融處-永豐銀行" userId="5fc5ea02-bcdc-467f-9a61-311a9d763b91" providerId="ADAL" clId="{7E2E60ED-A903-4DE3-A025-B10D6545811D}" dt="2026-07-17T05:20:52.028" v="11" actId="47"/>
        <pc:sldMkLst>
          <pc:docMk/>
          <pc:sldMk cId="2638807818" sldId="2147480722"/>
        </pc:sldMkLst>
      </pc:sldChg>
      <pc:sldChg chg="del">
        <pc:chgData name="李思穎-數位金融處-永豐銀行" userId="5fc5ea02-bcdc-467f-9a61-311a9d763b91" providerId="ADAL" clId="{7E2E60ED-A903-4DE3-A025-B10D6545811D}" dt="2026-07-17T05:20:52.028" v="11" actId="47"/>
        <pc:sldMkLst>
          <pc:docMk/>
          <pc:sldMk cId="3208272758" sldId="2147480741"/>
        </pc:sldMkLst>
      </pc:sldChg>
      <pc:sldChg chg="del">
        <pc:chgData name="李思穎-數位金融處-永豐銀行" userId="5fc5ea02-bcdc-467f-9a61-311a9d763b91" providerId="ADAL" clId="{7E2E60ED-A903-4DE3-A025-B10D6545811D}" dt="2026-07-17T05:20:57.408" v="12" actId="47"/>
        <pc:sldMkLst>
          <pc:docMk/>
          <pc:sldMk cId="931385452" sldId="2147480742"/>
        </pc:sldMkLst>
      </pc:sldChg>
      <pc:sldChg chg="del">
        <pc:chgData name="李思穎-數位金融處-永豐銀行" userId="5fc5ea02-bcdc-467f-9a61-311a9d763b91" providerId="ADAL" clId="{7E2E60ED-A903-4DE3-A025-B10D6545811D}" dt="2026-07-17T05:20:57.408" v="12" actId="47"/>
        <pc:sldMkLst>
          <pc:docMk/>
          <pc:sldMk cId="1692087461" sldId="2147480751"/>
        </pc:sldMkLst>
      </pc:sldChg>
      <pc:sldChg chg="modSp mod modShow">
        <pc:chgData name="李思穎-數位金融處-永豐銀行" userId="5fc5ea02-bcdc-467f-9a61-311a9d763b91" providerId="ADAL" clId="{7E2E60ED-A903-4DE3-A025-B10D6545811D}" dt="2026-07-17T09:00:40.796" v="1015" actId="729"/>
        <pc:sldMkLst>
          <pc:docMk/>
          <pc:sldMk cId="875860966" sldId="2147480752"/>
        </pc:sldMkLst>
        <pc:spChg chg="mod">
          <ac:chgData name="李思穎-數位金融處-永豐銀行" userId="5fc5ea02-bcdc-467f-9a61-311a9d763b91" providerId="ADAL" clId="{7E2E60ED-A903-4DE3-A025-B10D6545811D}" dt="2026-07-17T09:00:00.793" v="1010" actId="1076"/>
          <ac:spMkLst>
            <pc:docMk/>
            <pc:sldMk cId="875860966" sldId="2147480752"/>
            <ac:spMk id="22" creationId="{81CE55E3-0F90-50E5-04CE-E947295EDB03}"/>
          </ac:spMkLst>
        </pc:spChg>
        <pc:spChg chg="mod">
          <ac:chgData name="李思穎-數位金融處-永豐銀行" userId="5fc5ea02-bcdc-467f-9a61-311a9d763b91" providerId="ADAL" clId="{7E2E60ED-A903-4DE3-A025-B10D6545811D}" dt="2026-07-17T09:00:07.547" v="1011" actId="1076"/>
          <ac:spMkLst>
            <pc:docMk/>
            <pc:sldMk cId="875860966" sldId="2147480752"/>
            <ac:spMk id="25" creationId="{D15F07CA-3746-55A2-9887-B6C47C6FC417}"/>
          </ac:spMkLst>
        </pc:spChg>
        <pc:spChg chg="mod">
          <ac:chgData name="李思穎-數位金融處-永豐銀行" userId="5fc5ea02-bcdc-467f-9a61-311a9d763b91" providerId="ADAL" clId="{7E2E60ED-A903-4DE3-A025-B10D6545811D}" dt="2026-07-17T09:00:11.706" v="1014" actId="1035"/>
          <ac:spMkLst>
            <pc:docMk/>
            <pc:sldMk cId="875860966" sldId="2147480752"/>
            <ac:spMk id="26" creationId="{D596F785-25CE-1F3B-FEC2-85E9DCB8D949}"/>
          </ac:spMkLst>
        </pc:spChg>
      </pc:sldChg>
      <pc:sldChg chg="del modNotesTx">
        <pc:chgData name="李思穎-數位金融處-永豐銀行" userId="5fc5ea02-bcdc-467f-9a61-311a9d763b91" providerId="ADAL" clId="{7E2E60ED-A903-4DE3-A025-B10D6545811D}" dt="2026-07-17T07:15:20.877" v="711" actId="47"/>
        <pc:sldMkLst>
          <pc:docMk/>
          <pc:sldMk cId="2306290468" sldId="2147480755"/>
        </pc:sldMkLst>
      </pc:sldChg>
      <pc:sldChg chg="del">
        <pc:chgData name="李思穎-數位金融處-永豐銀行" userId="5fc5ea02-bcdc-467f-9a61-311a9d763b91" providerId="ADAL" clId="{7E2E60ED-A903-4DE3-A025-B10D6545811D}" dt="2026-07-17T05:20:57.408" v="12" actId="47"/>
        <pc:sldMkLst>
          <pc:docMk/>
          <pc:sldMk cId="3300269864" sldId="2147480766"/>
        </pc:sldMkLst>
      </pc:sldChg>
      <pc:sldChg chg="del">
        <pc:chgData name="李思穎-數位金融處-永豐銀行" userId="5fc5ea02-bcdc-467f-9a61-311a9d763b91" providerId="ADAL" clId="{7E2E60ED-A903-4DE3-A025-B10D6545811D}" dt="2026-07-17T05:21:02.526" v="13" actId="47"/>
        <pc:sldMkLst>
          <pc:docMk/>
          <pc:sldMk cId="3210084940" sldId="2147480768"/>
        </pc:sldMkLst>
      </pc:sldChg>
      <pc:sldChg chg="del">
        <pc:chgData name="李思穎-數位金融處-永豐銀行" userId="5fc5ea02-bcdc-467f-9a61-311a9d763b91" providerId="ADAL" clId="{7E2E60ED-A903-4DE3-A025-B10D6545811D}" dt="2026-07-17T05:20:57.408" v="12" actId="47"/>
        <pc:sldMkLst>
          <pc:docMk/>
          <pc:sldMk cId="4182378633" sldId="2147480769"/>
        </pc:sldMkLst>
      </pc:sldChg>
      <pc:sldChg chg="modSp add del mod modShow modCm">
        <pc:chgData name="李思穎-數位金融處-永豐銀行" userId="5fc5ea02-bcdc-467f-9a61-311a9d763b91" providerId="ADAL" clId="{7E2E60ED-A903-4DE3-A025-B10D6545811D}" dt="2026-07-17T08:42:10.624" v="866" actId="2696"/>
        <pc:sldMkLst>
          <pc:docMk/>
          <pc:sldMk cId="4109489239" sldId="2147481061"/>
        </pc:sldMkLst>
      </pc:sldChg>
      <pc:sldChg chg="modSp mod modNotesTx">
        <pc:chgData name="李思穎-數位金融處-永豐銀行" userId="5fc5ea02-bcdc-467f-9a61-311a9d763b91" providerId="ADAL" clId="{7E2E60ED-A903-4DE3-A025-B10D6545811D}" dt="2026-07-17T09:58:29.537" v="1443"/>
        <pc:sldMkLst>
          <pc:docMk/>
          <pc:sldMk cId="879426466" sldId="2147481065"/>
        </pc:sldMkLst>
        <pc:spChg chg="mod">
          <ac:chgData name="李思穎-數位金融處-永豐銀行" userId="5fc5ea02-bcdc-467f-9a61-311a9d763b91" providerId="ADAL" clId="{7E2E60ED-A903-4DE3-A025-B10D6545811D}" dt="2026-07-17T09:58:29.537" v="1443"/>
          <ac:spMkLst>
            <pc:docMk/>
            <pc:sldMk cId="879426466" sldId="2147481065"/>
            <ac:spMk id="3" creationId="{ECEE298B-ECF5-2F02-4E2D-2B72B1B022CE}"/>
          </ac:spMkLst>
        </pc:spChg>
      </pc:sldChg>
      <pc:sldChg chg="modSp mod">
        <pc:chgData name="李思穎-數位金融處-永豐銀行" userId="5fc5ea02-bcdc-467f-9a61-311a9d763b91" providerId="ADAL" clId="{7E2E60ED-A903-4DE3-A025-B10D6545811D}" dt="2026-07-17T08:59:03.569" v="1008" actId="20577"/>
        <pc:sldMkLst>
          <pc:docMk/>
          <pc:sldMk cId="3431142622" sldId="2147481066"/>
        </pc:sldMkLst>
      </pc:sldChg>
      <pc:sldChg chg="modSp mod">
        <pc:chgData name="李思穎-數位金融處-永豐銀行" userId="5fc5ea02-bcdc-467f-9a61-311a9d763b91" providerId="ADAL" clId="{7E2E60ED-A903-4DE3-A025-B10D6545811D}" dt="2026-07-17T08:51:07.631" v="994"/>
        <pc:sldMkLst>
          <pc:docMk/>
          <pc:sldMk cId="4174020105" sldId="2147481067"/>
        </pc:sldMkLst>
      </pc:sldChg>
      <pc:sldChg chg="add">
        <pc:chgData name="李思穎-數位金融處-永豐銀行" userId="5fc5ea02-bcdc-467f-9a61-311a9d763b91" providerId="ADAL" clId="{7E2E60ED-A903-4DE3-A025-B10D6545811D}" dt="2026-07-17T07:15:18.058" v="710"/>
        <pc:sldMkLst>
          <pc:docMk/>
          <pc:sldMk cId="47770383" sldId="2147481072"/>
        </pc:sldMkLst>
      </pc:sldChg>
      <pc:sldChg chg="new del">
        <pc:chgData name="李思穎-數位金融處-永豐銀行" userId="5fc5ea02-bcdc-467f-9a61-311a9d763b91" providerId="ADAL" clId="{7E2E60ED-A903-4DE3-A025-B10D6545811D}" dt="2026-07-17T05:22:40.076" v="20" actId="680"/>
        <pc:sldMkLst>
          <pc:docMk/>
          <pc:sldMk cId="2829451687" sldId="2147481072"/>
        </pc:sldMkLst>
      </pc:sldChg>
      <pc:sldChg chg="addSp delSp modSp add mod">
        <pc:chgData name="李思穎-數位金融處-永豐銀行" userId="5fc5ea02-bcdc-467f-9a61-311a9d763b91" providerId="ADAL" clId="{7E2E60ED-A903-4DE3-A025-B10D6545811D}" dt="2026-07-17T09:34:20.581" v="1409" actId="14100"/>
        <pc:sldMkLst>
          <pc:docMk/>
          <pc:sldMk cId="2911456788" sldId="2147481072"/>
        </pc:sldMkLst>
      </pc:sldChg>
      <pc:sldChg chg="addSp delSp modSp add del mod">
        <pc:chgData name="李思穎-數位金融處-永豐銀行" userId="5fc5ea02-bcdc-467f-9a61-311a9d763b91" providerId="ADAL" clId="{7E2E60ED-A903-4DE3-A025-B10D6545811D}" dt="2026-07-17T07:10:50.411" v="636" actId="47"/>
        <pc:sldMkLst>
          <pc:docMk/>
          <pc:sldMk cId="2960747048" sldId="2147481072"/>
        </pc:sldMkLst>
      </pc:sldChg>
      <pc:sldChg chg="addSp modSp add mod ord">
        <pc:chgData name="李思穎-數位金融處-永豐銀行" userId="5fc5ea02-bcdc-467f-9a61-311a9d763b91" providerId="ADAL" clId="{7E2E60ED-A903-4DE3-A025-B10D6545811D}" dt="2026-07-23T06:46:52.526" v="1658" actId="20577"/>
        <pc:sldMkLst>
          <pc:docMk/>
          <pc:sldMk cId="2297824474" sldId="2147481073"/>
        </pc:sldMkLst>
        <pc:graphicFrameChg chg="mod modGraphic">
          <ac:chgData name="李思穎-數位金融處-永豐銀行" userId="5fc5ea02-bcdc-467f-9a61-311a9d763b91" providerId="ADAL" clId="{7E2E60ED-A903-4DE3-A025-B10D6545811D}" dt="2026-07-23T06:46:52.526" v="1658" actId="20577"/>
          <ac:graphicFrameMkLst>
            <pc:docMk/>
            <pc:sldMk cId="2297824474" sldId="2147481073"/>
            <ac:graphicFrameMk id="2" creationId="{E9259B5E-F203-4A67-BB59-26FCFB7E0ADD}"/>
          </ac:graphicFrameMkLst>
        </pc:graphicFrameChg>
      </pc:sldChg>
      <pc:sldChg chg="modSp mod">
        <pc:chgData name="李思穎-數位金融處-永豐銀行" userId="5fc5ea02-bcdc-467f-9a61-311a9d763b91" providerId="ADAL" clId="{7E2E60ED-A903-4DE3-A025-B10D6545811D}" dt="2026-07-23T05:58:51.173" v="1591" actId="1076"/>
        <pc:sldMkLst>
          <pc:docMk/>
          <pc:sldMk cId="237876096" sldId="2147481077"/>
        </pc:sldMkLst>
        <pc:spChg chg="mod">
          <ac:chgData name="李思穎-數位金融處-永豐銀行" userId="5fc5ea02-bcdc-467f-9a61-311a9d763b91" providerId="ADAL" clId="{7E2E60ED-A903-4DE3-A025-B10D6545811D}" dt="2026-07-23T05:58:37.482" v="1588" actId="1076"/>
          <ac:spMkLst>
            <pc:docMk/>
            <pc:sldMk cId="237876096" sldId="2147481077"/>
            <ac:spMk id="6" creationId="{876A87B3-8867-E1B9-AE01-373FCC6A2AB9}"/>
          </ac:spMkLst>
        </pc:spChg>
        <pc:graphicFrameChg chg="mod">
          <ac:chgData name="李思穎-數位金融處-永豐銀行" userId="5fc5ea02-bcdc-467f-9a61-311a9d763b91" providerId="ADAL" clId="{7E2E60ED-A903-4DE3-A025-B10D6545811D}" dt="2026-07-23T05:58:51.173" v="1591" actId="1076"/>
          <ac:graphicFrameMkLst>
            <pc:docMk/>
            <pc:sldMk cId="237876096" sldId="2147481077"/>
            <ac:graphicFrameMk id="4" creationId="{AAB4EA8D-8AF1-E805-AE21-793CE4B3D651}"/>
          </ac:graphicFrameMkLst>
        </pc:graphicFrameChg>
        <pc:graphicFrameChg chg="mod modGraphic">
          <ac:chgData name="李思穎-數位金融處-永豐銀行" userId="5fc5ea02-bcdc-467f-9a61-311a9d763b91" providerId="ADAL" clId="{7E2E60ED-A903-4DE3-A025-B10D6545811D}" dt="2026-07-23T05:58:44.256" v="1590" actId="120"/>
          <ac:graphicFrameMkLst>
            <pc:docMk/>
            <pc:sldMk cId="237876096" sldId="2147481077"/>
            <ac:graphicFrameMk id="5" creationId="{207561C7-BCEE-2148-21AB-58822DE007E9}"/>
          </ac:graphicFrameMkLst>
        </pc:graphicFrameChg>
      </pc:sldChg>
      <pc:sldMasterChg chg="del delSldLayout">
        <pc:chgData name="李思穎-數位金融處-永豐銀行" userId="5fc5ea02-bcdc-467f-9a61-311a9d763b91" providerId="ADAL" clId="{7E2E60ED-A903-4DE3-A025-B10D6545811D}" dt="2026-07-17T05:21:02.526" v="13" actId="47"/>
        <pc:sldMasterMkLst>
          <pc:docMk/>
          <pc:sldMasterMk cId="3933186340" sldId="2147483659"/>
        </pc:sldMasterMkLst>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748236575" sldId="2147483660"/>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2198059561" sldId="2147483661"/>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1479556770" sldId="2147483662"/>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77566853" sldId="2147483663"/>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1470139415" sldId="2147483664"/>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452736909" sldId="2147483665"/>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464806016" sldId="2147483666"/>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4016926982" sldId="2147483667"/>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66578786" sldId="2147483668"/>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2032775298" sldId="2147483669"/>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3533925039" sldId="2147483670"/>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811572352" sldId="2147483671"/>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2579423254" sldId="2147483672"/>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1805858196" sldId="2147483674"/>
          </pc:sldLayoutMkLst>
        </pc:sldLayoutChg>
        <pc:sldLayoutChg chg="del">
          <pc:chgData name="李思穎-數位金融處-永豐銀行" userId="5fc5ea02-bcdc-467f-9a61-311a9d763b91" providerId="ADAL" clId="{7E2E60ED-A903-4DE3-A025-B10D6545811D}" dt="2026-07-17T05:21:02.526" v="13" actId="47"/>
          <pc:sldLayoutMkLst>
            <pc:docMk/>
            <pc:sldMasterMk cId="3933186340" sldId="2147483659"/>
            <pc:sldLayoutMk cId="1851819842" sldId="2147483675"/>
          </pc:sldLayoutMkLst>
        </pc:sldLayoutChg>
      </pc:sldMasterChg>
      <pc:sldMasterChg chg="delSldLayout">
        <pc:chgData name="李思穎-數位金融處-永豐銀行" userId="5fc5ea02-bcdc-467f-9a61-311a9d763b91" providerId="ADAL" clId="{7E2E60ED-A903-4DE3-A025-B10D6545811D}" dt="2026-07-23T05:38:07.976" v="1445" actId="47"/>
        <pc:sldMasterMkLst>
          <pc:docMk/>
          <pc:sldMasterMk cId="3253451147" sldId="2147483695"/>
        </pc:sldMasterMkLst>
        <pc:sldLayoutChg chg="del">
          <pc:chgData name="李思穎-數位金融處-永豐銀行" userId="5fc5ea02-bcdc-467f-9a61-311a9d763b91" providerId="ADAL" clId="{7E2E60ED-A903-4DE3-A025-B10D6545811D}" dt="2026-07-23T05:38:07.976" v="1445" actId="47"/>
          <pc:sldLayoutMkLst>
            <pc:docMk/>
            <pc:sldMasterMk cId="3253451147" sldId="2147483695"/>
            <pc:sldLayoutMk cId="1014714211" sldId="2147483699"/>
          </pc:sldLayoutMkLst>
        </pc:sldLayoutChg>
      </pc:sldMasterChg>
    </pc:docChg>
  </pc:docChgLst>
  <pc:docChgLst>
    <pc:chgData name="胡逸珊-數據應用部-永豐銀行" userId="13d42ef6-e172-48ae-9bf3-169f76092039" providerId="ADAL" clId="{EE5BA408-D553-4D29-AD5F-30B19ECC3B35}"/>
    <pc:docChg chg="addSld delSld modSld modSection">
      <pc:chgData name="胡逸珊-數據應用部-永豐銀行" userId="13d42ef6-e172-48ae-9bf3-169f76092039" providerId="ADAL" clId="{EE5BA408-D553-4D29-AD5F-30B19ECC3B35}" dt="2026-07-17T09:01:09.609" v="23"/>
      <pc:docMkLst>
        <pc:docMk/>
      </pc:docMkLst>
      <pc:sldChg chg="modSp mod">
        <pc:chgData name="胡逸珊-數據應用部-永豐銀行" userId="13d42ef6-e172-48ae-9bf3-169f76092039" providerId="ADAL" clId="{EE5BA408-D553-4D29-AD5F-30B19ECC3B35}" dt="2026-07-17T09:01:09.609" v="23"/>
        <pc:sldMkLst>
          <pc:docMk/>
          <pc:sldMk cId="4049934866" sldId="2147480553"/>
        </pc:sldMkLst>
        <pc:spChg chg="mod">
          <ac:chgData name="胡逸珊-數據應用部-永豐銀行" userId="13d42ef6-e172-48ae-9bf3-169f76092039" providerId="ADAL" clId="{EE5BA408-D553-4D29-AD5F-30B19ECC3B35}" dt="2026-07-17T09:00:18.831" v="2"/>
          <ac:spMkLst>
            <pc:docMk/>
            <pc:sldMk cId="4049934866" sldId="2147480553"/>
            <ac:spMk id="5" creationId="{73D9CA00-F2C9-EF84-EF71-8815084D17D7}"/>
          </ac:spMkLst>
        </pc:spChg>
        <pc:spChg chg="mod">
          <ac:chgData name="胡逸珊-數據應用部-永豐銀行" userId="13d42ef6-e172-48ae-9bf3-169f76092039" providerId="ADAL" clId="{EE5BA408-D553-4D29-AD5F-30B19ECC3B35}" dt="2026-07-17T09:00:18.831" v="2"/>
          <ac:spMkLst>
            <pc:docMk/>
            <pc:sldMk cId="4049934866" sldId="2147480553"/>
            <ac:spMk id="6" creationId="{DEB7667F-903E-8E15-233F-4D4F56D672F9}"/>
          </ac:spMkLst>
        </pc:spChg>
        <pc:spChg chg="mod">
          <ac:chgData name="胡逸珊-數據應用部-永豐銀行" userId="13d42ef6-e172-48ae-9bf3-169f76092039" providerId="ADAL" clId="{EE5BA408-D553-4D29-AD5F-30B19ECC3B35}" dt="2026-07-17T09:00:18.831" v="2"/>
          <ac:spMkLst>
            <pc:docMk/>
            <pc:sldMk cId="4049934866" sldId="2147480553"/>
            <ac:spMk id="7" creationId="{1B0F3440-A0B4-CA8F-19B2-6500EB6956AC}"/>
          </ac:spMkLst>
        </pc:spChg>
        <pc:spChg chg="mod">
          <ac:chgData name="胡逸珊-數據應用部-永豐銀行" userId="13d42ef6-e172-48ae-9bf3-169f76092039" providerId="ADAL" clId="{EE5BA408-D553-4D29-AD5F-30B19ECC3B35}" dt="2026-07-17T09:00:18.831" v="2"/>
          <ac:spMkLst>
            <pc:docMk/>
            <pc:sldMk cId="4049934866" sldId="2147480553"/>
            <ac:spMk id="11" creationId="{3F5F0DF9-A58F-8AD9-A25D-4D8266BC3196}"/>
          </ac:spMkLst>
        </pc:spChg>
        <pc:spChg chg="mod">
          <ac:chgData name="胡逸珊-數據應用部-永豐銀行" userId="13d42ef6-e172-48ae-9bf3-169f76092039" providerId="ADAL" clId="{EE5BA408-D553-4D29-AD5F-30B19ECC3B35}" dt="2026-07-17T09:00:18.831" v="2"/>
          <ac:spMkLst>
            <pc:docMk/>
            <pc:sldMk cId="4049934866" sldId="2147480553"/>
            <ac:spMk id="12" creationId="{6CE293FB-45D6-816F-EFE1-8EC292A8693E}"/>
          </ac:spMkLst>
        </pc:spChg>
        <pc:spChg chg="mod">
          <ac:chgData name="胡逸珊-數據應用部-永豐銀行" userId="13d42ef6-e172-48ae-9bf3-169f76092039" providerId="ADAL" clId="{EE5BA408-D553-4D29-AD5F-30B19ECC3B35}" dt="2026-07-17T09:00:18.831" v="2"/>
          <ac:spMkLst>
            <pc:docMk/>
            <pc:sldMk cId="4049934866" sldId="2147480553"/>
            <ac:spMk id="320" creationId="{9E52B5EC-B511-D43A-6A3B-F6BE996BDBC6}"/>
          </ac:spMkLst>
        </pc:spChg>
        <pc:spChg chg="mod">
          <ac:chgData name="胡逸珊-數據應用部-永豐銀行" userId="13d42ef6-e172-48ae-9bf3-169f76092039" providerId="ADAL" clId="{EE5BA408-D553-4D29-AD5F-30B19ECC3B35}" dt="2026-07-17T09:00:18.831" v="2"/>
          <ac:spMkLst>
            <pc:docMk/>
            <pc:sldMk cId="4049934866" sldId="2147480553"/>
            <ac:spMk id="321" creationId="{919BC887-690C-2583-BB10-2238D2ABA45C}"/>
          </ac:spMkLst>
        </pc:spChg>
        <pc:spChg chg="mod">
          <ac:chgData name="胡逸珊-數據應用部-永豐銀行" userId="13d42ef6-e172-48ae-9bf3-169f76092039" providerId="ADAL" clId="{EE5BA408-D553-4D29-AD5F-30B19ECC3B35}" dt="2026-07-17T09:01:09.609" v="23"/>
          <ac:spMkLst>
            <pc:docMk/>
            <pc:sldMk cId="4049934866" sldId="2147480553"/>
            <ac:spMk id="329" creationId="{8806E9FA-0C68-8F3A-4CDD-DB795C3E8F83}"/>
          </ac:spMkLst>
        </pc:spChg>
        <pc:spChg chg="mod">
          <ac:chgData name="胡逸珊-數據應用部-永豐銀行" userId="13d42ef6-e172-48ae-9bf3-169f76092039" providerId="ADAL" clId="{EE5BA408-D553-4D29-AD5F-30B19ECC3B35}" dt="2026-07-17T09:00:18.831" v="2"/>
          <ac:spMkLst>
            <pc:docMk/>
            <pc:sldMk cId="4049934866" sldId="2147480553"/>
            <ac:spMk id="338" creationId="{8A3790FF-D544-4EE6-1994-3B435037CE58}"/>
          </ac:spMkLst>
        </pc:spChg>
        <pc:spChg chg="mod">
          <ac:chgData name="胡逸珊-數據應用部-永豐銀行" userId="13d42ef6-e172-48ae-9bf3-169f76092039" providerId="ADAL" clId="{EE5BA408-D553-4D29-AD5F-30B19ECC3B35}" dt="2026-07-17T09:00:18.831" v="2"/>
          <ac:spMkLst>
            <pc:docMk/>
            <pc:sldMk cId="4049934866" sldId="2147480553"/>
            <ac:spMk id="342" creationId="{3ED7A742-3832-A9B0-556B-B916744A9E08}"/>
          </ac:spMkLst>
        </pc:spChg>
      </pc:sldChg>
      <pc:sldChg chg="add">
        <pc:chgData name="胡逸珊-數據應用部-永豐銀行" userId="13d42ef6-e172-48ae-9bf3-169f76092039" providerId="ADAL" clId="{EE5BA408-D553-4D29-AD5F-30B19ECC3B35}" dt="2026-07-17T09:00:09.252" v="0"/>
        <pc:sldMkLst>
          <pc:docMk/>
          <pc:sldMk cId="2306290468" sldId="2147480755"/>
        </pc:sldMkLst>
      </pc:sldChg>
      <pc:sldChg chg="del">
        <pc:chgData name="胡逸珊-數據應用部-永豐銀行" userId="13d42ef6-e172-48ae-9bf3-169f76092039" providerId="ADAL" clId="{EE5BA408-D553-4D29-AD5F-30B19ECC3B35}" dt="2026-07-17T09:00:12.030" v="1" actId="47"/>
        <pc:sldMkLst>
          <pc:docMk/>
          <pc:sldMk cId="47770383" sldId="2147481072"/>
        </pc:sldMkLst>
      </pc:sldChg>
    </pc:docChg>
  </pc:docChgLst>
  <pc:docChgLst>
    <pc:chgData name="胡逸珊-數據應用部-永豐銀行" userId="S::amy.shan@sinopac.com::13d42ef6-e172-48ae-9bf3-169f76092039" providerId="AD" clId="Web-{D0976CD9-A19E-015F-A404-64B08A63A745}"/>
    <pc:docChg chg="modSld">
      <pc:chgData name="胡逸珊-數據應用部-永豐銀行" userId="S::amy.shan@sinopac.com::13d42ef6-e172-48ae-9bf3-169f76092039" providerId="AD" clId="Web-{D0976CD9-A19E-015F-A404-64B08A63A745}" dt="2026-07-21T02:26:00.906" v="37" actId="1076"/>
      <pc:docMkLst>
        <pc:docMk/>
      </pc:docMkLst>
      <pc:sldChg chg="modSp">
        <pc:chgData name="胡逸珊-數據應用部-永豐銀行" userId="S::amy.shan@sinopac.com::13d42ef6-e172-48ae-9bf3-169f76092039" providerId="AD" clId="Web-{D0976CD9-A19E-015F-A404-64B08A63A745}" dt="2026-07-21T02:26:00.906" v="37" actId="1076"/>
        <pc:sldMkLst>
          <pc:docMk/>
          <pc:sldMk cId="2306290468" sldId="2147480755"/>
        </pc:sldMkLst>
        <pc:spChg chg="mod">
          <ac:chgData name="胡逸珊-數據應用部-永豐銀行" userId="S::amy.shan@sinopac.com::13d42ef6-e172-48ae-9bf3-169f76092039" providerId="AD" clId="Web-{D0976CD9-A19E-015F-A404-64B08A63A745}" dt="2026-07-21T02:25:55.624" v="23" actId="1076"/>
          <ac:spMkLst>
            <pc:docMk/>
            <pc:sldMk cId="2306290468" sldId="2147480755"/>
            <ac:spMk id="25" creationId="{D3F93B21-A0F2-F1D6-3FCD-BEB336C673B7}"/>
          </ac:spMkLst>
        </pc:spChg>
        <pc:spChg chg="mod">
          <ac:chgData name="胡逸珊-數據應用部-永豐銀行" userId="S::amy.shan@sinopac.com::13d42ef6-e172-48ae-9bf3-169f76092039" providerId="AD" clId="Web-{D0976CD9-A19E-015F-A404-64B08A63A745}" dt="2026-07-21T02:26:00.812" v="35" actId="1076"/>
          <ac:spMkLst>
            <pc:docMk/>
            <pc:sldMk cId="2306290468" sldId="2147480755"/>
            <ac:spMk id="29" creationId="{42A651C6-AC1D-AE05-C104-B9BE2134F09B}"/>
          </ac:spMkLst>
        </pc:spChg>
        <pc:spChg chg="mod">
          <ac:chgData name="胡逸珊-數據應用部-永豐銀行" userId="S::amy.shan@sinopac.com::13d42ef6-e172-48ae-9bf3-169f76092039" providerId="AD" clId="Web-{D0976CD9-A19E-015F-A404-64B08A63A745}" dt="2026-07-21T02:26:00.843" v="36" actId="1076"/>
          <ac:spMkLst>
            <pc:docMk/>
            <pc:sldMk cId="2306290468" sldId="2147480755"/>
            <ac:spMk id="31" creationId="{6E45F721-E1A0-4EC2-25D7-87986EB05972}"/>
          </ac:spMkLst>
        </pc:spChg>
        <pc:spChg chg="mod">
          <ac:chgData name="胡逸珊-數據應用部-永豐銀行" userId="S::amy.shan@sinopac.com::13d42ef6-e172-48ae-9bf3-169f76092039" providerId="AD" clId="Web-{D0976CD9-A19E-015F-A404-64B08A63A745}" dt="2026-07-21T02:26:00.906" v="37" actId="1076"/>
          <ac:spMkLst>
            <pc:docMk/>
            <pc:sldMk cId="2306290468" sldId="2147480755"/>
            <ac:spMk id="43" creationId="{25F404A8-20A1-E17D-4B55-CCCD44B1E213}"/>
          </ac:spMkLst>
        </pc:spChg>
        <pc:spChg chg="mod">
          <ac:chgData name="胡逸珊-數據應用部-永豐銀行" userId="S::amy.shan@sinopac.com::13d42ef6-e172-48ae-9bf3-169f76092039" providerId="AD" clId="Web-{D0976CD9-A19E-015F-A404-64B08A63A745}" dt="2026-07-21T02:25:56.156" v="32" actId="1076"/>
          <ac:spMkLst>
            <pc:docMk/>
            <pc:sldMk cId="2306290468" sldId="2147480755"/>
            <ac:spMk id="66" creationId="{92D5A8DD-336D-9795-EBD2-A9B5F377DAB7}"/>
          </ac:spMkLst>
        </pc:spChg>
        <pc:grpChg chg="mod">
          <ac:chgData name="胡逸珊-數據應用部-永豐銀行" userId="S::amy.shan@sinopac.com::13d42ef6-e172-48ae-9bf3-169f76092039" providerId="AD" clId="Web-{D0976CD9-A19E-015F-A404-64B08A63A745}" dt="2026-07-21T02:25:55.374" v="19" actId="1076"/>
          <ac:grpSpMkLst>
            <pc:docMk/>
            <pc:sldMk cId="2306290468" sldId="2147480755"/>
            <ac:grpSpMk id="6" creationId="{5E989E43-DA62-CE89-761A-39B5507C4C47}"/>
          </ac:grpSpMkLst>
        </pc:grpChg>
        <pc:grpChg chg="mod">
          <ac:chgData name="胡逸珊-數據應用部-永豐銀行" userId="S::amy.shan@sinopac.com::13d42ef6-e172-48ae-9bf3-169f76092039" providerId="AD" clId="Web-{D0976CD9-A19E-015F-A404-64B08A63A745}" dt="2026-07-21T02:25:55.453" v="20" actId="1076"/>
          <ac:grpSpMkLst>
            <pc:docMk/>
            <pc:sldMk cId="2306290468" sldId="2147480755"/>
            <ac:grpSpMk id="14" creationId="{0D0F7112-C795-376A-24E5-70820C3D059C}"/>
          </ac:grpSpMkLst>
        </pc:grpChg>
        <pc:grpChg chg="mod">
          <ac:chgData name="胡逸珊-數據應用部-永豐銀行" userId="S::amy.shan@sinopac.com::13d42ef6-e172-48ae-9bf3-169f76092039" providerId="AD" clId="Web-{D0976CD9-A19E-015F-A404-64B08A63A745}" dt="2026-07-21T02:25:55.921" v="28" actId="1076"/>
          <ac:grpSpMkLst>
            <pc:docMk/>
            <pc:sldMk cId="2306290468" sldId="2147480755"/>
            <ac:grpSpMk id="34" creationId="{65463E9E-BA59-BA83-CF80-E0FCF0380E9A}"/>
          </ac:grpSpMkLst>
        </pc:grpChg>
        <pc:grpChg chg="mod">
          <ac:chgData name="胡逸珊-數據應用部-永豐銀行" userId="S::amy.shan@sinopac.com::13d42ef6-e172-48ae-9bf3-169f76092039" providerId="AD" clId="Web-{D0976CD9-A19E-015F-A404-64B08A63A745}" dt="2026-07-21T02:25:55.999" v="29" actId="1076"/>
          <ac:grpSpMkLst>
            <pc:docMk/>
            <pc:sldMk cId="2306290468" sldId="2147480755"/>
            <ac:grpSpMk id="65" creationId="{CE1B56F8-906D-413C-95A5-254C43F02028}"/>
          </ac:grpSpMkLst>
        </pc:grpChg>
        <pc:graphicFrameChg chg="mod">
          <ac:chgData name="胡逸珊-數據應用部-永豐銀行" userId="S::amy.shan@sinopac.com::13d42ef6-e172-48ae-9bf3-169f76092039" providerId="AD" clId="Web-{D0976CD9-A19E-015F-A404-64B08A63A745}" dt="2026-07-21T02:25:55.515" v="21" actId="1076"/>
          <ac:graphicFrameMkLst>
            <pc:docMk/>
            <pc:sldMk cId="2306290468" sldId="2147480755"/>
            <ac:graphicFrameMk id="3" creationId="{8172FD3A-8E3A-651A-CF0C-C1D695CD6F46}"/>
          </ac:graphicFrameMkLst>
        </pc:graphicFrameChg>
        <pc:graphicFrameChg chg="mod">
          <ac:chgData name="胡逸珊-數據應用部-永豐銀行" userId="S::amy.shan@sinopac.com::13d42ef6-e172-48ae-9bf3-169f76092039" providerId="AD" clId="Web-{D0976CD9-A19E-015F-A404-64B08A63A745}" dt="2026-07-21T02:25:55.671" v="24" actId="1076"/>
          <ac:graphicFrameMkLst>
            <pc:docMk/>
            <pc:sldMk cId="2306290468" sldId="2147480755"/>
            <ac:graphicFrameMk id="26" creationId="{50E25ACF-3707-0BC5-5657-32A002EB75B8}"/>
          </ac:graphicFrameMkLst>
        </pc:graphicFrameChg>
        <pc:graphicFrameChg chg="mod">
          <ac:chgData name="胡逸珊-數據應用部-永豐銀行" userId="S::amy.shan@sinopac.com::13d42ef6-e172-48ae-9bf3-169f76092039" providerId="AD" clId="Web-{D0976CD9-A19E-015F-A404-64B08A63A745}" dt="2026-07-21T02:25:55.718" v="25" actId="1076"/>
          <ac:graphicFrameMkLst>
            <pc:docMk/>
            <pc:sldMk cId="2306290468" sldId="2147480755"/>
            <ac:graphicFrameMk id="27" creationId="{4B16B006-E2E5-574A-B60B-89381759C46A}"/>
          </ac:graphicFrameMkLst>
        </pc:graphicFrameChg>
        <pc:graphicFrameChg chg="mod">
          <ac:chgData name="胡逸珊-數據應用部-永豐銀行" userId="S::amy.shan@sinopac.com::13d42ef6-e172-48ae-9bf3-169f76092039" providerId="AD" clId="Web-{D0976CD9-A19E-015F-A404-64B08A63A745}" dt="2026-07-21T02:25:55.796" v="26" actId="1076"/>
          <ac:graphicFrameMkLst>
            <pc:docMk/>
            <pc:sldMk cId="2306290468" sldId="2147480755"/>
            <ac:graphicFrameMk id="30" creationId="{2BD3C909-A8D6-C74D-744E-5489E5F51B36}"/>
          </ac:graphicFrameMkLst>
        </pc:graphicFrameChg>
        <pc:graphicFrameChg chg="mod">
          <ac:chgData name="胡逸珊-數據應用部-永豐銀行" userId="S::amy.shan@sinopac.com::13d42ef6-e172-48ae-9bf3-169f76092039" providerId="AD" clId="Web-{D0976CD9-A19E-015F-A404-64B08A63A745}" dt="2026-07-21T02:25:56.046" v="30" actId="1076"/>
          <ac:graphicFrameMkLst>
            <pc:docMk/>
            <pc:sldMk cId="2306290468" sldId="2147480755"/>
            <ac:graphicFrameMk id="61" creationId="{E684811A-6FC9-D5EF-CD37-6BCD9A0BB231}"/>
          </ac:graphicFrameMkLst>
        </pc:graphicFrameChg>
        <pc:graphicFrameChg chg="mod">
          <ac:chgData name="胡逸珊-數據應用部-永豐銀行" userId="S::amy.shan@sinopac.com::13d42ef6-e172-48ae-9bf3-169f76092039" providerId="AD" clId="Web-{D0976CD9-A19E-015F-A404-64B08A63A745}" dt="2026-07-21T02:25:56.093" v="31" actId="1076"/>
          <ac:graphicFrameMkLst>
            <pc:docMk/>
            <pc:sldMk cId="2306290468" sldId="2147480755"/>
            <ac:graphicFrameMk id="62" creationId="{428A1EA6-9C32-188A-DAD6-941BB0274759}"/>
          </ac:graphicFrameMkLst>
        </pc:graphicFrameChg>
        <pc:cxnChg chg="mod">
          <ac:chgData name="胡逸珊-數據應用部-永豐銀行" userId="S::amy.shan@sinopac.com::13d42ef6-e172-48ae-9bf3-169f76092039" providerId="AD" clId="Web-{D0976CD9-A19E-015F-A404-64B08A63A745}" dt="2026-07-21T02:25:55.578" v="22" actId="1076"/>
          <ac:cxnSpMkLst>
            <pc:docMk/>
            <pc:sldMk cId="2306290468" sldId="2147480755"/>
            <ac:cxnSpMk id="23" creationId="{A7160EEF-8AE0-BDF4-4127-001E6C571324}"/>
          </ac:cxnSpMkLst>
        </pc:cxnChg>
        <pc:cxnChg chg="mod">
          <ac:chgData name="胡逸珊-數據應用部-永豐銀行" userId="S::amy.shan@sinopac.com::13d42ef6-e172-48ae-9bf3-169f76092039" providerId="AD" clId="Web-{D0976CD9-A19E-015F-A404-64B08A63A745}" dt="2026-07-21T02:25:55.859" v="27" actId="1076"/>
          <ac:cxnSpMkLst>
            <pc:docMk/>
            <pc:sldMk cId="2306290468" sldId="2147480755"/>
            <ac:cxnSpMk id="32" creationId="{050441B9-9F13-04C1-22A3-8EAC66FC3A73}"/>
          </ac:cxnSpMkLst>
        </pc:cxnChg>
        <pc:cxnChg chg="mod">
          <ac:chgData name="胡逸珊-數據應用部-永豐銀行" userId="S::amy.shan@sinopac.com::13d42ef6-e172-48ae-9bf3-169f76092039" providerId="AD" clId="Web-{D0976CD9-A19E-015F-A404-64B08A63A745}" dt="2026-07-21T02:25:56.218" v="33" actId="1076"/>
          <ac:cxnSpMkLst>
            <pc:docMk/>
            <pc:sldMk cId="2306290468" sldId="2147480755"/>
            <ac:cxnSpMk id="68" creationId="{58DA4779-E803-E4C9-19B9-093D8BA25341}"/>
          </ac:cxnSpMkLst>
        </pc:cxnChg>
        <pc:cxnChg chg="mod">
          <ac:chgData name="胡逸珊-數據應用部-永豐銀行" userId="S::amy.shan@sinopac.com::13d42ef6-e172-48ae-9bf3-169f76092039" providerId="AD" clId="Web-{D0976CD9-A19E-015F-A404-64B08A63A745}" dt="2026-07-21T02:25:56.265" v="34" actId="1076"/>
          <ac:cxnSpMkLst>
            <pc:docMk/>
            <pc:sldMk cId="2306290468" sldId="2147480755"/>
            <ac:cxnSpMk id="70" creationId="{D2E277C4-6D6C-E56A-213F-FE05E88C1F4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0962"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4"/>
          </p:nvPr>
        </p:nvSpPr>
        <p:spPr/>
        <p:txBody>
          <a:bodyPr/>
          <a:lstStyle/>
          <a:p>
            <a:pPr marL="0" marR="0" lvl="0" indent="0" algn="r" defTabSz="989013" rtl="0" eaLnBrk="1" fontAlgn="base" latinLnBrk="0" hangingPunct="1">
              <a:lnSpc>
                <a:spcPct val="100000"/>
              </a:lnSpc>
              <a:spcBef>
                <a:spcPct val="0"/>
              </a:spcBef>
              <a:spcAft>
                <a:spcPct val="0"/>
              </a:spcAft>
              <a:buClrTx/>
              <a:buSzTx/>
              <a:buFontTx/>
              <a:buNone/>
              <a:tabLst/>
              <a:defRPr/>
            </a:pPr>
            <a:r>
              <a:rPr kumimoji="0" lang="en-US" altLang="zh-TW" sz="800" b="0" i="0" u="none" strike="noStrike" kern="1200" cap="none" spc="0" normalizeH="0" baseline="0" noProof="0">
                <a:ln>
                  <a:noFill/>
                </a:ln>
                <a:solidFill>
                  <a:srgbClr val="000000"/>
                </a:solidFill>
                <a:effectLst/>
                <a:uLnTx/>
                <a:uFillTx/>
                <a:latin typeface="Arial" charset="0"/>
                <a:ea typeface="新細明體" pitchFamily="18" charset="-120"/>
                <a:cs typeface="+mn-cs"/>
              </a:rPr>
              <a:t>20060726 STCv1</a:t>
            </a:r>
            <a:endParaRPr kumimoji="0" lang="zh-TW" altLang="en-US" sz="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Tree>
    <p:extLst>
      <p:ext uri="{BB962C8B-B14F-4D97-AF65-F5344CB8AC3E}">
        <p14:creationId xmlns:p14="http://schemas.microsoft.com/office/powerpoint/2010/main" val="2083116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738886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notes"/>
          <p:cNvSpPr txBox="1">
            <a:spLocks noGrp="1"/>
          </p:cNvSpPr>
          <p:nvPr>
            <p:ph type="body" idx="1"/>
          </p:nvPr>
        </p:nvSpPr>
        <p:spPr>
          <a:xfrm>
            <a:off x="680700" y="4721176"/>
            <a:ext cx="5445750" cy="447267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6:notes"/>
          <p:cNvSpPr>
            <a:spLocks noGrp="1" noRot="1" noChangeAspect="1"/>
          </p:cNvSpPr>
          <p:nvPr>
            <p:ph type="sldImg" idx="2"/>
          </p:nvPr>
        </p:nvSpPr>
        <p:spPr>
          <a:xfrm>
            <a:off x="92075" y="746125"/>
            <a:ext cx="6623050" cy="37258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8397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a:t>可能要放數據組的人嗎</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1516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248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808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b="0" i="0">
                <a:solidFill>
                  <a:srgbClr val="000000"/>
                </a:solidFill>
                <a:effectLst/>
              </a:rPr>
              <a:t>以法金的業務場景為例，</a:t>
            </a:r>
            <a:r>
              <a:rPr lang="zh-TW" altLang="en-US" b="0" i="0">
                <a:effectLst/>
              </a:rPr>
              <a:t>對內影響人數約為</a:t>
            </a:r>
            <a:r>
              <a:rPr lang="en-US" altLang="zh-TW" b="0" i="0">
                <a:effectLst/>
              </a:rPr>
              <a:t>600</a:t>
            </a:r>
            <a:r>
              <a:rPr lang="zh-TW" altLang="en-US" b="0" i="0">
                <a:effectLst/>
              </a:rPr>
              <a:t>名法金業務人員，每年平均</a:t>
            </a:r>
            <a:r>
              <a:rPr lang="en-US" altLang="zh-TW" b="0" i="0">
                <a:effectLst/>
              </a:rPr>
              <a:t>250</a:t>
            </a:r>
            <a:r>
              <a:rPr lang="zh-TW" altLang="en-US" b="0" i="0">
                <a:effectLst/>
              </a:rPr>
              <a:t>個工作日，每次花費</a:t>
            </a:r>
            <a:r>
              <a:rPr lang="en-US" altLang="zh-TW" b="0" i="0">
                <a:effectLst/>
              </a:rPr>
              <a:t>15</a:t>
            </a:r>
            <a:r>
              <a:rPr lang="zh-TW" altLang="en-US" b="0" i="0">
                <a:effectLst/>
              </a:rPr>
              <a:t>分鐘搜尋客戶訊息及最新市場新聞</a:t>
            </a:r>
            <a:endParaRPr lang="en-US" altLang="zh-TW" b="0" i="0">
              <a:effectLst/>
            </a:endParaRPr>
          </a:p>
          <a:p>
            <a:pPr marL="0" lvl="0" indent="0" algn="l" rtl="0">
              <a:spcBef>
                <a:spcPts val="0"/>
              </a:spcBef>
              <a:spcAft>
                <a:spcPts val="0"/>
              </a:spcAft>
              <a:buNone/>
            </a:pPr>
            <a:r>
              <a:rPr lang="zh-TW" altLang="en-US" b="0" i="0">
                <a:effectLst/>
              </a:rPr>
              <a:t>一人負責多家企業客戶，必須持續關注客戶動態、產業趨勢與市場消息。這樣的需求不是一次性，而是長期、高頻、不可中斷。</a:t>
            </a:r>
            <a:endParaRPr b="0"/>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5507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7265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a:t>接收</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6300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a:t>後面每頁都要講，最後開連結問 </a:t>
            </a:r>
            <a:r>
              <a:rPr lang="en-US" altLang="zh-TW"/>
              <a:t>IT</a:t>
            </a:r>
            <a:r>
              <a:rPr lang="zh-TW" altLang="en-US"/>
              <a:t> 有沒有問題</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7014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0762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1060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6520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4"/>
          </p:nvPr>
        </p:nvSpPr>
        <p:spPr/>
        <p:txBody>
          <a:bodyPr/>
          <a:lstStyle/>
          <a:p>
            <a:pPr marL="0" marR="0" lvl="0" indent="0" algn="r" defTabSz="989013" rtl="0" eaLnBrk="1" fontAlgn="base" latinLnBrk="0" hangingPunct="1">
              <a:lnSpc>
                <a:spcPct val="100000"/>
              </a:lnSpc>
              <a:spcBef>
                <a:spcPct val="0"/>
              </a:spcBef>
              <a:spcAft>
                <a:spcPct val="0"/>
              </a:spcAft>
              <a:buClrTx/>
              <a:buSzTx/>
              <a:buFontTx/>
              <a:buNone/>
              <a:tabLst/>
              <a:defRPr/>
            </a:pPr>
            <a:r>
              <a:rPr kumimoji="0" lang="en-US" altLang="zh-TW" sz="800" b="0" i="0" u="none" strike="noStrike" kern="1200" cap="none" spc="0" normalizeH="0" baseline="0" noProof="0">
                <a:ln>
                  <a:noFill/>
                </a:ln>
                <a:solidFill>
                  <a:srgbClr val="000000"/>
                </a:solidFill>
                <a:effectLst/>
                <a:uLnTx/>
                <a:uFillTx/>
                <a:latin typeface="Arial" charset="0"/>
                <a:ea typeface="新細明體" pitchFamily="18" charset="-120"/>
                <a:cs typeface="+mn-cs"/>
              </a:rPr>
              <a:t>20060726 STCv1</a:t>
            </a:r>
            <a:endParaRPr kumimoji="0" lang="zh-TW" altLang="en-US" sz="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Tree>
    <p:extLst>
      <p:ext uri="{BB962C8B-B14F-4D97-AF65-F5344CB8AC3E}">
        <p14:creationId xmlns:p14="http://schemas.microsoft.com/office/powerpoint/2010/main" val="3870977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4B6C-24C5-DFCD-D485-DF3D78F445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D1B42D-51F7-7E2F-DA5B-AB1C6E7E23D1}"/>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5EE07BB6-483F-AB28-EC6F-720671174CF9}"/>
              </a:ext>
            </a:extLst>
          </p:cNvPr>
          <p:cNvSpPr>
            <a:spLocks noGrp="1"/>
          </p:cNvSpPr>
          <p:nvPr>
            <p:ph type="body" idx="1"/>
          </p:nvPr>
        </p:nvSpPr>
        <p:spPr/>
        <p:txBody>
          <a:bodyPr/>
          <a:lstStyle/>
          <a:p>
            <a:pPr marL="158750" indent="0">
              <a:buNone/>
            </a:pPr>
            <a:r>
              <a:rPr lang="zh-TW" altLang="en-US" dirty="0"/>
              <a:t>前面介紹了 </a:t>
            </a:r>
            <a:r>
              <a:rPr lang="en" altLang="zh-TW" dirty="0" err="1"/>
              <a:t>InfoGather</a:t>
            </a:r>
            <a:r>
              <a:rPr lang="en" altLang="zh-TW" dirty="0"/>
              <a:t> </a:t>
            </a:r>
            <a:r>
              <a:rPr lang="zh-TW" altLang="en-US" dirty="0"/>
              <a:t>的功能與使用情境，接下來會說明系統架構、部署方式，以及所需的資源與成本。</a:t>
            </a:r>
            <a:endParaRPr kumimoji="1" lang="en-US" altLang="zh-TW" dirty="0"/>
          </a:p>
          <a:p>
            <a:pPr marL="158750" indent="0">
              <a:buNone/>
            </a:pPr>
            <a:endParaRPr kumimoji="1" lang="en-US" altLang="zh-TW" dirty="0"/>
          </a:p>
          <a:p>
            <a:pPr marL="158750" indent="0">
              <a:buNone/>
            </a:pPr>
            <a:r>
              <a:rPr lang="zh-TW" altLang="en-US" dirty="0"/>
              <a:t>先從整體系統架構來看。</a:t>
            </a:r>
            <a:endParaRPr lang="en-US" altLang="zh-TW" dirty="0"/>
          </a:p>
          <a:p>
            <a:pPr marL="158750" indent="0">
              <a:buNone/>
            </a:pPr>
            <a:endParaRPr lang="zh-TW" altLang="en-US" dirty="0"/>
          </a:p>
          <a:p>
            <a:pPr marL="158750" indent="0">
              <a:buNone/>
            </a:pPr>
            <a:r>
              <a:rPr lang="zh-TW" altLang="en-US" dirty="0"/>
              <a:t>使用者會透過前端的 </a:t>
            </a:r>
            <a:r>
              <a:rPr lang="en" altLang="zh-TW" dirty="0" err="1"/>
              <a:t>InfoGather</a:t>
            </a:r>
            <a:r>
              <a:rPr lang="en" altLang="zh-TW" dirty="0"/>
              <a:t> Web </a:t>
            </a:r>
            <a:r>
              <a:rPr lang="zh-TW" altLang="en-US" dirty="0"/>
              <a:t>來操作平台，再呼叫 </a:t>
            </a:r>
            <a:r>
              <a:rPr lang="en" altLang="zh-TW" dirty="0" err="1"/>
              <a:t>InfoGather</a:t>
            </a:r>
            <a:r>
              <a:rPr lang="en" altLang="zh-TW" dirty="0"/>
              <a:t> API</a:t>
            </a:r>
            <a:r>
              <a:rPr lang="zh-TW" altLang="en" dirty="0"/>
              <a:t>。</a:t>
            </a:r>
            <a:r>
              <a:rPr lang="en" altLang="zh-TW" dirty="0"/>
              <a:t>API </a:t>
            </a:r>
            <a:r>
              <a:rPr lang="zh-TW" altLang="en-US" dirty="0"/>
              <a:t>是整個系統的主要入口，負責身分驗證、權限判斷、業務邏輯、資料存取，以及背景工作的觸發。</a:t>
            </a:r>
          </a:p>
          <a:p>
            <a:pPr marL="158750" indent="0">
              <a:buNone/>
            </a:pPr>
            <a:endParaRPr lang="en-US" altLang="zh-TW" dirty="0"/>
          </a:p>
          <a:p>
            <a:pPr marL="158750" indent="0">
              <a:buNone/>
            </a:pPr>
            <a:r>
              <a:rPr lang="zh-TW" altLang="en-US" dirty="0"/>
              <a:t>資料來源包含 </a:t>
            </a:r>
            <a:r>
              <a:rPr lang="en" altLang="zh-TW" dirty="0"/>
              <a:t>RSS</a:t>
            </a:r>
            <a:r>
              <a:rPr lang="zh-TW" altLang="en" dirty="0"/>
              <a:t>、</a:t>
            </a:r>
            <a:r>
              <a:rPr lang="zh-TW" altLang="en-US" dirty="0"/>
              <a:t>搜尋結果及其他外部內容。</a:t>
            </a:r>
            <a:r>
              <a:rPr lang="en" altLang="zh-TW" dirty="0"/>
              <a:t>Scheduler </a:t>
            </a:r>
            <a:r>
              <a:rPr lang="zh-TW" altLang="en-US" dirty="0"/>
              <a:t>會定期掃描資料來源與排程條件，再將待處理的工作送入 </a:t>
            </a:r>
            <a:r>
              <a:rPr lang="en" altLang="zh-TW" dirty="0"/>
              <a:t>Redis</a:t>
            </a:r>
            <a:r>
              <a:rPr lang="zh-TW" altLang="en" dirty="0"/>
              <a:t>。</a:t>
            </a:r>
            <a:r>
              <a:rPr lang="en" altLang="zh-TW" dirty="0"/>
              <a:t>Redis </a:t>
            </a:r>
            <a:r>
              <a:rPr lang="zh-TW" altLang="en-US" dirty="0"/>
              <a:t>底層使用 </a:t>
            </a:r>
            <a:r>
              <a:rPr lang="en" altLang="zh-TW" dirty="0" err="1"/>
              <a:t>BullMQ</a:t>
            </a:r>
            <a:r>
              <a:rPr lang="en" altLang="zh-TW" dirty="0"/>
              <a:t> </a:t>
            </a:r>
            <a:r>
              <a:rPr lang="zh-TW" altLang="en-US" dirty="0"/>
              <a:t>管理工作佇列，後方的 </a:t>
            </a:r>
            <a:r>
              <a:rPr lang="en" altLang="zh-TW" dirty="0"/>
              <a:t>Worker </a:t>
            </a:r>
            <a:r>
              <a:rPr lang="zh-TW" altLang="en-US" dirty="0"/>
              <a:t>會非同步執行資料擷取、文章分析、資訊助手評估及洞見彙報等工作。</a:t>
            </a:r>
            <a:endParaRPr lang="en-US" altLang="zh-TW" dirty="0"/>
          </a:p>
          <a:p>
            <a:pPr marL="158750" indent="0">
              <a:buNone/>
            </a:pPr>
            <a:endParaRPr lang="zh-TW" altLang="en-US" dirty="0"/>
          </a:p>
          <a:p>
            <a:pPr marL="158750" indent="0">
              <a:buNone/>
            </a:pPr>
            <a:r>
              <a:rPr lang="zh-TW" altLang="en-US" dirty="0"/>
              <a:t>需要使用模型能力時，</a:t>
            </a:r>
            <a:r>
              <a:rPr lang="en" altLang="zh-TW" dirty="0"/>
              <a:t>API </a:t>
            </a:r>
            <a:r>
              <a:rPr lang="zh-TW" altLang="en-US" dirty="0"/>
              <a:t>或 </a:t>
            </a:r>
            <a:r>
              <a:rPr lang="en" altLang="zh-TW" dirty="0"/>
              <a:t>Worker </a:t>
            </a:r>
            <a:r>
              <a:rPr lang="zh-TW" altLang="en-US" dirty="0"/>
              <a:t>會透過獨立的 </a:t>
            </a:r>
            <a:r>
              <a:rPr lang="en" altLang="zh-TW" dirty="0"/>
              <a:t>Copilot CLI Server </a:t>
            </a:r>
            <a:r>
              <a:rPr lang="zh-TW" altLang="en-US" dirty="0"/>
              <a:t>呼叫 </a:t>
            </a:r>
            <a:r>
              <a:rPr lang="en" altLang="zh-TW" dirty="0"/>
              <a:t>LLM</a:t>
            </a:r>
            <a:r>
              <a:rPr lang="zh-TW" altLang="en" dirty="0"/>
              <a:t>，</a:t>
            </a:r>
            <a:r>
              <a:rPr lang="zh-TW" altLang="en-US" dirty="0"/>
              <a:t>模型供應端可以銜接 </a:t>
            </a:r>
            <a:r>
              <a:rPr lang="en" altLang="zh-TW" dirty="0" err="1"/>
              <a:t>LiteLLM</a:t>
            </a:r>
            <a:r>
              <a:rPr lang="zh-TW" altLang="en-US" dirty="0"/>
              <a:t> 以及 </a:t>
            </a:r>
            <a:r>
              <a:rPr lang="en" altLang="zh-TW" dirty="0"/>
              <a:t>Azure OpenAI</a:t>
            </a:r>
            <a:r>
              <a:rPr lang="zh-TW" altLang="en" dirty="0"/>
              <a:t>。</a:t>
            </a:r>
            <a:r>
              <a:rPr lang="zh-TW" altLang="en-US" dirty="0"/>
              <a:t>處理完成的文章、評估結果、設定與通知，最後都會寫入 </a:t>
            </a:r>
            <a:r>
              <a:rPr lang="en" altLang="zh-TW" dirty="0"/>
              <a:t>MongoDB</a:t>
            </a:r>
            <a:r>
              <a:rPr lang="zh-TW" altLang="en" dirty="0"/>
              <a:t>。</a:t>
            </a:r>
            <a:endParaRPr lang="en-US" altLang="zh-TW" dirty="0"/>
          </a:p>
          <a:p>
            <a:pPr marL="158750" indent="0">
              <a:buNone/>
            </a:pPr>
            <a:endParaRPr lang="en-US" altLang="zh-TW" dirty="0"/>
          </a:p>
          <a:p>
            <a:pPr marL="158750" indent="0">
              <a:buNone/>
            </a:pPr>
            <a:r>
              <a:rPr lang="zh-TW" altLang="en-US" dirty="0"/>
              <a:t>這樣設計考量是可以將即時請求、背景工作與 </a:t>
            </a:r>
            <a:r>
              <a:rPr lang="en" altLang="zh-TW" dirty="0"/>
              <a:t>AI </a:t>
            </a:r>
            <a:r>
              <a:rPr lang="zh-TW" altLang="en-US" dirty="0"/>
              <a:t>執行分開，降低大量任務對使用者操作的影響。</a:t>
            </a:r>
          </a:p>
          <a:p>
            <a:pPr marL="158750" indent="0">
              <a:buNone/>
            </a:pPr>
            <a:endParaRPr kumimoji="1" lang="en-US" altLang="zh-TW" dirty="0"/>
          </a:p>
          <a:p>
            <a:pPr marL="158750" indent="0">
              <a:buNone/>
            </a:pPr>
            <a:endParaRPr kumimoji="1" lang="zh-TW" altLang="en-US" dirty="0"/>
          </a:p>
        </p:txBody>
      </p:sp>
    </p:spTree>
    <p:extLst>
      <p:ext uri="{BB962C8B-B14F-4D97-AF65-F5344CB8AC3E}">
        <p14:creationId xmlns:p14="http://schemas.microsoft.com/office/powerpoint/2010/main" val="2878049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這一頁整理 </a:t>
            </a:r>
            <a:r>
              <a:rPr lang="en" altLang="zh-TW" dirty="0" err="1"/>
              <a:t>InfoGather</a:t>
            </a:r>
            <a:r>
              <a:rPr lang="en" altLang="zh-TW" dirty="0"/>
              <a:t> </a:t>
            </a:r>
            <a:r>
              <a:rPr lang="zh-TW" altLang="en-US" dirty="0"/>
              <a:t>使用的第三方套件與授權類型。</a:t>
            </a:r>
            <a:br>
              <a:rPr lang="zh-TW" altLang="en-US" dirty="0"/>
            </a:br>
            <a:endParaRPr lang="en-US" altLang="zh-TW" dirty="0"/>
          </a:p>
          <a:p>
            <a:pPr marL="158750" indent="0">
              <a:buNone/>
            </a:pPr>
            <a:r>
              <a:rPr lang="zh-TW" altLang="en-US" dirty="0"/>
              <a:t>目前列出的直接依賴，授權主要為 </a:t>
            </a:r>
            <a:r>
              <a:rPr lang="en" altLang="zh-TW" dirty="0"/>
              <a:t>MIT</a:t>
            </a:r>
            <a:r>
              <a:rPr lang="zh-TW" altLang="en" dirty="0"/>
              <a:t>、</a:t>
            </a:r>
            <a:r>
              <a:rPr lang="en" altLang="zh-TW" dirty="0"/>
              <a:t>Apache 2.0 </a:t>
            </a:r>
            <a:r>
              <a:rPr lang="zh-TW" altLang="en-US" dirty="0"/>
              <a:t>及 </a:t>
            </a:r>
            <a:r>
              <a:rPr lang="en" altLang="zh-TW" dirty="0"/>
              <a:t>FreeBSD</a:t>
            </a:r>
            <a:r>
              <a:rPr lang="zh-TW" altLang="en" dirty="0"/>
              <a:t>。</a:t>
            </a:r>
            <a:r>
              <a:rPr lang="zh-TW" altLang="en-US" dirty="0"/>
              <a:t>這些套件都是常見的開源授權類型。</a:t>
            </a:r>
          </a:p>
          <a:p>
            <a:pPr marL="158750" indent="0">
              <a:buNone/>
            </a:pPr>
            <a:endParaRPr kumimoji="1" lang="zh-TW" altLang="en-US" dirty="0"/>
          </a:p>
        </p:txBody>
      </p:sp>
    </p:spTree>
    <p:extLst>
      <p:ext uri="{BB962C8B-B14F-4D97-AF65-F5344CB8AC3E}">
        <p14:creationId xmlns:p14="http://schemas.microsoft.com/office/powerpoint/2010/main" val="2070439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我們預計地端方案採用單機容器化部署，各項服務會部署在同一台 </a:t>
            </a:r>
            <a:r>
              <a:rPr lang="en" altLang="zh-TW" dirty="0"/>
              <a:t>VM</a:t>
            </a:r>
            <a:r>
              <a:rPr lang="zh-TW" altLang="en" dirty="0"/>
              <a:t>，</a:t>
            </a:r>
            <a:r>
              <a:rPr lang="zh-TW" altLang="en-US" dirty="0"/>
              <a:t>但 </a:t>
            </a:r>
            <a:r>
              <a:rPr lang="en" altLang="zh-TW" dirty="0"/>
              <a:t>Web</a:t>
            </a:r>
            <a:r>
              <a:rPr lang="zh-TW" altLang="en" dirty="0"/>
              <a:t>、</a:t>
            </a:r>
            <a:r>
              <a:rPr lang="en" altLang="zh-TW" dirty="0"/>
              <a:t>API</a:t>
            </a:r>
            <a:r>
              <a:rPr lang="zh-TW" altLang="en" dirty="0"/>
              <a:t>、</a:t>
            </a:r>
            <a:r>
              <a:rPr lang="en" altLang="zh-TW" dirty="0"/>
              <a:t>Worker</a:t>
            </a:r>
            <a:r>
              <a:rPr lang="zh-TW" altLang="en" dirty="0"/>
              <a:t>、</a:t>
            </a:r>
            <a:r>
              <a:rPr lang="en" altLang="zh-TW" dirty="0"/>
              <a:t>Scheduler</a:t>
            </a:r>
            <a:r>
              <a:rPr lang="zh-TW" altLang="en" dirty="0"/>
              <a:t>、</a:t>
            </a:r>
            <a:r>
              <a:rPr lang="en" altLang="zh-TW" dirty="0"/>
              <a:t>MongoDB</a:t>
            </a:r>
            <a:r>
              <a:rPr lang="zh-TW" altLang="en" dirty="0"/>
              <a:t>、</a:t>
            </a:r>
            <a:r>
              <a:rPr lang="en" altLang="zh-TW" dirty="0"/>
              <a:t>Redis </a:t>
            </a:r>
            <a:r>
              <a:rPr lang="zh-TW" altLang="en-US" dirty="0"/>
              <a:t>與 </a:t>
            </a:r>
            <a:r>
              <a:rPr lang="en" altLang="zh-TW" dirty="0"/>
              <a:t>Copilot Runtime </a:t>
            </a:r>
            <a:r>
              <a:rPr lang="zh-TW" altLang="en-US" dirty="0"/>
              <a:t>都維持獨立容器，讓各服務可以分別管理與調整資源。</a:t>
            </a:r>
            <a:endParaRPr lang="en-US" altLang="zh-TW" dirty="0"/>
          </a:p>
          <a:p>
            <a:pPr marL="158750" indent="0">
              <a:buNone/>
            </a:pPr>
            <a:endParaRPr lang="zh-TW" altLang="en-US" dirty="0"/>
          </a:p>
          <a:p>
            <a:pPr marL="158750" indent="0">
              <a:buNone/>
            </a:pPr>
            <a:r>
              <a:rPr lang="zh-TW" altLang="en-US" dirty="0"/>
              <a:t>測試環境規劃為 </a:t>
            </a:r>
            <a:r>
              <a:rPr lang="en-US" altLang="zh-TW" dirty="0"/>
              <a:t>8 </a:t>
            </a:r>
            <a:r>
              <a:rPr lang="en" altLang="zh-TW" dirty="0"/>
              <a:t>vCPU</a:t>
            </a:r>
            <a:r>
              <a:rPr lang="zh-TW" altLang="en" dirty="0"/>
              <a:t>、</a:t>
            </a:r>
            <a:r>
              <a:rPr lang="en" altLang="zh-TW" dirty="0"/>
              <a:t>16 GB </a:t>
            </a:r>
            <a:r>
              <a:rPr lang="zh-TW" altLang="en-US" dirty="0"/>
              <a:t>記憶體及 </a:t>
            </a:r>
            <a:r>
              <a:rPr lang="en-US" altLang="zh-TW" dirty="0"/>
              <a:t>500 </a:t>
            </a:r>
            <a:r>
              <a:rPr lang="en" altLang="zh-TW" dirty="0"/>
              <a:t>GB SSD</a:t>
            </a:r>
            <a:r>
              <a:rPr lang="zh-TW" altLang="en" dirty="0"/>
              <a:t>；</a:t>
            </a:r>
            <a:r>
              <a:rPr lang="zh-TW" altLang="en-US" dirty="0"/>
              <a:t>正式環境則提高到 </a:t>
            </a:r>
            <a:r>
              <a:rPr lang="en-US" altLang="zh-TW" dirty="0"/>
              <a:t>16 </a:t>
            </a:r>
            <a:r>
              <a:rPr lang="en" altLang="zh-TW" dirty="0"/>
              <a:t>vCPU</a:t>
            </a:r>
            <a:r>
              <a:rPr lang="zh-TW" altLang="en" dirty="0"/>
              <a:t>、</a:t>
            </a:r>
            <a:r>
              <a:rPr lang="en" altLang="zh-TW" dirty="0"/>
              <a:t>32 GB </a:t>
            </a:r>
            <a:r>
              <a:rPr lang="zh-TW" altLang="en-US" dirty="0"/>
              <a:t>記憶體及 </a:t>
            </a:r>
            <a:r>
              <a:rPr lang="en-US" altLang="zh-TW" dirty="0"/>
              <a:t>1 </a:t>
            </a:r>
            <a:r>
              <a:rPr lang="en" altLang="zh-TW" dirty="0"/>
              <a:t>TB SSD</a:t>
            </a:r>
            <a:r>
              <a:rPr lang="zh-TW" altLang="en" dirty="0"/>
              <a:t>。</a:t>
            </a:r>
            <a:endParaRPr lang="en-US" altLang="zh-TW" dirty="0"/>
          </a:p>
          <a:p>
            <a:pPr marL="158750" indent="0">
              <a:buNone/>
            </a:pPr>
            <a:endParaRPr lang="en-US" altLang="zh-TW" dirty="0"/>
          </a:p>
          <a:p>
            <a:pPr marL="158750" indent="0">
              <a:buNone/>
            </a:pPr>
            <a:r>
              <a:rPr lang="zh-TW" altLang="en-US" dirty="0"/>
              <a:t>這個方案主要考量是簡化架構與維運為優先，同時保留後續拆分服務、增加副本或移轉至雲端容器平台的彈性。</a:t>
            </a:r>
            <a:endParaRPr lang="zh-TW" altLang="en" dirty="0"/>
          </a:p>
          <a:p>
            <a:pPr marL="158750" indent="0">
              <a:buNone/>
            </a:pPr>
            <a:endParaRPr lang="zh-TW" altLang="en-US" dirty="0"/>
          </a:p>
        </p:txBody>
      </p:sp>
    </p:spTree>
    <p:extLst>
      <p:ext uri="{BB962C8B-B14F-4D97-AF65-F5344CB8AC3E}">
        <p14:creationId xmlns:p14="http://schemas.microsoft.com/office/powerpoint/2010/main" val="1429167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依照內部資源計價標準，測試環境的隱形成本約為 </a:t>
            </a:r>
            <a:r>
              <a:rPr lang="en-US" altLang="zh-TW" dirty="0"/>
              <a:t>47.5 </a:t>
            </a:r>
            <a:r>
              <a:rPr lang="zh-TW" altLang="en-US" dirty="0"/>
              <a:t>萬元，正式環境約為 </a:t>
            </a:r>
            <a:r>
              <a:rPr lang="en-US" altLang="zh-TW" dirty="0"/>
              <a:t>61.5 </a:t>
            </a:r>
            <a:r>
              <a:rPr lang="zh-TW" altLang="en-US" dirty="0"/>
              <a:t>萬元。</a:t>
            </a:r>
            <a:endParaRPr lang="en-US" altLang="zh-TW" dirty="0"/>
          </a:p>
          <a:p>
            <a:pPr marL="158750" indent="0">
              <a:buNone/>
            </a:pPr>
            <a:endParaRPr lang="zh-TW" altLang="en-US" dirty="0"/>
          </a:p>
          <a:p>
            <a:pPr marL="158750" indent="0">
              <a:buNone/>
            </a:pPr>
            <a:r>
              <a:rPr lang="zh-TW" altLang="en-US" dirty="0"/>
              <a:t>成本主要包含 </a:t>
            </a:r>
            <a:r>
              <a:rPr lang="en" altLang="zh-TW" dirty="0"/>
              <a:t>VM </a:t>
            </a:r>
            <a:r>
              <a:rPr lang="zh-TW" altLang="en-US" dirty="0"/>
              <a:t>資源、</a:t>
            </a:r>
            <a:r>
              <a:rPr lang="en" altLang="zh-TW" dirty="0"/>
              <a:t>Red Hat </a:t>
            </a:r>
            <a:r>
              <a:rPr lang="zh-TW" altLang="en-US" dirty="0"/>
              <a:t>授權、</a:t>
            </a:r>
            <a:r>
              <a:rPr lang="en-US" altLang="zh-TW" dirty="0"/>
              <a:t>1 </a:t>
            </a:r>
            <a:r>
              <a:rPr lang="en" altLang="zh-TW" dirty="0"/>
              <a:t>TB SSD </a:t>
            </a:r>
            <a:r>
              <a:rPr lang="zh-TW" altLang="en-US" dirty="0"/>
              <a:t>與對應的備份空間。測試與正式環境的主要差異，來自正式環境採用較高的運算規格。</a:t>
            </a:r>
          </a:p>
          <a:p>
            <a:pPr marL="158750" indent="0">
              <a:buNone/>
            </a:pPr>
            <a:endParaRPr kumimoji="1" lang="zh-TW" altLang="en-US" dirty="0"/>
          </a:p>
        </p:txBody>
      </p:sp>
    </p:spTree>
    <p:extLst>
      <p:ext uri="{BB962C8B-B14F-4D97-AF65-F5344CB8AC3E}">
        <p14:creationId xmlns:p14="http://schemas.microsoft.com/office/powerpoint/2010/main" val="1983409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這頁是我們初步</a:t>
            </a:r>
            <a:r>
              <a:rPr lang="zh-TW" altLang="en-US"/>
              <a:t>做的雲適性評估。</a:t>
            </a:r>
            <a:endParaRPr lang="en-US" altLang="zh-TW" dirty="0"/>
          </a:p>
          <a:p>
            <a:pPr marL="158750" indent="0">
              <a:buNone/>
            </a:pPr>
            <a:endParaRPr lang="en-US" altLang="zh-TW" dirty="0"/>
          </a:p>
          <a:p>
            <a:pPr marL="158750" indent="0">
              <a:buNone/>
            </a:pPr>
            <a:r>
              <a:rPr lang="zh-TW" altLang="en-US" dirty="0"/>
              <a:t>從技術架構來看，系統已採用前後端分離、背景工作佇列化、環境變數設定及容器化部署，具備移轉至雲端容器平台的基礎條件。</a:t>
            </a:r>
            <a:r>
              <a:rPr lang="en" altLang="zh-TW" dirty="0"/>
              <a:t>MongoDB</a:t>
            </a:r>
            <a:r>
              <a:rPr lang="zh-TW" altLang="en" dirty="0"/>
              <a:t>、</a:t>
            </a:r>
            <a:r>
              <a:rPr lang="en" altLang="zh-TW" dirty="0"/>
              <a:t>Redis</a:t>
            </a:r>
            <a:r>
              <a:rPr lang="zh-TW" altLang="en" dirty="0"/>
              <a:t>、</a:t>
            </a:r>
            <a:r>
              <a:rPr lang="en" altLang="zh-TW" dirty="0"/>
              <a:t>Secret </a:t>
            </a:r>
            <a:r>
              <a:rPr lang="zh-TW" altLang="en-US" dirty="0"/>
              <a:t>管理、監控與備份等元件，也都有相對應的雲端代管服務可供銜接。</a:t>
            </a:r>
            <a:endParaRPr lang="en-US" altLang="zh-TW" dirty="0"/>
          </a:p>
          <a:p>
            <a:pPr marL="158750" indent="0">
              <a:buNone/>
            </a:pPr>
            <a:endParaRPr lang="zh-TW" altLang="en-US" dirty="0"/>
          </a:p>
          <a:p>
            <a:pPr marL="158750" indent="0">
              <a:buNone/>
            </a:pPr>
            <a:r>
              <a:rPr lang="zh-TW" altLang="en-US" dirty="0"/>
              <a:t>目前仍有兩項主要限制需要處理。一是 </a:t>
            </a:r>
            <a:r>
              <a:rPr lang="en" altLang="zh-TW" dirty="0" err="1"/>
              <a:t>LiteLLM</a:t>
            </a:r>
            <a:r>
              <a:rPr lang="en" altLang="zh-TW" dirty="0"/>
              <a:t> </a:t>
            </a:r>
            <a:r>
              <a:rPr lang="zh-TW" altLang="en-US" dirty="0"/>
              <a:t>仍部署於地端，雲端的模型請求必須先回傳至地端，再轉送至 </a:t>
            </a:r>
            <a:r>
              <a:rPr lang="en" altLang="zh-TW" dirty="0"/>
              <a:t>Azure OpenAI</a:t>
            </a:r>
            <a:r>
              <a:rPr lang="zh-TW" altLang="en" dirty="0"/>
              <a:t>，</a:t>
            </a:r>
            <a:r>
              <a:rPr lang="zh-TW" altLang="en-US" dirty="0"/>
              <a:t>將增加網路路徑、傳輸延遲與專線流量。二是部分政府機關或外部網站可能限制境外 </a:t>
            </a:r>
            <a:r>
              <a:rPr lang="en" altLang="zh-TW" dirty="0"/>
              <a:t>IP </a:t>
            </a:r>
            <a:r>
              <a:rPr lang="zh-TW" altLang="en-US" dirty="0"/>
              <a:t>存取，使雲端部署區域直接影響資料擷取的穩定性。</a:t>
            </a:r>
          </a:p>
          <a:p>
            <a:pPr marL="158750" indent="0">
              <a:buNone/>
            </a:pPr>
            <a:endParaRPr lang="en-US" altLang="zh-TW" dirty="0"/>
          </a:p>
          <a:p>
            <a:pPr marL="158750" indent="0">
              <a:buNone/>
            </a:pPr>
            <a:r>
              <a:rPr lang="zh-TW" altLang="en-US" dirty="0"/>
              <a:t>綜合評估，雖然系統架構具備上雲條件，但現階段的雲地往返與境外 </a:t>
            </a:r>
            <a:r>
              <a:rPr lang="en" altLang="zh-TW" dirty="0"/>
              <a:t>IP </a:t>
            </a:r>
            <a:r>
              <a:rPr lang="zh-TW" altLang="en-US" dirty="0"/>
              <a:t>限制可能影響系統可用性。為降低連線與資料取得風險，建議優先採用地端架構部署。</a:t>
            </a:r>
          </a:p>
        </p:txBody>
      </p:sp>
      <p:sp>
        <p:nvSpPr>
          <p:cNvPr id="4" name="投影片編號版面配置區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CDE6145E-9595-4DFE-98DC-E8152F90A69B}" type="slidenum">
              <a:rPr kumimoji="0" lang="zh-TW" alt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lang="zh-TW" alt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934180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sz="1800" dirty="0"/>
              <a:t>在規劃的混合雲架構中，內部使用者透過私有網路進入 </a:t>
            </a:r>
            <a:r>
              <a:rPr lang="en" altLang="zh-TW" sz="1800" dirty="0"/>
              <a:t>Azure</a:t>
            </a:r>
            <a:r>
              <a:rPr lang="zh-TW" altLang="en" sz="1800" dirty="0"/>
              <a:t>，</a:t>
            </a:r>
            <a:r>
              <a:rPr lang="en" altLang="zh-TW" sz="1800" dirty="0"/>
              <a:t>Web</a:t>
            </a:r>
            <a:r>
              <a:rPr lang="zh-TW" altLang="en" sz="1800" dirty="0"/>
              <a:t>、</a:t>
            </a:r>
            <a:r>
              <a:rPr lang="en" altLang="zh-TW" sz="1800" dirty="0"/>
              <a:t>API</a:t>
            </a:r>
            <a:r>
              <a:rPr lang="zh-TW" altLang="en" sz="1800" dirty="0"/>
              <a:t>、</a:t>
            </a:r>
            <a:r>
              <a:rPr lang="en" altLang="zh-TW" sz="1800" dirty="0"/>
              <a:t>Worker</a:t>
            </a:r>
            <a:r>
              <a:rPr lang="zh-TW" altLang="en" sz="1800" dirty="0"/>
              <a:t>、</a:t>
            </a:r>
            <a:r>
              <a:rPr lang="en" altLang="zh-TW" sz="1800" dirty="0"/>
              <a:t>Scheduler </a:t>
            </a:r>
            <a:r>
              <a:rPr lang="zh-TW" altLang="en-US" sz="1800" dirty="0"/>
              <a:t>與 </a:t>
            </a:r>
            <a:r>
              <a:rPr lang="en" altLang="zh-TW" sz="1800" dirty="0"/>
              <a:t>Copilot CLI </a:t>
            </a:r>
            <a:r>
              <a:rPr lang="zh-TW" altLang="en-US" sz="1800" dirty="0"/>
              <a:t>都部署在封閉的應用服務區域。</a:t>
            </a:r>
          </a:p>
          <a:p>
            <a:pPr marL="158750" indent="0">
              <a:buNone/>
            </a:pPr>
            <a:endParaRPr lang="en" altLang="zh-TW" sz="1800" dirty="0"/>
          </a:p>
          <a:p>
            <a:pPr marL="158750" indent="0">
              <a:buNone/>
            </a:pPr>
            <a:r>
              <a:rPr lang="en" altLang="zh-TW" sz="1800" dirty="0" err="1"/>
              <a:t>DocumentDB</a:t>
            </a:r>
            <a:r>
              <a:rPr lang="en" altLang="zh-TW" sz="1800" dirty="0"/>
              <a:t> </a:t>
            </a:r>
            <a:r>
              <a:rPr lang="zh-TW" altLang="en-US" sz="1800" dirty="0"/>
              <a:t>與 </a:t>
            </a:r>
            <a:r>
              <a:rPr lang="en" altLang="zh-TW" sz="1800" dirty="0"/>
              <a:t>Managed Redis </a:t>
            </a:r>
            <a:r>
              <a:rPr lang="zh-TW" altLang="en-US" sz="1800" dirty="0"/>
              <a:t>透過 </a:t>
            </a:r>
            <a:r>
              <a:rPr lang="en" altLang="zh-TW" sz="1800" dirty="0"/>
              <a:t>Private Endpoint </a:t>
            </a:r>
            <a:r>
              <a:rPr lang="zh-TW" altLang="en-US" sz="1800" dirty="0"/>
              <a:t>存取，</a:t>
            </a:r>
            <a:r>
              <a:rPr lang="en" altLang="zh-TW" sz="1800" dirty="0"/>
              <a:t>Secret</a:t>
            </a:r>
            <a:r>
              <a:rPr lang="zh-TW" altLang="en" sz="1800" dirty="0"/>
              <a:t>、</a:t>
            </a:r>
            <a:r>
              <a:rPr lang="zh-TW" altLang="en-US" sz="1800" dirty="0"/>
              <a:t>容器映像與監控則分別交由 </a:t>
            </a:r>
            <a:r>
              <a:rPr lang="en" altLang="zh-TW" sz="1800" dirty="0"/>
              <a:t>Key Vault</a:t>
            </a:r>
            <a:r>
              <a:rPr lang="zh-TW" altLang="en" sz="1800" dirty="0"/>
              <a:t>、</a:t>
            </a:r>
            <a:r>
              <a:rPr lang="en" altLang="zh-TW" sz="1800" dirty="0"/>
              <a:t>Container Registry </a:t>
            </a:r>
            <a:r>
              <a:rPr lang="zh-TW" altLang="en-US" sz="1800" dirty="0"/>
              <a:t>與 </a:t>
            </a:r>
            <a:r>
              <a:rPr lang="en" altLang="zh-TW" sz="1800" dirty="0"/>
              <a:t>Azure Monitor </a:t>
            </a:r>
            <a:r>
              <a:rPr lang="zh-TW" altLang="en-US" sz="1800" dirty="0"/>
              <a:t>管理。</a:t>
            </a:r>
          </a:p>
          <a:p>
            <a:pPr marL="158750" indent="0">
              <a:buNone/>
            </a:pPr>
            <a:endParaRPr lang="en-US" altLang="zh-TW" sz="1800" dirty="0"/>
          </a:p>
          <a:p>
            <a:pPr marL="158750" indent="0">
              <a:buNone/>
            </a:pPr>
            <a:r>
              <a:rPr lang="zh-TW" altLang="en-US" sz="1800" dirty="0"/>
              <a:t>外部資料流量會統一經過 </a:t>
            </a:r>
            <a:r>
              <a:rPr lang="en" altLang="zh-TW" sz="1800" dirty="0"/>
              <a:t>Forward Proxy </a:t>
            </a:r>
            <a:r>
              <a:rPr lang="zh-TW" altLang="en-US" sz="1800" dirty="0"/>
              <a:t>與 </a:t>
            </a:r>
            <a:r>
              <a:rPr lang="en" altLang="zh-TW" sz="1800" dirty="0"/>
              <a:t>Azure Firewall</a:t>
            </a:r>
            <a:r>
              <a:rPr lang="zh-TW" altLang="en" sz="1800" dirty="0"/>
              <a:t>，</a:t>
            </a:r>
            <a:r>
              <a:rPr lang="zh-TW" altLang="en-US" sz="1800" dirty="0"/>
              <a:t>透過網域白名單控管。模型請求則會經由混合連線回到地端 </a:t>
            </a:r>
            <a:r>
              <a:rPr lang="en" altLang="zh-TW" sz="1800" dirty="0" err="1"/>
              <a:t>LiteLLM</a:t>
            </a:r>
            <a:r>
              <a:rPr lang="zh-TW" altLang="en" sz="1800" dirty="0"/>
              <a:t>。</a:t>
            </a:r>
          </a:p>
          <a:p>
            <a:pPr marL="158750" indent="0">
              <a:buNone/>
            </a:pPr>
            <a:endParaRPr lang="en-US" altLang="zh-TW" sz="1800" dirty="0"/>
          </a:p>
          <a:p>
            <a:pPr marL="158750" indent="0">
              <a:buNone/>
            </a:pPr>
            <a:r>
              <a:rPr lang="zh-TW" altLang="en-US" sz="1800" dirty="0"/>
              <a:t>整體原則是讓應用程式與資料服務維持私網存取，並集中管理所有對外連線。</a:t>
            </a:r>
          </a:p>
          <a:p>
            <a:pPr marL="158750" indent="0">
              <a:buNone/>
            </a:pPr>
            <a:endParaRPr lang="zh-TW" altLang="zh-TW" sz="1800" dirty="0">
              <a:effectLst/>
              <a:latin typeface="Aptos" panose="020B0004020202020204" pitchFamily="34" charset="0"/>
              <a:ea typeface="新細明體" panose="02020500000000000000" pitchFamily="18" charset="-120"/>
              <a:cs typeface="新細明體" panose="02020500000000000000" pitchFamily="18" charset="-120"/>
            </a:endParaRPr>
          </a:p>
        </p:txBody>
      </p:sp>
    </p:spTree>
    <p:extLst>
      <p:ext uri="{BB962C8B-B14F-4D97-AF65-F5344CB8AC3E}">
        <p14:creationId xmlns:p14="http://schemas.microsoft.com/office/powerpoint/2010/main" val="24831389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資料庫部分以每月新增 </a:t>
            </a:r>
            <a:r>
              <a:rPr lang="en-US" altLang="zh-TW" dirty="0"/>
              <a:t>30 </a:t>
            </a:r>
            <a:r>
              <a:rPr lang="zh-TW" altLang="en-US" dirty="0"/>
              <a:t>萬篇文章、連續保留 </a:t>
            </a:r>
            <a:r>
              <a:rPr lang="en-US" altLang="zh-TW" dirty="0"/>
              <a:t>12 </a:t>
            </a:r>
            <a:r>
              <a:rPr lang="zh-TW" altLang="en-US" dirty="0"/>
              <a:t>個月作為成長情境。</a:t>
            </a:r>
            <a:endParaRPr lang="en-US" altLang="zh-TW" dirty="0"/>
          </a:p>
          <a:p>
            <a:pPr marL="158750" indent="0">
              <a:buNone/>
            </a:pPr>
            <a:endParaRPr lang="en-US" altLang="zh-TW" dirty="0"/>
          </a:p>
          <a:p>
            <a:pPr marL="158750" indent="0">
              <a:buNone/>
            </a:pPr>
            <a:r>
              <a:rPr lang="zh-TW" altLang="en-US" dirty="0"/>
              <a:t>其中包含文章與索引、資訊助手評估、</a:t>
            </a:r>
            <a:r>
              <a:rPr lang="en" altLang="zh-TW" dirty="0"/>
              <a:t>LLM </a:t>
            </a:r>
            <a:r>
              <a:rPr lang="zh-TW" altLang="en-US" dirty="0"/>
              <a:t>使用紀錄，以及其他設定與系統資料。正式環境初步建議採用 </a:t>
            </a:r>
            <a:r>
              <a:rPr lang="en" altLang="zh-TW" dirty="0"/>
              <a:t>M40</a:t>
            </a:r>
            <a:r>
              <a:rPr lang="zh-TW" altLang="en" dirty="0"/>
              <a:t>、</a:t>
            </a:r>
            <a:r>
              <a:rPr lang="en" altLang="zh-TW" dirty="0"/>
              <a:t>256 GiB </a:t>
            </a:r>
            <a:r>
              <a:rPr lang="zh-TW" altLang="en-US" dirty="0"/>
              <a:t>儲存空間及高可用性配置，每月約為 </a:t>
            </a:r>
            <a:r>
              <a:rPr lang="en-US" altLang="zh-TW" dirty="0"/>
              <a:t>430 </a:t>
            </a:r>
            <a:r>
              <a:rPr lang="zh-TW" altLang="en-US" dirty="0"/>
              <a:t>到 </a:t>
            </a:r>
            <a:r>
              <a:rPr lang="en-US" altLang="zh-TW" dirty="0"/>
              <a:t>460 </a:t>
            </a:r>
            <a:r>
              <a:rPr lang="zh-TW" altLang="en-US" dirty="0"/>
              <a:t>美元。</a:t>
            </a:r>
          </a:p>
          <a:p>
            <a:pPr marL="158750" indent="0">
              <a:buNone/>
            </a:pPr>
            <a:endParaRPr kumimoji="1" lang="zh-TW" altLang="en-US" dirty="0"/>
          </a:p>
        </p:txBody>
      </p:sp>
    </p:spTree>
    <p:extLst>
      <p:ext uri="{BB962C8B-B14F-4D97-AF65-F5344CB8AC3E}">
        <p14:creationId xmlns:p14="http://schemas.microsoft.com/office/powerpoint/2010/main" val="11215556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en" altLang="zh-TW" dirty="0"/>
              <a:t>Redis </a:t>
            </a:r>
            <a:r>
              <a:rPr lang="zh-TW" altLang="en-US" dirty="0"/>
              <a:t>主要用於 </a:t>
            </a:r>
            <a:r>
              <a:rPr lang="en" altLang="zh-TW" dirty="0" err="1"/>
              <a:t>BullMQ</a:t>
            </a:r>
            <a:r>
              <a:rPr lang="en" altLang="zh-TW" dirty="0"/>
              <a:t> </a:t>
            </a:r>
            <a:r>
              <a:rPr lang="zh-TW" altLang="en-US" dirty="0"/>
              <a:t>工作佇列、工作狀態及短期快取。</a:t>
            </a:r>
          </a:p>
          <a:p>
            <a:pPr marL="158750" indent="0">
              <a:buNone/>
            </a:pPr>
            <a:endParaRPr lang="en-US" altLang="zh-TW" dirty="0"/>
          </a:p>
          <a:p>
            <a:pPr marL="158750" indent="0">
              <a:buNone/>
            </a:pPr>
            <a:r>
              <a:rPr lang="zh-TW" altLang="en-US" dirty="0"/>
              <a:t>以尖峰同時排隊一萬篇文章估算，實際使用量約為 </a:t>
            </a:r>
            <a:r>
              <a:rPr lang="en-US" altLang="zh-TW" dirty="0"/>
              <a:t>2 </a:t>
            </a:r>
            <a:r>
              <a:rPr lang="zh-TW" altLang="en-US" dirty="0"/>
              <a:t>到 </a:t>
            </a:r>
            <a:r>
              <a:rPr lang="en-US" altLang="zh-TW" dirty="0"/>
              <a:t>4 </a:t>
            </a:r>
            <a:r>
              <a:rPr lang="en" altLang="zh-TW" dirty="0"/>
              <a:t>GB</a:t>
            </a:r>
            <a:r>
              <a:rPr lang="zh-TW" altLang="en" dirty="0"/>
              <a:t>。</a:t>
            </a:r>
            <a:r>
              <a:rPr lang="zh-TW" altLang="en-US" dirty="0"/>
              <a:t>考量工作保留與額外緩衝，正式環境建議預留 </a:t>
            </a:r>
            <a:r>
              <a:rPr lang="en-US" altLang="zh-TW" dirty="0"/>
              <a:t>6 </a:t>
            </a:r>
            <a:r>
              <a:rPr lang="zh-TW" altLang="en-US" dirty="0"/>
              <a:t>到 </a:t>
            </a:r>
            <a:r>
              <a:rPr lang="en-US" altLang="zh-TW" dirty="0"/>
              <a:t>8 </a:t>
            </a:r>
            <a:r>
              <a:rPr lang="en" altLang="zh-TW" dirty="0"/>
              <a:t>GB </a:t>
            </a:r>
            <a:r>
              <a:rPr lang="zh-TW" altLang="en-US" dirty="0"/>
              <a:t>以上，並採用 </a:t>
            </a:r>
            <a:r>
              <a:rPr lang="en-US" altLang="zh-TW" dirty="0"/>
              <a:t>12 </a:t>
            </a:r>
            <a:r>
              <a:rPr lang="en" altLang="zh-TW" dirty="0"/>
              <a:t>GB</a:t>
            </a:r>
            <a:r>
              <a:rPr lang="zh-TW" altLang="en" dirty="0"/>
              <a:t>、</a:t>
            </a:r>
            <a:r>
              <a:rPr lang="zh-TW" altLang="en-US" dirty="0"/>
              <a:t>高可用性的 </a:t>
            </a:r>
            <a:r>
              <a:rPr lang="en" altLang="zh-TW" dirty="0"/>
              <a:t>Azure Managed Redis M10</a:t>
            </a:r>
            <a:r>
              <a:rPr lang="zh-TW" altLang="en" dirty="0"/>
              <a:t>，</a:t>
            </a:r>
            <a:r>
              <a:rPr lang="zh-TW" altLang="en-US" dirty="0"/>
              <a:t>每月約為 </a:t>
            </a:r>
            <a:r>
              <a:rPr lang="en-US" altLang="zh-TW" dirty="0"/>
              <a:t>403 </a:t>
            </a:r>
            <a:r>
              <a:rPr lang="zh-TW" altLang="en-US" dirty="0"/>
              <a:t>美元。</a:t>
            </a:r>
          </a:p>
          <a:p>
            <a:pPr marL="158750" indent="0">
              <a:buNone/>
            </a:pPr>
            <a:endParaRPr kumimoji="1" lang="zh-TW" altLang="en-US" dirty="0"/>
          </a:p>
        </p:txBody>
      </p:sp>
    </p:spTree>
    <p:extLst>
      <p:ext uri="{BB962C8B-B14F-4D97-AF65-F5344CB8AC3E}">
        <p14:creationId xmlns:p14="http://schemas.microsoft.com/office/powerpoint/2010/main" val="9284041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整體雲端基礎設施成本，測試環境約為每月新台幣 </a:t>
            </a:r>
            <a:r>
              <a:rPr lang="en-US" altLang="zh-TW" dirty="0"/>
              <a:t>15,086 </a:t>
            </a:r>
            <a:r>
              <a:rPr lang="zh-TW" altLang="en-US" dirty="0"/>
              <a:t>元，正式環境約為每月 </a:t>
            </a:r>
            <a:r>
              <a:rPr lang="en-US" altLang="zh-TW" dirty="0"/>
              <a:t>37,687 </a:t>
            </a:r>
            <a:r>
              <a:rPr lang="zh-TW" altLang="en-US" dirty="0"/>
              <a:t>元。</a:t>
            </a:r>
          </a:p>
          <a:p>
            <a:pPr marL="158750" indent="0">
              <a:buNone/>
            </a:pPr>
            <a:endParaRPr lang="en-US" altLang="zh-TW" dirty="0"/>
          </a:p>
          <a:p>
            <a:pPr marL="158750" indent="0">
              <a:buNone/>
            </a:pPr>
            <a:r>
              <a:rPr lang="zh-TW" altLang="en-US" dirty="0"/>
              <a:t>這份估算是以 </a:t>
            </a:r>
            <a:r>
              <a:rPr lang="en" altLang="zh-TW" dirty="0"/>
              <a:t>Container Apps </a:t>
            </a:r>
            <a:r>
              <a:rPr lang="zh-TW" altLang="en-US" dirty="0"/>
              <a:t>的最小常駐 </a:t>
            </a:r>
            <a:r>
              <a:rPr lang="en" altLang="zh-TW" dirty="0"/>
              <a:t>Instance </a:t>
            </a:r>
            <a:r>
              <a:rPr lang="zh-TW" altLang="en-US" dirty="0"/>
              <a:t>數量計算。如果按照最大副本數長時間運行，費用會再增加。另外，雲端回到地端 </a:t>
            </a:r>
            <a:r>
              <a:rPr lang="en" altLang="zh-TW" dirty="0" err="1"/>
              <a:t>LiteLLM</a:t>
            </a:r>
            <a:r>
              <a:rPr lang="en" altLang="zh-TW" dirty="0"/>
              <a:t> Gateway </a:t>
            </a:r>
            <a:r>
              <a:rPr lang="zh-TW" altLang="en-US" dirty="0"/>
              <a:t>的流量先以每月 </a:t>
            </a:r>
            <a:r>
              <a:rPr lang="en-US" altLang="zh-TW" dirty="0"/>
              <a:t>500 </a:t>
            </a:r>
            <a:r>
              <a:rPr lang="en" altLang="zh-TW" dirty="0"/>
              <a:t>GB </a:t>
            </a:r>
            <a:r>
              <a:rPr lang="zh-TW" altLang="en-US" dirty="0"/>
              <a:t>估算，實際費用仍會受到模型呼叫量及網路路徑影響。</a:t>
            </a:r>
            <a:endParaRPr kumimoji="1" lang="zh-TW" altLang="en-US" dirty="0"/>
          </a:p>
        </p:txBody>
      </p:sp>
    </p:spTree>
    <p:extLst>
      <p:ext uri="{BB962C8B-B14F-4D97-AF65-F5344CB8AC3E}">
        <p14:creationId xmlns:p14="http://schemas.microsoft.com/office/powerpoint/2010/main" val="11652614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en" altLang="zh-TW" dirty="0"/>
              <a:t>LLM </a:t>
            </a:r>
            <a:r>
              <a:rPr lang="zh-TW" altLang="en-US" dirty="0"/>
              <a:t>成本以 </a:t>
            </a:r>
            <a:r>
              <a:rPr lang="en" altLang="zh-TW" dirty="0"/>
              <a:t>gpt-5-mini </a:t>
            </a:r>
            <a:r>
              <a:rPr lang="zh-TW" altLang="en-US" dirty="0"/>
              <a:t>及平均每篇文章 </a:t>
            </a:r>
            <a:r>
              <a:rPr lang="en-US" altLang="zh-TW" dirty="0"/>
              <a:t>10 </a:t>
            </a:r>
            <a:r>
              <a:rPr lang="en" altLang="zh-TW" dirty="0"/>
              <a:t>KB </a:t>
            </a:r>
            <a:r>
              <a:rPr lang="zh-TW" altLang="en-US" dirty="0"/>
              <a:t>估算。</a:t>
            </a:r>
          </a:p>
          <a:p>
            <a:pPr marL="158750" indent="0">
              <a:buNone/>
            </a:pPr>
            <a:endParaRPr lang="en-US" altLang="zh-TW" dirty="0"/>
          </a:p>
          <a:p>
            <a:pPr marL="158750" indent="0">
              <a:buNone/>
            </a:pPr>
            <a:r>
              <a:rPr lang="zh-TW" altLang="en-US" dirty="0"/>
              <a:t>按照近 </a:t>
            </a:r>
            <a:r>
              <a:rPr lang="en-US" altLang="zh-TW" dirty="0"/>
              <a:t>30 </a:t>
            </a:r>
            <a:r>
              <a:rPr lang="zh-TW" altLang="en-US" dirty="0"/>
              <a:t>天的實際使用量，每月成本約為 </a:t>
            </a:r>
            <a:r>
              <a:rPr lang="en-US" altLang="zh-TW" dirty="0"/>
              <a:t>764 </a:t>
            </a:r>
            <a:r>
              <a:rPr lang="zh-TW" altLang="en-US" dirty="0"/>
              <a:t>美元；預算基準約為 </a:t>
            </a:r>
            <a:r>
              <a:rPr lang="en-US" altLang="zh-TW" dirty="0"/>
              <a:t>861 </a:t>
            </a:r>
            <a:r>
              <a:rPr lang="zh-TW" altLang="en-US" dirty="0"/>
              <a:t>美元。如果成長到每月 </a:t>
            </a:r>
            <a:r>
              <a:rPr lang="en-US" altLang="zh-TW" dirty="0"/>
              <a:t>30 </a:t>
            </a:r>
            <a:r>
              <a:rPr lang="zh-TW" altLang="en-US" dirty="0"/>
              <a:t>萬篇文章，而且每篇文章平均交由 </a:t>
            </a:r>
            <a:r>
              <a:rPr lang="en-US" altLang="zh-TW" dirty="0"/>
              <a:t>5 </a:t>
            </a:r>
            <a:r>
              <a:rPr lang="zh-TW" altLang="en-US" dirty="0"/>
              <a:t>個資訊助手評估，成本約為 </a:t>
            </a:r>
            <a:r>
              <a:rPr lang="en-US" altLang="zh-TW" dirty="0"/>
              <a:t>1,965 </a:t>
            </a:r>
            <a:r>
              <a:rPr lang="zh-TW" altLang="en-US" dirty="0"/>
              <a:t>美元。</a:t>
            </a:r>
          </a:p>
          <a:p>
            <a:pPr marL="158750" indent="0">
              <a:buNone/>
            </a:pPr>
            <a:endParaRPr lang="en-US" altLang="zh-TW" dirty="0"/>
          </a:p>
          <a:p>
            <a:pPr marL="158750" indent="0">
              <a:buNone/>
            </a:pPr>
            <a:r>
              <a:rPr lang="zh-TW" altLang="en-US" dirty="0"/>
              <a:t>目前最大成本來自資訊助手評估。在每月 </a:t>
            </a:r>
            <a:r>
              <a:rPr lang="en-US" altLang="zh-TW" dirty="0"/>
              <a:t>30 </a:t>
            </a:r>
            <a:r>
              <a:rPr lang="zh-TW" altLang="en-US" dirty="0"/>
              <a:t>萬篇文章的情境下，平均每增加一個資訊助手評估數，每月約增加 </a:t>
            </a:r>
            <a:r>
              <a:rPr lang="en-US" altLang="zh-TW" dirty="0"/>
              <a:t>375 </a:t>
            </a:r>
            <a:r>
              <a:rPr lang="zh-TW" altLang="en-US" dirty="0"/>
              <a:t>美元，因此後續需要持續管理評估範圍。</a:t>
            </a:r>
          </a:p>
          <a:p>
            <a:pPr marL="158750" indent="0">
              <a:buNone/>
            </a:pPr>
            <a:endParaRPr kumimoji="1" lang="zh-TW" altLang="en-US" dirty="0"/>
          </a:p>
        </p:txBody>
      </p:sp>
    </p:spTree>
    <p:extLst>
      <p:ext uri="{BB962C8B-B14F-4D97-AF65-F5344CB8AC3E}">
        <p14:creationId xmlns:p14="http://schemas.microsoft.com/office/powerpoint/2010/main" val="850608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dirty="0"/>
              <a:t>這一頁是上個月平台的資料規模快照。</a:t>
            </a:r>
            <a:r>
              <a:rPr lang="en" altLang="zh-TW" dirty="0"/>
              <a:t>MongoDB </a:t>
            </a:r>
            <a:r>
              <a:rPr lang="zh-TW" altLang="en-US" dirty="0"/>
              <a:t>約有 </a:t>
            </a:r>
            <a:r>
              <a:rPr lang="en-US" altLang="zh-TW" dirty="0"/>
              <a:t>244 </a:t>
            </a:r>
            <a:r>
              <a:rPr lang="zh-TW" altLang="en-US" dirty="0"/>
              <a:t>萬筆文件，包含 </a:t>
            </a:r>
            <a:r>
              <a:rPr lang="en-US" altLang="zh-TW" dirty="0"/>
              <a:t>53.7 </a:t>
            </a:r>
            <a:r>
              <a:rPr lang="zh-TW" altLang="en-US" dirty="0"/>
              <a:t>萬篇文章及接近 </a:t>
            </a:r>
            <a:r>
              <a:rPr lang="en-US" altLang="zh-TW" dirty="0"/>
              <a:t>188 </a:t>
            </a:r>
            <a:r>
              <a:rPr lang="zh-TW" altLang="en-US" dirty="0"/>
              <a:t>萬筆資訊助手評估紀錄，資料與索引合計約占用 </a:t>
            </a:r>
            <a:r>
              <a:rPr lang="en-US" altLang="zh-TW" dirty="0"/>
              <a:t>2.35 </a:t>
            </a:r>
            <a:r>
              <a:rPr lang="en" altLang="zh-TW" dirty="0"/>
              <a:t>GiB</a:t>
            </a:r>
            <a:r>
              <a:rPr lang="zh-TW" altLang="en" dirty="0"/>
              <a:t>。</a:t>
            </a:r>
          </a:p>
          <a:p>
            <a:pPr marL="158750" indent="0">
              <a:buNone/>
            </a:pPr>
            <a:endParaRPr lang="en-US" altLang="zh-TW" dirty="0"/>
          </a:p>
          <a:p>
            <a:pPr marL="158750" indent="0">
              <a:buNone/>
            </a:pPr>
            <a:r>
              <a:rPr lang="zh-TW" altLang="en-US" dirty="0"/>
              <a:t>以文件數量來看，資訊助手評估占約 </a:t>
            </a:r>
            <a:r>
              <a:rPr lang="en-US" altLang="zh-TW" dirty="0"/>
              <a:t>77%</a:t>
            </a:r>
            <a:r>
              <a:rPr lang="zh-TW" altLang="en-US" dirty="0"/>
              <a:t>；以儲存空間來看，文章與索引占約 </a:t>
            </a:r>
            <a:r>
              <a:rPr lang="en-US" altLang="zh-TW" dirty="0"/>
              <a:t>69%</a:t>
            </a:r>
            <a:r>
              <a:rPr lang="zh-TW" altLang="en-US" dirty="0"/>
              <a:t>。因此，文章是目前主要的空間使用者，資訊助手評估則是筆數最多、成長最快的衍生資料。</a:t>
            </a:r>
          </a:p>
          <a:p>
            <a:pPr marL="158750" indent="0">
              <a:buNone/>
            </a:pPr>
            <a:endParaRPr kumimoji="1" lang="zh-TW" altLang="en-US" dirty="0"/>
          </a:p>
        </p:txBody>
      </p:sp>
    </p:spTree>
    <p:extLst>
      <p:ext uri="{BB962C8B-B14F-4D97-AF65-F5344CB8AC3E}">
        <p14:creationId xmlns:p14="http://schemas.microsoft.com/office/powerpoint/2010/main" val="525051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r>
              <a:rPr lang="zh-TW" altLang="en-US" b="0" dirty="0"/>
              <a:t>以最近 </a:t>
            </a:r>
            <a:r>
              <a:rPr lang="en-US" altLang="zh-TW" b="0" dirty="0"/>
              <a:t>30 </a:t>
            </a:r>
            <a:r>
              <a:rPr lang="zh-TW" altLang="en-US" b="0" dirty="0"/>
              <a:t>天來看，平台新增約 </a:t>
            </a:r>
            <a:r>
              <a:rPr lang="en-US" altLang="zh-TW" b="0" dirty="0"/>
              <a:t>17.9 </a:t>
            </a:r>
            <a:r>
              <a:rPr lang="zh-TW" altLang="en-US" b="0" dirty="0"/>
              <a:t>萬篇文章、</a:t>
            </a:r>
            <a:r>
              <a:rPr lang="en-US" altLang="zh-TW" b="0" dirty="0"/>
              <a:t>59.2 </a:t>
            </a:r>
            <a:r>
              <a:rPr lang="zh-TW" altLang="en-US" b="0" dirty="0"/>
              <a:t>萬筆資訊助手評估紀錄，</a:t>
            </a:r>
            <a:r>
              <a:rPr lang="en" altLang="zh-TW" b="0" dirty="0"/>
              <a:t>MongoDB </a:t>
            </a:r>
            <a:r>
              <a:rPr lang="zh-TW" altLang="en-US" b="0" dirty="0"/>
              <a:t>實體空間增加約 </a:t>
            </a:r>
            <a:r>
              <a:rPr lang="en-US" altLang="zh-TW" b="0" dirty="0"/>
              <a:t>0.768 </a:t>
            </a:r>
            <a:r>
              <a:rPr lang="en" altLang="zh-TW" b="0" dirty="0"/>
              <a:t>GiB</a:t>
            </a:r>
            <a:r>
              <a:rPr lang="zh-TW" altLang="en" b="0" dirty="0"/>
              <a:t>。</a:t>
            </a:r>
            <a:endParaRPr lang="en-US" altLang="zh-TW" b="0" dirty="0"/>
          </a:p>
          <a:p>
            <a:pPr marL="158750" indent="0">
              <a:buNone/>
            </a:pPr>
            <a:endParaRPr lang="zh-TW" altLang="en" b="0" dirty="0"/>
          </a:p>
          <a:p>
            <a:pPr marL="158750" indent="0">
              <a:buNone/>
            </a:pPr>
            <a:r>
              <a:rPr lang="zh-TW" altLang="en-US" b="0" dirty="0"/>
              <a:t>如果維持相同成長速度，六個月後主資料庫約為 </a:t>
            </a:r>
            <a:r>
              <a:rPr lang="en-US" altLang="zh-TW" b="0" dirty="0"/>
              <a:t>6.96 </a:t>
            </a:r>
            <a:r>
              <a:rPr lang="en" altLang="zh-TW" b="0" dirty="0"/>
              <a:t>GiB</a:t>
            </a:r>
            <a:r>
              <a:rPr lang="zh-TW" altLang="en" b="0" dirty="0"/>
              <a:t>，</a:t>
            </a:r>
            <a:r>
              <a:rPr lang="zh-TW" altLang="en-US" b="0" dirty="0"/>
              <a:t>十二個月後約為 </a:t>
            </a:r>
            <a:r>
              <a:rPr lang="en-US" altLang="zh-TW" b="0" dirty="0"/>
              <a:t>11.57 </a:t>
            </a:r>
            <a:r>
              <a:rPr lang="en" altLang="zh-TW" b="0" dirty="0"/>
              <a:t>GiB</a:t>
            </a:r>
            <a:r>
              <a:rPr lang="zh-TW" altLang="en" b="0" dirty="0"/>
              <a:t>。</a:t>
            </a:r>
            <a:r>
              <a:rPr lang="zh-TW" altLang="en-US" b="0" dirty="0"/>
              <a:t>如果正式環境採用三副本，十二個月的實體儲存需求約為 </a:t>
            </a:r>
            <a:r>
              <a:rPr lang="en-US" altLang="zh-TW" b="0" dirty="0"/>
              <a:t>34.71 </a:t>
            </a:r>
            <a:r>
              <a:rPr lang="en" altLang="zh-TW" b="0" dirty="0"/>
              <a:t>GiB</a:t>
            </a:r>
            <a:r>
              <a:rPr lang="zh-TW" altLang="en" b="0" dirty="0"/>
              <a:t>。</a:t>
            </a:r>
            <a:endParaRPr lang="en-US" altLang="zh-TW" b="0" dirty="0"/>
          </a:p>
          <a:p>
            <a:pPr marL="158750" indent="0">
              <a:buNone/>
            </a:pPr>
            <a:endParaRPr lang="zh-TW" altLang="en" b="0" dirty="0"/>
          </a:p>
          <a:p>
            <a:pPr marL="158750" indent="0">
              <a:buNone/>
            </a:pPr>
            <a:r>
              <a:rPr lang="zh-TW" altLang="en-US" b="0" dirty="0"/>
              <a:t>短期來看，資料量仍在可控範圍內，但如果所有衍生資料都永久保留，儲存量與查詢成本會持續增加。因此，治理上會優先處理低價值的資料。</a:t>
            </a:r>
            <a:endParaRPr lang="en-US" altLang="zh-TW" b="0" dirty="0"/>
          </a:p>
          <a:p>
            <a:pPr marL="158750" indent="0">
              <a:buNone/>
            </a:pPr>
            <a:endParaRPr lang="zh-TW" altLang="en-US" b="0" dirty="0"/>
          </a:p>
          <a:p>
            <a:pPr marL="158750" indent="0">
              <a:buNone/>
            </a:pPr>
            <a:r>
              <a:rPr lang="zh-TW" altLang="en-US" b="0" dirty="0"/>
              <a:t>資訊助手評估資料中，未被收錄且未經人工覆核的結果保留 </a:t>
            </a:r>
            <a:r>
              <a:rPr lang="en-US" altLang="zh-TW" b="0" dirty="0"/>
              <a:t>90 </a:t>
            </a:r>
            <a:r>
              <a:rPr lang="zh-TW" altLang="en-US" b="0" dirty="0"/>
              <a:t>天後批次清理；已收錄的結果保留 </a:t>
            </a:r>
            <a:r>
              <a:rPr lang="en-US" altLang="zh-TW" b="0" dirty="0"/>
              <a:t>365 </a:t>
            </a:r>
            <a:r>
              <a:rPr lang="zh-TW" altLang="en-US" b="0" dirty="0"/>
              <a:t>天，支援後續回看與追蹤。</a:t>
            </a:r>
            <a:endParaRPr lang="en-US" altLang="zh-TW" b="0" dirty="0"/>
          </a:p>
          <a:p>
            <a:pPr marL="158750" indent="0">
              <a:buNone/>
            </a:pPr>
            <a:endParaRPr lang="zh-TW" altLang="en-US" b="0" dirty="0"/>
          </a:p>
          <a:p>
            <a:pPr marL="158750" indent="0">
              <a:buNone/>
            </a:pPr>
            <a:r>
              <a:rPr lang="zh-TW" altLang="en-US" b="0" dirty="0"/>
              <a:t>文章資料在近 </a:t>
            </a:r>
            <a:r>
              <a:rPr lang="en-US" altLang="zh-TW" b="0" dirty="0"/>
              <a:t>180 </a:t>
            </a:r>
            <a:r>
              <a:rPr lang="zh-TW" altLang="en-US" b="0" dirty="0"/>
              <a:t>天內保留於主資料庫並支援全文搜尋；第 </a:t>
            </a:r>
            <a:r>
              <a:rPr lang="en-US" altLang="zh-TW" b="0" dirty="0"/>
              <a:t>181 </a:t>
            </a:r>
            <a:r>
              <a:rPr lang="zh-TW" altLang="en-US" b="0" dirty="0"/>
              <a:t>天到第 </a:t>
            </a:r>
            <a:r>
              <a:rPr lang="en-US" altLang="zh-TW" b="0" dirty="0"/>
              <a:t>365 </a:t>
            </a:r>
            <a:r>
              <a:rPr lang="zh-TW" altLang="en-US" b="0" dirty="0"/>
              <a:t>天則移轉至歸檔，只保留必要欄位與關聯資訊。</a:t>
            </a:r>
            <a:endParaRPr lang="en-US" altLang="zh-TW" b="0" dirty="0"/>
          </a:p>
          <a:p>
            <a:pPr marL="158750" indent="0">
              <a:buNone/>
            </a:pPr>
            <a:endParaRPr lang="zh-TW" altLang="en-US" b="0" dirty="0"/>
          </a:p>
          <a:p>
            <a:pPr marL="158750" indent="0">
              <a:buNone/>
            </a:pPr>
            <a:r>
              <a:rPr lang="zh-TW" altLang="en-US" b="0" dirty="0"/>
              <a:t>已讀通知與已封存的 </a:t>
            </a:r>
            <a:r>
              <a:rPr lang="en" altLang="zh-TW" b="0" dirty="0"/>
              <a:t>Agent </a:t>
            </a:r>
            <a:r>
              <a:rPr lang="zh-TW" altLang="en-US" b="0" dirty="0"/>
              <a:t>對話保留 </a:t>
            </a:r>
            <a:r>
              <a:rPr lang="en-US" altLang="zh-TW" b="0" dirty="0"/>
              <a:t>90 </a:t>
            </a:r>
            <a:r>
              <a:rPr lang="zh-TW" altLang="en-US" b="0" dirty="0"/>
              <a:t>天後清除，已過期的提案則在 </a:t>
            </a:r>
            <a:r>
              <a:rPr lang="en-US" altLang="zh-TW" b="0" dirty="0"/>
              <a:t>14 </a:t>
            </a:r>
            <a:r>
              <a:rPr lang="zh-TW" altLang="en-US" b="0" dirty="0"/>
              <a:t>天內自動淘汰。目的是</a:t>
            </a:r>
            <a:r>
              <a:rPr lang="zh-TW" altLang="en-US" dirty="0"/>
              <a:t>希望在資料可追溯性、使用需求與儲存成本之間取得平衡。</a:t>
            </a:r>
            <a:endParaRPr lang="zh-TW" altLang="en-US" b="0" dirty="0"/>
          </a:p>
          <a:p>
            <a:pPr marL="158750" indent="0">
              <a:buNone/>
            </a:pPr>
            <a:endParaRPr kumimoji="1" lang="zh-TW" altLang="en-US" b="0" dirty="0"/>
          </a:p>
        </p:txBody>
      </p:sp>
    </p:spTree>
    <p:extLst>
      <p:ext uri="{BB962C8B-B14F-4D97-AF65-F5344CB8AC3E}">
        <p14:creationId xmlns:p14="http://schemas.microsoft.com/office/powerpoint/2010/main" val="3558621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ADB3FA57-4836-AF4F-BF66-6B514E9797C8}"/>
            </a:ext>
          </a:extLst>
        </p:cNvPr>
        <p:cNvGrpSpPr/>
        <p:nvPr/>
      </p:nvGrpSpPr>
      <p:grpSpPr>
        <a:xfrm>
          <a:off x="0" y="0"/>
          <a:ext cx="0" cy="0"/>
          <a:chOff x="0" y="0"/>
          <a:chExt cx="0" cy="0"/>
        </a:xfrm>
      </p:grpSpPr>
      <p:sp>
        <p:nvSpPr>
          <p:cNvPr id="45" name="Google Shape;45;p3:notes">
            <a:extLst>
              <a:ext uri="{FF2B5EF4-FFF2-40B4-BE49-F238E27FC236}">
                <a16:creationId xmlns:a16="http://schemas.microsoft.com/office/drawing/2014/main" id="{0EB33157-426B-A4AD-283F-D28B3B107F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a:t>問 </a:t>
            </a:r>
            <a:r>
              <a:rPr lang="en-US" altLang="zh-TW"/>
              <a:t>IT</a:t>
            </a:r>
            <a:r>
              <a:rPr lang="zh-TW" altLang="en-US"/>
              <a:t> 有無相關的規範建議</a:t>
            </a:r>
          </a:p>
        </p:txBody>
      </p:sp>
      <p:sp>
        <p:nvSpPr>
          <p:cNvPr id="46" name="Google Shape;46;p3:notes">
            <a:extLst>
              <a:ext uri="{FF2B5EF4-FFF2-40B4-BE49-F238E27FC236}">
                <a16:creationId xmlns:a16="http://schemas.microsoft.com/office/drawing/2014/main" id="{A392C112-A223-A4ED-7C2E-C976668666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1415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endParaRPr lang="zh-TW" altLang="en-US"/>
          </a:p>
        </p:txBody>
      </p:sp>
    </p:spTree>
    <p:extLst>
      <p:ext uri="{BB962C8B-B14F-4D97-AF65-F5344CB8AC3E}">
        <p14:creationId xmlns:p14="http://schemas.microsoft.com/office/powerpoint/2010/main" val="3349612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a:buFont typeface="+mj-lt"/>
              <a:buAutoNum type="arabicPeriod" startAt="5"/>
            </a:pPr>
            <a:r>
              <a:rPr lang="en-US" altLang="zh-TW" err="1"/>
              <a:t>InfoGather</a:t>
            </a:r>
            <a:r>
              <a:rPr lang="zh-TW" altLang="en-US"/>
              <a:t>屬於應用系統，依據金控資訊管理細則第七章第十二條規定： </a:t>
            </a:r>
          </a:p>
          <a:p>
            <a:pPr marL="742950" lvl="1" indent="-285750"/>
            <a:r>
              <a:rPr lang="zh-TW" altLang="en-US"/>
              <a:t>應用系統經管單位需負責基本授權細則規劃、建置系統功能及管理需求規格異動。</a:t>
            </a:r>
          </a:p>
          <a:p>
            <a:pPr marL="742950" lvl="1" indent="-285750"/>
            <a:r>
              <a:rPr lang="zh-TW" altLang="en-US"/>
              <a:t>含個人資料之應用系統需訂定基本授權細則，內容包含角色權責、基本授權原則及授權管理程序。</a:t>
            </a:r>
          </a:p>
          <a:p>
            <a:pPr marL="742950" lvl="1" indent="-285750"/>
            <a:r>
              <a:rPr lang="zh-TW" altLang="en-US"/>
              <a:t>未含個資之應用系統，經管單位仍應評估是否需制定基本授權細則，以保護公司營業秘密。</a:t>
            </a:r>
          </a:p>
          <a:p>
            <a:pPr>
              <a:buFont typeface="+mj-lt"/>
              <a:buAutoNum type="arabicPeriod" startAt="5"/>
            </a:pPr>
            <a:r>
              <a:rPr lang="zh-TW" altLang="en-US"/>
              <a:t>請問</a:t>
            </a:r>
            <a:r>
              <a:rPr lang="en-US" altLang="zh-TW"/>
              <a:t>IT</a:t>
            </a:r>
            <a:r>
              <a:rPr lang="zh-TW" altLang="en-US"/>
              <a:t>這邊有無相關規章制定的建議？</a:t>
            </a:r>
          </a:p>
          <a:p>
            <a:pPr marL="158750" indent="0">
              <a:buNone/>
            </a:pPr>
            <a:endParaRPr lang="zh-TW" altLang="en-US"/>
          </a:p>
        </p:txBody>
      </p:sp>
    </p:spTree>
    <p:extLst>
      <p:ext uri="{BB962C8B-B14F-4D97-AF65-F5344CB8AC3E}">
        <p14:creationId xmlns:p14="http://schemas.microsoft.com/office/powerpoint/2010/main" val="850410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TW" altLang="en-US" sz="1100"/>
              <a:t>創新金融科有建議只要確切資源規格跟對應架構圖出來後就要同步邀請系統科</a:t>
            </a:r>
            <a:r>
              <a:rPr lang="en-US" altLang="zh-TW" sz="1100"/>
              <a:t>&amp;</a:t>
            </a:r>
            <a:r>
              <a:rPr lang="zh-TW" altLang="en-US" sz="1100"/>
              <a:t>網管科同仁一同參與討論</a:t>
            </a:r>
            <a:endParaRPr lang="en-US" altLang="zh-TW" sz="1100"/>
          </a:p>
        </p:txBody>
      </p:sp>
    </p:spTree>
    <p:extLst>
      <p:ext uri="{BB962C8B-B14F-4D97-AF65-F5344CB8AC3E}">
        <p14:creationId xmlns:p14="http://schemas.microsoft.com/office/powerpoint/2010/main" val="23407971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349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65373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85324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63476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893E8BB5-2A4C-0BB5-F8A9-933F1C78FA19}"/>
            </a:ext>
          </a:extLst>
        </p:cNvPr>
        <p:cNvGrpSpPr/>
        <p:nvPr/>
      </p:nvGrpSpPr>
      <p:grpSpPr>
        <a:xfrm>
          <a:off x="0" y="0"/>
          <a:ext cx="0" cy="0"/>
          <a:chOff x="0" y="0"/>
          <a:chExt cx="0" cy="0"/>
        </a:xfrm>
      </p:grpSpPr>
      <p:sp>
        <p:nvSpPr>
          <p:cNvPr id="45" name="Google Shape;45;p3:notes">
            <a:extLst>
              <a:ext uri="{FF2B5EF4-FFF2-40B4-BE49-F238E27FC236}">
                <a16:creationId xmlns:a16="http://schemas.microsoft.com/office/drawing/2014/main" id="{270A90EB-D2A1-70DB-B4C9-ABFC4FBF3B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a:t>User</a:t>
            </a:r>
            <a:r>
              <a:rPr lang="zh-TW" altLang="en-US"/>
              <a:t>透過平台可以執行什麼作業</a:t>
            </a:r>
            <a:r>
              <a:rPr lang="en-US" altLang="zh-TW"/>
              <a:t>(</a:t>
            </a:r>
            <a:r>
              <a:rPr lang="zh-TW" altLang="en-US"/>
              <a:t>操作設定資料來源</a:t>
            </a:r>
            <a:r>
              <a:rPr lang="en-US" altLang="zh-TW"/>
              <a:t>? </a:t>
            </a:r>
            <a:r>
              <a:rPr lang="zh-TW" altLang="en-US"/>
              <a:t>搜尋網站查看需求的資料</a:t>
            </a:r>
            <a:r>
              <a:rPr lang="en-US" altLang="zh-TW"/>
              <a:t>?)</a:t>
            </a:r>
            <a:endParaRPr/>
          </a:p>
        </p:txBody>
      </p:sp>
      <p:sp>
        <p:nvSpPr>
          <p:cNvPr id="46" name="Google Shape;46;p3:notes">
            <a:extLst>
              <a:ext uri="{FF2B5EF4-FFF2-40B4-BE49-F238E27FC236}">
                <a16:creationId xmlns:a16="http://schemas.microsoft.com/office/drawing/2014/main" id="{44CB1E84-B657-4D72-C7C1-1C8FA07959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54767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a:p>
        </p:txBody>
      </p:sp>
      <p:sp>
        <p:nvSpPr>
          <p:cNvPr id="4" name="頁尾版面配置區 3"/>
          <p:cNvSpPr>
            <a:spLocks noGrp="1"/>
          </p:cNvSpPr>
          <p:nvPr>
            <p:ph type="ftr" sz="quarter" idx="4"/>
          </p:nvPr>
        </p:nvSpPr>
        <p:spPr/>
        <p:txBody>
          <a:bodyPr/>
          <a:lstStyle/>
          <a:p>
            <a:pPr marL="0" marR="0" lvl="0" indent="0" algn="r" defTabSz="989013" rtl="0" eaLnBrk="1" fontAlgn="base" latinLnBrk="0" hangingPunct="1">
              <a:lnSpc>
                <a:spcPct val="100000"/>
              </a:lnSpc>
              <a:spcBef>
                <a:spcPct val="0"/>
              </a:spcBef>
              <a:spcAft>
                <a:spcPct val="0"/>
              </a:spcAft>
              <a:buClrTx/>
              <a:buSzTx/>
              <a:buFontTx/>
              <a:buNone/>
              <a:tabLst/>
              <a:defRPr/>
            </a:pPr>
            <a:r>
              <a:rPr kumimoji="0" lang="en-US" altLang="zh-TW" sz="800" b="0" i="0" u="none" strike="noStrike" kern="1200" cap="none" spc="0" normalizeH="0" baseline="0" noProof="0">
                <a:ln>
                  <a:noFill/>
                </a:ln>
                <a:solidFill>
                  <a:srgbClr val="000000"/>
                </a:solidFill>
                <a:effectLst/>
                <a:uLnTx/>
                <a:uFillTx/>
                <a:latin typeface="Arial" charset="0"/>
                <a:ea typeface="新細明體" pitchFamily="18" charset="-120"/>
                <a:cs typeface="+mn-cs"/>
              </a:rPr>
              <a:t>20060726 STCv1</a:t>
            </a:r>
            <a:endParaRPr kumimoji="0" lang="zh-TW" altLang="en-US" sz="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Tree>
    <p:extLst>
      <p:ext uri="{BB962C8B-B14F-4D97-AF65-F5344CB8AC3E}">
        <p14:creationId xmlns:p14="http://schemas.microsoft.com/office/powerpoint/2010/main" val="13510839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D3837-D2E5-09A4-7B89-A37C62B2CC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1A2AD05-A839-5B40-A014-A0DA1F24FDE5}"/>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9B23A762-6AA6-2C68-F0B7-D10842BDCDD4}"/>
              </a:ext>
            </a:extLst>
          </p:cNvPr>
          <p:cNvSpPr>
            <a:spLocks noGrp="1"/>
          </p:cNvSpPr>
          <p:nvPr>
            <p:ph type="body" idx="1"/>
          </p:nvPr>
        </p:nvSpPr>
        <p:spPr/>
        <p:txBody>
          <a:bodyPr/>
          <a:lstStyle/>
          <a:p>
            <a:endParaRPr lang="zh-TW" altLang="en-US"/>
          </a:p>
        </p:txBody>
      </p:sp>
      <p:sp>
        <p:nvSpPr>
          <p:cNvPr id="4" name="頁尾版面配置區 3">
            <a:extLst>
              <a:ext uri="{FF2B5EF4-FFF2-40B4-BE49-F238E27FC236}">
                <a16:creationId xmlns:a16="http://schemas.microsoft.com/office/drawing/2014/main" id="{D07F0B77-6A49-F556-C414-AEF9B735973F}"/>
              </a:ext>
            </a:extLst>
          </p:cNvPr>
          <p:cNvSpPr>
            <a:spLocks noGrp="1"/>
          </p:cNvSpPr>
          <p:nvPr>
            <p:ph type="ftr" sz="quarter" idx="4"/>
          </p:nvPr>
        </p:nvSpPr>
        <p:spPr/>
        <p:txBody>
          <a:bodyPr/>
          <a:lstStyle/>
          <a:p>
            <a:pPr marL="0" marR="0" lvl="0" indent="0" algn="r" defTabSz="989013" rtl="0" eaLnBrk="1" fontAlgn="base" latinLnBrk="0" hangingPunct="1">
              <a:lnSpc>
                <a:spcPct val="100000"/>
              </a:lnSpc>
              <a:spcBef>
                <a:spcPct val="0"/>
              </a:spcBef>
              <a:spcAft>
                <a:spcPct val="0"/>
              </a:spcAft>
              <a:buClrTx/>
              <a:buSzTx/>
              <a:buFontTx/>
              <a:buNone/>
              <a:tabLst/>
              <a:defRPr/>
            </a:pPr>
            <a:r>
              <a:rPr kumimoji="0" lang="en-US" altLang="zh-TW" sz="800" b="0" i="0" u="none" strike="noStrike" kern="1200" cap="none" spc="0" normalizeH="0" baseline="0" noProof="0">
                <a:ln>
                  <a:noFill/>
                </a:ln>
                <a:solidFill>
                  <a:srgbClr val="000000"/>
                </a:solidFill>
                <a:effectLst/>
                <a:uLnTx/>
                <a:uFillTx/>
                <a:latin typeface="Arial" charset="0"/>
                <a:ea typeface="新細明體" pitchFamily="18" charset="-120"/>
                <a:cs typeface="+mn-cs"/>
              </a:rPr>
              <a:t>20060726 STCv1</a:t>
            </a:r>
            <a:endParaRPr kumimoji="0" lang="zh-TW" altLang="en-US" sz="800" b="0" i="0" u="none" strike="noStrike" kern="1200" cap="none" spc="0" normalizeH="0" baseline="0" noProof="0">
              <a:ln>
                <a:noFill/>
              </a:ln>
              <a:solidFill>
                <a:srgbClr val="000000"/>
              </a:solidFill>
              <a:effectLst/>
              <a:uLnTx/>
              <a:uFillTx/>
              <a:latin typeface="Arial" charset="0"/>
              <a:ea typeface="新細明體" pitchFamily="18" charset="-120"/>
              <a:cs typeface="+mn-cs"/>
            </a:endParaRPr>
          </a:p>
        </p:txBody>
      </p:sp>
    </p:spTree>
    <p:extLst>
      <p:ext uri="{BB962C8B-B14F-4D97-AF65-F5344CB8AC3E}">
        <p14:creationId xmlns:p14="http://schemas.microsoft.com/office/powerpoint/2010/main" val="1716716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4.xml"/><Relationship Id="rId1" Type="http://schemas.openxmlformats.org/officeDocument/2006/relationships/tags" Target="../tags/tag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及物件" userDrawn="1">
  <p:cSld name="標題及物件">
    <p:spTree>
      <p:nvGrpSpPr>
        <p:cNvPr id="1" name="Shape 17"/>
        <p:cNvGrpSpPr/>
        <p:nvPr/>
      </p:nvGrpSpPr>
      <p:grpSpPr>
        <a:xfrm>
          <a:off x="0" y="0"/>
          <a:ext cx="0" cy="0"/>
          <a:chOff x="0" y="0"/>
          <a:chExt cx="0" cy="0"/>
        </a:xfrm>
      </p:grpSpPr>
      <p:sp>
        <p:nvSpPr>
          <p:cNvPr id="18" name="Google Shape;18;p34"/>
          <p:cNvSpPr txBox="1">
            <a:spLocks noGrp="1"/>
          </p:cNvSpPr>
          <p:nvPr>
            <p:ph type="title"/>
          </p:nvPr>
        </p:nvSpPr>
        <p:spPr>
          <a:xfrm>
            <a:off x="179388" y="72000"/>
            <a:ext cx="11161712" cy="540000"/>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a:p>
        </p:txBody>
      </p:sp>
      <p:sp>
        <p:nvSpPr>
          <p:cNvPr id="19" name="Google Shape;19;p34"/>
          <p:cNvSpPr txBox="1">
            <a:spLocks noGrp="1"/>
          </p:cNvSpPr>
          <p:nvPr>
            <p:ph type="body" idx="1" hasCustomPrompt="1"/>
          </p:nvPr>
        </p:nvSpPr>
        <p:spPr>
          <a:xfrm>
            <a:off x="179388" y="719138"/>
            <a:ext cx="11161712" cy="5401026"/>
          </a:xfrm>
          <a:prstGeom prst="rect">
            <a:avLst/>
          </a:prstGeom>
          <a:noFill/>
          <a:ln>
            <a:noFill/>
          </a:ln>
        </p:spPr>
        <p:txBody>
          <a:bodyPr spcFirstLastPara="1" wrap="square" lIns="88150" tIns="44050" rIns="88150" bIns="44050" anchor="t" anchorCtr="0">
            <a:noAutofit/>
          </a:bodyPr>
          <a:lstStyle>
            <a:lvl1pPr marL="252000" marR="0" lvl="0" indent="-216000" algn="l" rtl="0">
              <a:lnSpc>
                <a:spcPct val="100000"/>
              </a:lnSpc>
              <a:spcBef>
                <a:spcPts val="600"/>
              </a:spcBef>
              <a:spcAft>
                <a:spcPts val="0"/>
              </a:spcAft>
              <a:buClrTx/>
              <a:buSzPct val="100000"/>
              <a:buFont typeface="標準系統字體"/>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00000"/>
              </a:lnSpc>
              <a:spcBef>
                <a:spcPts val="600"/>
              </a:spcBef>
              <a:spcAft>
                <a:spcPts val="0"/>
              </a:spcAft>
              <a:buClrTx/>
              <a:buSzPct val="100000"/>
              <a:buFont typeface="標準系統字體"/>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00000"/>
              </a:lnSpc>
              <a:spcBef>
                <a:spcPts val="600"/>
              </a:spcBef>
              <a:spcAft>
                <a:spcPts val="0"/>
              </a:spcAft>
              <a:buClrTx/>
              <a:buSzPct val="100000"/>
              <a:buFont typeface="標準系統字體"/>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00000"/>
              </a:lnSpc>
              <a:spcBef>
                <a:spcPts val="600"/>
              </a:spcBef>
              <a:spcAft>
                <a:spcPts val="0"/>
              </a:spcAft>
              <a:buClrTx/>
              <a:buSzPct val="100000"/>
              <a:buFont typeface="標準系統字體"/>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00000"/>
              </a:lnSpc>
              <a:spcBef>
                <a:spcPts val="600"/>
              </a:spcBef>
              <a:spcAft>
                <a:spcPts val="0"/>
              </a:spcAft>
              <a:buClrTx/>
              <a:buSzPct val="100000"/>
              <a:buFont typeface="標準系統字體"/>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lvl="0"/>
            <a:r>
              <a:rPr lang="zh-TW" altLang="en-US"/>
              <a:t>第一層</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TW"/>
          </a:p>
        </p:txBody>
      </p:sp>
      <p:cxnSp>
        <p:nvCxnSpPr>
          <p:cNvPr id="20" name="Google Shape;20;p34"/>
          <p:cNvCxnSpPr>
            <a:cxnSpLocks/>
          </p:cNvCxnSpPr>
          <p:nvPr/>
        </p:nvCxnSpPr>
        <p:spPr>
          <a:xfrm>
            <a:off x="179388" y="612000"/>
            <a:ext cx="11161712" cy="0"/>
          </a:xfrm>
          <a:prstGeom prst="straightConnector1">
            <a:avLst/>
          </a:prstGeom>
          <a:noFill/>
          <a:ln w="15875" cap="flat" cmpd="sng">
            <a:solidFill>
              <a:srgbClr val="FF0000"/>
            </a:solidFill>
            <a:prstDash val="solid"/>
            <a:round/>
            <a:headEnd type="none" w="sm" len="sm"/>
            <a:tailEnd type="none" w="sm" len="sm"/>
          </a:ln>
        </p:spPr>
      </p:cxnSp>
    </p:spTree>
  </p:cSld>
  <p:clrMapOvr>
    <a:masterClrMapping/>
  </p:clrMapOvr>
  <p:extLst>
    <p:ext uri="{DCECCB84-F9BA-43D5-87BE-67443E8EF086}">
      <p15:sldGuideLst xmlns:p15="http://schemas.microsoft.com/office/powerpoint/2012/main">
        <p15:guide id="1" pos="36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5603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cxnSp>
        <p:nvCxnSpPr>
          <p:cNvPr id="4" name="Google Shape;9;p32">
            <a:extLst>
              <a:ext uri="{FF2B5EF4-FFF2-40B4-BE49-F238E27FC236}">
                <a16:creationId xmlns:a16="http://schemas.microsoft.com/office/drawing/2014/main" id="{728D7485-3340-DD7C-9D2E-D9DE76FC1DDB}"/>
              </a:ext>
            </a:extLst>
          </p:cNvPr>
          <p:cNvCxnSpPr>
            <a:cxnSpLocks/>
          </p:cNvCxnSpPr>
          <p:nvPr userDrawn="1"/>
        </p:nvCxnSpPr>
        <p:spPr>
          <a:xfrm>
            <a:off x="1440000" y="2880000"/>
            <a:ext cx="5760000" cy="0"/>
          </a:xfrm>
          <a:prstGeom prst="straightConnector1">
            <a:avLst/>
          </a:prstGeom>
          <a:noFill/>
          <a:ln w="15875" cap="flat" cmpd="sng">
            <a:solidFill>
              <a:srgbClr val="FF0000"/>
            </a:solidFill>
            <a:prstDash val="solid"/>
            <a:round/>
            <a:headEnd type="none" w="sm" len="sm"/>
            <a:tailEnd type="none" w="sm" len="sm"/>
          </a:ln>
        </p:spPr>
      </p:cxnSp>
      <p:sp>
        <p:nvSpPr>
          <p:cNvPr id="5" name="Google Shape;10;p32">
            <a:extLst>
              <a:ext uri="{FF2B5EF4-FFF2-40B4-BE49-F238E27FC236}">
                <a16:creationId xmlns:a16="http://schemas.microsoft.com/office/drawing/2014/main" id="{7B925996-2FA7-4A3F-652D-7B1D8634C9A2}"/>
              </a:ext>
            </a:extLst>
          </p:cNvPr>
          <p:cNvSpPr txBox="1">
            <a:spLocks noGrp="1"/>
          </p:cNvSpPr>
          <p:nvPr>
            <p:ph type="title"/>
          </p:nvPr>
        </p:nvSpPr>
        <p:spPr>
          <a:xfrm>
            <a:off x="1440000" y="2160000"/>
            <a:ext cx="5760000" cy="720000"/>
          </a:xfrm>
          <a:prstGeom prst="rect">
            <a:avLst/>
          </a:prstGeom>
          <a:noFill/>
          <a:ln>
            <a:noFill/>
          </a:ln>
        </p:spPr>
        <p:txBody>
          <a:bodyPr spcFirstLastPara="1" wrap="none" lIns="90000" tIns="46800" rIns="90000" bIns="46800" anchor="ctr" anchorCtr="0">
            <a:noAutofit/>
          </a:bodyPr>
          <a:lstStyle>
            <a:lvl1pPr marR="0" lvl="0" algn="l" rtl="0">
              <a:lnSpc>
                <a:spcPct val="100000"/>
              </a:lnSpc>
              <a:spcBef>
                <a:spcPts val="0"/>
              </a:spcBef>
              <a:spcAft>
                <a:spcPts val="0"/>
              </a:spcAft>
              <a:buClr>
                <a:srgbClr val="000000"/>
              </a:buClr>
              <a:buSzPts val="1300"/>
              <a:buNone/>
              <a:defRPr sz="360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Tree>
    <p:extLst>
      <p:ext uri="{BB962C8B-B14F-4D97-AF65-F5344CB8AC3E}">
        <p14:creationId xmlns:p14="http://schemas.microsoft.com/office/powerpoint/2010/main" val="295137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版本">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64E9B3DD-FAA0-DF43-8AE4-2105CE51701D}"/>
              </a:ext>
            </a:extLst>
          </p:cNvPr>
          <p:cNvSpPr txBox="1"/>
          <p:nvPr userDrawn="1"/>
        </p:nvSpPr>
        <p:spPr>
          <a:xfrm>
            <a:off x="604826" y="608597"/>
            <a:ext cx="10310836" cy="5262979"/>
          </a:xfrm>
          <a:prstGeom prst="rect">
            <a:avLst/>
          </a:prstGeom>
          <a:noFill/>
        </p:spPr>
        <p:txBody>
          <a:bodyPr wrap="none" rtlCol="0">
            <a:spAutoFit/>
          </a:bodyPr>
          <a:lstStyle/>
          <a:p>
            <a:pPr algn="ctr"/>
            <a:r>
              <a:rPr kumimoji="1" lang="en-US" altLang="zh-TW" sz="9600">
                <a:latin typeface="Microsoft JhengHei" panose="020B0604030504040204" pitchFamily="34" charset="-120"/>
                <a:ea typeface="Microsoft JhengHei" panose="020B0604030504040204" pitchFamily="34" charset="-120"/>
              </a:rPr>
              <a:t>Template Version</a:t>
            </a:r>
          </a:p>
          <a:p>
            <a:pPr algn="ctr"/>
            <a:r>
              <a:rPr kumimoji="1" lang="en-US" altLang="zh-TW" sz="24000">
                <a:latin typeface="Microsoft JhengHei" panose="020B0604030504040204" pitchFamily="34" charset="-120"/>
                <a:ea typeface="Microsoft JhengHei" panose="020B0604030504040204" pitchFamily="34" charset="-120"/>
              </a:rPr>
              <a:t>v7.1</a:t>
            </a:r>
            <a:endParaRPr kumimoji="1" lang="zh-TW" altLang="en-US" sz="2400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2989105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自訂版面配置">
    <p:spTree>
      <p:nvGrpSpPr>
        <p:cNvPr id="1" name=""/>
        <p:cNvGrpSpPr/>
        <p:nvPr/>
      </p:nvGrpSpPr>
      <p:grpSpPr>
        <a:xfrm>
          <a:off x="0" y="0"/>
          <a:ext cx="0" cy="0"/>
          <a:chOff x="0" y="0"/>
          <a:chExt cx="0" cy="0"/>
        </a:xfrm>
      </p:grpSpPr>
      <p:sp>
        <p:nvSpPr>
          <p:cNvPr id="5" name="標題 1"/>
          <p:cNvSpPr>
            <a:spLocks noGrp="1"/>
          </p:cNvSpPr>
          <p:nvPr>
            <p:ph type="title"/>
          </p:nvPr>
        </p:nvSpPr>
        <p:spPr>
          <a:xfrm>
            <a:off x="0" y="1"/>
            <a:ext cx="11520488" cy="654534"/>
          </a:xfrm>
          <a:prstGeom prst="rect">
            <a:avLst/>
          </a:prstGeom>
          <a:gradFill flip="none" rotWithShape="1">
            <a:gsLst>
              <a:gs pos="0">
                <a:srgbClr val="336699"/>
              </a:gs>
              <a:gs pos="50000">
                <a:srgbClr val="4F81BD"/>
              </a:gs>
              <a:gs pos="100000">
                <a:schemeClr val="accent5">
                  <a:lumMod val="40000"/>
                  <a:lumOff val="60000"/>
                </a:schemeClr>
              </a:gs>
            </a:gsLst>
            <a:lin ang="0" scaled="1"/>
            <a:tileRect/>
          </a:gradFill>
        </p:spPr>
        <p:txBody>
          <a:bodyPr lIns="180000" tIns="33274" rIns="66549" bIns="33274" anchor="ctr"/>
          <a:lstStyle>
            <a:lvl1pPr algn="l">
              <a:defRPr sz="2646" b="1">
                <a:solidFill>
                  <a:schemeClr val="bg1"/>
                </a:solidFill>
                <a:latin typeface="Calibri" panose="020F0502020204030204" pitchFamily="34" charset="0"/>
                <a:ea typeface="+mn-ea"/>
                <a:cs typeface="Calibri" panose="020F0502020204030204" pitchFamily="34" charset="0"/>
              </a:defRPr>
            </a:lvl1pPr>
          </a:lstStyle>
          <a:p>
            <a:r>
              <a:rPr lang="zh-TW" altLang="en-US"/>
              <a:t>按一下以編輯母片標題樣式</a:t>
            </a:r>
          </a:p>
        </p:txBody>
      </p:sp>
    </p:spTree>
    <p:extLst>
      <p:ext uri="{BB962C8B-B14F-4D97-AF65-F5344CB8AC3E}">
        <p14:creationId xmlns:p14="http://schemas.microsoft.com/office/powerpoint/2010/main" val="358638916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393902" y="2063126"/>
            <a:ext cx="6463309" cy="4348176"/>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868"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071437" y="2863583"/>
            <a:ext cx="9477616"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3856">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05296" y="2178004"/>
            <a:ext cx="7710016" cy="678015"/>
          </a:xfrm>
          <a:prstGeom prst="rect">
            <a:avLst/>
          </a:prstGeom>
        </p:spPr>
        <p:txBody>
          <a:bodyPr anchor="ctr"/>
          <a:lstStyle>
            <a:lvl1pPr algn="ctr">
              <a:defRPr sz="3471">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19" name="文字版面配置區 3"/>
          <p:cNvSpPr>
            <a:spLocks noGrp="1"/>
          </p:cNvSpPr>
          <p:nvPr>
            <p:ph type="body" sz="half" idx="2"/>
          </p:nvPr>
        </p:nvSpPr>
        <p:spPr>
          <a:xfrm>
            <a:off x="2956083" y="4242393"/>
            <a:ext cx="6144220" cy="528475"/>
          </a:xfrm>
          <a:prstGeom prst="rect">
            <a:avLst/>
          </a:prstGeom>
        </p:spPr>
        <p:txBody>
          <a:bodyPr anchor="ctr"/>
          <a:lstStyle>
            <a:lvl1pPr marL="0" indent="0" algn="ctr">
              <a:buNone/>
              <a:defRPr sz="2699" b="1">
                <a:latin typeface="微軟正黑體" panose="020B0604030504040204" pitchFamily="34" charset="-120"/>
                <a:ea typeface="微軟正黑體" panose="020B0604030504040204" pitchFamily="34" charset="-120"/>
              </a:defRPr>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20" name="文字版面配置區 3"/>
          <p:cNvSpPr>
            <a:spLocks noGrp="1"/>
          </p:cNvSpPr>
          <p:nvPr>
            <p:ph type="body" sz="half" idx="10"/>
          </p:nvPr>
        </p:nvSpPr>
        <p:spPr>
          <a:xfrm>
            <a:off x="3578419" y="5276477"/>
            <a:ext cx="4840369" cy="392081"/>
          </a:xfrm>
          <a:prstGeom prst="rect">
            <a:avLst/>
          </a:prstGeom>
        </p:spPr>
        <p:txBody>
          <a:bodyPr anchor="ctr"/>
          <a:lstStyle>
            <a:lvl1pPr marL="0" indent="0" algn="ctr">
              <a:buNone/>
              <a:defRPr sz="1543" b="1">
                <a:latin typeface="微軟正黑體" panose="020B0604030504040204" pitchFamily="34" charset="-120"/>
                <a:ea typeface="微軟正黑體" panose="020B0604030504040204" pitchFamily="34" charset="-120"/>
              </a:defRPr>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12" name="矩形 9">
            <a:extLst>
              <a:ext uri="{FF2B5EF4-FFF2-40B4-BE49-F238E27FC236}">
                <a16:creationId xmlns:a16="http://schemas.microsoft.com/office/drawing/2014/main" id="{C49153D8-EE6D-4D27-86FE-B38230D90C48}"/>
              </a:ext>
            </a:extLst>
          </p:cNvPr>
          <p:cNvSpPr>
            <a:spLocks noChangeArrowheads="1"/>
          </p:cNvSpPr>
          <p:nvPr userDrawn="1"/>
        </p:nvSpPr>
        <p:spPr bwMode="auto">
          <a:xfrm>
            <a:off x="16328" y="6231918"/>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B24A712F-B284-4871-8CF9-DC6E056DBACF}"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3" name="圖片 2">
            <a:extLst>
              <a:ext uri="{FF2B5EF4-FFF2-40B4-BE49-F238E27FC236}">
                <a16:creationId xmlns:a16="http://schemas.microsoft.com/office/drawing/2014/main" id="{1229A1A4-1A3F-439A-A3A5-B9989F49093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7101" y="282573"/>
            <a:ext cx="1721713" cy="536792"/>
          </a:xfrm>
          <a:prstGeom prst="rect">
            <a:avLst/>
          </a:prstGeom>
        </p:spPr>
      </p:pic>
    </p:spTree>
    <p:extLst>
      <p:ext uri="{BB962C8B-B14F-4D97-AF65-F5344CB8AC3E}">
        <p14:creationId xmlns:p14="http://schemas.microsoft.com/office/powerpoint/2010/main" val="18212787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Tree>
    <p:extLst>
      <p:ext uri="{BB962C8B-B14F-4D97-AF65-F5344CB8AC3E}">
        <p14:creationId xmlns:p14="http://schemas.microsoft.com/office/powerpoint/2010/main" val="41616215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3" name="內容版面配置區 2"/>
          <p:cNvSpPr>
            <a:spLocks noGrp="1"/>
          </p:cNvSpPr>
          <p:nvPr>
            <p:ph sz="quarter" idx="10"/>
          </p:nvPr>
        </p:nvSpPr>
        <p:spPr>
          <a:xfrm>
            <a:off x="383676" y="857085"/>
            <a:ext cx="10712319" cy="5173120"/>
          </a:xfrm>
          <a:prstGeom prst="rect">
            <a:avLst/>
          </a:prstGeom>
        </p:spPr>
        <p:txBody>
          <a:bodyPr/>
          <a:lstStyle>
            <a:lvl1pPr>
              <a:spcBef>
                <a:spcPts val="0"/>
              </a:spcBef>
              <a:spcAft>
                <a:spcPts val="578"/>
              </a:spcAft>
              <a:defRPr sz="2314">
                <a:latin typeface="微軟正黑體" panose="020B0604030504040204" pitchFamily="34" charset="-120"/>
                <a:ea typeface="微軟正黑體" panose="020B0604030504040204" pitchFamily="34" charset="-120"/>
                <a:cs typeface="Arial" panose="020B0604020202020204" pitchFamily="34" charset="0"/>
              </a:defRPr>
            </a:lvl1pPr>
            <a:lvl2pPr marL="139277" indent="-137746">
              <a:spcBef>
                <a:spcPts val="0"/>
              </a:spcBef>
              <a:spcAft>
                <a:spcPts val="578"/>
              </a:spcAft>
              <a:buFont typeface="Wingdings" panose="05000000000000000000" pitchFamily="2" charset="2"/>
              <a:buChar char="n"/>
              <a:defRPr sz="1928">
                <a:latin typeface="微軟正黑體" panose="020B0604030504040204" pitchFamily="34" charset="-120"/>
                <a:ea typeface="微軟正黑體" panose="020B0604030504040204" pitchFamily="34" charset="-120"/>
                <a:cs typeface="Arial" panose="020B0604020202020204" pitchFamily="34" charset="0"/>
              </a:defRPr>
            </a:lvl2pPr>
            <a:lvl3pPr marL="284675" indent="-143868">
              <a:spcBef>
                <a:spcPts val="0"/>
              </a:spcBef>
              <a:spcAft>
                <a:spcPts val="578"/>
              </a:spcAft>
              <a:buFont typeface="Wingdings" panose="05000000000000000000" pitchFamily="2" charset="2"/>
              <a:buChar char="l"/>
              <a:defRPr sz="1735">
                <a:latin typeface="微軟正黑體" panose="020B0604030504040204" pitchFamily="34" charset="-120"/>
                <a:ea typeface="微軟正黑體" panose="020B0604030504040204" pitchFamily="34" charset="-120"/>
                <a:cs typeface="Arial" panose="020B0604020202020204" pitchFamily="34" charset="0"/>
              </a:defRPr>
            </a:lvl3pPr>
            <a:lvl4pPr marL="416298" indent="-130094">
              <a:spcBef>
                <a:spcPts val="0"/>
              </a:spcBef>
              <a:spcAft>
                <a:spcPts val="578"/>
              </a:spcAft>
              <a:buFont typeface="Wingdings" panose="05000000000000000000" pitchFamily="2" charset="2"/>
              <a:buChar char="u"/>
              <a:defRPr sz="1543">
                <a:latin typeface="微軟正黑體" panose="020B0604030504040204" pitchFamily="34" charset="-120"/>
                <a:ea typeface="微軟正黑體" panose="020B0604030504040204" pitchFamily="34" charset="-120"/>
                <a:cs typeface="Arial" panose="020B0604020202020204" pitchFamily="34" charset="0"/>
              </a:defRPr>
            </a:lvl4pPr>
            <a:lvl5pPr marL="561697" indent="-143868">
              <a:spcBef>
                <a:spcPts val="0"/>
              </a:spcBef>
              <a:spcAft>
                <a:spcPts val="578"/>
              </a:spcAft>
              <a:buFont typeface="Arial" panose="020B0604020202020204" pitchFamily="34" charset="0"/>
              <a:buChar char="•"/>
              <a:defRPr sz="135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05749750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290902" y="872391"/>
            <a:ext cx="5324374" cy="5153224"/>
          </a:xfrm>
          <a:prstGeom prst="rect">
            <a:avLst/>
          </a:prstGeom>
        </p:spPr>
        <p:txBody>
          <a:bodyPr/>
          <a:lstStyle>
            <a:lvl1pPr>
              <a:lnSpc>
                <a:spcPts val="2121"/>
              </a:lnSpc>
              <a:defRPr>
                <a:latin typeface="微軟正黑體" panose="020B0604030504040204" pitchFamily="34" charset="-120"/>
                <a:ea typeface="微軟正黑體" panose="020B0604030504040204" pitchFamily="34" charset="-120"/>
              </a:defRPr>
            </a:lvl1pPr>
            <a:lvl2pPr marL="139277" indent="-137746">
              <a:lnSpc>
                <a:spcPts val="2121"/>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84675" indent="-143868">
              <a:lnSpc>
                <a:spcPts val="2121"/>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16298" indent="-130094">
              <a:lnSpc>
                <a:spcPts val="2121"/>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121"/>
              </a:lnSpc>
              <a:defRPr>
                <a:latin typeface="微軟正黑體" panose="020B0604030504040204" pitchFamily="34" charset="-120"/>
                <a:ea typeface="微軟正黑體" panose="020B0604030504040204" pitchFamily="34" charset="-120"/>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776456" y="872391"/>
            <a:ext cx="5324374" cy="5153224"/>
          </a:xfrm>
          <a:prstGeom prst="rect">
            <a:avLst/>
          </a:prstGeom>
        </p:spPr>
        <p:txBody>
          <a:bodyPr/>
          <a:lstStyle>
            <a:lvl1pPr>
              <a:lnSpc>
                <a:spcPts val="2121"/>
              </a:lnSpc>
              <a:defRPr>
                <a:latin typeface="微軟正黑體" panose="020B0604030504040204" pitchFamily="34" charset="-120"/>
                <a:ea typeface="微軟正黑體" panose="020B0604030504040204" pitchFamily="34" charset="-120"/>
              </a:defRPr>
            </a:lvl1pPr>
            <a:lvl2pPr marL="139277" indent="-137746">
              <a:lnSpc>
                <a:spcPts val="2121"/>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84675" indent="-143868">
              <a:lnSpc>
                <a:spcPts val="2121"/>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16298" indent="-130094">
              <a:lnSpc>
                <a:spcPts val="2121"/>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121"/>
              </a:lnSpc>
              <a:defRPr>
                <a:latin typeface="微軟正黑體" panose="020B0604030504040204" pitchFamily="34" charset="-120"/>
                <a:ea typeface="微軟正黑體" panose="020B0604030504040204" pitchFamily="34" charset="-120"/>
              </a:defRPr>
            </a:lvl5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Tree>
    <p:extLst>
      <p:ext uri="{BB962C8B-B14F-4D97-AF65-F5344CB8AC3E}">
        <p14:creationId xmlns:p14="http://schemas.microsoft.com/office/powerpoint/2010/main" val="309819118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標題投影片">
  <p:cSld name="標題投影片">
    <p:spTree>
      <p:nvGrpSpPr>
        <p:cNvPr id="1" name="Shape 94"/>
        <p:cNvGrpSpPr/>
        <p:nvPr/>
      </p:nvGrpSpPr>
      <p:grpSpPr>
        <a:xfrm>
          <a:off x="0" y="0"/>
          <a:ext cx="0" cy="0"/>
          <a:chOff x="0" y="0"/>
          <a:chExt cx="0" cy="0"/>
        </a:xfrm>
      </p:grpSpPr>
      <p:cxnSp>
        <p:nvCxnSpPr>
          <p:cNvPr id="95" name="Google Shape;95;p32"/>
          <p:cNvCxnSpPr/>
          <p:nvPr/>
        </p:nvCxnSpPr>
        <p:spPr>
          <a:xfrm>
            <a:off x="1071437" y="2863583"/>
            <a:ext cx="9477616" cy="0"/>
          </a:xfrm>
          <a:prstGeom prst="straightConnector1">
            <a:avLst/>
          </a:prstGeom>
          <a:noFill/>
          <a:ln w="15875" cap="flat" cmpd="sng">
            <a:solidFill>
              <a:srgbClr val="FF0000"/>
            </a:solidFill>
            <a:prstDash val="solid"/>
            <a:round/>
            <a:headEnd type="none" w="med" len="med"/>
            <a:tailEnd type="none" w="med" len="med"/>
          </a:ln>
        </p:spPr>
      </p:cxnSp>
      <p:sp>
        <p:nvSpPr>
          <p:cNvPr id="96" name="Google Shape;96;p32"/>
          <p:cNvSpPr txBox="1">
            <a:spLocks noGrp="1"/>
          </p:cNvSpPr>
          <p:nvPr>
            <p:ph type="title"/>
          </p:nvPr>
        </p:nvSpPr>
        <p:spPr>
          <a:xfrm>
            <a:off x="2005295" y="2178005"/>
            <a:ext cx="7710017" cy="67801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471" b="1" i="0" u="none" strike="noStrike" cap="none">
                <a:solidFill>
                  <a:schemeClr val="dk1"/>
                </a:solidFill>
                <a:latin typeface="Microsoft JhengHei"/>
                <a:ea typeface="Microsoft JhengHei"/>
                <a:cs typeface="Microsoft JhengHei"/>
                <a:sym typeface="Microsoft JhengHei"/>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
        <p:nvSpPr>
          <p:cNvPr id="97" name="Google Shape;97;p32"/>
          <p:cNvSpPr txBox="1">
            <a:spLocks noGrp="1"/>
          </p:cNvSpPr>
          <p:nvPr>
            <p:ph type="body" idx="1"/>
          </p:nvPr>
        </p:nvSpPr>
        <p:spPr>
          <a:xfrm>
            <a:off x="2956084" y="4242393"/>
            <a:ext cx="6144220" cy="528475"/>
          </a:xfrm>
          <a:prstGeom prst="rect">
            <a:avLst/>
          </a:prstGeom>
          <a:noFill/>
          <a:ln>
            <a:noFill/>
          </a:ln>
        </p:spPr>
        <p:txBody>
          <a:bodyPr spcFirstLastPara="1" wrap="square" lIns="91425" tIns="45700" rIns="91425" bIns="45700" anchor="ctr" anchorCtr="0">
            <a:noAutofit/>
          </a:bodyPr>
          <a:lstStyle>
            <a:lvl1pPr marL="432008" marR="0" lvl="0" indent="-216004" algn="ctr" rtl="0">
              <a:spcBef>
                <a:spcPts val="0"/>
              </a:spcBef>
              <a:spcAft>
                <a:spcPts val="0"/>
              </a:spcAft>
              <a:buClr>
                <a:schemeClr val="dk1"/>
              </a:buClr>
              <a:buSzPts val="3428"/>
              <a:buFont typeface="Microsoft JhengHei"/>
              <a:buNone/>
              <a:defRPr sz="2700" b="1" i="0" u="none" strike="noStrike" cap="none">
                <a:solidFill>
                  <a:schemeClr val="dk1"/>
                </a:solidFill>
                <a:latin typeface="Microsoft JhengHei"/>
                <a:ea typeface="Microsoft JhengHei"/>
                <a:cs typeface="Microsoft JhengHei"/>
                <a:sym typeface="Microsoft JhengHei"/>
              </a:defRPr>
            </a:lvl1pPr>
            <a:lvl2pPr marL="864017" marR="0" lvl="1" indent="-216004" algn="l" rtl="0">
              <a:spcBef>
                <a:spcPts val="0"/>
              </a:spcBef>
              <a:spcAft>
                <a:spcPts val="0"/>
              </a:spcAft>
              <a:buClr>
                <a:schemeClr val="dk1"/>
              </a:buClr>
              <a:buSzPts val="1469"/>
              <a:buFont typeface="Times New Roman"/>
              <a:buNone/>
              <a:defRPr sz="1157" b="0" i="0" u="none" strike="noStrike" cap="none">
                <a:solidFill>
                  <a:schemeClr val="dk1"/>
                </a:solidFill>
                <a:latin typeface="Times New Roman"/>
                <a:ea typeface="Times New Roman"/>
                <a:cs typeface="Times New Roman"/>
                <a:sym typeface="Times New Roman"/>
              </a:defRPr>
            </a:lvl2pPr>
            <a:lvl3pPr marL="1296025" marR="0" lvl="2" indent="-216004" algn="l" rtl="0">
              <a:spcBef>
                <a:spcPts val="0"/>
              </a:spcBef>
              <a:spcAft>
                <a:spcPts val="0"/>
              </a:spcAft>
              <a:buClr>
                <a:schemeClr val="dk1"/>
              </a:buClr>
              <a:buSzPts val="1020"/>
              <a:buFont typeface="Times New Roman"/>
              <a:buNone/>
              <a:defRPr sz="964" b="0" i="0" u="none" strike="noStrike" cap="none">
                <a:solidFill>
                  <a:schemeClr val="dk1"/>
                </a:solidFill>
                <a:latin typeface="Times New Roman"/>
                <a:ea typeface="Times New Roman"/>
                <a:cs typeface="Times New Roman"/>
                <a:sym typeface="Times New Roman"/>
              </a:defRPr>
            </a:lvl3pPr>
            <a:lvl4pPr marL="1728033" marR="0" lvl="3" indent="-216004" algn="l" rtl="0">
              <a:spcBef>
                <a:spcPts val="0"/>
              </a:spcBef>
              <a:spcAft>
                <a:spcPts val="0"/>
              </a:spcAft>
              <a:buClr>
                <a:schemeClr val="dk1"/>
              </a:buClr>
              <a:buSzPts val="817"/>
              <a:buFont typeface="Times New Roman"/>
              <a:buNone/>
              <a:defRPr sz="867" b="0" i="0" u="none" strike="noStrike" cap="none">
                <a:solidFill>
                  <a:schemeClr val="dk1"/>
                </a:solidFill>
                <a:latin typeface="Times New Roman"/>
                <a:ea typeface="Times New Roman"/>
                <a:cs typeface="Times New Roman"/>
                <a:sym typeface="Times New Roman"/>
              </a:defRPr>
            </a:lvl4pPr>
            <a:lvl5pPr marL="2160041" marR="0" lvl="4"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5pPr>
            <a:lvl6pPr marL="2592050" marR="0" lvl="5"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6pPr>
            <a:lvl7pPr marL="3024058" marR="0" lvl="6"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7pPr>
            <a:lvl8pPr marL="3456066" marR="0" lvl="7"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8pPr>
            <a:lvl9pPr marL="3888075" marR="0" lvl="8"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9pPr>
          </a:lstStyle>
          <a:p>
            <a:endParaRPr/>
          </a:p>
        </p:txBody>
      </p:sp>
      <p:sp>
        <p:nvSpPr>
          <p:cNvPr id="98" name="Google Shape;98;p32"/>
          <p:cNvSpPr txBox="1">
            <a:spLocks noGrp="1"/>
          </p:cNvSpPr>
          <p:nvPr>
            <p:ph type="body" idx="2"/>
          </p:nvPr>
        </p:nvSpPr>
        <p:spPr>
          <a:xfrm>
            <a:off x="3578419" y="5276478"/>
            <a:ext cx="4840369" cy="392081"/>
          </a:xfrm>
          <a:prstGeom prst="rect">
            <a:avLst/>
          </a:prstGeom>
          <a:noFill/>
          <a:ln>
            <a:noFill/>
          </a:ln>
        </p:spPr>
        <p:txBody>
          <a:bodyPr spcFirstLastPara="1" wrap="square" lIns="91425" tIns="45700" rIns="91425" bIns="45700" anchor="ctr" anchorCtr="0">
            <a:noAutofit/>
          </a:bodyPr>
          <a:lstStyle>
            <a:lvl1pPr marL="432008" marR="0" lvl="0" indent="-216004" algn="ctr" rtl="0">
              <a:spcBef>
                <a:spcPts val="0"/>
              </a:spcBef>
              <a:spcAft>
                <a:spcPts val="0"/>
              </a:spcAft>
              <a:buClr>
                <a:schemeClr val="dk1"/>
              </a:buClr>
              <a:buSzPts val="1958"/>
              <a:buFont typeface="Microsoft JhengHei"/>
              <a:buNone/>
              <a:defRPr sz="1542" b="1" i="0" u="none" strike="noStrike" cap="none">
                <a:solidFill>
                  <a:schemeClr val="dk1"/>
                </a:solidFill>
                <a:latin typeface="Microsoft JhengHei"/>
                <a:ea typeface="Microsoft JhengHei"/>
                <a:cs typeface="Microsoft JhengHei"/>
                <a:sym typeface="Microsoft JhengHei"/>
              </a:defRPr>
            </a:lvl1pPr>
            <a:lvl2pPr marL="864017" marR="0" lvl="1" indent="-216004" algn="l" rtl="0">
              <a:spcBef>
                <a:spcPts val="0"/>
              </a:spcBef>
              <a:spcAft>
                <a:spcPts val="0"/>
              </a:spcAft>
              <a:buClr>
                <a:schemeClr val="dk1"/>
              </a:buClr>
              <a:buSzPts val="1469"/>
              <a:buFont typeface="Times New Roman"/>
              <a:buNone/>
              <a:defRPr sz="1157" b="0" i="0" u="none" strike="noStrike" cap="none">
                <a:solidFill>
                  <a:schemeClr val="dk1"/>
                </a:solidFill>
                <a:latin typeface="Times New Roman"/>
                <a:ea typeface="Times New Roman"/>
                <a:cs typeface="Times New Roman"/>
                <a:sym typeface="Times New Roman"/>
              </a:defRPr>
            </a:lvl2pPr>
            <a:lvl3pPr marL="1296025" marR="0" lvl="2" indent="-216004" algn="l" rtl="0">
              <a:spcBef>
                <a:spcPts val="0"/>
              </a:spcBef>
              <a:spcAft>
                <a:spcPts val="0"/>
              </a:spcAft>
              <a:buClr>
                <a:schemeClr val="dk1"/>
              </a:buClr>
              <a:buSzPts val="1020"/>
              <a:buFont typeface="Times New Roman"/>
              <a:buNone/>
              <a:defRPr sz="964" b="0" i="0" u="none" strike="noStrike" cap="none">
                <a:solidFill>
                  <a:schemeClr val="dk1"/>
                </a:solidFill>
                <a:latin typeface="Times New Roman"/>
                <a:ea typeface="Times New Roman"/>
                <a:cs typeface="Times New Roman"/>
                <a:sym typeface="Times New Roman"/>
              </a:defRPr>
            </a:lvl3pPr>
            <a:lvl4pPr marL="1728033" marR="0" lvl="3" indent="-216004" algn="l" rtl="0">
              <a:spcBef>
                <a:spcPts val="0"/>
              </a:spcBef>
              <a:spcAft>
                <a:spcPts val="0"/>
              </a:spcAft>
              <a:buClr>
                <a:schemeClr val="dk1"/>
              </a:buClr>
              <a:buSzPts val="817"/>
              <a:buFont typeface="Times New Roman"/>
              <a:buNone/>
              <a:defRPr sz="867" b="0" i="0" u="none" strike="noStrike" cap="none">
                <a:solidFill>
                  <a:schemeClr val="dk1"/>
                </a:solidFill>
                <a:latin typeface="Times New Roman"/>
                <a:ea typeface="Times New Roman"/>
                <a:cs typeface="Times New Roman"/>
                <a:sym typeface="Times New Roman"/>
              </a:defRPr>
            </a:lvl4pPr>
            <a:lvl5pPr marL="2160041" marR="0" lvl="4"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5pPr>
            <a:lvl6pPr marL="2592050" marR="0" lvl="5"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6pPr>
            <a:lvl7pPr marL="3024058" marR="0" lvl="6"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7pPr>
            <a:lvl8pPr marL="3456066" marR="0" lvl="7"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8pPr>
            <a:lvl9pPr marL="3888075" marR="0" lvl="8" indent="-216004" algn="l" rtl="0">
              <a:spcBef>
                <a:spcPts val="0"/>
              </a:spcBef>
              <a:spcAft>
                <a:spcPts val="0"/>
              </a:spcAft>
              <a:buClr>
                <a:schemeClr val="dk1"/>
              </a:buClr>
              <a:buSzPts val="689"/>
              <a:buFont typeface="Times New Roman"/>
              <a:buNone/>
              <a:defRPr sz="867" b="0" i="0" u="none" strike="noStrike" cap="none">
                <a:solidFill>
                  <a:schemeClr val="dk1"/>
                </a:solidFill>
                <a:latin typeface="Times New Roman"/>
                <a:ea typeface="Times New Roman"/>
                <a:cs typeface="Times New Roman"/>
                <a:sym typeface="Times New Roman"/>
              </a:defRPr>
            </a:lvl9pPr>
          </a:lstStyle>
          <a:p>
            <a:endParaRPr/>
          </a:p>
        </p:txBody>
      </p:sp>
      <p:sp>
        <p:nvSpPr>
          <p:cNvPr id="99" name="Google Shape;99;p32"/>
          <p:cNvSpPr/>
          <p:nvPr/>
        </p:nvSpPr>
        <p:spPr>
          <a:xfrm>
            <a:off x="16328" y="6219177"/>
            <a:ext cx="502045" cy="234981"/>
          </a:xfrm>
          <a:prstGeom prst="rect">
            <a:avLst/>
          </a:prstGeom>
          <a:noFill/>
          <a:ln>
            <a:noFill/>
          </a:ln>
        </p:spPr>
        <p:txBody>
          <a:bodyPr spcFirstLastPara="1" wrap="square" lIns="86388" tIns="43182" rIns="86388" bIns="43182" anchor="b" anchorCtr="0">
            <a:spAutoFit/>
          </a:bodyPr>
          <a:lstStyle/>
          <a:p>
            <a:pPr marL="0" marR="0" lvl="0" indent="0" algn="ctr" rtl="0">
              <a:lnSpc>
                <a:spcPct val="83333"/>
              </a:lnSpc>
              <a:spcBef>
                <a:spcPts val="0"/>
              </a:spcBef>
              <a:spcAft>
                <a:spcPts val="0"/>
              </a:spcAft>
              <a:buNone/>
            </a:pPr>
            <a:fld id="{00000000-1234-1234-1234-123412341234}" type="slidenum">
              <a:rPr lang="en-US" altLang="zh-TW" sz="1157" b="0">
                <a:solidFill>
                  <a:schemeClr val="dk1"/>
                </a:solidFill>
                <a:latin typeface="微軟正黑體" panose="020B0604030504040204" pitchFamily="34" charset="-120"/>
                <a:ea typeface="微軟正黑體" panose="020B0604030504040204" pitchFamily="34" charset="-120"/>
                <a:cs typeface="Arial"/>
                <a:sym typeface="Arial"/>
              </a:rPr>
              <a:pPr marL="0" marR="0" lvl="0" indent="0" algn="ctr" rtl="0">
                <a:lnSpc>
                  <a:spcPct val="83333"/>
                </a:lnSpc>
                <a:spcBef>
                  <a:spcPts val="0"/>
                </a:spcBef>
                <a:spcAft>
                  <a:spcPts val="0"/>
                </a:spcAft>
                <a:buNone/>
              </a:pPr>
              <a:t>‹#›</a:t>
            </a:fld>
            <a:endParaRPr sz="1157" b="0">
              <a:solidFill>
                <a:schemeClr val="dk1"/>
              </a:solidFill>
              <a:latin typeface="微軟正黑體" panose="020B0604030504040204" pitchFamily="34" charset="-120"/>
              <a:ea typeface="微軟正黑體" panose="020B0604030504040204" pitchFamily="34" charset="-120"/>
              <a:cs typeface="Arial"/>
              <a:sym typeface="Arial"/>
            </a:endParaRPr>
          </a:p>
        </p:txBody>
      </p:sp>
      <p:pic>
        <p:nvPicPr>
          <p:cNvPr id="100" name="Google Shape;100;p32"/>
          <p:cNvPicPr preferRelativeResize="0"/>
          <p:nvPr/>
        </p:nvPicPr>
        <p:blipFill rotWithShape="1">
          <a:blip r:embed="rId2">
            <a:alphaModFix/>
          </a:blip>
          <a:srcRect/>
          <a:stretch/>
        </p:blipFill>
        <p:spPr>
          <a:xfrm>
            <a:off x="477102" y="282573"/>
            <a:ext cx="1721713" cy="536792"/>
          </a:xfrm>
          <a:prstGeom prst="rect">
            <a:avLst/>
          </a:prstGeom>
          <a:noFill/>
          <a:ln>
            <a:noFill/>
          </a:ln>
        </p:spPr>
      </p:pic>
    </p:spTree>
    <p:extLst>
      <p:ext uri="{BB962C8B-B14F-4D97-AF65-F5344CB8AC3E}">
        <p14:creationId xmlns:p14="http://schemas.microsoft.com/office/powerpoint/2010/main" val="353562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標題及物件">
  <p:cSld name="標題及物件">
    <p:spTree>
      <p:nvGrpSpPr>
        <p:cNvPr id="1" name="Shape 109"/>
        <p:cNvGrpSpPr/>
        <p:nvPr/>
      </p:nvGrpSpPr>
      <p:grpSpPr>
        <a:xfrm>
          <a:off x="0" y="0"/>
          <a:ext cx="0" cy="0"/>
          <a:chOff x="0" y="0"/>
          <a:chExt cx="0" cy="0"/>
        </a:xfrm>
      </p:grpSpPr>
      <p:sp>
        <p:nvSpPr>
          <p:cNvPr id="110" name="Google Shape;110;p48"/>
          <p:cNvSpPr txBox="1">
            <a:spLocks noGrp="1"/>
          </p:cNvSpPr>
          <p:nvPr>
            <p:ph type="title"/>
          </p:nvPr>
        </p:nvSpPr>
        <p:spPr>
          <a:xfrm>
            <a:off x="345742" y="142607"/>
            <a:ext cx="10717960" cy="60023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085" b="0" i="0" u="none" strike="noStrike" cap="none">
                <a:solidFill>
                  <a:schemeClr val="dk1"/>
                </a:solidFill>
                <a:latin typeface="Microsoft JhengHei"/>
                <a:ea typeface="Microsoft JhengHei"/>
                <a:cs typeface="Microsoft JhengHei"/>
                <a:sym typeface="Microsoft JhengHei"/>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
        <p:nvSpPr>
          <p:cNvPr id="111" name="Google Shape;111;p48"/>
          <p:cNvSpPr txBox="1">
            <a:spLocks noGrp="1"/>
          </p:cNvSpPr>
          <p:nvPr>
            <p:ph type="body" idx="1"/>
          </p:nvPr>
        </p:nvSpPr>
        <p:spPr>
          <a:xfrm>
            <a:off x="383676" y="857085"/>
            <a:ext cx="10712319" cy="5173120"/>
          </a:xfrm>
          <a:prstGeom prst="rect">
            <a:avLst/>
          </a:prstGeom>
          <a:noFill/>
          <a:ln>
            <a:noFill/>
          </a:ln>
        </p:spPr>
        <p:txBody>
          <a:bodyPr spcFirstLastPara="1" wrap="square" lIns="91425" tIns="45700" rIns="91425" bIns="45700" anchor="t" anchorCtr="0">
            <a:noAutofit/>
          </a:bodyPr>
          <a:lstStyle>
            <a:lvl1pPr marL="432008" marR="0" lvl="0" indent="-216004" algn="l" rtl="0">
              <a:spcBef>
                <a:spcPts val="0"/>
              </a:spcBef>
              <a:spcAft>
                <a:spcPts val="0"/>
              </a:spcAft>
              <a:buSzPts val="1400"/>
              <a:buNone/>
              <a:defRPr sz="2314" b="0" i="0" u="none" strike="noStrike" cap="none">
                <a:solidFill>
                  <a:schemeClr val="dk1"/>
                </a:solidFill>
                <a:latin typeface="Microsoft JhengHei"/>
                <a:ea typeface="Microsoft JhengHei"/>
                <a:cs typeface="Microsoft JhengHei"/>
                <a:sym typeface="Microsoft JhengHei"/>
              </a:defRPr>
            </a:lvl1pPr>
            <a:lvl2pPr marL="864017" marR="0" lvl="1" indent="-362959" algn="l" rtl="0">
              <a:spcBef>
                <a:spcPts val="578"/>
              </a:spcBef>
              <a:spcAft>
                <a:spcPts val="0"/>
              </a:spcAft>
              <a:buClr>
                <a:schemeClr val="dk1"/>
              </a:buClr>
              <a:buSzPts val="2449"/>
              <a:buFont typeface="Noto Sans Symbols"/>
              <a:buChar char="■"/>
              <a:defRPr sz="1929" b="0" i="0" u="none" strike="noStrike" cap="none">
                <a:solidFill>
                  <a:schemeClr val="dk1"/>
                </a:solidFill>
                <a:latin typeface="Microsoft JhengHei"/>
                <a:ea typeface="Microsoft JhengHei"/>
                <a:cs typeface="Microsoft JhengHei"/>
                <a:sym typeface="Microsoft JhengHei"/>
              </a:defRPr>
            </a:lvl2pPr>
            <a:lvl3pPr marL="1296025" marR="0" lvl="2" indent="-326226" algn="l" rtl="0">
              <a:spcBef>
                <a:spcPts val="578"/>
              </a:spcBef>
              <a:spcAft>
                <a:spcPts val="0"/>
              </a:spcAft>
              <a:buClr>
                <a:schemeClr val="dk1"/>
              </a:buClr>
              <a:buSzPts val="1837"/>
              <a:buFont typeface="Noto Sans Symbols"/>
              <a:buChar char="●"/>
              <a:defRPr sz="1736" b="0" i="0" u="none" strike="noStrike" cap="none">
                <a:solidFill>
                  <a:schemeClr val="dk1"/>
                </a:solidFill>
                <a:latin typeface="Microsoft JhengHei"/>
                <a:ea typeface="Microsoft JhengHei"/>
                <a:cs typeface="Microsoft JhengHei"/>
                <a:sym typeface="Microsoft JhengHei"/>
              </a:defRPr>
            </a:lvl3pPr>
            <a:lvl4pPr marL="1728033" marR="0" lvl="3" indent="-303154" algn="l" rtl="0">
              <a:spcBef>
                <a:spcPts val="578"/>
              </a:spcBef>
              <a:spcAft>
                <a:spcPts val="0"/>
              </a:spcAft>
              <a:buClr>
                <a:schemeClr val="dk1"/>
              </a:buClr>
              <a:buSzPts val="1452"/>
              <a:buFont typeface="Noto Sans Symbols"/>
              <a:buChar char="◆"/>
              <a:defRPr sz="1542" b="0" i="0" u="none" strike="noStrike" cap="none">
                <a:solidFill>
                  <a:schemeClr val="dk1"/>
                </a:solidFill>
                <a:latin typeface="Microsoft JhengHei"/>
                <a:ea typeface="Microsoft JhengHei"/>
                <a:cs typeface="Microsoft JhengHei"/>
                <a:sym typeface="Microsoft JhengHei"/>
              </a:defRPr>
            </a:lvl4pPr>
            <a:lvl5pPr marL="2160041" marR="0" lvl="4" indent="-280265" algn="l" rtl="0">
              <a:spcBef>
                <a:spcPts val="578"/>
              </a:spcBef>
              <a:spcAft>
                <a:spcPts val="0"/>
              </a:spcAft>
              <a:buClr>
                <a:schemeClr val="dk1"/>
              </a:buClr>
              <a:buSzPts val="1071"/>
              <a:buFont typeface="Arial"/>
              <a:buChar char="•"/>
              <a:defRPr sz="1349" b="0" i="0" u="none" strike="noStrike" cap="none">
                <a:solidFill>
                  <a:schemeClr val="dk1"/>
                </a:solidFill>
                <a:latin typeface="Microsoft JhengHei"/>
                <a:ea typeface="Microsoft JhengHei"/>
                <a:cs typeface="Microsoft JhengHei"/>
                <a:sym typeface="Microsoft JhengHei"/>
              </a:defRPr>
            </a:lvl5pPr>
            <a:lvl6pPr marL="2592050" marR="0" lvl="5" indent="-289445" algn="l" rtl="0">
              <a:spcBef>
                <a:spcPts val="578"/>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6pPr>
            <a:lvl7pPr marL="3024058" marR="0" lvl="6"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7pPr>
            <a:lvl8pPr marL="3456066" marR="0" lvl="7"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8pPr>
            <a:lvl9pPr marL="3888075" marR="0" lvl="8"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9pPr>
          </a:lstStyle>
          <a:p>
            <a:endParaRPr/>
          </a:p>
        </p:txBody>
      </p:sp>
    </p:spTree>
    <p:extLst>
      <p:ext uri="{BB962C8B-B14F-4D97-AF65-F5344CB8AC3E}">
        <p14:creationId xmlns:p14="http://schemas.microsoft.com/office/powerpoint/2010/main" val="890417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自訂版面配置">
  <p:cSld name="自訂版面配置">
    <p:spTree>
      <p:nvGrpSpPr>
        <p:cNvPr id="1" name="Shape 112"/>
        <p:cNvGrpSpPr/>
        <p:nvPr/>
      </p:nvGrpSpPr>
      <p:grpSpPr>
        <a:xfrm>
          <a:off x="0" y="0"/>
          <a:ext cx="0" cy="0"/>
          <a:chOff x="0" y="0"/>
          <a:chExt cx="0" cy="0"/>
        </a:xfrm>
      </p:grpSpPr>
      <p:sp>
        <p:nvSpPr>
          <p:cNvPr id="113" name="Google Shape;113;p49"/>
          <p:cNvSpPr txBox="1">
            <a:spLocks noGrp="1"/>
          </p:cNvSpPr>
          <p:nvPr>
            <p:ph type="body" idx="1"/>
          </p:nvPr>
        </p:nvSpPr>
        <p:spPr>
          <a:xfrm>
            <a:off x="290902" y="872390"/>
            <a:ext cx="5324374" cy="5153225"/>
          </a:xfrm>
          <a:prstGeom prst="rect">
            <a:avLst/>
          </a:prstGeom>
          <a:noFill/>
          <a:ln>
            <a:noFill/>
          </a:ln>
        </p:spPr>
        <p:txBody>
          <a:bodyPr spcFirstLastPara="1" wrap="square" lIns="91425" tIns="45700" rIns="91425" bIns="45700" anchor="t" anchorCtr="0">
            <a:noAutofit/>
          </a:bodyPr>
          <a:lstStyle>
            <a:lvl1pPr marL="432008" marR="0" lvl="0" indent="-216004" algn="l" rtl="0">
              <a:lnSpc>
                <a:spcPct val="137561"/>
              </a:lnSpc>
              <a:spcBef>
                <a:spcPts val="0"/>
              </a:spcBef>
              <a:spcAft>
                <a:spcPts val="0"/>
              </a:spcAft>
              <a:buSzPts val="1400"/>
              <a:buNone/>
              <a:defRPr sz="1542" b="0" i="0" u="none" strike="noStrike" cap="none">
                <a:solidFill>
                  <a:schemeClr val="dk1"/>
                </a:solidFill>
                <a:latin typeface="Microsoft JhengHei"/>
                <a:ea typeface="Microsoft JhengHei"/>
                <a:cs typeface="Microsoft JhengHei"/>
                <a:sym typeface="Microsoft JhengHei"/>
              </a:defRPr>
            </a:lvl1pPr>
            <a:lvl2pPr marL="864017" marR="0" lvl="1" indent="-333510" algn="l" rtl="0">
              <a:lnSpc>
                <a:spcPct val="137561"/>
              </a:lnSpc>
              <a:spcBef>
                <a:spcPts val="0"/>
              </a:spcBef>
              <a:spcAft>
                <a:spcPts val="0"/>
              </a:spcAft>
              <a:buClr>
                <a:schemeClr val="dk1"/>
              </a:buClr>
              <a:buSzPts val="1958"/>
              <a:buFont typeface="Noto Sans Symbols"/>
              <a:buChar char="■"/>
              <a:defRPr sz="1542" b="0" i="0" u="none" strike="noStrike" cap="none">
                <a:solidFill>
                  <a:schemeClr val="dk1"/>
                </a:solidFill>
                <a:latin typeface="Microsoft JhengHei"/>
                <a:ea typeface="Microsoft JhengHei"/>
                <a:cs typeface="Microsoft JhengHei"/>
                <a:sym typeface="Microsoft JhengHei"/>
              </a:defRPr>
            </a:lvl2pPr>
            <a:lvl3pPr marL="1296025" marR="0" lvl="2" indent="-313926" algn="l" rtl="0">
              <a:lnSpc>
                <a:spcPct val="137561"/>
              </a:lnSpc>
              <a:spcBef>
                <a:spcPts val="0"/>
              </a:spcBef>
              <a:spcAft>
                <a:spcPts val="0"/>
              </a:spcAft>
              <a:buClr>
                <a:schemeClr val="dk1"/>
              </a:buClr>
              <a:buSzPts val="1632"/>
              <a:buFont typeface="Noto Sans Symbols"/>
              <a:buChar char="●"/>
              <a:defRPr sz="1542" b="0" i="0" u="none" strike="noStrike" cap="none">
                <a:solidFill>
                  <a:schemeClr val="dk1"/>
                </a:solidFill>
                <a:latin typeface="Microsoft JhengHei"/>
                <a:ea typeface="Microsoft JhengHei"/>
                <a:cs typeface="Microsoft JhengHei"/>
                <a:sym typeface="Microsoft JhengHei"/>
              </a:defRPr>
            </a:lvl3pPr>
            <a:lvl4pPr marL="1728033" marR="0" lvl="3" indent="-303154" algn="l" rtl="0">
              <a:lnSpc>
                <a:spcPct val="137561"/>
              </a:lnSpc>
              <a:spcBef>
                <a:spcPts val="0"/>
              </a:spcBef>
              <a:spcAft>
                <a:spcPts val="0"/>
              </a:spcAft>
              <a:buClr>
                <a:schemeClr val="dk1"/>
              </a:buClr>
              <a:buSzPts val="1452"/>
              <a:buFont typeface="Noto Sans Symbols"/>
              <a:buChar char="◆"/>
              <a:defRPr sz="1542" b="0" i="0" u="none" strike="noStrike" cap="none">
                <a:solidFill>
                  <a:schemeClr val="dk1"/>
                </a:solidFill>
                <a:latin typeface="Microsoft JhengHei"/>
                <a:ea typeface="Microsoft JhengHei"/>
                <a:cs typeface="Microsoft JhengHei"/>
                <a:sym typeface="Microsoft JhengHei"/>
              </a:defRPr>
            </a:lvl4pPr>
            <a:lvl5pPr marL="2160041" marR="0" lvl="4" indent="-289445" algn="l" rtl="0">
              <a:lnSpc>
                <a:spcPct val="137561"/>
              </a:lnSpc>
              <a:spcBef>
                <a:spcPts val="0"/>
              </a:spcBef>
              <a:spcAft>
                <a:spcPts val="0"/>
              </a:spcAft>
              <a:buClr>
                <a:schemeClr val="dk1"/>
              </a:buClr>
              <a:buSzPts val="1224"/>
              <a:buFont typeface="Microsoft JhengHei"/>
              <a:buChar char="–"/>
              <a:defRPr sz="1542" b="0" i="0" u="none" strike="noStrike" cap="none">
                <a:solidFill>
                  <a:schemeClr val="dk1"/>
                </a:solidFill>
                <a:latin typeface="Microsoft JhengHei"/>
                <a:ea typeface="Microsoft JhengHei"/>
                <a:cs typeface="Microsoft JhengHei"/>
                <a:sym typeface="Microsoft JhengHei"/>
              </a:defRPr>
            </a:lvl5pPr>
            <a:lvl6pPr marL="2592050" marR="0" lvl="5"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6pPr>
            <a:lvl7pPr marL="3024058" marR="0" lvl="6"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7pPr>
            <a:lvl8pPr marL="3456066" marR="0" lvl="7"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8pPr>
            <a:lvl9pPr marL="3888075" marR="0" lvl="8"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9pPr>
          </a:lstStyle>
          <a:p>
            <a:endParaRPr/>
          </a:p>
        </p:txBody>
      </p:sp>
      <p:sp>
        <p:nvSpPr>
          <p:cNvPr id="114" name="Google Shape;114;p49"/>
          <p:cNvSpPr txBox="1">
            <a:spLocks noGrp="1"/>
          </p:cNvSpPr>
          <p:nvPr>
            <p:ph type="body" idx="2"/>
          </p:nvPr>
        </p:nvSpPr>
        <p:spPr>
          <a:xfrm>
            <a:off x="5776456" y="872390"/>
            <a:ext cx="5324374" cy="5153225"/>
          </a:xfrm>
          <a:prstGeom prst="rect">
            <a:avLst/>
          </a:prstGeom>
          <a:noFill/>
          <a:ln>
            <a:noFill/>
          </a:ln>
        </p:spPr>
        <p:txBody>
          <a:bodyPr spcFirstLastPara="1" wrap="square" lIns="91425" tIns="45700" rIns="91425" bIns="45700" anchor="t" anchorCtr="0">
            <a:noAutofit/>
          </a:bodyPr>
          <a:lstStyle>
            <a:lvl1pPr marL="432008" marR="0" lvl="0" indent="-216004" algn="l" rtl="0">
              <a:lnSpc>
                <a:spcPct val="137561"/>
              </a:lnSpc>
              <a:spcBef>
                <a:spcPts val="0"/>
              </a:spcBef>
              <a:spcAft>
                <a:spcPts val="0"/>
              </a:spcAft>
              <a:buSzPts val="1400"/>
              <a:buNone/>
              <a:defRPr sz="1542" b="0" i="0" u="none" strike="noStrike" cap="none">
                <a:solidFill>
                  <a:schemeClr val="dk1"/>
                </a:solidFill>
                <a:latin typeface="Microsoft JhengHei"/>
                <a:ea typeface="Microsoft JhengHei"/>
                <a:cs typeface="Microsoft JhengHei"/>
                <a:sym typeface="Microsoft JhengHei"/>
              </a:defRPr>
            </a:lvl1pPr>
            <a:lvl2pPr marL="864017" marR="0" lvl="1" indent="-333510" algn="l" rtl="0">
              <a:lnSpc>
                <a:spcPct val="137561"/>
              </a:lnSpc>
              <a:spcBef>
                <a:spcPts val="0"/>
              </a:spcBef>
              <a:spcAft>
                <a:spcPts val="0"/>
              </a:spcAft>
              <a:buClr>
                <a:schemeClr val="dk1"/>
              </a:buClr>
              <a:buSzPts val="1958"/>
              <a:buFont typeface="Noto Sans Symbols"/>
              <a:buChar char="■"/>
              <a:defRPr sz="1542" b="0" i="0" u="none" strike="noStrike" cap="none">
                <a:solidFill>
                  <a:schemeClr val="dk1"/>
                </a:solidFill>
                <a:latin typeface="Microsoft JhengHei"/>
                <a:ea typeface="Microsoft JhengHei"/>
                <a:cs typeface="Microsoft JhengHei"/>
                <a:sym typeface="Microsoft JhengHei"/>
              </a:defRPr>
            </a:lvl2pPr>
            <a:lvl3pPr marL="1296025" marR="0" lvl="2" indent="-313926" algn="l" rtl="0">
              <a:lnSpc>
                <a:spcPct val="137561"/>
              </a:lnSpc>
              <a:spcBef>
                <a:spcPts val="0"/>
              </a:spcBef>
              <a:spcAft>
                <a:spcPts val="0"/>
              </a:spcAft>
              <a:buClr>
                <a:schemeClr val="dk1"/>
              </a:buClr>
              <a:buSzPts val="1632"/>
              <a:buFont typeface="Noto Sans Symbols"/>
              <a:buChar char="●"/>
              <a:defRPr sz="1542" b="0" i="0" u="none" strike="noStrike" cap="none">
                <a:solidFill>
                  <a:schemeClr val="dk1"/>
                </a:solidFill>
                <a:latin typeface="Microsoft JhengHei"/>
                <a:ea typeface="Microsoft JhengHei"/>
                <a:cs typeface="Microsoft JhengHei"/>
                <a:sym typeface="Microsoft JhengHei"/>
              </a:defRPr>
            </a:lvl3pPr>
            <a:lvl4pPr marL="1728033" marR="0" lvl="3" indent="-303154" algn="l" rtl="0">
              <a:lnSpc>
                <a:spcPct val="137561"/>
              </a:lnSpc>
              <a:spcBef>
                <a:spcPts val="0"/>
              </a:spcBef>
              <a:spcAft>
                <a:spcPts val="0"/>
              </a:spcAft>
              <a:buClr>
                <a:schemeClr val="dk1"/>
              </a:buClr>
              <a:buSzPts val="1452"/>
              <a:buFont typeface="Noto Sans Symbols"/>
              <a:buChar char="◆"/>
              <a:defRPr sz="1542" b="0" i="0" u="none" strike="noStrike" cap="none">
                <a:solidFill>
                  <a:schemeClr val="dk1"/>
                </a:solidFill>
                <a:latin typeface="Microsoft JhengHei"/>
                <a:ea typeface="Microsoft JhengHei"/>
                <a:cs typeface="Microsoft JhengHei"/>
                <a:sym typeface="Microsoft JhengHei"/>
              </a:defRPr>
            </a:lvl4pPr>
            <a:lvl5pPr marL="2160041" marR="0" lvl="4" indent="-289445" algn="l" rtl="0">
              <a:lnSpc>
                <a:spcPct val="137561"/>
              </a:lnSpc>
              <a:spcBef>
                <a:spcPts val="0"/>
              </a:spcBef>
              <a:spcAft>
                <a:spcPts val="0"/>
              </a:spcAft>
              <a:buClr>
                <a:schemeClr val="dk1"/>
              </a:buClr>
              <a:buSzPts val="1224"/>
              <a:buFont typeface="Microsoft JhengHei"/>
              <a:buChar char="–"/>
              <a:defRPr sz="1542" b="0" i="0" u="none" strike="noStrike" cap="none">
                <a:solidFill>
                  <a:schemeClr val="dk1"/>
                </a:solidFill>
                <a:latin typeface="Microsoft JhengHei"/>
                <a:ea typeface="Microsoft JhengHei"/>
                <a:cs typeface="Microsoft JhengHei"/>
                <a:sym typeface="Microsoft JhengHei"/>
              </a:defRPr>
            </a:lvl5pPr>
            <a:lvl6pPr marL="2592050" marR="0" lvl="5"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6pPr>
            <a:lvl7pPr marL="3024058" marR="0" lvl="6"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7pPr>
            <a:lvl8pPr marL="3456066" marR="0" lvl="7"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8pPr>
            <a:lvl9pPr marL="3888075" marR="0" lvl="8"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9pPr>
          </a:lstStyle>
          <a:p>
            <a:endParaRPr/>
          </a:p>
        </p:txBody>
      </p:sp>
      <p:sp>
        <p:nvSpPr>
          <p:cNvPr id="115" name="Google Shape;115;p49"/>
          <p:cNvSpPr txBox="1">
            <a:spLocks noGrp="1"/>
          </p:cNvSpPr>
          <p:nvPr>
            <p:ph type="title"/>
          </p:nvPr>
        </p:nvSpPr>
        <p:spPr>
          <a:xfrm>
            <a:off x="345742" y="142607"/>
            <a:ext cx="10717960" cy="60023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085" b="0" i="0" u="none" strike="noStrike" cap="none">
                <a:solidFill>
                  <a:schemeClr val="dk1"/>
                </a:solidFill>
                <a:latin typeface="Microsoft JhengHei"/>
                <a:ea typeface="Microsoft JhengHei"/>
                <a:cs typeface="Microsoft JhengHei"/>
                <a:sym typeface="Microsoft JhengHei"/>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Tree>
    <p:extLst>
      <p:ext uri="{BB962C8B-B14F-4D97-AF65-F5344CB8AC3E}">
        <p14:creationId xmlns:p14="http://schemas.microsoft.com/office/powerpoint/2010/main" val="1059152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p50"/>
          <p:cNvSpPr txBox="1">
            <a:spLocks noGrp="1"/>
          </p:cNvSpPr>
          <p:nvPr>
            <p:ph type="title"/>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402" b="1" i="0" u="none" strike="noStrike" cap="none">
                <a:solidFill>
                  <a:schemeClr val="dk2"/>
                </a:solidFill>
                <a:latin typeface="微軟正黑體" panose="020B0604030504040204" pitchFamily="34" charset="-120"/>
                <a:ea typeface="微軟正黑體" panose="020B0604030504040204" pitchFamily="34" charset="-120"/>
                <a:cs typeface="Arial"/>
                <a:sym typeface="Arial"/>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
        <p:nvSpPr>
          <p:cNvPr id="118" name="Google Shape;118;p50"/>
          <p:cNvSpPr txBox="1">
            <a:spLocks noGrp="1"/>
          </p:cNvSpPr>
          <p:nvPr>
            <p:ph type="dt" idx="10"/>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70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9pPr>
          </a:lstStyle>
          <a:p>
            <a:endParaRPr/>
          </a:p>
        </p:txBody>
      </p:sp>
      <p:sp>
        <p:nvSpPr>
          <p:cNvPr id="119" name="Google Shape;119;p50"/>
          <p:cNvSpPr txBox="1">
            <a:spLocks noGrp="1"/>
          </p:cNvSpPr>
          <p:nvPr>
            <p:ph type="ftr" idx="11"/>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70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9pPr>
          </a:lstStyle>
          <a:p>
            <a:endParaRPr/>
          </a:p>
        </p:txBody>
      </p:sp>
      <p:sp>
        <p:nvSpPr>
          <p:cNvPr id="120" name="Google Shape;120;p50"/>
          <p:cNvSpPr txBox="1">
            <a:spLocks noGrp="1"/>
          </p:cNvSpPr>
          <p:nvPr>
            <p:ph type="sldNum" idx="12"/>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701">
                <a:solidFill>
                  <a:schemeClr val="dk1"/>
                </a:solidFill>
                <a:latin typeface="Times New Roman"/>
                <a:ea typeface="Times New Roman"/>
                <a:cs typeface="Times New Roman"/>
                <a:sym typeface="Times New Roman"/>
              </a:defRPr>
            </a:lvl1pPr>
            <a:lvl2pPr marL="0" marR="0" lvl="1" indent="0" algn="l" rtl="0">
              <a:spcBef>
                <a:spcPts val="0"/>
              </a:spcBef>
              <a:buNone/>
              <a:defRPr sz="1701">
                <a:solidFill>
                  <a:schemeClr val="dk1"/>
                </a:solidFill>
                <a:latin typeface="Times New Roman"/>
                <a:ea typeface="Times New Roman"/>
                <a:cs typeface="Times New Roman"/>
                <a:sym typeface="Times New Roman"/>
              </a:defRPr>
            </a:lvl2pPr>
            <a:lvl3pPr marL="0" marR="0" lvl="2" indent="0" algn="l" rtl="0">
              <a:spcBef>
                <a:spcPts val="0"/>
              </a:spcBef>
              <a:buNone/>
              <a:defRPr sz="1701">
                <a:solidFill>
                  <a:schemeClr val="dk1"/>
                </a:solidFill>
                <a:latin typeface="Times New Roman"/>
                <a:ea typeface="Times New Roman"/>
                <a:cs typeface="Times New Roman"/>
                <a:sym typeface="Times New Roman"/>
              </a:defRPr>
            </a:lvl3pPr>
            <a:lvl4pPr marL="0" marR="0" lvl="3" indent="0" algn="l" rtl="0">
              <a:spcBef>
                <a:spcPts val="0"/>
              </a:spcBef>
              <a:buNone/>
              <a:defRPr sz="1701">
                <a:solidFill>
                  <a:schemeClr val="dk1"/>
                </a:solidFill>
                <a:latin typeface="Times New Roman"/>
                <a:ea typeface="Times New Roman"/>
                <a:cs typeface="Times New Roman"/>
                <a:sym typeface="Times New Roman"/>
              </a:defRPr>
            </a:lvl4pPr>
            <a:lvl5pPr marL="0" marR="0" lvl="4" indent="0" algn="l" rtl="0">
              <a:spcBef>
                <a:spcPts val="0"/>
              </a:spcBef>
              <a:buNone/>
              <a:defRPr sz="1701">
                <a:solidFill>
                  <a:schemeClr val="dk1"/>
                </a:solidFill>
                <a:latin typeface="Times New Roman"/>
                <a:ea typeface="Times New Roman"/>
                <a:cs typeface="Times New Roman"/>
                <a:sym typeface="Times New Roman"/>
              </a:defRPr>
            </a:lvl5pPr>
            <a:lvl6pPr marL="0" marR="0" lvl="5" indent="0" algn="l" rtl="0">
              <a:spcBef>
                <a:spcPts val="0"/>
              </a:spcBef>
              <a:buNone/>
              <a:defRPr sz="1701">
                <a:solidFill>
                  <a:schemeClr val="dk1"/>
                </a:solidFill>
                <a:latin typeface="Times New Roman"/>
                <a:ea typeface="Times New Roman"/>
                <a:cs typeface="Times New Roman"/>
                <a:sym typeface="Times New Roman"/>
              </a:defRPr>
            </a:lvl6pPr>
            <a:lvl7pPr marL="0" marR="0" lvl="6" indent="0" algn="l" rtl="0">
              <a:spcBef>
                <a:spcPts val="0"/>
              </a:spcBef>
              <a:buNone/>
              <a:defRPr sz="1701">
                <a:solidFill>
                  <a:schemeClr val="dk1"/>
                </a:solidFill>
                <a:latin typeface="Times New Roman"/>
                <a:ea typeface="Times New Roman"/>
                <a:cs typeface="Times New Roman"/>
                <a:sym typeface="Times New Roman"/>
              </a:defRPr>
            </a:lvl7pPr>
            <a:lvl8pPr marL="0" marR="0" lvl="7" indent="0" algn="l" rtl="0">
              <a:spcBef>
                <a:spcPts val="0"/>
              </a:spcBef>
              <a:buNone/>
              <a:defRPr sz="1701">
                <a:solidFill>
                  <a:schemeClr val="dk1"/>
                </a:solidFill>
                <a:latin typeface="Times New Roman"/>
                <a:ea typeface="Times New Roman"/>
                <a:cs typeface="Times New Roman"/>
                <a:sym typeface="Times New Roman"/>
              </a:defRPr>
            </a:lvl8pPr>
            <a:lvl9pPr marL="0" marR="0" lvl="8" indent="0" algn="l" rtl="0">
              <a:spcBef>
                <a:spcPts val="0"/>
              </a:spcBef>
              <a:buNone/>
              <a:defRPr sz="1701">
                <a:solidFill>
                  <a:schemeClr val="dk1"/>
                </a:solidFill>
                <a:latin typeface="Times New Roman"/>
                <a:ea typeface="Times New Roman"/>
                <a:cs typeface="Times New Roman"/>
                <a:sym typeface="Times New Roman"/>
              </a:defRPr>
            </a:lvl9pPr>
          </a:lstStyle>
          <a:p>
            <a:fld id="{00000000-1234-1234-1234-123412341234}" type="slidenum">
              <a:rPr lang="en-US" altLang="zh-TW" smtClean="0"/>
              <a:pPr/>
              <a:t>‹#›</a:t>
            </a:fld>
            <a:endParaRPr lang="en-US"/>
          </a:p>
        </p:txBody>
      </p:sp>
    </p:spTree>
    <p:extLst>
      <p:ext uri="{BB962C8B-B14F-4D97-AF65-F5344CB8AC3E}">
        <p14:creationId xmlns:p14="http://schemas.microsoft.com/office/powerpoint/2010/main" val="2949555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21"/>
        <p:cNvGrpSpPr/>
        <p:nvPr/>
      </p:nvGrpSpPr>
      <p:grpSpPr>
        <a:xfrm>
          <a:off x="0" y="0"/>
          <a:ext cx="0" cy="0"/>
          <a:chOff x="0" y="0"/>
          <a:chExt cx="0" cy="0"/>
        </a:xfrm>
      </p:grpSpPr>
      <p:sp>
        <p:nvSpPr>
          <p:cNvPr id="122" name="Google Shape;122;p51"/>
          <p:cNvSpPr txBox="1">
            <a:spLocks noGrp="1"/>
          </p:cNvSpPr>
          <p:nvPr>
            <p:ph type="dt" idx="10"/>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70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9pPr>
          </a:lstStyle>
          <a:p>
            <a:endParaRPr/>
          </a:p>
        </p:txBody>
      </p:sp>
      <p:sp>
        <p:nvSpPr>
          <p:cNvPr id="123" name="Google Shape;123;p51"/>
          <p:cNvSpPr txBox="1">
            <a:spLocks noGrp="1"/>
          </p:cNvSpPr>
          <p:nvPr>
            <p:ph type="ftr" idx="11"/>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701">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701" b="0" i="0" u="none" strike="noStrike" cap="none">
                <a:solidFill>
                  <a:schemeClr val="dk1"/>
                </a:solidFill>
                <a:latin typeface="Times New Roman"/>
                <a:ea typeface="Times New Roman"/>
                <a:cs typeface="Times New Roman"/>
                <a:sym typeface="Times New Roman"/>
              </a:defRPr>
            </a:lvl9pPr>
          </a:lstStyle>
          <a:p>
            <a:endParaRPr/>
          </a:p>
        </p:txBody>
      </p:sp>
      <p:sp>
        <p:nvSpPr>
          <p:cNvPr id="124" name="Google Shape;124;p51"/>
          <p:cNvSpPr txBox="1">
            <a:spLocks noGrp="1"/>
          </p:cNvSpPr>
          <p:nvPr>
            <p:ph type="sldNum" idx="12"/>
          </p:nvPr>
        </p:nvSpPr>
        <p:spPr>
          <a:xfrm>
            <a:off x="0" y="0"/>
            <a:ext cx="2834766" cy="2834722"/>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701">
                <a:solidFill>
                  <a:schemeClr val="dk1"/>
                </a:solidFill>
                <a:latin typeface="Times New Roman"/>
                <a:ea typeface="Times New Roman"/>
                <a:cs typeface="Times New Roman"/>
                <a:sym typeface="Times New Roman"/>
              </a:defRPr>
            </a:lvl1pPr>
            <a:lvl2pPr marL="0" marR="0" lvl="1" indent="0" algn="l" rtl="0">
              <a:spcBef>
                <a:spcPts val="0"/>
              </a:spcBef>
              <a:buNone/>
              <a:defRPr sz="1701">
                <a:solidFill>
                  <a:schemeClr val="dk1"/>
                </a:solidFill>
                <a:latin typeface="Times New Roman"/>
                <a:ea typeface="Times New Roman"/>
                <a:cs typeface="Times New Roman"/>
                <a:sym typeface="Times New Roman"/>
              </a:defRPr>
            </a:lvl2pPr>
            <a:lvl3pPr marL="0" marR="0" lvl="2" indent="0" algn="l" rtl="0">
              <a:spcBef>
                <a:spcPts val="0"/>
              </a:spcBef>
              <a:buNone/>
              <a:defRPr sz="1701">
                <a:solidFill>
                  <a:schemeClr val="dk1"/>
                </a:solidFill>
                <a:latin typeface="Times New Roman"/>
                <a:ea typeface="Times New Roman"/>
                <a:cs typeface="Times New Roman"/>
                <a:sym typeface="Times New Roman"/>
              </a:defRPr>
            </a:lvl3pPr>
            <a:lvl4pPr marL="0" marR="0" lvl="3" indent="0" algn="l" rtl="0">
              <a:spcBef>
                <a:spcPts val="0"/>
              </a:spcBef>
              <a:buNone/>
              <a:defRPr sz="1701">
                <a:solidFill>
                  <a:schemeClr val="dk1"/>
                </a:solidFill>
                <a:latin typeface="Times New Roman"/>
                <a:ea typeface="Times New Roman"/>
                <a:cs typeface="Times New Roman"/>
                <a:sym typeface="Times New Roman"/>
              </a:defRPr>
            </a:lvl4pPr>
            <a:lvl5pPr marL="0" marR="0" lvl="4" indent="0" algn="l" rtl="0">
              <a:spcBef>
                <a:spcPts val="0"/>
              </a:spcBef>
              <a:buNone/>
              <a:defRPr sz="1701">
                <a:solidFill>
                  <a:schemeClr val="dk1"/>
                </a:solidFill>
                <a:latin typeface="Times New Roman"/>
                <a:ea typeface="Times New Roman"/>
                <a:cs typeface="Times New Roman"/>
                <a:sym typeface="Times New Roman"/>
              </a:defRPr>
            </a:lvl5pPr>
            <a:lvl6pPr marL="0" marR="0" lvl="5" indent="0" algn="l" rtl="0">
              <a:spcBef>
                <a:spcPts val="0"/>
              </a:spcBef>
              <a:buNone/>
              <a:defRPr sz="1701">
                <a:solidFill>
                  <a:schemeClr val="dk1"/>
                </a:solidFill>
                <a:latin typeface="Times New Roman"/>
                <a:ea typeface="Times New Roman"/>
                <a:cs typeface="Times New Roman"/>
                <a:sym typeface="Times New Roman"/>
              </a:defRPr>
            </a:lvl6pPr>
            <a:lvl7pPr marL="0" marR="0" lvl="6" indent="0" algn="l" rtl="0">
              <a:spcBef>
                <a:spcPts val="0"/>
              </a:spcBef>
              <a:buNone/>
              <a:defRPr sz="1701">
                <a:solidFill>
                  <a:schemeClr val="dk1"/>
                </a:solidFill>
                <a:latin typeface="Times New Roman"/>
                <a:ea typeface="Times New Roman"/>
                <a:cs typeface="Times New Roman"/>
                <a:sym typeface="Times New Roman"/>
              </a:defRPr>
            </a:lvl7pPr>
            <a:lvl8pPr marL="0" marR="0" lvl="7" indent="0" algn="l" rtl="0">
              <a:spcBef>
                <a:spcPts val="0"/>
              </a:spcBef>
              <a:buNone/>
              <a:defRPr sz="1701">
                <a:solidFill>
                  <a:schemeClr val="dk1"/>
                </a:solidFill>
                <a:latin typeface="Times New Roman"/>
                <a:ea typeface="Times New Roman"/>
                <a:cs typeface="Times New Roman"/>
                <a:sym typeface="Times New Roman"/>
              </a:defRPr>
            </a:lvl8pPr>
            <a:lvl9pPr marL="0" marR="0" lvl="8" indent="0" algn="l" rtl="0">
              <a:spcBef>
                <a:spcPts val="0"/>
              </a:spcBef>
              <a:buNone/>
              <a:defRPr sz="1701">
                <a:solidFill>
                  <a:schemeClr val="dk1"/>
                </a:solidFill>
                <a:latin typeface="Times New Roman"/>
                <a:ea typeface="Times New Roman"/>
                <a:cs typeface="Times New Roman"/>
                <a:sym typeface="Times New Roman"/>
              </a:defRPr>
            </a:lvl9pPr>
          </a:lstStyle>
          <a:p>
            <a:fld id="{00000000-1234-1234-1234-123412341234}" type="slidenum">
              <a:rPr lang="en-US" altLang="zh-TW" smtClean="0"/>
              <a:pPr/>
              <a:t>‹#›</a:t>
            </a:fld>
            <a:endParaRPr lang="en-US"/>
          </a:p>
        </p:txBody>
      </p:sp>
      <p:sp>
        <p:nvSpPr>
          <p:cNvPr id="125" name="Google Shape;125;p51"/>
          <p:cNvSpPr txBox="1">
            <a:spLocks noGrp="1"/>
          </p:cNvSpPr>
          <p:nvPr>
            <p:ph type="title"/>
          </p:nvPr>
        </p:nvSpPr>
        <p:spPr>
          <a:xfrm>
            <a:off x="576025" y="259510"/>
            <a:ext cx="10368439" cy="676517"/>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SzPts val="1400"/>
              <a:buNone/>
              <a:defRPr sz="3527" b="1" i="0" u="none" strike="noStrike" cap="none">
                <a:solidFill>
                  <a:srgbClr val="595959"/>
                </a:solidFill>
                <a:latin typeface="微軟正黑體" panose="020B0604030504040204" pitchFamily="34" charset="-120"/>
                <a:ea typeface="微軟正黑體" panose="020B0604030504040204" pitchFamily="34" charset="-120"/>
                <a:cs typeface="Arial"/>
                <a:sym typeface="Arial"/>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
        <p:nvSpPr>
          <p:cNvPr id="126" name="Google Shape;126;p51"/>
          <p:cNvSpPr txBox="1">
            <a:spLocks noGrp="1"/>
          </p:cNvSpPr>
          <p:nvPr>
            <p:ph type="body" idx="1"/>
          </p:nvPr>
        </p:nvSpPr>
        <p:spPr>
          <a:xfrm>
            <a:off x="576025" y="936026"/>
            <a:ext cx="10368439" cy="480013"/>
          </a:xfrm>
          <a:prstGeom prst="rect">
            <a:avLst/>
          </a:prstGeom>
          <a:noFill/>
          <a:ln>
            <a:noFill/>
          </a:ln>
        </p:spPr>
        <p:txBody>
          <a:bodyPr spcFirstLastPara="1" wrap="square" lIns="91425" tIns="45700" rIns="91425" bIns="45700" anchor="t" anchorCtr="0">
            <a:noAutofit/>
          </a:bodyPr>
          <a:lstStyle>
            <a:lvl1pPr marL="432008" marR="0" lvl="0" indent="-216004" algn="l" rtl="0">
              <a:spcBef>
                <a:spcPts val="0"/>
              </a:spcBef>
              <a:spcAft>
                <a:spcPts val="0"/>
              </a:spcAft>
              <a:buClr>
                <a:srgbClr val="595959"/>
              </a:buClr>
              <a:buSzPts val="2240"/>
              <a:buFont typeface="Times New Roman"/>
              <a:buNone/>
              <a:defRPr sz="1764" b="0" i="0" u="none" strike="noStrike" cap="none">
                <a:solidFill>
                  <a:srgbClr val="595959"/>
                </a:solidFill>
                <a:latin typeface="Times New Roman"/>
                <a:ea typeface="Times New Roman"/>
                <a:cs typeface="Times New Roman"/>
                <a:sym typeface="Times New Roman"/>
              </a:defRPr>
            </a:lvl1pPr>
            <a:lvl2pPr marL="864017" marR="0" lvl="1" indent="-333510" algn="l" rtl="0">
              <a:spcBef>
                <a:spcPts val="0"/>
              </a:spcBef>
              <a:spcAft>
                <a:spcPts val="0"/>
              </a:spcAft>
              <a:buClr>
                <a:schemeClr val="dk1"/>
              </a:buClr>
              <a:buSzPts val="1958"/>
              <a:buFont typeface="Times New Roman"/>
              <a:buChar char="•"/>
              <a:defRPr sz="1542" b="0" i="0" u="none" strike="noStrike" cap="none">
                <a:solidFill>
                  <a:schemeClr val="dk1"/>
                </a:solidFill>
                <a:latin typeface="Times New Roman"/>
                <a:ea typeface="Times New Roman"/>
                <a:cs typeface="Times New Roman"/>
                <a:sym typeface="Times New Roman"/>
              </a:defRPr>
            </a:lvl2pPr>
            <a:lvl3pPr marL="1296025" marR="0" lvl="2" indent="-313926" algn="l" rtl="0">
              <a:spcBef>
                <a:spcPts val="0"/>
              </a:spcBef>
              <a:spcAft>
                <a:spcPts val="0"/>
              </a:spcAft>
              <a:buClr>
                <a:schemeClr val="dk1"/>
              </a:buClr>
              <a:buSzPts val="1632"/>
              <a:buFont typeface="Times New Roman"/>
              <a:buChar char="–"/>
              <a:defRPr sz="1542" b="0" i="0" u="none" strike="noStrike" cap="none">
                <a:solidFill>
                  <a:schemeClr val="dk1"/>
                </a:solidFill>
                <a:latin typeface="Times New Roman"/>
                <a:ea typeface="Times New Roman"/>
                <a:cs typeface="Times New Roman"/>
                <a:sym typeface="Times New Roman"/>
              </a:defRPr>
            </a:lvl3pPr>
            <a:lvl4pPr marL="1728033" marR="0" lvl="3" indent="-303154" algn="l" rtl="0">
              <a:spcBef>
                <a:spcPts val="0"/>
              </a:spcBef>
              <a:spcAft>
                <a:spcPts val="0"/>
              </a:spcAft>
              <a:buClr>
                <a:schemeClr val="dk1"/>
              </a:buClr>
              <a:buSzPts val="1452"/>
              <a:buFont typeface="Times New Roman"/>
              <a:buChar char="•"/>
              <a:defRPr sz="1542" b="0" i="0" u="none" strike="noStrike" cap="none">
                <a:solidFill>
                  <a:schemeClr val="dk1"/>
                </a:solidFill>
                <a:latin typeface="Times New Roman"/>
                <a:ea typeface="Times New Roman"/>
                <a:cs typeface="Times New Roman"/>
                <a:sym typeface="Times New Roman"/>
              </a:defRPr>
            </a:lvl4pPr>
            <a:lvl5pPr marL="2160041" marR="0" lvl="4"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5pPr>
            <a:lvl6pPr marL="2592050" marR="0" lvl="5"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6pPr>
            <a:lvl7pPr marL="3024058" marR="0" lvl="6"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7pPr>
            <a:lvl8pPr marL="3456066" marR="0" lvl="7"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8pPr>
            <a:lvl9pPr marL="3888075" marR="0" lvl="8" indent="-289445" algn="l" rtl="0">
              <a:spcBef>
                <a:spcPts val="0"/>
              </a:spcBef>
              <a:spcAft>
                <a:spcPts val="0"/>
              </a:spcAft>
              <a:buClr>
                <a:schemeClr val="dk1"/>
              </a:buClr>
              <a:buSzPts val="1224"/>
              <a:buFont typeface="Times New Roman"/>
              <a:buChar char="–"/>
              <a:defRPr sz="1542" b="0" i="0" u="none" strike="noStrike" cap="none">
                <a:solidFill>
                  <a:schemeClr val="dk1"/>
                </a:solidFill>
                <a:latin typeface="Times New Roman"/>
                <a:ea typeface="Times New Roman"/>
                <a:cs typeface="Times New Roman"/>
                <a:sym typeface="Times New Roman"/>
              </a:defRPr>
            </a:lvl9pPr>
          </a:lstStyle>
          <a:p>
            <a:endParaRPr/>
          </a:p>
        </p:txBody>
      </p:sp>
    </p:spTree>
    <p:extLst>
      <p:ext uri="{BB962C8B-B14F-4D97-AF65-F5344CB8AC3E}">
        <p14:creationId xmlns:p14="http://schemas.microsoft.com/office/powerpoint/2010/main" val="36351812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空白">
  <p:cSld name="空白">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345742" y="142607"/>
            <a:ext cx="10717960" cy="60023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085" b="0" i="0" u="none" strike="noStrike" cap="none">
                <a:solidFill>
                  <a:schemeClr val="dk1"/>
                </a:solidFill>
                <a:latin typeface="Microsoft JhengHei"/>
                <a:ea typeface="Microsoft JhengHei"/>
                <a:cs typeface="Microsoft JhengHei"/>
                <a:sym typeface="Microsoft JhengHei"/>
              </a:defRPr>
            </a:lvl1pPr>
            <a:lvl2pPr marR="0" lvl="1" algn="l" rtl="0">
              <a:spcBef>
                <a:spcPts val="0"/>
              </a:spcBef>
              <a:spcAft>
                <a:spcPts val="0"/>
              </a:spcAft>
              <a:buSzPts val="1400"/>
              <a:buNone/>
              <a:defRPr sz="1832"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832"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832"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832"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832"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832"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832"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832" b="1" i="0" u="none" strike="noStrike" cap="none">
                <a:solidFill>
                  <a:schemeClr val="dk2"/>
                </a:solidFill>
                <a:latin typeface="Arial"/>
                <a:ea typeface="Arial"/>
                <a:cs typeface="Arial"/>
                <a:sym typeface="Arial"/>
              </a:defRPr>
            </a:lvl9pPr>
          </a:lstStyle>
          <a:p>
            <a:endParaRPr/>
          </a:p>
        </p:txBody>
      </p:sp>
    </p:spTree>
    <p:extLst>
      <p:ext uri="{BB962C8B-B14F-4D97-AF65-F5344CB8AC3E}">
        <p14:creationId xmlns:p14="http://schemas.microsoft.com/office/powerpoint/2010/main" val="3191012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7"/>
            <a:ext cx="10717960" cy="600230"/>
          </a:xfrm>
          <a:prstGeom prst="rect">
            <a:avLst/>
          </a:prstGeom>
        </p:spPr>
        <p:txBody>
          <a:bodyPr anchor="ctr"/>
          <a:lstStyle>
            <a:lvl1pPr algn="l">
              <a:defRPr sz="3085" b="0">
                <a:solidFill>
                  <a:schemeClr val="tx1"/>
                </a:solidFill>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3" name="內容版面配置區 2"/>
          <p:cNvSpPr>
            <a:spLocks noGrp="1"/>
          </p:cNvSpPr>
          <p:nvPr>
            <p:ph sz="quarter" idx="10"/>
          </p:nvPr>
        </p:nvSpPr>
        <p:spPr>
          <a:xfrm>
            <a:off x="383676" y="857085"/>
            <a:ext cx="10712319" cy="5173120"/>
          </a:xfrm>
          <a:prstGeom prst="rect">
            <a:avLst/>
          </a:prstGeom>
        </p:spPr>
        <p:txBody>
          <a:bodyPr/>
          <a:lstStyle>
            <a:lvl1pPr>
              <a:spcBef>
                <a:spcPts val="0"/>
              </a:spcBef>
              <a:spcAft>
                <a:spcPts val="578"/>
              </a:spcAft>
              <a:defRPr sz="2314">
                <a:latin typeface="微軟正黑體" panose="020B0604030504040204" pitchFamily="34" charset="-120"/>
                <a:ea typeface="微軟正黑體" panose="020B0604030504040204" pitchFamily="34" charset="-120"/>
                <a:cs typeface="Arial" panose="020B0604020202020204" pitchFamily="34" charset="0"/>
              </a:defRPr>
            </a:lvl1pPr>
            <a:lvl2pPr marL="139274" indent="-137743">
              <a:spcBef>
                <a:spcPts val="0"/>
              </a:spcBef>
              <a:spcAft>
                <a:spcPts val="578"/>
              </a:spcAft>
              <a:buFont typeface="Wingdings" panose="05000000000000000000" pitchFamily="2" charset="2"/>
              <a:buChar char="n"/>
              <a:defRPr sz="1929">
                <a:latin typeface="微軟正黑體" panose="020B0604030504040204" pitchFamily="34" charset="-120"/>
                <a:ea typeface="微軟正黑體" panose="020B0604030504040204" pitchFamily="34" charset="-120"/>
                <a:cs typeface="Arial" panose="020B0604020202020204" pitchFamily="34" charset="0"/>
              </a:defRPr>
            </a:lvl2pPr>
            <a:lvl3pPr marL="284669" indent="-143865">
              <a:spcBef>
                <a:spcPts val="0"/>
              </a:spcBef>
              <a:spcAft>
                <a:spcPts val="578"/>
              </a:spcAft>
              <a:buFont typeface="Wingdings" panose="05000000000000000000" pitchFamily="2" charset="2"/>
              <a:buChar char="l"/>
              <a:defRPr sz="1736">
                <a:latin typeface="微軟正黑體" panose="020B0604030504040204" pitchFamily="34" charset="-120"/>
                <a:ea typeface="微軟正黑體" panose="020B0604030504040204" pitchFamily="34" charset="-120"/>
                <a:cs typeface="Arial" panose="020B0604020202020204" pitchFamily="34" charset="0"/>
              </a:defRPr>
            </a:lvl3pPr>
            <a:lvl4pPr marL="416291" indent="-130091">
              <a:spcBef>
                <a:spcPts val="0"/>
              </a:spcBef>
              <a:spcAft>
                <a:spcPts val="578"/>
              </a:spcAft>
              <a:buFont typeface="Wingdings" panose="05000000000000000000" pitchFamily="2" charset="2"/>
              <a:buChar char="u"/>
              <a:defRPr sz="1542">
                <a:latin typeface="微軟正黑體" panose="020B0604030504040204" pitchFamily="34" charset="-120"/>
                <a:ea typeface="微軟正黑體" panose="020B0604030504040204" pitchFamily="34" charset="-120"/>
                <a:cs typeface="Arial" panose="020B0604020202020204" pitchFamily="34" charset="0"/>
              </a:defRPr>
            </a:lvl4pPr>
            <a:lvl5pPr marL="561686" indent="-143865">
              <a:spcBef>
                <a:spcPts val="0"/>
              </a:spcBef>
              <a:spcAft>
                <a:spcPts val="578"/>
              </a:spcAft>
              <a:buFont typeface="Arial" panose="020B0604020202020204" pitchFamily="34" charset="0"/>
              <a:buChar char="•"/>
              <a:defRPr sz="1349">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13815247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393902" y="2063126"/>
            <a:ext cx="6463309" cy="4348176"/>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35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868"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071437" y="2863583"/>
            <a:ext cx="9477616"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5" name="標題 1"/>
          <p:cNvSpPr>
            <a:spLocks noGrp="1"/>
          </p:cNvSpPr>
          <p:nvPr>
            <p:ph type="title"/>
          </p:nvPr>
        </p:nvSpPr>
        <p:spPr>
          <a:xfrm>
            <a:off x="2005295" y="2178004"/>
            <a:ext cx="7710017" cy="678015"/>
          </a:xfrm>
          <a:prstGeom prst="rect">
            <a:avLst/>
          </a:prstGeom>
        </p:spPr>
        <p:txBody>
          <a:bodyPr anchor="ctr"/>
          <a:lstStyle>
            <a:lvl1pPr algn="ctr">
              <a:defRPr sz="3471">
                <a:solidFill>
                  <a:schemeClr val="tx1"/>
                </a:solidFill>
                <a:latin typeface="+mn-ea"/>
                <a:ea typeface="+mn-ea"/>
              </a:defRPr>
            </a:lvl1pPr>
          </a:lstStyle>
          <a:p>
            <a:r>
              <a:rPr lang="zh-TW" altLang="en-US"/>
              <a:t>按一下以編輯母片標題樣式</a:t>
            </a:r>
          </a:p>
        </p:txBody>
      </p:sp>
      <p:sp>
        <p:nvSpPr>
          <p:cNvPr id="19" name="文字版面配置區 3"/>
          <p:cNvSpPr>
            <a:spLocks noGrp="1"/>
          </p:cNvSpPr>
          <p:nvPr>
            <p:ph type="body" sz="half" idx="2"/>
          </p:nvPr>
        </p:nvSpPr>
        <p:spPr>
          <a:xfrm>
            <a:off x="2956084" y="4242393"/>
            <a:ext cx="6144220" cy="528475"/>
          </a:xfrm>
          <a:prstGeom prst="rect">
            <a:avLst/>
          </a:prstGeom>
        </p:spPr>
        <p:txBody>
          <a:bodyPr anchor="ctr"/>
          <a:lstStyle>
            <a:lvl1pPr marL="0" indent="0" algn="ctr">
              <a:buNone/>
              <a:defRPr sz="2699" b="1"/>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20" name="文字版面配置區 3"/>
          <p:cNvSpPr>
            <a:spLocks noGrp="1"/>
          </p:cNvSpPr>
          <p:nvPr>
            <p:ph type="body" sz="half" idx="10"/>
          </p:nvPr>
        </p:nvSpPr>
        <p:spPr>
          <a:xfrm>
            <a:off x="3578418" y="5276476"/>
            <a:ext cx="4840369" cy="392081"/>
          </a:xfrm>
          <a:prstGeom prst="rect">
            <a:avLst/>
          </a:prstGeom>
        </p:spPr>
        <p:txBody>
          <a:bodyPr anchor="ctr"/>
          <a:lstStyle>
            <a:lvl1pPr marL="0" indent="0" algn="ctr">
              <a:buNone/>
              <a:defRPr sz="1543" b="1">
                <a:latin typeface="+mj-ea"/>
                <a:ea typeface="+mj-ea"/>
              </a:defRPr>
            </a:lvl1pPr>
            <a:lvl2pPr marL="440787" indent="0">
              <a:buNone/>
              <a:defRPr sz="1157"/>
            </a:lvl2pPr>
            <a:lvl3pPr marL="881573" indent="0">
              <a:buNone/>
              <a:defRPr sz="964"/>
            </a:lvl3pPr>
            <a:lvl4pPr marL="1322360" indent="0">
              <a:buNone/>
              <a:defRPr sz="868"/>
            </a:lvl4pPr>
            <a:lvl5pPr marL="1763146" indent="0">
              <a:buNone/>
              <a:defRPr sz="868"/>
            </a:lvl5pPr>
            <a:lvl6pPr marL="2203933" indent="0">
              <a:buNone/>
              <a:defRPr sz="868"/>
            </a:lvl6pPr>
            <a:lvl7pPr marL="2644719" indent="0">
              <a:buNone/>
              <a:defRPr sz="868"/>
            </a:lvl7pPr>
            <a:lvl8pPr marL="3085506" indent="0">
              <a:buNone/>
              <a:defRPr sz="868"/>
            </a:lvl8pPr>
            <a:lvl9pPr marL="3526292" indent="0">
              <a:buNone/>
              <a:defRPr sz="868"/>
            </a:lvl9pPr>
          </a:lstStyle>
          <a:p>
            <a:pPr lvl="0"/>
            <a:r>
              <a:rPr lang="zh-TW" altLang="en-US"/>
              <a:t>按一下以編輯母片文字樣式</a:t>
            </a:r>
          </a:p>
        </p:txBody>
      </p:sp>
      <p:sp>
        <p:nvSpPr>
          <p:cNvPr id="12" name="矩形 9">
            <a:extLst>
              <a:ext uri="{FF2B5EF4-FFF2-40B4-BE49-F238E27FC236}">
                <a16:creationId xmlns:a16="http://schemas.microsoft.com/office/drawing/2014/main" id="{63900FC4-A44C-4DB8-AEA9-03C8311620C2}"/>
              </a:ext>
            </a:extLst>
          </p:cNvPr>
          <p:cNvSpPr>
            <a:spLocks noChangeArrowheads="1"/>
          </p:cNvSpPr>
          <p:nvPr userDrawn="1"/>
        </p:nvSpPr>
        <p:spPr bwMode="auto">
          <a:xfrm>
            <a:off x="16327" y="6231917"/>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82817D3D-5402-4F50-BAC5-FFA3F1E65388}"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13" name="圖片 12">
            <a:extLst>
              <a:ext uri="{FF2B5EF4-FFF2-40B4-BE49-F238E27FC236}">
                <a16:creationId xmlns:a16="http://schemas.microsoft.com/office/drawing/2014/main" id="{79DC6E4F-4F95-4994-9DF0-6C14A17FF4D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4036" y="282572"/>
            <a:ext cx="2295719" cy="536792"/>
          </a:xfrm>
          <a:prstGeom prst="rect">
            <a:avLst/>
          </a:prstGeom>
        </p:spPr>
      </p:pic>
    </p:spTree>
    <p:extLst>
      <p:ext uri="{BB962C8B-B14F-4D97-AF65-F5344CB8AC3E}">
        <p14:creationId xmlns:p14="http://schemas.microsoft.com/office/powerpoint/2010/main" val="22728017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mn-ea"/>
                <a:ea typeface="+mn-ea"/>
              </a:defRPr>
            </a:lvl1pPr>
          </a:lstStyle>
          <a:p>
            <a:r>
              <a:rPr lang="zh-TW" altLang="en-US"/>
              <a:t>按一下以編輯母片標題樣式</a:t>
            </a:r>
          </a:p>
        </p:txBody>
      </p:sp>
    </p:spTree>
    <p:extLst>
      <p:ext uri="{BB962C8B-B14F-4D97-AF65-F5344CB8AC3E}">
        <p14:creationId xmlns:p14="http://schemas.microsoft.com/office/powerpoint/2010/main" val="100714409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45742" y="142608"/>
            <a:ext cx="10717960" cy="600229"/>
          </a:xfrm>
          <a:prstGeom prst="rect">
            <a:avLst/>
          </a:prstGeom>
        </p:spPr>
        <p:txBody>
          <a:bodyPr anchor="ctr"/>
          <a:lstStyle>
            <a:lvl1pPr algn="l">
              <a:defRPr sz="3085" b="0">
                <a:solidFill>
                  <a:schemeClr val="tx1"/>
                </a:solidFill>
                <a:latin typeface="+mn-ea"/>
                <a:ea typeface="+mn-ea"/>
              </a:defRPr>
            </a:lvl1pPr>
          </a:lstStyle>
          <a:p>
            <a:r>
              <a:rPr lang="zh-TW" altLang="en-US"/>
              <a:t>按一下以編輯母片標題樣式</a:t>
            </a:r>
          </a:p>
        </p:txBody>
      </p:sp>
      <p:sp>
        <p:nvSpPr>
          <p:cNvPr id="3" name="內容版面配置區 2"/>
          <p:cNvSpPr>
            <a:spLocks noGrp="1"/>
          </p:cNvSpPr>
          <p:nvPr>
            <p:ph sz="quarter" idx="10"/>
          </p:nvPr>
        </p:nvSpPr>
        <p:spPr>
          <a:xfrm>
            <a:off x="383676" y="857085"/>
            <a:ext cx="10712319" cy="5173120"/>
          </a:xfrm>
          <a:prstGeom prst="rect">
            <a:avLst/>
          </a:prstGeom>
        </p:spPr>
        <p:txBody>
          <a:bodyPr/>
          <a:lstStyle>
            <a:lvl1pPr>
              <a:spcBef>
                <a:spcPts val="0"/>
              </a:spcBef>
              <a:spcAft>
                <a:spcPts val="578"/>
              </a:spcAft>
              <a:defRPr sz="2314">
                <a:latin typeface="Arial" panose="020B0604020202020204" pitchFamily="34" charset="0"/>
                <a:cs typeface="Arial" panose="020B0604020202020204" pitchFamily="34" charset="0"/>
              </a:defRPr>
            </a:lvl1pPr>
            <a:lvl2pPr marL="139277" indent="-137746">
              <a:spcBef>
                <a:spcPts val="0"/>
              </a:spcBef>
              <a:spcAft>
                <a:spcPts val="578"/>
              </a:spcAft>
              <a:buFont typeface="Wingdings" panose="05000000000000000000" pitchFamily="2" charset="2"/>
              <a:buChar char="n"/>
              <a:defRPr sz="1928">
                <a:latin typeface="Arial" panose="020B0604020202020204" pitchFamily="34" charset="0"/>
                <a:cs typeface="Arial" panose="020B0604020202020204" pitchFamily="34" charset="0"/>
              </a:defRPr>
            </a:lvl2pPr>
            <a:lvl3pPr marL="284675" indent="-143868">
              <a:spcBef>
                <a:spcPts val="0"/>
              </a:spcBef>
              <a:spcAft>
                <a:spcPts val="578"/>
              </a:spcAft>
              <a:buFont typeface="Wingdings" panose="05000000000000000000" pitchFamily="2" charset="2"/>
              <a:buChar char="l"/>
              <a:defRPr sz="1735">
                <a:latin typeface="Arial" panose="020B0604020202020204" pitchFamily="34" charset="0"/>
                <a:cs typeface="Arial" panose="020B0604020202020204" pitchFamily="34" charset="0"/>
              </a:defRPr>
            </a:lvl3pPr>
            <a:lvl4pPr marL="416298" indent="-130094">
              <a:spcBef>
                <a:spcPts val="0"/>
              </a:spcBef>
              <a:spcAft>
                <a:spcPts val="578"/>
              </a:spcAft>
              <a:buFont typeface="Wingdings" panose="05000000000000000000" pitchFamily="2" charset="2"/>
              <a:buChar char="u"/>
              <a:defRPr sz="1543">
                <a:latin typeface="Arial" panose="020B0604020202020204" pitchFamily="34" charset="0"/>
                <a:cs typeface="Arial" panose="020B0604020202020204" pitchFamily="34" charset="0"/>
              </a:defRPr>
            </a:lvl4pPr>
            <a:lvl5pPr marL="561697" indent="-143868">
              <a:spcBef>
                <a:spcPts val="0"/>
              </a:spcBef>
              <a:spcAft>
                <a:spcPts val="578"/>
              </a:spcAft>
              <a:buFont typeface="Arial" panose="020B0604020202020204" pitchFamily="34" charset="0"/>
              <a:buChar char="•"/>
              <a:defRPr sz="1350">
                <a:latin typeface="Arial" panose="020B0604020202020204" pitchFamily="34" charset="0"/>
                <a:cs typeface="Arial" panose="020B0604020202020204" pitchFamily="34" charset="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338234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標題及物件" userDrawn="1">
  <p:cSld name="標題及物件">
    <p:spTree>
      <p:nvGrpSpPr>
        <p:cNvPr id="1" name="Shape 17"/>
        <p:cNvGrpSpPr/>
        <p:nvPr/>
      </p:nvGrpSpPr>
      <p:grpSpPr>
        <a:xfrm>
          <a:off x="0" y="0"/>
          <a:ext cx="0" cy="0"/>
          <a:chOff x="0" y="0"/>
          <a:chExt cx="0" cy="0"/>
        </a:xfrm>
      </p:grpSpPr>
      <p:sp>
        <p:nvSpPr>
          <p:cNvPr id="18" name="Google Shape;18;p34"/>
          <p:cNvSpPr txBox="1">
            <a:spLocks noGrp="1"/>
          </p:cNvSpPr>
          <p:nvPr>
            <p:ph type="title"/>
          </p:nvPr>
        </p:nvSpPr>
        <p:spPr>
          <a:xfrm>
            <a:off x="179388" y="72000"/>
            <a:ext cx="11161712" cy="540000"/>
          </a:xfrm>
          <a:prstGeom prst="rect">
            <a:avLst/>
          </a:prstGeom>
          <a:noFill/>
          <a:ln>
            <a:noFill/>
          </a:ln>
        </p:spPr>
        <p:txBody>
          <a:bodyPr spcFirstLastPara="1" wrap="square" lIns="88150" tIns="44050" rIns="88150" bIns="44050" anchor="ctr" anchorCtr="0">
            <a:noAutofit/>
          </a:bodyPr>
          <a:lstStyle>
            <a:lvl1pPr marR="0" lvl="0" algn="l" rtl="0">
              <a:lnSpc>
                <a:spcPct val="100000"/>
              </a:lnSpc>
              <a:spcBef>
                <a:spcPts val="0"/>
              </a:spcBef>
              <a:spcAft>
                <a:spcPts val="0"/>
              </a:spcAft>
              <a:buClr>
                <a:srgbClr val="000000"/>
              </a:buClr>
              <a:buSzPts val="3200"/>
              <a:buFont typeface="Arial"/>
              <a:buNone/>
              <a:defRPr sz="3200"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endParaRPr/>
          </a:p>
        </p:txBody>
      </p:sp>
      <p:sp>
        <p:nvSpPr>
          <p:cNvPr id="19" name="Google Shape;19;p34"/>
          <p:cNvSpPr txBox="1">
            <a:spLocks noGrp="1"/>
          </p:cNvSpPr>
          <p:nvPr>
            <p:ph type="body" idx="1" hasCustomPrompt="1"/>
          </p:nvPr>
        </p:nvSpPr>
        <p:spPr>
          <a:xfrm>
            <a:off x="179388" y="719138"/>
            <a:ext cx="11161712" cy="5401026"/>
          </a:xfrm>
          <a:prstGeom prst="rect">
            <a:avLst/>
          </a:prstGeom>
          <a:noFill/>
          <a:ln>
            <a:noFill/>
          </a:ln>
        </p:spPr>
        <p:txBody>
          <a:bodyPr spcFirstLastPara="1" wrap="square" lIns="88150" tIns="44050" rIns="88150" bIns="44050" anchor="t" anchorCtr="0">
            <a:noAutofit/>
          </a:bodyPr>
          <a:lstStyle>
            <a:lvl1pPr marL="252000" marR="0" lvl="0" indent="-216000" algn="l" rtl="0">
              <a:lnSpc>
                <a:spcPct val="100000"/>
              </a:lnSpc>
              <a:spcBef>
                <a:spcPts val="600"/>
              </a:spcBef>
              <a:spcAft>
                <a:spcPts val="0"/>
              </a:spcAft>
              <a:buClrTx/>
              <a:buSzPct val="100000"/>
              <a:buFont typeface="標準系統字體"/>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00000"/>
              </a:lnSpc>
              <a:spcBef>
                <a:spcPts val="600"/>
              </a:spcBef>
              <a:spcAft>
                <a:spcPts val="0"/>
              </a:spcAft>
              <a:buClrTx/>
              <a:buSzPct val="100000"/>
              <a:buFont typeface="標準系統字體"/>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00000"/>
              </a:lnSpc>
              <a:spcBef>
                <a:spcPts val="600"/>
              </a:spcBef>
              <a:spcAft>
                <a:spcPts val="0"/>
              </a:spcAft>
              <a:buClrTx/>
              <a:buSzPct val="100000"/>
              <a:buFont typeface="標準系統字體"/>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00000"/>
              </a:lnSpc>
              <a:spcBef>
                <a:spcPts val="600"/>
              </a:spcBef>
              <a:spcAft>
                <a:spcPts val="0"/>
              </a:spcAft>
              <a:buClrTx/>
              <a:buSzPct val="100000"/>
              <a:buFont typeface="標準系統字體"/>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00000"/>
              </a:lnSpc>
              <a:spcBef>
                <a:spcPts val="600"/>
              </a:spcBef>
              <a:spcAft>
                <a:spcPts val="0"/>
              </a:spcAft>
              <a:buClrTx/>
              <a:buSzPct val="100000"/>
              <a:buFont typeface="標準系統字體"/>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pPr lvl="0"/>
            <a:r>
              <a:rPr lang="zh-TW" altLang="en-US"/>
              <a:t>第一層</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TW"/>
          </a:p>
        </p:txBody>
      </p:sp>
      <p:cxnSp>
        <p:nvCxnSpPr>
          <p:cNvPr id="20" name="Google Shape;20;p34"/>
          <p:cNvCxnSpPr>
            <a:cxnSpLocks/>
          </p:cNvCxnSpPr>
          <p:nvPr/>
        </p:nvCxnSpPr>
        <p:spPr>
          <a:xfrm>
            <a:off x="179388" y="612000"/>
            <a:ext cx="11161712" cy="0"/>
          </a:xfrm>
          <a:prstGeom prst="straightConnector1">
            <a:avLst/>
          </a:prstGeom>
          <a:noFill/>
          <a:ln w="15875" cap="flat" cmpd="sng">
            <a:solidFill>
              <a:srgbClr val="FF0000"/>
            </a:solidFill>
            <a:prstDash val="solid"/>
            <a:round/>
            <a:headEnd type="none" w="sm" len="sm"/>
            <a:tailEnd type="none" w="sm" len="sm"/>
          </a:ln>
        </p:spPr>
      </p:cxnSp>
    </p:spTree>
    <p:extLst>
      <p:ext uri="{BB962C8B-B14F-4D97-AF65-F5344CB8AC3E}">
        <p14:creationId xmlns:p14="http://schemas.microsoft.com/office/powerpoint/2010/main" val="591659336"/>
      </p:ext>
    </p:extLst>
  </p:cSld>
  <p:clrMapOvr>
    <a:masterClrMapping/>
  </p:clrMapOvr>
  <p:extLst>
    <p:ext uri="{DCECCB84-F9BA-43D5-87BE-67443E8EF086}">
      <p15:sldGuideLst xmlns:p15="http://schemas.microsoft.com/office/powerpoint/2012/main">
        <p15:guide id="1" pos="362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8746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cxnSp>
        <p:nvCxnSpPr>
          <p:cNvPr id="4" name="Google Shape;9;p32">
            <a:extLst>
              <a:ext uri="{FF2B5EF4-FFF2-40B4-BE49-F238E27FC236}">
                <a16:creationId xmlns:a16="http://schemas.microsoft.com/office/drawing/2014/main" id="{728D7485-3340-DD7C-9D2E-D9DE76FC1DDB}"/>
              </a:ext>
            </a:extLst>
          </p:cNvPr>
          <p:cNvCxnSpPr>
            <a:cxnSpLocks/>
          </p:cNvCxnSpPr>
          <p:nvPr userDrawn="1"/>
        </p:nvCxnSpPr>
        <p:spPr>
          <a:xfrm>
            <a:off x="1440000" y="2880000"/>
            <a:ext cx="5760000" cy="0"/>
          </a:xfrm>
          <a:prstGeom prst="straightConnector1">
            <a:avLst/>
          </a:prstGeom>
          <a:noFill/>
          <a:ln w="15875" cap="flat" cmpd="sng">
            <a:solidFill>
              <a:srgbClr val="FF0000"/>
            </a:solidFill>
            <a:prstDash val="solid"/>
            <a:round/>
            <a:headEnd type="none" w="sm" len="sm"/>
            <a:tailEnd type="none" w="sm" len="sm"/>
          </a:ln>
        </p:spPr>
      </p:cxnSp>
      <p:sp>
        <p:nvSpPr>
          <p:cNvPr id="5" name="Google Shape;10;p32">
            <a:extLst>
              <a:ext uri="{FF2B5EF4-FFF2-40B4-BE49-F238E27FC236}">
                <a16:creationId xmlns:a16="http://schemas.microsoft.com/office/drawing/2014/main" id="{7B925996-2FA7-4A3F-652D-7B1D8634C9A2}"/>
              </a:ext>
            </a:extLst>
          </p:cNvPr>
          <p:cNvSpPr txBox="1">
            <a:spLocks noGrp="1"/>
          </p:cNvSpPr>
          <p:nvPr>
            <p:ph type="title"/>
          </p:nvPr>
        </p:nvSpPr>
        <p:spPr>
          <a:xfrm>
            <a:off x="1440000" y="2160000"/>
            <a:ext cx="5760000" cy="720000"/>
          </a:xfrm>
          <a:prstGeom prst="rect">
            <a:avLst/>
          </a:prstGeom>
          <a:noFill/>
          <a:ln>
            <a:noFill/>
          </a:ln>
        </p:spPr>
        <p:txBody>
          <a:bodyPr spcFirstLastPara="1" wrap="none" lIns="90000" tIns="46800" rIns="90000" bIns="46800" anchor="ctr" anchorCtr="0">
            <a:noAutofit/>
          </a:bodyPr>
          <a:lstStyle>
            <a:lvl1pPr marR="0" lvl="0" algn="l" rtl="0">
              <a:lnSpc>
                <a:spcPct val="100000"/>
              </a:lnSpc>
              <a:spcBef>
                <a:spcPts val="0"/>
              </a:spcBef>
              <a:spcAft>
                <a:spcPts val="0"/>
              </a:spcAft>
              <a:buClr>
                <a:srgbClr val="000000"/>
              </a:buClr>
              <a:buSzPts val="1300"/>
              <a:buNone/>
              <a:defRPr sz="360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300"/>
              <a:buNone/>
              <a:defRPr sz="1800" i="0" u="none" strike="noStrike" cap="none">
                <a:solidFill>
                  <a:schemeClr val="dk2"/>
                </a:solidFill>
              </a:defRPr>
            </a:lvl2pPr>
            <a:lvl3pPr marR="0" lvl="2" algn="l" rtl="0">
              <a:lnSpc>
                <a:spcPct val="100000"/>
              </a:lnSpc>
              <a:spcBef>
                <a:spcPts val="0"/>
              </a:spcBef>
              <a:spcAft>
                <a:spcPts val="0"/>
              </a:spcAft>
              <a:buClr>
                <a:srgbClr val="000000"/>
              </a:buClr>
              <a:buSzPts val="1300"/>
              <a:buNone/>
              <a:defRPr sz="1800" i="0" u="none" strike="noStrike" cap="none">
                <a:solidFill>
                  <a:schemeClr val="dk2"/>
                </a:solidFill>
              </a:defRPr>
            </a:lvl3pPr>
            <a:lvl4pPr marR="0" lvl="3" algn="l" rtl="0">
              <a:lnSpc>
                <a:spcPct val="100000"/>
              </a:lnSpc>
              <a:spcBef>
                <a:spcPts val="0"/>
              </a:spcBef>
              <a:spcAft>
                <a:spcPts val="0"/>
              </a:spcAft>
              <a:buClr>
                <a:srgbClr val="000000"/>
              </a:buClr>
              <a:buSzPts val="1300"/>
              <a:buNone/>
              <a:defRPr sz="1800" i="0" u="none" strike="noStrike" cap="none">
                <a:solidFill>
                  <a:schemeClr val="dk2"/>
                </a:solidFill>
              </a:defRPr>
            </a:lvl4pPr>
            <a:lvl5pPr marR="0" lvl="4" algn="l" rtl="0">
              <a:lnSpc>
                <a:spcPct val="100000"/>
              </a:lnSpc>
              <a:spcBef>
                <a:spcPts val="0"/>
              </a:spcBef>
              <a:spcAft>
                <a:spcPts val="0"/>
              </a:spcAft>
              <a:buClr>
                <a:srgbClr val="000000"/>
              </a:buClr>
              <a:buSzPts val="1300"/>
              <a:buNone/>
              <a:defRPr sz="1800" i="0" u="none" strike="noStrike" cap="none">
                <a:solidFill>
                  <a:schemeClr val="dk2"/>
                </a:solidFill>
              </a:defRPr>
            </a:lvl5pPr>
            <a:lvl6pPr marR="0" lvl="5" algn="l" rtl="0">
              <a:lnSpc>
                <a:spcPct val="100000"/>
              </a:lnSpc>
              <a:spcBef>
                <a:spcPts val="0"/>
              </a:spcBef>
              <a:spcAft>
                <a:spcPts val="0"/>
              </a:spcAft>
              <a:buClr>
                <a:srgbClr val="000000"/>
              </a:buClr>
              <a:buSzPts val="1300"/>
              <a:buNone/>
              <a:defRPr sz="1800" i="0" u="none" strike="noStrike" cap="none">
                <a:solidFill>
                  <a:schemeClr val="dk2"/>
                </a:solidFill>
              </a:defRPr>
            </a:lvl6pPr>
            <a:lvl7pPr marR="0" lvl="6" algn="l" rtl="0">
              <a:lnSpc>
                <a:spcPct val="100000"/>
              </a:lnSpc>
              <a:spcBef>
                <a:spcPts val="0"/>
              </a:spcBef>
              <a:spcAft>
                <a:spcPts val="0"/>
              </a:spcAft>
              <a:buClr>
                <a:srgbClr val="000000"/>
              </a:buClr>
              <a:buSzPts val="1300"/>
              <a:buNone/>
              <a:defRPr sz="1800" i="0" u="none" strike="noStrike" cap="none">
                <a:solidFill>
                  <a:schemeClr val="dk2"/>
                </a:solidFill>
              </a:defRPr>
            </a:lvl7pPr>
            <a:lvl8pPr marR="0" lvl="7" algn="l" rtl="0">
              <a:lnSpc>
                <a:spcPct val="100000"/>
              </a:lnSpc>
              <a:spcBef>
                <a:spcPts val="0"/>
              </a:spcBef>
              <a:spcAft>
                <a:spcPts val="0"/>
              </a:spcAft>
              <a:buClr>
                <a:srgbClr val="000000"/>
              </a:buClr>
              <a:buSzPts val="1300"/>
              <a:buNone/>
              <a:defRPr sz="1800" i="0" u="none" strike="noStrike" cap="none">
                <a:solidFill>
                  <a:schemeClr val="dk2"/>
                </a:solidFill>
              </a:defRPr>
            </a:lvl8pPr>
            <a:lvl9pPr marR="0" lvl="8" algn="l" rtl="0">
              <a:lnSpc>
                <a:spcPct val="100000"/>
              </a:lnSpc>
              <a:spcBef>
                <a:spcPts val="0"/>
              </a:spcBef>
              <a:spcAft>
                <a:spcPts val="0"/>
              </a:spcAft>
              <a:buClr>
                <a:srgbClr val="000000"/>
              </a:buClr>
              <a:buSzPts val="1300"/>
              <a:buNone/>
              <a:defRPr sz="1800" i="0" u="none" strike="noStrike" cap="none">
                <a:solidFill>
                  <a:schemeClr val="dk2"/>
                </a:solidFill>
              </a:defRPr>
            </a:lvl9pPr>
          </a:lstStyle>
          <a:p>
            <a:endParaRPr/>
          </a:p>
        </p:txBody>
      </p:sp>
    </p:spTree>
    <p:extLst>
      <p:ext uri="{BB962C8B-B14F-4D97-AF65-F5344CB8AC3E}">
        <p14:creationId xmlns:p14="http://schemas.microsoft.com/office/powerpoint/2010/main" val="7147419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版本">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64E9B3DD-FAA0-DF43-8AE4-2105CE51701D}"/>
              </a:ext>
            </a:extLst>
          </p:cNvPr>
          <p:cNvSpPr txBox="1"/>
          <p:nvPr userDrawn="1"/>
        </p:nvSpPr>
        <p:spPr>
          <a:xfrm>
            <a:off x="604826" y="608597"/>
            <a:ext cx="10310836" cy="5262979"/>
          </a:xfrm>
          <a:prstGeom prst="rect">
            <a:avLst/>
          </a:prstGeom>
          <a:noFill/>
        </p:spPr>
        <p:txBody>
          <a:bodyPr wrap="none" rtlCol="0">
            <a:spAutoFit/>
          </a:bodyPr>
          <a:lstStyle/>
          <a:p>
            <a:pPr algn="ctr"/>
            <a:r>
              <a:rPr kumimoji="1" lang="en-US" altLang="zh-TW" sz="9600">
                <a:latin typeface="Microsoft JhengHei" panose="020B0604030504040204" pitchFamily="34" charset="-120"/>
                <a:ea typeface="Microsoft JhengHei" panose="020B0604030504040204" pitchFamily="34" charset="-120"/>
              </a:rPr>
              <a:t>Template Version</a:t>
            </a:r>
          </a:p>
          <a:p>
            <a:pPr algn="ctr"/>
            <a:r>
              <a:rPr kumimoji="1" lang="en-US" altLang="zh-TW" sz="24000">
                <a:latin typeface="Microsoft JhengHei" panose="020B0604030504040204" pitchFamily="34" charset="-120"/>
                <a:ea typeface="Microsoft JhengHei" panose="020B0604030504040204" pitchFamily="34" charset="-120"/>
              </a:rPr>
              <a:t>v7.1</a:t>
            </a:r>
            <a:endParaRPr kumimoji="1" lang="zh-TW" altLang="en-US" sz="2400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1063719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image" Target="../media/image6.png"/><Relationship Id="rId4" Type="http://schemas.openxmlformats.org/officeDocument/2006/relationships/slideLayout" Target="../slideLayouts/slideLayout13.xml"/><Relationship Id="rId9"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image" Target="../media/image2.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1.png"/><Relationship Id="rId5" Type="http://schemas.openxmlformats.org/officeDocument/2006/relationships/theme" Target="../theme/theme5.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3" name="圖片 2">
            <a:extLst>
              <a:ext uri="{FF2B5EF4-FFF2-40B4-BE49-F238E27FC236}">
                <a16:creationId xmlns:a16="http://schemas.microsoft.com/office/drawing/2014/main" id="{631D3636-C8D9-A34B-A3BF-045464A9529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0" y="5994000"/>
            <a:ext cx="4406303" cy="705606"/>
          </a:xfrm>
          <a:prstGeom prst="rect">
            <a:avLst/>
          </a:prstGeom>
        </p:spPr>
      </p:pic>
      <p:sp>
        <p:nvSpPr>
          <p:cNvPr id="6" name="Google Shape;6;p31"/>
          <p:cNvSpPr/>
          <p:nvPr/>
        </p:nvSpPr>
        <p:spPr>
          <a:xfrm>
            <a:off x="0" y="6237968"/>
            <a:ext cx="381603" cy="242207"/>
          </a:xfrm>
          <a:prstGeom prst="rect">
            <a:avLst/>
          </a:prstGeom>
          <a:noFill/>
          <a:ln>
            <a:noFill/>
          </a:ln>
        </p:spPr>
        <p:txBody>
          <a:bodyPr spcFirstLastPara="1" wrap="none" lIns="88150" tIns="44050" rIns="88150" bIns="44050" anchor="b" anchorCtr="0">
            <a:spAutoFit/>
          </a:bodyPr>
          <a:lstStyle/>
          <a:p>
            <a:pPr marL="0" marR="0" lvl="0" indent="0" algn="ctr" rtl="0">
              <a:lnSpc>
                <a:spcPct val="83333"/>
              </a:lnSpc>
              <a:spcBef>
                <a:spcPts val="0"/>
              </a:spcBef>
              <a:spcAft>
                <a:spcPts val="0"/>
              </a:spcAft>
              <a:buClr>
                <a:srgbClr val="000000"/>
              </a:buClr>
              <a:buSzPts val="1200"/>
              <a:buFont typeface="Arial"/>
              <a:buNone/>
            </a:pPr>
            <a:fld id="{00000000-1234-1234-1234-123412341234}" type="slidenum">
              <a:rPr lang="en-US" altLang="zh-TW" sz="1200" b="0" i="0" u="none" strike="noStrike" cap="none" smtClean="0">
                <a:solidFill>
                  <a:schemeClr val="dk1"/>
                </a:solidFill>
                <a:latin typeface="Microsoft JhengHei" panose="020B0604030504040204" pitchFamily="34" charset="-120"/>
                <a:ea typeface="Microsoft JhengHei" panose="020B0604030504040204" pitchFamily="34" charset="-120"/>
                <a:cs typeface="Arial"/>
                <a:sym typeface="Arial"/>
              </a:rPr>
              <a:pPr marL="0" marR="0" lvl="0" indent="0" algn="ctr" rtl="0">
                <a:lnSpc>
                  <a:spcPct val="83333"/>
                </a:lnSpc>
                <a:spcBef>
                  <a:spcPts val="0"/>
                </a:spcBef>
                <a:spcAft>
                  <a:spcPts val="0"/>
                </a:spcAft>
                <a:buClr>
                  <a:srgbClr val="000000"/>
                </a:buClr>
                <a:buSzPts val="1200"/>
                <a:buFont typeface="Arial"/>
                <a:buNone/>
              </a:pPr>
              <a:t>‹#›</a:t>
            </a:fld>
            <a:endParaRPr sz="12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p:txBody>
      </p:sp>
      <p:pic>
        <p:nvPicPr>
          <p:cNvPr id="4" name="圖片 3">
            <a:extLst>
              <a:ext uri="{FF2B5EF4-FFF2-40B4-BE49-F238E27FC236}">
                <a16:creationId xmlns:a16="http://schemas.microsoft.com/office/drawing/2014/main" id="{2D86D7F2-4668-134E-BDFC-689955836914}"/>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000000" y="6156000"/>
            <a:ext cx="2462731" cy="291229"/>
          </a:xfrm>
          <a:prstGeom prst="rect">
            <a:avLst/>
          </a:prstGeom>
        </p:spPr>
      </p:pic>
      <p:sp>
        <p:nvSpPr>
          <p:cNvPr id="5" name="矩形 4">
            <a:extLst>
              <a:ext uri="{FF2B5EF4-FFF2-40B4-BE49-F238E27FC236}">
                <a16:creationId xmlns:a16="http://schemas.microsoft.com/office/drawing/2014/main" id="{F2DBFD30-7CBC-FF44-A3CD-E1370C8D3C26}"/>
              </a:ext>
            </a:extLst>
          </p:cNvPr>
          <p:cNvSpPr>
            <a:spLocks noChangeArrowheads="1"/>
          </p:cNvSpPr>
          <p:nvPr userDrawn="1"/>
        </p:nvSpPr>
        <p:spPr bwMode="auto">
          <a:xfrm>
            <a:off x="7362000" y="6228000"/>
            <a:ext cx="1636426" cy="20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400" tIns="43200" rIns="86400" bIns="43200" anchor="ctr">
            <a:spAutoFit/>
          </a:bodyPr>
          <a:lstStyle>
            <a:defPPr>
              <a:defRPr lang="en-US"/>
            </a:defPPr>
            <a:lvl1pPr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5pPr>
            <a:lvl6pPr marL="22860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6pPr>
            <a:lvl7pPr marL="27432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7pPr>
            <a:lvl8pPr marL="32004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8pPr>
            <a:lvl9pPr marL="36576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9pPr>
          </a:lstStyle>
          <a:p>
            <a:pPr algn="ctr" eaLnBrk="1" hangingPunct="1">
              <a:lnSpc>
                <a:spcPts val="964"/>
              </a:lnSpc>
              <a:defRPr/>
            </a:pPr>
            <a:r>
              <a:rPr lang="zh-TW" altLang="en-US" sz="800" b="0">
                <a:solidFill>
                  <a:srgbClr val="B2B2B2"/>
                </a:solidFill>
                <a:latin typeface="微軟正黑體" panose="020B0604030504040204" pitchFamily="34" charset="-120"/>
                <a:ea typeface="微軟正黑體" panose="020B0604030504040204" pitchFamily="34" charset="-120"/>
              </a:rPr>
              <a:t>機密資料僅限永豐金控內部使用 </a:t>
            </a:r>
            <a:endParaRPr lang="en-US" altLang="zh-TW" sz="800" b="0">
              <a:solidFill>
                <a:srgbClr val="B2B2B2"/>
              </a:solidFill>
              <a:latin typeface="微軟正黑體" panose="020B0604030504040204" pitchFamily="34" charset="-120"/>
              <a:ea typeface="微軟正黑體" panose="020B0604030504040204" pitchFamily="34" charset="-120"/>
            </a:endParaRPr>
          </a:p>
        </p:txBody>
      </p:sp>
    </p:spTree>
  </p:cSld>
  <p:clrMap bg1="lt1" tx1="dk1" bg2="dk2" tx2="lt2" accent1="accent1" accent2="accent2" accent3="accent3" accent4="accent4" accent5="accent5" accent6="accent6" hlink="hlink" folHlink="folHlink"/>
  <p:sldLayoutIdLst>
    <p:sldLayoutId id="2147483651" r:id="rId1"/>
    <p:sldLayoutId id="2147483658" r:id="rId2"/>
    <p:sldLayoutId id="2147483657" r:id="rId3"/>
    <p:sldLayoutId id="2147483654" r:id="rId4"/>
    <p:sldLayoutId id="2147483694"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041" userDrawn="1">
          <p15:clr>
            <a:srgbClr val="F26B43"/>
          </p15:clr>
        </p15:guide>
        <p15:guide id="2" pos="3697" userDrawn="1">
          <p15:clr>
            <a:srgbClr val="A4A3A4"/>
          </p15:clr>
        </p15:guide>
        <p15:guide id="3" pos="7144" userDrawn="1">
          <p15:clr>
            <a:srgbClr val="A4A3A4"/>
          </p15:clr>
        </p15:guide>
        <p15:guide id="4" pos="113" userDrawn="1">
          <p15:clr>
            <a:srgbClr val="A4A3A4"/>
          </p15:clr>
        </p15:guide>
        <p15:guide id="5" orient="horz" pos="3855" userDrawn="1">
          <p15:clr>
            <a:srgbClr val="A4A3A4"/>
          </p15:clr>
        </p15:guide>
        <p15:guide id="6" orient="horz" pos="45" userDrawn="1">
          <p15:clr>
            <a:srgbClr val="A4A3A4"/>
          </p15:clr>
        </p15:guide>
        <p15:guide id="11" pos="3629" userDrawn="1">
          <p15:clr>
            <a:srgbClr val="F26B43"/>
          </p15:clr>
        </p15:guide>
        <p15:guide id="12" pos="3560" userDrawn="1">
          <p15:clr>
            <a:srgbClr val="A4A3A4"/>
          </p15:clr>
        </p15:guide>
        <p15:guide id="13" pos="2495" userDrawn="1">
          <p15:clr>
            <a:srgbClr val="A4A3A4"/>
          </p15:clr>
        </p15:guide>
        <p15:guide id="14" pos="2381" userDrawn="1">
          <p15:clr>
            <a:srgbClr val="A4A3A4"/>
          </p15:clr>
        </p15:guide>
        <p15:guide id="15" pos="4762" userDrawn="1">
          <p15:clr>
            <a:srgbClr val="A4A3A4"/>
          </p15:clr>
        </p15:guide>
        <p15:guide id="16" pos="4876" userDrawn="1">
          <p15:clr>
            <a:srgbClr val="A4A3A4"/>
          </p15:clr>
        </p15:guide>
        <p15:guide id="18" orient="horz" pos="385" userDrawn="1">
          <p15:clr>
            <a:srgbClr val="A4A3A4"/>
          </p15:clr>
        </p15:guide>
        <p15:guide id="19" orient="horz" pos="453"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5397" y="5934385"/>
            <a:ext cx="4406303" cy="705606"/>
          </a:xfrm>
          <a:prstGeom prst="rect">
            <a:avLst/>
          </a:prstGeom>
        </p:spPr>
      </p:pic>
      <p:sp>
        <p:nvSpPr>
          <p:cNvPr id="1026" name="Line 197"/>
          <p:cNvSpPr>
            <a:spLocks noChangeShapeType="1"/>
          </p:cNvSpPr>
          <p:nvPr userDrawn="1"/>
        </p:nvSpPr>
        <p:spPr bwMode="auto">
          <a:xfrm>
            <a:off x="293880" y="763724"/>
            <a:ext cx="10844973"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3856"/>
          </a:p>
        </p:txBody>
      </p:sp>
      <p:sp>
        <p:nvSpPr>
          <p:cNvPr id="1027" name="矩形 9"/>
          <p:cNvSpPr>
            <a:spLocks noChangeArrowheads="1"/>
          </p:cNvSpPr>
          <p:nvPr userDrawn="1"/>
        </p:nvSpPr>
        <p:spPr bwMode="auto">
          <a:xfrm>
            <a:off x="16328" y="6200803"/>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B24A712F-B284-4871-8CF9-DC6E056DBACF}"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26367" y="6095755"/>
            <a:ext cx="2279249" cy="301446"/>
          </a:xfrm>
          <a:prstGeom prst="rect">
            <a:avLst/>
          </a:prstGeom>
        </p:spPr>
      </p:pic>
    </p:spTree>
    <p:extLst>
      <p:ext uri="{BB962C8B-B14F-4D97-AF65-F5344CB8AC3E}">
        <p14:creationId xmlns:p14="http://schemas.microsoft.com/office/powerpoint/2010/main" val="271418393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Lst>
  <p:transition spd="med"/>
  <p:hf hdr="0"/>
  <p:txStyles>
    <p:titleStyle>
      <a:lvl1pPr algn="l" defTabSz="863207" rtl="0" eaLnBrk="0" fontAlgn="base" hangingPunct="0">
        <a:spcBef>
          <a:spcPct val="0"/>
        </a:spcBef>
        <a:spcAft>
          <a:spcPct val="0"/>
        </a:spcAft>
        <a:defRPr sz="1832" b="1">
          <a:solidFill>
            <a:schemeClr val="tx2"/>
          </a:solidFill>
          <a:latin typeface="+mj-lt"/>
          <a:ea typeface="+mj-ea"/>
          <a:cs typeface="+mj-cs"/>
        </a:defRPr>
      </a:lvl1pPr>
      <a:lvl2pPr algn="l" defTabSz="863207" rtl="0" eaLnBrk="0" fontAlgn="base" hangingPunct="0">
        <a:spcBef>
          <a:spcPct val="0"/>
        </a:spcBef>
        <a:spcAft>
          <a:spcPct val="0"/>
        </a:spcAft>
        <a:defRPr sz="1832" b="1">
          <a:solidFill>
            <a:schemeClr val="tx2"/>
          </a:solidFill>
          <a:latin typeface="Arial" charset="0"/>
        </a:defRPr>
      </a:lvl2pPr>
      <a:lvl3pPr algn="l" defTabSz="863207" rtl="0" eaLnBrk="0" fontAlgn="base" hangingPunct="0">
        <a:spcBef>
          <a:spcPct val="0"/>
        </a:spcBef>
        <a:spcAft>
          <a:spcPct val="0"/>
        </a:spcAft>
        <a:defRPr sz="1832" b="1">
          <a:solidFill>
            <a:schemeClr val="tx2"/>
          </a:solidFill>
          <a:latin typeface="Arial" charset="0"/>
        </a:defRPr>
      </a:lvl3pPr>
      <a:lvl4pPr algn="l" defTabSz="863207" rtl="0" eaLnBrk="0" fontAlgn="base" hangingPunct="0">
        <a:spcBef>
          <a:spcPct val="0"/>
        </a:spcBef>
        <a:spcAft>
          <a:spcPct val="0"/>
        </a:spcAft>
        <a:defRPr sz="1832" b="1">
          <a:solidFill>
            <a:schemeClr val="tx2"/>
          </a:solidFill>
          <a:latin typeface="Arial" charset="0"/>
        </a:defRPr>
      </a:lvl4pPr>
      <a:lvl5pPr algn="l" defTabSz="863207" rtl="0" eaLnBrk="0" fontAlgn="base" hangingPunct="0">
        <a:spcBef>
          <a:spcPct val="0"/>
        </a:spcBef>
        <a:spcAft>
          <a:spcPct val="0"/>
        </a:spcAft>
        <a:defRPr sz="1832" b="1">
          <a:solidFill>
            <a:schemeClr val="tx2"/>
          </a:solidFill>
          <a:latin typeface="Arial" charset="0"/>
        </a:defRPr>
      </a:lvl5pPr>
      <a:lvl6pPr marL="440787" algn="l" defTabSz="863207" rtl="0" fontAlgn="base">
        <a:spcBef>
          <a:spcPct val="0"/>
        </a:spcBef>
        <a:spcAft>
          <a:spcPct val="0"/>
        </a:spcAft>
        <a:defRPr sz="1832" b="1">
          <a:solidFill>
            <a:schemeClr val="tx2"/>
          </a:solidFill>
          <a:latin typeface="Arial" charset="0"/>
        </a:defRPr>
      </a:lvl6pPr>
      <a:lvl7pPr marL="881573" algn="l" defTabSz="863207" rtl="0" fontAlgn="base">
        <a:spcBef>
          <a:spcPct val="0"/>
        </a:spcBef>
        <a:spcAft>
          <a:spcPct val="0"/>
        </a:spcAft>
        <a:defRPr sz="1832" b="1">
          <a:solidFill>
            <a:schemeClr val="tx2"/>
          </a:solidFill>
          <a:latin typeface="Arial" charset="0"/>
        </a:defRPr>
      </a:lvl7pPr>
      <a:lvl8pPr marL="1322360" algn="l" defTabSz="863207" rtl="0" fontAlgn="base">
        <a:spcBef>
          <a:spcPct val="0"/>
        </a:spcBef>
        <a:spcAft>
          <a:spcPct val="0"/>
        </a:spcAft>
        <a:defRPr sz="1832" b="1">
          <a:solidFill>
            <a:schemeClr val="tx2"/>
          </a:solidFill>
          <a:latin typeface="Arial" charset="0"/>
        </a:defRPr>
      </a:lvl8pPr>
      <a:lvl9pPr marL="1763146" algn="l" defTabSz="863207" rtl="0" fontAlgn="base">
        <a:spcBef>
          <a:spcPct val="0"/>
        </a:spcBef>
        <a:spcAft>
          <a:spcPct val="0"/>
        </a:spcAft>
        <a:defRPr sz="1832" b="1">
          <a:solidFill>
            <a:schemeClr val="tx2"/>
          </a:solidFill>
          <a:latin typeface="Arial" charset="0"/>
        </a:defRPr>
      </a:lvl9pPr>
    </p:titleStyle>
    <p:bodyStyle>
      <a:lvl1pPr algn="l" defTabSz="863207" rtl="0" eaLnBrk="0" fontAlgn="base" hangingPunct="0">
        <a:spcBef>
          <a:spcPct val="0"/>
        </a:spcBef>
        <a:spcAft>
          <a:spcPct val="0"/>
        </a:spcAft>
        <a:buSzPct val="120000"/>
        <a:defRPr sz="1543">
          <a:solidFill>
            <a:schemeClr val="tx1"/>
          </a:solidFill>
          <a:latin typeface="+mn-lt"/>
          <a:ea typeface="+mn-ea"/>
          <a:cs typeface="+mn-cs"/>
        </a:defRPr>
      </a:lvl1pPr>
      <a:lvl2pPr marL="139277" indent="-137746" algn="l" defTabSz="863207" rtl="0" eaLnBrk="0" fontAlgn="base" hangingPunct="0">
        <a:spcBef>
          <a:spcPct val="0"/>
        </a:spcBef>
        <a:spcAft>
          <a:spcPct val="0"/>
        </a:spcAft>
        <a:buSzPct val="120000"/>
        <a:buChar char="•"/>
        <a:defRPr sz="1543">
          <a:solidFill>
            <a:schemeClr val="tx1"/>
          </a:solidFill>
          <a:latin typeface="+mn-lt"/>
          <a:ea typeface="+mn-ea"/>
        </a:defRPr>
      </a:lvl2pPr>
      <a:lvl3pPr marL="284675" indent="-143868" algn="l" defTabSz="863207" rtl="0" eaLnBrk="0" fontAlgn="base" hangingPunct="0">
        <a:spcBef>
          <a:spcPct val="0"/>
        </a:spcBef>
        <a:spcAft>
          <a:spcPct val="0"/>
        </a:spcAft>
        <a:buChar char="–"/>
        <a:defRPr sz="1543">
          <a:solidFill>
            <a:schemeClr val="tx1"/>
          </a:solidFill>
          <a:latin typeface="+mn-lt"/>
          <a:ea typeface="+mn-ea"/>
        </a:defRPr>
      </a:lvl3pPr>
      <a:lvl4pPr marL="416298" indent="-130094" algn="l" defTabSz="863207" rtl="0" eaLnBrk="0" fontAlgn="base" hangingPunct="0">
        <a:spcBef>
          <a:spcPct val="0"/>
        </a:spcBef>
        <a:spcAft>
          <a:spcPct val="0"/>
        </a:spcAft>
        <a:buSzPct val="89000"/>
        <a:buChar char="•"/>
        <a:defRPr sz="1543">
          <a:solidFill>
            <a:schemeClr val="tx1"/>
          </a:solidFill>
          <a:latin typeface="+mn-lt"/>
          <a:ea typeface="+mn-ea"/>
        </a:defRPr>
      </a:lvl4pPr>
      <a:lvl5pPr marL="561697" indent="-143868" algn="l" defTabSz="863207" rtl="0" eaLnBrk="0" fontAlgn="base" hangingPunct="0">
        <a:spcBef>
          <a:spcPct val="0"/>
        </a:spcBef>
        <a:spcAft>
          <a:spcPct val="0"/>
        </a:spcAft>
        <a:buSzPct val="75000"/>
        <a:buChar char="–"/>
        <a:defRPr sz="1543">
          <a:solidFill>
            <a:schemeClr val="tx1"/>
          </a:solidFill>
          <a:latin typeface="+mn-lt"/>
          <a:ea typeface="+mn-ea"/>
        </a:defRPr>
      </a:lvl5pPr>
      <a:lvl6pPr marL="1002484" indent="-143868" algn="l" defTabSz="863207" rtl="0" fontAlgn="base">
        <a:spcBef>
          <a:spcPct val="0"/>
        </a:spcBef>
        <a:spcAft>
          <a:spcPct val="0"/>
        </a:spcAft>
        <a:buSzPct val="75000"/>
        <a:buChar char="–"/>
        <a:defRPr sz="1543">
          <a:solidFill>
            <a:schemeClr val="tx1"/>
          </a:solidFill>
          <a:latin typeface="+mn-lt"/>
          <a:ea typeface="+mn-ea"/>
        </a:defRPr>
      </a:lvl6pPr>
      <a:lvl7pPr marL="1443270" indent="-143868" algn="l" defTabSz="863207" rtl="0" fontAlgn="base">
        <a:spcBef>
          <a:spcPct val="0"/>
        </a:spcBef>
        <a:spcAft>
          <a:spcPct val="0"/>
        </a:spcAft>
        <a:buSzPct val="75000"/>
        <a:buChar char="–"/>
        <a:defRPr sz="1543">
          <a:solidFill>
            <a:schemeClr val="tx1"/>
          </a:solidFill>
          <a:latin typeface="+mn-lt"/>
          <a:ea typeface="+mn-ea"/>
        </a:defRPr>
      </a:lvl7pPr>
      <a:lvl8pPr marL="1884057" indent="-143868" algn="l" defTabSz="863207" rtl="0" fontAlgn="base">
        <a:spcBef>
          <a:spcPct val="0"/>
        </a:spcBef>
        <a:spcAft>
          <a:spcPct val="0"/>
        </a:spcAft>
        <a:buSzPct val="75000"/>
        <a:buChar char="–"/>
        <a:defRPr sz="1543">
          <a:solidFill>
            <a:schemeClr val="tx1"/>
          </a:solidFill>
          <a:latin typeface="+mn-lt"/>
          <a:ea typeface="+mn-ea"/>
        </a:defRPr>
      </a:lvl8pPr>
      <a:lvl9pPr marL="2324843" indent="-143868" algn="l" defTabSz="863207" rtl="0" fontAlgn="base">
        <a:spcBef>
          <a:spcPct val="0"/>
        </a:spcBef>
        <a:spcAft>
          <a:spcPct val="0"/>
        </a:spcAft>
        <a:buSzPct val="75000"/>
        <a:buChar char="–"/>
        <a:defRPr sz="1543">
          <a:solidFill>
            <a:schemeClr val="tx1"/>
          </a:solidFill>
          <a:latin typeface="+mn-lt"/>
          <a:ea typeface="+mn-ea"/>
        </a:defRPr>
      </a:lvl9pPr>
    </p:bodyStyle>
    <p:otherStyle>
      <a:defPPr>
        <a:defRPr lang="zh-TW"/>
      </a:defPPr>
      <a:lvl1pPr marL="0" algn="l" defTabSz="881573" rtl="0" eaLnBrk="1" latinLnBrk="0" hangingPunct="1">
        <a:defRPr sz="1735" kern="1200">
          <a:solidFill>
            <a:schemeClr val="tx1"/>
          </a:solidFill>
          <a:latin typeface="+mn-lt"/>
          <a:ea typeface="+mn-ea"/>
          <a:cs typeface="+mn-cs"/>
        </a:defRPr>
      </a:lvl1pPr>
      <a:lvl2pPr marL="440787" algn="l" defTabSz="881573" rtl="0" eaLnBrk="1" latinLnBrk="0" hangingPunct="1">
        <a:defRPr sz="1735" kern="1200">
          <a:solidFill>
            <a:schemeClr val="tx1"/>
          </a:solidFill>
          <a:latin typeface="+mn-lt"/>
          <a:ea typeface="+mn-ea"/>
          <a:cs typeface="+mn-cs"/>
        </a:defRPr>
      </a:lvl2pPr>
      <a:lvl3pPr marL="881573" algn="l" defTabSz="881573" rtl="0" eaLnBrk="1" latinLnBrk="0" hangingPunct="1">
        <a:defRPr sz="1735" kern="1200">
          <a:solidFill>
            <a:schemeClr val="tx1"/>
          </a:solidFill>
          <a:latin typeface="+mn-lt"/>
          <a:ea typeface="+mn-ea"/>
          <a:cs typeface="+mn-cs"/>
        </a:defRPr>
      </a:lvl3pPr>
      <a:lvl4pPr marL="1322360" algn="l" defTabSz="881573" rtl="0" eaLnBrk="1" latinLnBrk="0" hangingPunct="1">
        <a:defRPr sz="1735" kern="1200">
          <a:solidFill>
            <a:schemeClr val="tx1"/>
          </a:solidFill>
          <a:latin typeface="+mn-lt"/>
          <a:ea typeface="+mn-ea"/>
          <a:cs typeface="+mn-cs"/>
        </a:defRPr>
      </a:lvl4pPr>
      <a:lvl5pPr marL="1763146" algn="l" defTabSz="881573" rtl="0" eaLnBrk="1" latinLnBrk="0" hangingPunct="1">
        <a:defRPr sz="1735" kern="1200">
          <a:solidFill>
            <a:schemeClr val="tx1"/>
          </a:solidFill>
          <a:latin typeface="+mn-lt"/>
          <a:ea typeface="+mn-ea"/>
          <a:cs typeface="+mn-cs"/>
        </a:defRPr>
      </a:lvl5pPr>
      <a:lvl6pPr marL="2203933" algn="l" defTabSz="881573" rtl="0" eaLnBrk="1" latinLnBrk="0" hangingPunct="1">
        <a:defRPr sz="1735" kern="1200">
          <a:solidFill>
            <a:schemeClr val="tx1"/>
          </a:solidFill>
          <a:latin typeface="+mn-lt"/>
          <a:ea typeface="+mn-ea"/>
          <a:cs typeface="+mn-cs"/>
        </a:defRPr>
      </a:lvl6pPr>
      <a:lvl7pPr marL="2644719" algn="l" defTabSz="881573" rtl="0" eaLnBrk="1" latinLnBrk="0" hangingPunct="1">
        <a:defRPr sz="1735" kern="1200">
          <a:solidFill>
            <a:schemeClr val="tx1"/>
          </a:solidFill>
          <a:latin typeface="+mn-lt"/>
          <a:ea typeface="+mn-ea"/>
          <a:cs typeface="+mn-cs"/>
        </a:defRPr>
      </a:lvl7pPr>
      <a:lvl8pPr marL="3085506" algn="l" defTabSz="881573" rtl="0" eaLnBrk="1" latinLnBrk="0" hangingPunct="1">
        <a:defRPr sz="1735" kern="1200">
          <a:solidFill>
            <a:schemeClr val="tx1"/>
          </a:solidFill>
          <a:latin typeface="+mn-lt"/>
          <a:ea typeface="+mn-ea"/>
          <a:cs typeface="+mn-cs"/>
        </a:defRPr>
      </a:lvl8pPr>
      <a:lvl9pPr marL="3526292" algn="l" defTabSz="881573" rtl="0" eaLnBrk="1" latinLnBrk="0" hangingPunct="1">
        <a:defRPr sz="173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pic>
        <p:nvPicPr>
          <p:cNvPr id="88" name="Google Shape;88;p28"/>
          <p:cNvPicPr preferRelativeResize="0"/>
          <p:nvPr/>
        </p:nvPicPr>
        <p:blipFill rotWithShape="1">
          <a:blip r:embed="rId9">
            <a:alphaModFix/>
          </a:blip>
          <a:srcRect/>
          <a:stretch/>
        </p:blipFill>
        <p:spPr>
          <a:xfrm>
            <a:off x="145397" y="5934385"/>
            <a:ext cx="4406303" cy="705606"/>
          </a:xfrm>
          <a:prstGeom prst="rect">
            <a:avLst/>
          </a:prstGeom>
          <a:noFill/>
          <a:ln>
            <a:noFill/>
          </a:ln>
        </p:spPr>
      </p:pic>
      <p:cxnSp>
        <p:nvCxnSpPr>
          <p:cNvPr id="89" name="Google Shape;89;p28"/>
          <p:cNvCxnSpPr/>
          <p:nvPr/>
        </p:nvCxnSpPr>
        <p:spPr>
          <a:xfrm>
            <a:off x="293880" y="763724"/>
            <a:ext cx="10844973" cy="0"/>
          </a:xfrm>
          <a:prstGeom prst="straightConnector1">
            <a:avLst/>
          </a:prstGeom>
          <a:noFill/>
          <a:ln w="15875" cap="flat" cmpd="sng">
            <a:solidFill>
              <a:srgbClr val="FF0000"/>
            </a:solidFill>
            <a:prstDash val="solid"/>
            <a:round/>
            <a:headEnd type="none" w="med" len="med"/>
            <a:tailEnd type="none" w="med" len="med"/>
          </a:ln>
        </p:spPr>
      </p:cxnSp>
      <p:sp>
        <p:nvSpPr>
          <p:cNvPr id="90" name="Google Shape;90;p28"/>
          <p:cNvSpPr/>
          <p:nvPr/>
        </p:nvSpPr>
        <p:spPr>
          <a:xfrm>
            <a:off x="16328" y="6188062"/>
            <a:ext cx="502045" cy="234981"/>
          </a:xfrm>
          <a:prstGeom prst="rect">
            <a:avLst/>
          </a:prstGeom>
          <a:noFill/>
          <a:ln>
            <a:noFill/>
          </a:ln>
        </p:spPr>
        <p:txBody>
          <a:bodyPr spcFirstLastPara="1" wrap="square" lIns="86388" tIns="43182" rIns="86388" bIns="43182" anchor="b" anchorCtr="0">
            <a:spAutoFit/>
          </a:bodyPr>
          <a:lstStyle/>
          <a:p>
            <a:pPr marL="0" marR="0" lvl="0" indent="0" algn="ctr" rtl="0">
              <a:lnSpc>
                <a:spcPct val="83333"/>
              </a:lnSpc>
              <a:spcBef>
                <a:spcPts val="0"/>
              </a:spcBef>
              <a:spcAft>
                <a:spcPts val="0"/>
              </a:spcAft>
              <a:buNone/>
            </a:pPr>
            <a:fld id="{00000000-1234-1234-1234-123412341234}" type="slidenum">
              <a:rPr lang="en-US" altLang="zh-TW" sz="1157" b="0" i="0" u="none" strike="noStrike" cap="none">
                <a:solidFill>
                  <a:schemeClr val="dk1"/>
                </a:solidFill>
                <a:latin typeface="微軟正黑體" panose="020B0604030504040204" pitchFamily="34" charset="-120"/>
                <a:ea typeface="微軟正黑體" panose="020B0604030504040204" pitchFamily="34" charset="-120"/>
                <a:cs typeface="Arial"/>
                <a:sym typeface="Arial"/>
              </a:rPr>
              <a:pPr marL="0" marR="0" lvl="0" indent="0" algn="ctr" rtl="0">
                <a:lnSpc>
                  <a:spcPct val="83333"/>
                </a:lnSpc>
                <a:spcBef>
                  <a:spcPts val="0"/>
                </a:spcBef>
                <a:spcAft>
                  <a:spcPts val="0"/>
                </a:spcAft>
                <a:buNone/>
              </a:pPr>
              <a:t>‹#›</a:t>
            </a:fld>
            <a:endParaRPr sz="1157" b="0" i="0" u="none" strike="noStrike" cap="none">
              <a:solidFill>
                <a:schemeClr val="dk1"/>
              </a:solidFill>
              <a:latin typeface="微軟正黑體" panose="020B0604030504040204" pitchFamily="34" charset="-120"/>
              <a:ea typeface="微軟正黑體" panose="020B0604030504040204" pitchFamily="34" charset="-120"/>
              <a:cs typeface="Arial"/>
              <a:sym typeface="Arial"/>
            </a:endParaRPr>
          </a:p>
        </p:txBody>
      </p:sp>
      <p:pic>
        <p:nvPicPr>
          <p:cNvPr id="91" name="Google Shape;91;p28"/>
          <p:cNvPicPr preferRelativeResize="0"/>
          <p:nvPr/>
        </p:nvPicPr>
        <p:blipFill rotWithShape="1">
          <a:blip r:embed="rId10">
            <a:alphaModFix/>
          </a:blip>
          <a:srcRect/>
          <a:stretch/>
        </p:blipFill>
        <p:spPr>
          <a:xfrm>
            <a:off x="8826366" y="6095755"/>
            <a:ext cx="2279250" cy="301446"/>
          </a:xfrm>
          <a:prstGeom prst="rect">
            <a:avLst/>
          </a:prstGeom>
          <a:noFill/>
          <a:ln>
            <a:noFill/>
          </a:ln>
        </p:spPr>
      </p:pic>
    </p:spTree>
    <p:extLst>
      <p:ext uri="{BB962C8B-B14F-4D97-AF65-F5344CB8AC3E}">
        <p14:creationId xmlns:p14="http://schemas.microsoft.com/office/powerpoint/2010/main" val="3510804777"/>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95C42182-EDE1-4A31-A641-B977C877BBE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4723" y="5903270"/>
            <a:ext cx="5875331" cy="705606"/>
          </a:xfrm>
          <a:prstGeom prst="rect">
            <a:avLst/>
          </a:prstGeom>
        </p:spPr>
      </p:pic>
      <p:sp>
        <p:nvSpPr>
          <p:cNvPr id="1026" name="Line 197"/>
          <p:cNvSpPr>
            <a:spLocks noChangeShapeType="1"/>
          </p:cNvSpPr>
          <p:nvPr userDrawn="1"/>
        </p:nvSpPr>
        <p:spPr bwMode="auto">
          <a:xfrm>
            <a:off x="293880" y="763724"/>
            <a:ext cx="10844973"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1350"/>
          </a:p>
        </p:txBody>
      </p:sp>
      <p:sp>
        <p:nvSpPr>
          <p:cNvPr id="1027" name="矩形 9"/>
          <p:cNvSpPr>
            <a:spLocks noChangeArrowheads="1"/>
          </p:cNvSpPr>
          <p:nvPr userDrawn="1"/>
        </p:nvSpPr>
        <p:spPr bwMode="auto">
          <a:xfrm>
            <a:off x="1" y="6159317"/>
            <a:ext cx="502044" cy="222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964"/>
              </a:lnSpc>
              <a:defRPr/>
            </a:pPr>
            <a:fld id="{82817D3D-5402-4F50-BAC5-FFA3F1E65388}" type="slidenum">
              <a:rPr lang="en-US" altLang="zh-TW" sz="1157" b="0" smtClean="0">
                <a:ea typeface="微軟正黑體" pitchFamily="34" charset="-120"/>
              </a:rPr>
              <a:pPr algn="ctr" eaLnBrk="1" hangingPunct="1">
                <a:lnSpc>
                  <a:spcPts val="964"/>
                </a:lnSpc>
                <a:defRPr/>
              </a:pPr>
              <a:t>‹#›</a:t>
            </a:fld>
            <a:endParaRPr lang="en-US" altLang="zh-TW" sz="1157" b="0">
              <a:ea typeface="微軟正黑體" pitchFamily="34" charset="-120"/>
            </a:endParaRPr>
          </a:p>
        </p:txBody>
      </p:sp>
      <p:pic>
        <p:nvPicPr>
          <p:cNvPr id="6" name="圖片 5">
            <a:extLst>
              <a:ext uri="{FF2B5EF4-FFF2-40B4-BE49-F238E27FC236}">
                <a16:creationId xmlns:a16="http://schemas.microsoft.com/office/drawing/2014/main" id="{3F32C851-A9AA-418C-8F1D-F75AD5D0443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131819" y="6106127"/>
            <a:ext cx="3039134" cy="301446"/>
          </a:xfrm>
          <a:prstGeom prst="rect">
            <a:avLst/>
          </a:prstGeom>
        </p:spPr>
      </p:pic>
    </p:spTree>
    <p:extLst>
      <p:ext uri="{BB962C8B-B14F-4D97-AF65-F5344CB8AC3E}">
        <p14:creationId xmlns:p14="http://schemas.microsoft.com/office/powerpoint/2010/main" val="282142622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Lst>
  <p:transition spd="med"/>
  <p:hf hdr="0"/>
  <p:txStyles>
    <p:titleStyle>
      <a:lvl1pPr algn="l" defTabSz="863207" rtl="0" eaLnBrk="0" fontAlgn="base" hangingPunct="0">
        <a:spcBef>
          <a:spcPct val="0"/>
        </a:spcBef>
        <a:spcAft>
          <a:spcPct val="0"/>
        </a:spcAft>
        <a:defRPr sz="1832" b="1">
          <a:solidFill>
            <a:schemeClr val="tx2"/>
          </a:solidFill>
          <a:latin typeface="+mj-lt"/>
          <a:ea typeface="+mj-ea"/>
          <a:cs typeface="+mj-cs"/>
        </a:defRPr>
      </a:lvl1pPr>
      <a:lvl2pPr algn="l" defTabSz="863207" rtl="0" eaLnBrk="0" fontAlgn="base" hangingPunct="0">
        <a:spcBef>
          <a:spcPct val="0"/>
        </a:spcBef>
        <a:spcAft>
          <a:spcPct val="0"/>
        </a:spcAft>
        <a:defRPr sz="1832" b="1">
          <a:solidFill>
            <a:schemeClr val="tx2"/>
          </a:solidFill>
          <a:latin typeface="Arial" charset="0"/>
        </a:defRPr>
      </a:lvl2pPr>
      <a:lvl3pPr algn="l" defTabSz="863207" rtl="0" eaLnBrk="0" fontAlgn="base" hangingPunct="0">
        <a:spcBef>
          <a:spcPct val="0"/>
        </a:spcBef>
        <a:spcAft>
          <a:spcPct val="0"/>
        </a:spcAft>
        <a:defRPr sz="1832" b="1">
          <a:solidFill>
            <a:schemeClr val="tx2"/>
          </a:solidFill>
          <a:latin typeface="Arial" charset="0"/>
        </a:defRPr>
      </a:lvl3pPr>
      <a:lvl4pPr algn="l" defTabSz="863207" rtl="0" eaLnBrk="0" fontAlgn="base" hangingPunct="0">
        <a:spcBef>
          <a:spcPct val="0"/>
        </a:spcBef>
        <a:spcAft>
          <a:spcPct val="0"/>
        </a:spcAft>
        <a:defRPr sz="1832" b="1">
          <a:solidFill>
            <a:schemeClr val="tx2"/>
          </a:solidFill>
          <a:latin typeface="Arial" charset="0"/>
        </a:defRPr>
      </a:lvl4pPr>
      <a:lvl5pPr algn="l" defTabSz="863207" rtl="0" eaLnBrk="0" fontAlgn="base" hangingPunct="0">
        <a:spcBef>
          <a:spcPct val="0"/>
        </a:spcBef>
        <a:spcAft>
          <a:spcPct val="0"/>
        </a:spcAft>
        <a:defRPr sz="1832" b="1">
          <a:solidFill>
            <a:schemeClr val="tx2"/>
          </a:solidFill>
          <a:latin typeface="Arial" charset="0"/>
        </a:defRPr>
      </a:lvl5pPr>
      <a:lvl6pPr marL="440787" algn="l" defTabSz="863207" rtl="0" fontAlgn="base">
        <a:spcBef>
          <a:spcPct val="0"/>
        </a:spcBef>
        <a:spcAft>
          <a:spcPct val="0"/>
        </a:spcAft>
        <a:defRPr sz="1832" b="1">
          <a:solidFill>
            <a:schemeClr val="tx2"/>
          </a:solidFill>
          <a:latin typeface="Arial" charset="0"/>
        </a:defRPr>
      </a:lvl6pPr>
      <a:lvl7pPr marL="881573" algn="l" defTabSz="863207" rtl="0" fontAlgn="base">
        <a:spcBef>
          <a:spcPct val="0"/>
        </a:spcBef>
        <a:spcAft>
          <a:spcPct val="0"/>
        </a:spcAft>
        <a:defRPr sz="1832" b="1">
          <a:solidFill>
            <a:schemeClr val="tx2"/>
          </a:solidFill>
          <a:latin typeface="Arial" charset="0"/>
        </a:defRPr>
      </a:lvl7pPr>
      <a:lvl8pPr marL="1322360" algn="l" defTabSz="863207" rtl="0" fontAlgn="base">
        <a:spcBef>
          <a:spcPct val="0"/>
        </a:spcBef>
        <a:spcAft>
          <a:spcPct val="0"/>
        </a:spcAft>
        <a:defRPr sz="1832" b="1">
          <a:solidFill>
            <a:schemeClr val="tx2"/>
          </a:solidFill>
          <a:latin typeface="Arial" charset="0"/>
        </a:defRPr>
      </a:lvl8pPr>
      <a:lvl9pPr marL="1763146" algn="l" defTabSz="863207" rtl="0" fontAlgn="base">
        <a:spcBef>
          <a:spcPct val="0"/>
        </a:spcBef>
        <a:spcAft>
          <a:spcPct val="0"/>
        </a:spcAft>
        <a:defRPr sz="1832" b="1">
          <a:solidFill>
            <a:schemeClr val="tx2"/>
          </a:solidFill>
          <a:latin typeface="Arial" charset="0"/>
        </a:defRPr>
      </a:lvl9pPr>
    </p:titleStyle>
    <p:bodyStyle>
      <a:lvl1pPr algn="l" defTabSz="863207" rtl="0" eaLnBrk="0" fontAlgn="base" hangingPunct="0">
        <a:spcBef>
          <a:spcPct val="0"/>
        </a:spcBef>
        <a:spcAft>
          <a:spcPct val="0"/>
        </a:spcAft>
        <a:buSzPct val="120000"/>
        <a:defRPr sz="1543">
          <a:solidFill>
            <a:schemeClr val="tx1"/>
          </a:solidFill>
          <a:latin typeface="+mn-lt"/>
          <a:ea typeface="+mn-ea"/>
          <a:cs typeface="+mn-cs"/>
        </a:defRPr>
      </a:lvl1pPr>
      <a:lvl2pPr marL="139277" indent="-137746" algn="l" defTabSz="863207" rtl="0" eaLnBrk="0" fontAlgn="base" hangingPunct="0">
        <a:spcBef>
          <a:spcPct val="0"/>
        </a:spcBef>
        <a:spcAft>
          <a:spcPct val="0"/>
        </a:spcAft>
        <a:buSzPct val="120000"/>
        <a:buChar char="•"/>
        <a:defRPr sz="1543">
          <a:solidFill>
            <a:schemeClr val="tx1"/>
          </a:solidFill>
          <a:latin typeface="+mn-lt"/>
          <a:ea typeface="+mn-ea"/>
        </a:defRPr>
      </a:lvl2pPr>
      <a:lvl3pPr marL="284675" indent="-143868" algn="l" defTabSz="863207" rtl="0" eaLnBrk="0" fontAlgn="base" hangingPunct="0">
        <a:spcBef>
          <a:spcPct val="0"/>
        </a:spcBef>
        <a:spcAft>
          <a:spcPct val="0"/>
        </a:spcAft>
        <a:buChar char="–"/>
        <a:defRPr sz="1543">
          <a:solidFill>
            <a:schemeClr val="tx1"/>
          </a:solidFill>
          <a:latin typeface="+mn-lt"/>
          <a:ea typeface="+mn-ea"/>
        </a:defRPr>
      </a:lvl3pPr>
      <a:lvl4pPr marL="416298" indent="-130094" algn="l" defTabSz="863207" rtl="0" eaLnBrk="0" fontAlgn="base" hangingPunct="0">
        <a:spcBef>
          <a:spcPct val="0"/>
        </a:spcBef>
        <a:spcAft>
          <a:spcPct val="0"/>
        </a:spcAft>
        <a:buSzPct val="89000"/>
        <a:buChar char="•"/>
        <a:defRPr sz="1543">
          <a:solidFill>
            <a:schemeClr val="tx1"/>
          </a:solidFill>
          <a:latin typeface="+mn-lt"/>
          <a:ea typeface="+mn-ea"/>
        </a:defRPr>
      </a:lvl4pPr>
      <a:lvl5pPr marL="561697" indent="-143868" algn="l" defTabSz="863207" rtl="0" eaLnBrk="0" fontAlgn="base" hangingPunct="0">
        <a:spcBef>
          <a:spcPct val="0"/>
        </a:spcBef>
        <a:spcAft>
          <a:spcPct val="0"/>
        </a:spcAft>
        <a:buSzPct val="75000"/>
        <a:buChar char="–"/>
        <a:defRPr sz="1543">
          <a:solidFill>
            <a:schemeClr val="tx1"/>
          </a:solidFill>
          <a:latin typeface="+mn-lt"/>
          <a:ea typeface="+mn-ea"/>
        </a:defRPr>
      </a:lvl5pPr>
      <a:lvl6pPr marL="1002484" indent="-143868" algn="l" defTabSz="863207" rtl="0" fontAlgn="base">
        <a:spcBef>
          <a:spcPct val="0"/>
        </a:spcBef>
        <a:spcAft>
          <a:spcPct val="0"/>
        </a:spcAft>
        <a:buSzPct val="75000"/>
        <a:buChar char="–"/>
        <a:defRPr sz="1543">
          <a:solidFill>
            <a:schemeClr val="tx1"/>
          </a:solidFill>
          <a:latin typeface="+mn-lt"/>
          <a:ea typeface="+mn-ea"/>
        </a:defRPr>
      </a:lvl6pPr>
      <a:lvl7pPr marL="1443270" indent="-143868" algn="l" defTabSz="863207" rtl="0" fontAlgn="base">
        <a:spcBef>
          <a:spcPct val="0"/>
        </a:spcBef>
        <a:spcAft>
          <a:spcPct val="0"/>
        </a:spcAft>
        <a:buSzPct val="75000"/>
        <a:buChar char="–"/>
        <a:defRPr sz="1543">
          <a:solidFill>
            <a:schemeClr val="tx1"/>
          </a:solidFill>
          <a:latin typeface="+mn-lt"/>
          <a:ea typeface="+mn-ea"/>
        </a:defRPr>
      </a:lvl7pPr>
      <a:lvl8pPr marL="1884057" indent="-143868" algn="l" defTabSz="863207" rtl="0" fontAlgn="base">
        <a:spcBef>
          <a:spcPct val="0"/>
        </a:spcBef>
        <a:spcAft>
          <a:spcPct val="0"/>
        </a:spcAft>
        <a:buSzPct val="75000"/>
        <a:buChar char="–"/>
        <a:defRPr sz="1543">
          <a:solidFill>
            <a:schemeClr val="tx1"/>
          </a:solidFill>
          <a:latin typeface="+mn-lt"/>
          <a:ea typeface="+mn-ea"/>
        </a:defRPr>
      </a:lvl8pPr>
      <a:lvl9pPr marL="2324843" indent="-143868" algn="l" defTabSz="863207" rtl="0" fontAlgn="base">
        <a:spcBef>
          <a:spcPct val="0"/>
        </a:spcBef>
        <a:spcAft>
          <a:spcPct val="0"/>
        </a:spcAft>
        <a:buSzPct val="75000"/>
        <a:buChar char="–"/>
        <a:defRPr sz="1543">
          <a:solidFill>
            <a:schemeClr val="tx1"/>
          </a:solidFill>
          <a:latin typeface="+mn-lt"/>
          <a:ea typeface="+mn-ea"/>
        </a:defRPr>
      </a:lvl9pPr>
    </p:bodyStyle>
    <p:otherStyle>
      <a:defPPr>
        <a:defRPr lang="zh-TW"/>
      </a:defPPr>
      <a:lvl1pPr marL="0" algn="l" defTabSz="881573" rtl="0" eaLnBrk="1" latinLnBrk="0" hangingPunct="1">
        <a:defRPr sz="1735" kern="1200">
          <a:solidFill>
            <a:schemeClr val="tx1"/>
          </a:solidFill>
          <a:latin typeface="+mn-lt"/>
          <a:ea typeface="+mn-ea"/>
          <a:cs typeface="+mn-cs"/>
        </a:defRPr>
      </a:lvl1pPr>
      <a:lvl2pPr marL="440787" algn="l" defTabSz="881573" rtl="0" eaLnBrk="1" latinLnBrk="0" hangingPunct="1">
        <a:defRPr sz="1735" kern="1200">
          <a:solidFill>
            <a:schemeClr val="tx1"/>
          </a:solidFill>
          <a:latin typeface="+mn-lt"/>
          <a:ea typeface="+mn-ea"/>
          <a:cs typeface="+mn-cs"/>
        </a:defRPr>
      </a:lvl2pPr>
      <a:lvl3pPr marL="881573" algn="l" defTabSz="881573" rtl="0" eaLnBrk="1" latinLnBrk="0" hangingPunct="1">
        <a:defRPr sz="1735" kern="1200">
          <a:solidFill>
            <a:schemeClr val="tx1"/>
          </a:solidFill>
          <a:latin typeface="+mn-lt"/>
          <a:ea typeface="+mn-ea"/>
          <a:cs typeface="+mn-cs"/>
        </a:defRPr>
      </a:lvl3pPr>
      <a:lvl4pPr marL="1322360" algn="l" defTabSz="881573" rtl="0" eaLnBrk="1" latinLnBrk="0" hangingPunct="1">
        <a:defRPr sz="1735" kern="1200">
          <a:solidFill>
            <a:schemeClr val="tx1"/>
          </a:solidFill>
          <a:latin typeface="+mn-lt"/>
          <a:ea typeface="+mn-ea"/>
          <a:cs typeface="+mn-cs"/>
        </a:defRPr>
      </a:lvl4pPr>
      <a:lvl5pPr marL="1763146" algn="l" defTabSz="881573" rtl="0" eaLnBrk="1" latinLnBrk="0" hangingPunct="1">
        <a:defRPr sz="1735" kern="1200">
          <a:solidFill>
            <a:schemeClr val="tx1"/>
          </a:solidFill>
          <a:latin typeface="+mn-lt"/>
          <a:ea typeface="+mn-ea"/>
          <a:cs typeface="+mn-cs"/>
        </a:defRPr>
      </a:lvl5pPr>
      <a:lvl6pPr marL="2203933" algn="l" defTabSz="881573" rtl="0" eaLnBrk="1" latinLnBrk="0" hangingPunct="1">
        <a:defRPr sz="1735" kern="1200">
          <a:solidFill>
            <a:schemeClr val="tx1"/>
          </a:solidFill>
          <a:latin typeface="+mn-lt"/>
          <a:ea typeface="+mn-ea"/>
          <a:cs typeface="+mn-cs"/>
        </a:defRPr>
      </a:lvl6pPr>
      <a:lvl7pPr marL="2644719" algn="l" defTabSz="881573" rtl="0" eaLnBrk="1" latinLnBrk="0" hangingPunct="1">
        <a:defRPr sz="1735" kern="1200">
          <a:solidFill>
            <a:schemeClr val="tx1"/>
          </a:solidFill>
          <a:latin typeface="+mn-lt"/>
          <a:ea typeface="+mn-ea"/>
          <a:cs typeface="+mn-cs"/>
        </a:defRPr>
      </a:lvl7pPr>
      <a:lvl8pPr marL="3085506" algn="l" defTabSz="881573" rtl="0" eaLnBrk="1" latinLnBrk="0" hangingPunct="1">
        <a:defRPr sz="1735" kern="1200">
          <a:solidFill>
            <a:schemeClr val="tx1"/>
          </a:solidFill>
          <a:latin typeface="+mn-lt"/>
          <a:ea typeface="+mn-ea"/>
          <a:cs typeface="+mn-cs"/>
        </a:defRPr>
      </a:lvl8pPr>
      <a:lvl9pPr marL="3526292" algn="l" defTabSz="881573" rtl="0" eaLnBrk="1" latinLnBrk="0" hangingPunct="1">
        <a:defRPr sz="173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3" name="圖片 2">
            <a:extLst>
              <a:ext uri="{FF2B5EF4-FFF2-40B4-BE49-F238E27FC236}">
                <a16:creationId xmlns:a16="http://schemas.microsoft.com/office/drawing/2014/main" id="{631D3636-C8D9-A34B-A3BF-045464A9529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0" y="5994000"/>
            <a:ext cx="4406303" cy="705606"/>
          </a:xfrm>
          <a:prstGeom prst="rect">
            <a:avLst/>
          </a:prstGeom>
        </p:spPr>
      </p:pic>
      <p:sp>
        <p:nvSpPr>
          <p:cNvPr id="6" name="Google Shape;6;p31"/>
          <p:cNvSpPr/>
          <p:nvPr/>
        </p:nvSpPr>
        <p:spPr>
          <a:xfrm>
            <a:off x="0" y="6237968"/>
            <a:ext cx="381603" cy="242207"/>
          </a:xfrm>
          <a:prstGeom prst="rect">
            <a:avLst/>
          </a:prstGeom>
          <a:noFill/>
          <a:ln>
            <a:noFill/>
          </a:ln>
        </p:spPr>
        <p:txBody>
          <a:bodyPr spcFirstLastPara="1" wrap="none" lIns="88150" tIns="44050" rIns="88150" bIns="44050" anchor="b" anchorCtr="0">
            <a:spAutoFit/>
          </a:bodyPr>
          <a:lstStyle/>
          <a:p>
            <a:pPr marL="0" marR="0" lvl="0" indent="0" algn="ctr" rtl="0">
              <a:lnSpc>
                <a:spcPct val="83333"/>
              </a:lnSpc>
              <a:spcBef>
                <a:spcPts val="0"/>
              </a:spcBef>
              <a:spcAft>
                <a:spcPts val="0"/>
              </a:spcAft>
              <a:buClr>
                <a:srgbClr val="000000"/>
              </a:buClr>
              <a:buSzPts val="1200"/>
              <a:buFont typeface="Arial"/>
              <a:buNone/>
            </a:pPr>
            <a:fld id="{00000000-1234-1234-1234-123412341234}" type="slidenum">
              <a:rPr lang="en-US" altLang="zh-TW" sz="1200" b="0" i="0" u="none" strike="noStrike" cap="none" smtClean="0">
                <a:solidFill>
                  <a:schemeClr val="dk1"/>
                </a:solidFill>
                <a:latin typeface="Microsoft JhengHei" panose="020B0604030504040204" pitchFamily="34" charset="-120"/>
                <a:ea typeface="Microsoft JhengHei" panose="020B0604030504040204" pitchFamily="34" charset="-120"/>
                <a:cs typeface="Arial"/>
                <a:sym typeface="Arial"/>
              </a:rPr>
              <a:pPr marL="0" marR="0" lvl="0" indent="0" algn="ctr" rtl="0">
                <a:lnSpc>
                  <a:spcPct val="83333"/>
                </a:lnSpc>
                <a:spcBef>
                  <a:spcPts val="0"/>
                </a:spcBef>
                <a:spcAft>
                  <a:spcPts val="0"/>
                </a:spcAft>
                <a:buClr>
                  <a:srgbClr val="000000"/>
                </a:buClr>
                <a:buSzPts val="1200"/>
                <a:buFont typeface="Arial"/>
                <a:buNone/>
              </a:pPr>
              <a:t>‹#›</a:t>
            </a:fld>
            <a:endParaRPr sz="1200" b="0" i="0" u="none" strike="noStrike" cap="none">
              <a:solidFill>
                <a:schemeClr val="dk1"/>
              </a:solidFill>
              <a:latin typeface="Microsoft JhengHei" panose="020B0604030504040204" pitchFamily="34" charset="-120"/>
              <a:ea typeface="Microsoft JhengHei" panose="020B0604030504040204" pitchFamily="34" charset="-120"/>
              <a:cs typeface="Arial"/>
              <a:sym typeface="Arial"/>
            </a:endParaRPr>
          </a:p>
        </p:txBody>
      </p:sp>
      <p:pic>
        <p:nvPicPr>
          <p:cNvPr id="4" name="圖片 3">
            <a:extLst>
              <a:ext uri="{FF2B5EF4-FFF2-40B4-BE49-F238E27FC236}">
                <a16:creationId xmlns:a16="http://schemas.microsoft.com/office/drawing/2014/main" id="{2D86D7F2-4668-134E-BDFC-689955836914}"/>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000000" y="6156000"/>
            <a:ext cx="2462731" cy="291229"/>
          </a:xfrm>
          <a:prstGeom prst="rect">
            <a:avLst/>
          </a:prstGeom>
        </p:spPr>
      </p:pic>
      <p:sp>
        <p:nvSpPr>
          <p:cNvPr id="5" name="矩形 4">
            <a:extLst>
              <a:ext uri="{FF2B5EF4-FFF2-40B4-BE49-F238E27FC236}">
                <a16:creationId xmlns:a16="http://schemas.microsoft.com/office/drawing/2014/main" id="{F2DBFD30-7CBC-FF44-A3CD-E1370C8D3C26}"/>
              </a:ext>
            </a:extLst>
          </p:cNvPr>
          <p:cNvSpPr>
            <a:spLocks noChangeArrowheads="1"/>
          </p:cNvSpPr>
          <p:nvPr userDrawn="1"/>
        </p:nvSpPr>
        <p:spPr bwMode="auto">
          <a:xfrm>
            <a:off x="7362000" y="6228000"/>
            <a:ext cx="1636426" cy="20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400" tIns="43200" rIns="86400" bIns="43200" anchor="ctr">
            <a:spAutoFit/>
          </a:bodyPr>
          <a:lstStyle>
            <a:defPPr>
              <a:defRPr lang="en-US"/>
            </a:defPPr>
            <a:lvl1pPr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华文楷体" panose="02010600040101010101" pitchFamily="2" charset="-122"/>
                <a:cs typeface="+mn-cs"/>
              </a:defRPr>
            </a:lvl5pPr>
            <a:lvl6pPr marL="22860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6pPr>
            <a:lvl7pPr marL="27432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7pPr>
            <a:lvl8pPr marL="32004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8pPr>
            <a:lvl9pPr marL="3657600" algn="l" defTabSz="914400" rtl="0" eaLnBrk="1" latinLnBrk="0" hangingPunct="1">
              <a:defRPr sz="4000" b="1" kern="1200">
                <a:solidFill>
                  <a:schemeClr val="tx1"/>
                </a:solidFill>
                <a:latin typeface="Arial" panose="020B0604020202020204" pitchFamily="34" charset="0"/>
                <a:ea typeface="华文楷体" panose="02010600040101010101" pitchFamily="2" charset="-122"/>
                <a:cs typeface="+mn-cs"/>
              </a:defRPr>
            </a:lvl9pPr>
          </a:lstStyle>
          <a:p>
            <a:pPr algn="ctr" eaLnBrk="1" hangingPunct="1">
              <a:lnSpc>
                <a:spcPts val="964"/>
              </a:lnSpc>
              <a:defRPr/>
            </a:pPr>
            <a:r>
              <a:rPr lang="zh-TW" altLang="en-US" sz="800" b="0">
                <a:solidFill>
                  <a:srgbClr val="B2B2B2"/>
                </a:solidFill>
                <a:latin typeface="微軟正黑體" panose="020B0604030504040204" pitchFamily="34" charset="-120"/>
                <a:ea typeface="微軟正黑體" panose="020B0604030504040204" pitchFamily="34" charset="-120"/>
              </a:rPr>
              <a:t>機密資料僅限永豐金控內部使用 </a:t>
            </a:r>
            <a:endParaRPr lang="en-US" altLang="zh-TW" sz="800" b="0">
              <a:solidFill>
                <a:srgbClr val="B2B2B2"/>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53451147"/>
      </p:ext>
    </p:extLst>
  </p:cSld>
  <p:clrMap bg1="lt1" tx1="dk1" bg2="dk2" tx2="lt2" accent1="accent1" accent2="accent2" accent3="accent3" accent4="accent4" accent5="accent5" accent6="accent6" hlink="hlink" folHlink="folHlink"/>
  <p:sldLayoutIdLst>
    <p:sldLayoutId id="2147483696" r:id="rId1"/>
    <p:sldLayoutId id="2147483697" r:id="rId2"/>
    <p:sldLayoutId id="2147483698" r:id="rId3"/>
    <p:sldLayoutId id="2147483700"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041">
          <p15:clr>
            <a:srgbClr val="F26B43"/>
          </p15:clr>
        </p15:guide>
        <p15:guide id="2" pos="3697">
          <p15:clr>
            <a:srgbClr val="A4A3A4"/>
          </p15:clr>
        </p15:guide>
        <p15:guide id="3" pos="7144">
          <p15:clr>
            <a:srgbClr val="A4A3A4"/>
          </p15:clr>
        </p15:guide>
        <p15:guide id="4" pos="113">
          <p15:clr>
            <a:srgbClr val="A4A3A4"/>
          </p15:clr>
        </p15:guide>
        <p15:guide id="5" orient="horz" pos="3855">
          <p15:clr>
            <a:srgbClr val="A4A3A4"/>
          </p15:clr>
        </p15:guide>
        <p15:guide id="6" orient="horz" pos="45">
          <p15:clr>
            <a:srgbClr val="A4A3A4"/>
          </p15:clr>
        </p15:guide>
        <p15:guide id="11" pos="3629">
          <p15:clr>
            <a:srgbClr val="F26B43"/>
          </p15:clr>
        </p15:guide>
        <p15:guide id="12" pos="3560">
          <p15:clr>
            <a:srgbClr val="A4A3A4"/>
          </p15:clr>
        </p15:guide>
        <p15:guide id="13" pos="2495">
          <p15:clr>
            <a:srgbClr val="A4A3A4"/>
          </p15:clr>
        </p15:guide>
        <p15:guide id="14" pos="2381">
          <p15:clr>
            <a:srgbClr val="A4A3A4"/>
          </p15:clr>
        </p15:guide>
        <p15:guide id="15" pos="4762">
          <p15:clr>
            <a:srgbClr val="A4A3A4"/>
          </p15:clr>
        </p15:guide>
        <p15:guide id="16" pos="4876">
          <p15:clr>
            <a:srgbClr val="A4A3A4"/>
          </p15:clr>
        </p15:guide>
        <p15:guide id="18" orient="horz" pos="385">
          <p15:clr>
            <a:srgbClr val="A4A3A4"/>
          </p15:clr>
        </p15:guide>
        <p15:guide id="19" orient="horz" pos="453">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10.11.141.179:8000/"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hyperlink" Target="https://sinopacgroup.sharepoint.com/:u:/s/msteams_a6076b/IQAPjULwIkkdT6Wx1YMgmurzAVmtiN-xba8eN5_JxR9ZX3s?e=KgHbn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8.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7.xml"/><Relationship Id="rId1" Type="http://schemas.openxmlformats.org/officeDocument/2006/relationships/slideLayout" Target="../slideLayouts/slideLayout8.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42182" y="2216585"/>
            <a:ext cx="7836121" cy="1131526"/>
          </a:xfrm>
        </p:spPr>
        <p:txBody>
          <a:bodyPr/>
          <a:lstStyle/>
          <a:p>
            <a:pPr>
              <a:lnSpc>
                <a:spcPct val="150000"/>
              </a:lnSpc>
              <a:defRPr/>
            </a:pPr>
            <a:br>
              <a:rPr lang="en-US" altLang="zh-TW" sz="2800"/>
            </a:br>
            <a:r>
              <a:rPr lang="en-US" altLang="zh-TW" sz="2800" err="1"/>
              <a:t>InfoGather</a:t>
            </a:r>
            <a:r>
              <a:rPr lang="en-US" altLang="zh-TW" sz="2800"/>
              <a:t>: </a:t>
            </a:r>
            <a:r>
              <a:rPr lang="zh-TW" altLang="en-US" sz="2800"/>
              <a:t>資訊收錄摘要自動化平台</a:t>
            </a:r>
            <a:br>
              <a:rPr lang="en-US" altLang="zh-TW" sz="2800"/>
            </a:br>
            <a:r>
              <a:rPr lang="zh-TW" altLang="en-US" sz="2800"/>
              <a:t>架構審查</a:t>
            </a:r>
            <a:r>
              <a:rPr lang="zh-TW" altLang="en-US" sz="2800">
                <a:solidFill>
                  <a:prstClr val="black"/>
                </a:solidFill>
              </a:rPr>
              <a:t>會議</a:t>
            </a:r>
            <a:br>
              <a:rPr lang="en-US" altLang="zh-TW" sz="2400">
                <a:solidFill>
                  <a:prstClr val="black"/>
                </a:solidFill>
              </a:rPr>
            </a:br>
            <a:endParaRPr lang="zh-TW" altLang="en-US" sz="2314"/>
          </a:p>
        </p:txBody>
      </p:sp>
      <p:sp>
        <p:nvSpPr>
          <p:cNvPr id="3" name="標題 1">
            <a:extLst>
              <a:ext uri="{FF2B5EF4-FFF2-40B4-BE49-F238E27FC236}">
                <a16:creationId xmlns:a16="http://schemas.microsoft.com/office/drawing/2014/main" id="{11960229-7B7A-8E1A-AF98-8A223E7723AD}"/>
              </a:ext>
            </a:extLst>
          </p:cNvPr>
          <p:cNvSpPr txBox="1">
            <a:spLocks/>
          </p:cNvSpPr>
          <p:nvPr/>
        </p:nvSpPr>
        <p:spPr>
          <a:xfrm>
            <a:off x="4605474" y="4606128"/>
            <a:ext cx="2309539" cy="519119"/>
          </a:xfrm>
          <a:prstGeom prst="rect">
            <a:avLst/>
          </a:prstGeom>
        </p:spPr>
        <p:txBody>
          <a:bodyPr anchor="ctr"/>
          <a:lstStyle>
            <a:lvl1pPr algn="ctr" defTabSz="895350" rtl="0" eaLnBrk="0" fontAlgn="base" hangingPunct="0">
              <a:spcBef>
                <a:spcPct val="0"/>
              </a:spcBef>
              <a:spcAft>
                <a:spcPct val="0"/>
              </a:spcAft>
              <a:defRPr sz="36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pPr defTabSz="863207">
              <a:buClrTx/>
              <a:defRPr/>
            </a:pPr>
            <a:r>
              <a:rPr lang="zh-TW" altLang="en-US" sz="2400"/>
              <a:t>數位科技處</a:t>
            </a:r>
            <a:endParaRPr lang="zh-TW" altLang="en-US" sz="2314">
              <a:solidFill>
                <a:prstClr val="black"/>
              </a:solidFill>
            </a:endParaRPr>
          </a:p>
        </p:txBody>
      </p:sp>
      <p:sp>
        <p:nvSpPr>
          <p:cNvPr id="4" name="文字版面配置區 4">
            <a:extLst>
              <a:ext uri="{FF2B5EF4-FFF2-40B4-BE49-F238E27FC236}">
                <a16:creationId xmlns:a16="http://schemas.microsoft.com/office/drawing/2014/main" id="{1975DF22-82A3-EC77-FEF5-7D7A9BF5878C}"/>
              </a:ext>
            </a:extLst>
          </p:cNvPr>
          <p:cNvSpPr>
            <a:spLocks noGrp="1"/>
          </p:cNvSpPr>
          <p:nvPr/>
        </p:nvSpPr>
        <p:spPr>
          <a:xfrm>
            <a:off x="4753076" y="5125247"/>
            <a:ext cx="2014331" cy="360000"/>
          </a:xfrm>
          <a:prstGeom prst="rect">
            <a:avLst/>
          </a:prstGeom>
          <a:noFill/>
          <a:ln>
            <a:noFill/>
          </a:ln>
        </p:spPr>
        <p:txBody>
          <a:bodyPr spcFirstLastPara="1" wrap="square" lIns="90000" tIns="46800" rIns="90000" bIns="46800" anchor="ctr" anchorCtr="0">
            <a:noAutofit/>
          </a:bodyPr>
          <a:lstStyle>
            <a:defPPr marR="0" lvl="0" algn="l" rtl="0">
              <a:lnSpc>
                <a:spcPct val="100000"/>
              </a:lnSpc>
              <a:spcBef>
                <a:spcPts val="0"/>
              </a:spcBef>
              <a:spcAft>
                <a:spcPts val="0"/>
              </a:spcAft>
            </a:defPPr>
            <a:lvl1pPr marL="0" marR="0" lvl="0" indent="-228600" algn="ctr" rtl="0">
              <a:lnSpc>
                <a:spcPct val="100000"/>
              </a:lnSpc>
              <a:spcBef>
                <a:spcPts val="0"/>
              </a:spcBef>
              <a:spcAft>
                <a:spcPts val="0"/>
              </a:spcAft>
              <a:buClr>
                <a:schemeClr val="dk1"/>
              </a:buClr>
              <a:buSzPts val="1900"/>
              <a:buFont typeface="Microsoft JhengHei"/>
              <a:buNone/>
              <a:defRPr sz="1600" b="0" i="0" u="none" strike="noStrike" cap="none">
                <a:solidFill>
                  <a:schemeClr val="dk1"/>
                </a:solidFill>
                <a:latin typeface="+mn-lt"/>
                <a:ea typeface="微軟正黑體" panose="020B0604030504040204" pitchFamily="34" charset="-120"/>
                <a:cs typeface="微軟正黑體" panose="020B0604030504040204" pitchFamily="34" charset="-120"/>
                <a:sym typeface="Microsoft JhengHei"/>
              </a:defRPr>
            </a:lvl1pPr>
            <a:lvl2pPr marL="914400" marR="0" lvl="1" indent="-228600" algn="l" rtl="0">
              <a:lnSpc>
                <a:spcPct val="100000"/>
              </a:lnSpc>
              <a:spcBef>
                <a:spcPts val="0"/>
              </a:spcBef>
              <a:spcAft>
                <a:spcPts val="0"/>
              </a:spcAft>
              <a:buClr>
                <a:schemeClr val="dk1"/>
              </a:buClr>
              <a:buSzPts val="1400"/>
              <a:buFont typeface="Times New Roman"/>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lnSpc>
                <a:spcPct val="100000"/>
              </a:lnSpc>
              <a:spcBef>
                <a:spcPts val="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lnSpc>
                <a:spcPct val="100000"/>
              </a:lnSpc>
              <a:spcBef>
                <a:spcPts val="0"/>
              </a:spcBef>
              <a:spcAft>
                <a:spcPts val="0"/>
              </a:spcAft>
              <a:buClr>
                <a:schemeClr val="dk1"/>
              </a:buClr>
              <a:buSzPts val="8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lnSpc>
                <a:spcPct val="100000"/>
              </a:lnSpc>
              <a:spcBef>
                <a:spcPts val="0"/>
              </a:spcBef>
              <a:spcAft>
                <a:spcPts val="0"/>
              </a:spcAft>
              <a:buClr>
                <a:schemeClr val="dk1"/>
              </a:buClr>
              <a:buSzPts val="700"/>
              <a:buFont typeface="Times New Roman"/>
              <a:buNone/>
              <a:defRPr sz="900" b="0" i="0" u="none" strike="noStrike" cap="none">
                <a:solidFill>
                  <a:schemeClr val="dk1"/>
                </a:solidFill>
                <a:latin typeface="Times New Roman"/>
                <a:ea typeface="Times New Roman"/>
                <a:cs typeface="Times New Roman"/>
                <a:sym typeface="Times New Roman"/>
              </a:defRPr>
            </a:lvl9pPr>
          </a:lstStyle>
          <a:p>
            <a:pPr algn="ctr">
              <a:lnSpc>
                <a:spcPct val="130000"/>
              </a:lnSpc>
            </a:pPr>
            <a:r>
              <a:rPr lang="en-US" altLang="zh-TW">
                <a:solidFill>
                  <a:schemeClr val="tx1"/>
                </a:solidFill>
              </a:rPr>
              <a:t>2026.07.23</a:t>
            </a:r>
            <a:endParaRPr lang="en-US" altLang="zh-TW">
              <a:solidFill>
                <a:schemeClr val="tx1"/>
              </a:solidFill>
              <a:latin typeface="微軟正黑體" panose="020B0604030504040204" pitchFamily="34" charset="-120"/>
              <a:ea typeface="微軟正黑體" panose="020B0604030504040204" pitchFamily="34" charset="-12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字方塊 16">
            <a:extLst>
              <a:ext uri="{FF2B5EF4-FFF2-40B4-BE49-F238E27FC236}">
                <a16:creationId xmlns:a16="http://schemas.microsoft.com/office/drawing/2014/main" id="{FA909C98-DF50-D90B-8435-A9D49F1B42DA}"/>
              </a:ext>
            </a:extLst>
          </p:cNvPr>
          <p:cNvSpPr txBox="1"/>
          <p:nvPr/>
        </p:nvSpPr>
        <p:spPr>
          <a:xfrm>
            <a:off x="345905" y="833779"/>
            <a:ext cx="3499357" cy="4652427"/>
          </a:xfrm>
          <a:prstGeom prst="rect">
            <a:avLst/>
          </a:prstGeom>
          <a:noFill/>
        </p:spPr>
        <p:txBody>
          <a:bodyPr wrap="square" anchor="ctr">
            <a:spAutoFit/>
          </a:bodyPr>
          <a:lstStyle/>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專案總覽</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專案團隊</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專案背景與目的</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專案效益</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需求說明</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專案規劃</a:t>
            </a: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系統架構</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系統成本</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雲適性評估</a:t>
            </a:r>
            <a:endParaRPr lang="en-US" altLang="zh-TW" sz="2000">
              <a:latin typeface="微軟正黑體" panose="020B0604030504040204" pitchFamily="34" charset="-120"/>
              <a:ea typeface="微軟正黑體" panose="020B0604030504040204" pitchFamily="34" charset="-120"/>
            </a:endParaRPr>
          </a:p>
          <a:p>
            <a:pPr marL="330590" indent="-330590">
              <a:lnSpc>
                <a:spcPct val="150000"/>
              </a:lnSpc>
              <a:buFont typeface="Arial" panose="020B0604020202020204" pitchFamily="34" charset="0"/>
              <a:buChar char="•"/>
            </a:pPr>
            <a:r>
              <a:rPr lang="zh-TW" altLang="en-US" sz="2000">
                <a:latin typeface="微軟正黑體" panose="020B0604030504040204" pitchFamily="34" charset="-120"/>
                <a:ea typeface="微軟正黑體" panose="020B0604030504040204" pitchFamily="34" charset="-120"/>
              </a:rPr>
              <a:t>模型資訊</a:t>
            </a:r>
          </a:p>
        </p:txBody>
      </p:sp>
      <p:sp>
        <p:nvSpPr>
          <p:cNvPr id="16" name="文字方塊 15">
            <a:extLst>
              <a:ext uri="{FF2B5EF4-FFF2-40B4-BE49-F238E27FC236}">
                <a16:creationId xmlns:a16="http://schemas.microsoft.com/office/drawing/2014/main" id="{3EDA908A-6CFF-7474-628A-5DD873DCF86D}"/>
              </a:ext>
            </a:extLst>
          </p:cNvPr>
          <p:cNvSpPr txBox="1"/>
          <p:nvPr/>
        </p:nvSpPr>
        <p:spPr>
          <a:xfrm>
            <a:off x="9413705" y="5486206"/>
            <a:ext cx="3666141" cy="557724"/>
          </a:xfrm>
          <a:prstGeom prst="rect">
            <a:avLst/>
          </a:prstGeom>
          <a:noFill/>
        </p:spPr>
        <p:txBody>
          <a:bodyPr wrap="square">
            <a:spAutoFit/>
          </a:bodyPr>
          <a:lstStyle/>
          <a:p>
            <a:pPr>
              <a:lnSpc>
                <a:spcPct val="150000"/>
              </a:lnSpc>
            </a:pPr>
            <a:r>
              <a:rPr lang="en-US" altLang="zh-TW" sz="2314">
                <a:solidFill>
                  <a:schemeClr val="tx1">
                    <a:lumMod val="65000"/>
                    <a:lumOff val="35000"/>
                  </a:schemeClr>
                </a:solidFill>
                <a:latin typeface="微軟正黑體" panose="020B0604030504040204" pitchFamily="34" charset="-120"/>
                <a:ea typeface="微軟正黑體" panose="020B0604030504040204" pitchFamily="34" charset="-120"/>
              </a:rPr>
              <a:t>- Appendix</a:t>
            </a:r>
            <a:endParaRPr lang="zh-TW" altLang="en-US" sz="2314">
              <a:solidFill>
                <a:schemeClr val="tx1">
                  <a:lumMod val="65000"/>
                  <a:lumOff val="35000"/>
                </a:schemeClr>
              </a:solidFill>
              <a:latin typeface="微軟正黑體" panose="020B0604030504040204" pitchFamily="34" charset="-120"/>
              <a:ea typeface="微軟正黑體" panose="020B0604030504040204" pitchFamily="34" charset="-120"/>
            </a:endParaRPr>
          </a:p>
        </p:txBody>
      </p:sp>
      <p:sp>
        <p:nvSpPr>
          <p:cNvPr id="4" name="標題 1">
            <a:extLst>
              <a:ext uri="{FF2B5EF4-FFF2-40B4-BE49-F238E27FC236}">
                <a16:creationId xmlns:a16="http://schemas.microsoft.com/office/drawing/2014/main" id="{0407DE6F-BD89-C940-7737-B227D951088D}"/>
              </a:ext>
            </a:extLst>
          </p:cNvPr>
          <p:cNvSpPr txBox="1">
            <a:spLocks/>
          </p:cNvSpPr>
          <p:nvPr/>
        </p:nvSpPr>
        <p:spPr>
          <a:xfrm>
            <a:off x="345905" y="173538"/>
            <a:ext cx="10717638" cy="600229"/>
          </a:xfrm>
          <a:prstGeom prst="rect">
            <a:avLst/>
          </a:prstGeom>
        </p:spPr>
        <p:txBody>
          <a:bodyPr anchor="ctr"/>
          <a:lstStyle>
            <a:lvl1pPr defTabSz="895350" eaLnBrk="0" hangingPunct="0">
              <a:defRPr sz="3200">
                <a:solidFill>
                  <a:schemeClr val="tx2">
                    <a:lumMod val="50000"/>
                  </a:schemeClr>
                </a:solidFill>
                <a:latin typeface="微軟正黑體" panose="020B0604030504040204" pitchFamily="34" charset="-120"/>
                <a:ea typeface="微軟正黑體" panose="020B0604030504040204" pitchFamily="34" charset="-120"/>
                <a:cs typeface="+mj-cs"/>
              </a:defRPr>
            </a:lvl1pPr>
            <a:lvl2pPr defTabSz="895350" eaLnBrk="0" hangingPunct="0">
              <a:defRPr sz="1900">
                <a:solidFill>
                  <a:schemeClr val="tx2"/>
                </a:solidFill>
              </a:defRPr>
            </a:lvl2pPr>
            <a:lvl3pPr defTabSz="895350" eaLnBrk="0" hangingPunct="0">
              <a:defRPr sz="1900">
                <a:solidFill>
                  <a:schemeClr val="tx2"/>
                </a:solidFill>
              </a:defRPr>
            </a:lvl3pPr>
            <a:lvl4pPr defTabSz="895350" eaLnBrk="0" hangingPunct="0">
              <a:defRPr sz="1900">
                <a:solidFill>
                  <a:schemeClr val="tx2"/>
                </a:solidFill>
              </a:defRPr>
            </a:lvl4pPr>
            <a:lvl5pPr defTabSz="895350" eaLnBrk="0" hangingPunct="0">
              <a:defRPr sz="1900">
                <a:solidFill>
                  <a:schemeClr val="tx2"/>
                </a:solidFill>
              </a:defRPr>
            </a:lvl5pPr>
            <a:lvl6pPr marL="457200" defTabSz="895350" fontAlgn="base">
              <a:spcBef>
                <a:spcPct val="0"/>
              </a:spcBef>
              <a:spcAft>
                <a:spcPct val="0"/>
              </a:spcAft>
              <a:defRPr sz="1900">
                <a:solidFill>
                  <a:schemeClr val="tx2"/>
                </a:solidFill>
              </a:defRPr>
            </a:lvl6pPr>
            <a:lvl7pPr marL="914400" defTabSz="895350" fontAlgn="base">
              <a:spcBef>
                <a:spcPct val="0"/>
              </a:spcBef>
              <a:spcAft>
                <a:spcPct val="0"/>
              </a:spcAft>
              <a:defRPr sz="1900">
                <a:solidFill>
                  <a:schemeClr val="tx2"/>
                </a:solidFill>
              </a:defRPr>
            </a:lvl7pPr>
            <a:lvl8pPr marL="1371600" defTabSz="895350" fontAlgn="base">
              <a:spcBef>
                <a:spcPct val="0"/>
              </a:spcBef>
              <a:spcAft>
                <a:spcPct val="0"/>
              </a:spcAft>
              <a:defRPr sz="1900">
                <a:solidFill>
                  <a:schemeClr val="tx2"/>
                </a:solidFill>
              </a:defRPr>
            </a:lvl8pPr>
            <a:lvl9pPr marL="1828800" defTabSz="895350" fontAlgn="base">
              <a:spcBef>
                <a:spcPct val="0"/>
              </a:spcBef>
              <a:spcAft>
                <a:spcPct val="0"/>
              </a:spcAft>
              <a:defRPr sz="1900">
                <a:solidFill>
                  <a:schemeClr val="tx2"/>
                </a:solidFill>
              </a:defRPr>
            </a:lvl9pPr>
          </a:lstStyle>
          <a:p>
            <a:r>
              <a:rPr lang="en-US" altLang="zh-TW" sz="3085" b="1"/>
              <a:t>Agenda</a:t>
            </a:r>
          </a:p>
        </p:txBody>
      </p:sp>
    </p:spTree>
    <p:extLst>
      <p:ext uri="{BB962C8B-B14F-4D97-AF65-F5344CB8AC3E}">
        <p14:creationId xmlns:p14="http://schemas.microsoft.com/office/powerpoint/2010/main" val="279982931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
          <p:cNvSpPr txBox="1">
            <a:spLocks noGrp="1"/>
          </p:cNvSpPr>
          <p:nvPr>
            <p:ph type="title"/>
          </p:nvPr>
        </p:nvSpPr>
        <p:spPr>
          <a:xfrm>
            <a:off x="345825" y="142607"/>
            <a:ext cx="10717796" cy="600230"/>
          </a:xfrm>
          <a:prstGeom prst="rect">
            <a:avLst/>
          </a:prstGeom>
          <a:noFill/>
          <a:ln>
            <a:noFill/>
          </a:ln>
        </p:spPr>
        <p:txBody>
          <a:bodyPr spcFirstLastPara="1" wrap="square" lIns="86388" tIns="43182" rIns="86388" bIns="43182" anchor="ctr" anchorCtr="0">
            <a:noAutofit/>
          </a:bodyPr>
          <a:lstStyle/>
          <a:p>
            <a:pPr>
              <a:buSzPts val="3200"/>
            </a:pPr>
            <a:r>
              <a:rPr lang="zh-TW" altLang="en-US" b="1">
                <a:solidFill>
                  <a:schemeClr val="tx1"/>
                </a:solidFill>
                <a:latin typeface="微軟正黑體" panose="020B0604030504040204" pitchFamily="34" charset="-120"/>
                <a:ea typeface="微軟正黑體" panose="020B0604030504040204" pitchFamily="34" charset="-120"/>
                <a:cs typeface="+mj-cs"/>
              </a:rPr>
              <a:t>專案總覽</a:t>
            </a:r>
          </a:p>
        </p:txBody>
      </p:sp>
      <p:grpSp>
        <p:nvGrpSpPr>
          <p:cNvPr id="13" name="群組 12">
            <a:extLst>
              <a:ext uri="{FF2B5EF4-FFF2-40B4-BE49-F238E27FC236}">
                <a16:creationId xmlns:a16="http://schemas.microsoft.com/office/drawing/2014/main" id="{110D4508-FA2E-2D66-7DCA-D333B2FBFBD1}"/>
              </a:ext>
            </a:extLst>
          </p:cNvPr>
          <p:cNvGrpSpPr/>
          <p:nvPr/>
        </p:nvGrpSpPr>
        <p:grpSpPr>
          <a:xfrm>
            <a:off x="567498" y="930147"/>
            <a:ext cx="10385492" cy="5081942"/>
            <a:chOff x="873745" y="889204"/>
            <a:chExt cx="10385492" cy="5081942"/>
          </a:xfrm>
        </p:grpSpPr>
        <p:grpSp>
          <p:nvGrpSpPr>
            <p:cNvPr id="2" name="群組 1">
              <a:extLst>
                <a:ext uri="{FF2B5EF4-FFF2-40B4-BE49-F238E27FC236}">
                  <a16:creationId xmlns:a16="http://schemas.microsoft.com/office/drawing/2014/main" id="{D995A409-4634-6AD6-582D-F124B044A6C6}"/>
                </a:ext>
              </a:extLst>
            </p:cNvPr>
            <p:cNvGrpSpPr/>
            <p:nvPr/>
          </p:nvGrpSpPr>
          <p:grpSpPr>
            <a:xfrm>
              <a:off x="873745" y="889204"/>
              <a:ext cx="10385492" cy="5081942"/>
              <a:chOff x="1554696" y="820681"/>
              <a:chExt cx="8744757" cy="4467646"/>
            </a:xfrm>
          </p:grpSpPr>
          <p:sp>
            <p:nvSpPr>
              <p:cNvPr id="3" name="手繪多邊形: 圖案 2">
                <a:extLst>
                  <a:ext uri="{FF2B5EF4-FFF2-40B4-BE49-F238E27FC236}">
                    <a16:creationId xmlns:a16="http://schemas.microsoft.com/office/drawing/2014/main" id="{07C1D1FB-AC1F-3783-B430-F5CEA1CBEAD9}"/>
                  </a:ext>
                </a:extLst>
              </p:cNvPr>
              <p:cNvSpPr/>
              <p:nvPr/>
            </p:nvSpPr>
            <p:spPr>
              <a:xfrm>
                <a:off x="5933116" y="3121514"/>
                <a:ext cx="4319989" cy="2159997"/>
              </a:xfrm>
              <a:custGeom>
                <a:avLst/>
                <a:gdLst>
                  <a:gd name="connsiteX0" fmla="*/ 0 w 4319989"/>
                  <a:gd name="connsiteY0" fmla="*/ 216000 h 2159997"/>
                  <a:gd name="connsiteX1" fmla="*/ 216000 w 4319989"/>
                  <a:gd name="connsiteY1" fmla="*/ 0 h 2159997"/>
                  <a:gd name="connsiteX2" fmla="*/ 4103989 w 4319989"/>
                  <a:gd name="connsiteY2" fmla="*/ 0 h 2159997"/>
                  <a:gd name="connsiteX3" fmla="*/ 4319989 w 4319989"/>
                  <a:gd name="connsiteY3" fmla="*/ 216000 h 2159997"/>
                  <a:gd name="connsiteX4" fmla="*/ 4319989 w 4319989"/>
                  <a:gd name="connsiteY4" fmla="*/ 1943997 h 2159997"/>
                  <a:gd name="connsiteX5" fmla="*/ 4103989 w 4319989"/>
                  <a:gd name="connsiteY5" fmla="*/ 2159997 h 2159997"/>
                  <a:gd name="connsiteX6" fmla="*/ 216000 w 4319989"/>
                  <a:gd name="connsiteY6" fmla="*/ 2159997 h 2159997"/>
                  <a:gd name="connsiteX7" fmla="*/ 0 w 4319989"/>
                  <a:gd name="connsiteY7" fmla="*/ 1943997 h 2159997"/>
                  <a:gd name="connsiteX8" fmla="*/ 0 w 4319989"/>
                  <a:gd name="connsiteY8" fmla="*/ 216000 h 21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9989" h="2159997">
                    <a:moveTo>
                      <a:pt x="0" y="216000"/>
                    </a:moveTo>
                    <a:cubicBezTo>
                      <a:pt x="0" y="96706"/>
                      <a:pt x="96706" y="0"/>
                      <a:pt x="216000" y="0"/>
                    </a:cubicBezTo>
                    <a:lnTo>
                      <a:pt x="4103989" y="0"/>
                    </a:lnTo>
                    <a:cubicBezTo>
                      <a:pt x="4223283" y="0"/>
                      <a:pt x="4319989" y="96706"/>
                      <a:pt x="4319989" y="216000"/>
                    </a:cubicBezTo>
                    <a:lnTo>
                      <a:pt x="4319989" y="1943997"/>
                    </a:lnTo>
                    <a:cubicBezTo>
                      <a:pt x="4319989" y="2063291"/>
                      <a:pt x="4223283" y="2159997"/>
                      <a:pt x="4103989" y="2159997"/>
                    </a:cubicBezTo>
                    <a:lnTo>
                      <a:pt x="216000" y="2159997"/>
                    </a:lnTo>
                    <a:cubicBezTo>
                      <a:pt x="96706" y="2159997"/>
                      <a:pt x="0" y="2063291"/>
                      <a:pt x="0" y="1943997"/>
                    </a:cubicBezTo>
                    <a:lnTo>
                      <a:pt x="0" y="216000"/>
                    </a:lnTo>
                    <a:close/>
                  </a:path>
                </a:pathLst>
              </a:custGeom>
              <a:solidFill>
                <a:sysClr val="window" lastClr="FFFFFF">
                  <a:alpha val="90000"/>
                  <a:hueOff val="0"/>
                  <a:satOff val="0"/>
                  <a:lumOff val="0"/>
                  <a:alphaOff val="0"/>
                </a:sysClr>
              </a:solidFill>
              <a:ln w="25400" cap="flat" cmpd="sng" algn="ctr">
                <a:solidFill>
                  <a:srgbClr val="C0504D">
                    <a:hueOff val="3121013"/>
                    <a:satOff val="-3893"/>
                    <a:lumOff val="915"/>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1449436" tIns="735089" rIns="224839" bIns="224838" numCol="1" spcCol="1270" anchor="t" anchorCtr="0">
                <a:noAutofit/>
              </a:bodyPr>
              <a:lstStyle/>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p:txBody>
          </p:sp>
          <p:sp>
            <p:nvSpPr>
              <p:cNvPr id="4" name="手繪多邊形: 圖案 3">
                <a:extLst>
                  <a:ext uri="{FF2B5EF4-FFF2-40B4-BE49-F238E27FC236}">
                    <a16:creationId xmlns:a16="http://schemas.microsoft.com/office/drawing/2014/main" id="{DADC9E3E-771D-B6F8-7A47-2F1C8E211F27}"/>
                  </a:ext>
                </a:extLst>
              </p:cNvPr>
              <p:cNvSpPr/>
              <p:nvPr/>
            </p:nvSpPr>
            <p:spPr>
              <a:xfrm>
                <a:off x="1563165" y="3127790"/>
                <a:ext cx="4321051" cy="2160537"/>
              </a:xfrm>
              <a:custGeom>
                <a:avLst/>
                <a:gdLst>
                  <a:gd name="connsiteX0" fmla="*/ 0 w 4321051"/>
                  <a:gd name="connsiteY0" fmla="*/ 216054 h 2160537"/>
                  <a:gd name="connsiteX1" fmla="*/ 216054 w 4321051"/>
                  <a:gd name="connsiteY1" fmla="*/ 0 h 2160537"/>
                  <a:gd name="connsiteX2" fmla="*/ 4104997 w 4321051"/>
                  <a:gd name="connsiteY2" fmla="*/ 0 h 2160537"/>
                  <a:gd name="connsiteX3" fmla="*/ 4321051 w 4321051"/>
                  <a:gd name="connsiteY3" fmla="*/ 216054 h 2160537"/>
                  <a:gd name="connsiteX4" fmla="*/ 4321051 w 4321051"/>
                  <a:gd name="connsiteY4" fmla="*/ 1944483 h 2160537"/>
                  <a:gd name="connsiteX5" fmla="*/ 4104997 w 4321051"/>
                  <a:gd name="connsiteY5" fmla="*/ 2160537 h 2160537"/>
                  <a:gd name="connsiteX6" fmla="*/ 216054 w 4321051"/>
                  <a:gd name="connsiteY6" fmla="*/ 2160537 h 2160537"/>
                  <a:gd name="connsiteX7" fmla="*/ 0 w 4321051"/>
                  <a:gd name="connsiteY7" fmla="*/ 1944483 h 2160537"/>
                  <a:gd name="connsiteX8" fmla="*/ 0 w 4321051"/>
                  <a:gd name="connsiteY8" fmla="*/ 216054 h 216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1051" h="2160537">
                    <a:moveTo>
                      <a:pt x="0" y="216054"/>
                    </a:moveTo>
                    <a:cubicBezTo>
                      <a:pt x="0" y="96731"/>
                      <a:pt x="96731" y="0"/>
                      <a:pt x="216054" y="0"/>
                    </a:cubicBezTo>
                    <a:lnTo>
                      <a:pt x="4104997" y="0"/>
                    </a:lnTo>
                    <a:cubicBezTo>
                      <a:pt x="4224320" y="0"/>
                      <a:pt x="4321051" y="96731"/>
                      <a:pt x="4321051" y="216054"/>
                    </a:cubicBezTo>
                    <a:lnTo>
                      <a:pt x="4321051" y="1944483"/>
                    </a:lnTo>
                    <a:cubicBezTo>
                      <a:pt x="4321051" y="2063806"/>
                      <a:pt x="4224320" y="2160537"/>
                      <a:pt x="4104997" y="2160537"/>
                    </a:cubicBezTo>
                    <a:lnTo>
                      <a:pt x="216054" y="2160537"/>
                    </a:lnTo>
                    <a:cubicBezTo>
                      <a:pt x="96731" y="2160537"/>
                      <a:pt x="0" y="2063806"/>
                      <a:pt x="0" y="1944483"/>
                    </a:cubicBezTo>
                    <a:lnTo>
                      <a:pt x="0" y="216054"/>
                    </a:lnTo>
                    <a:close/>
                  </a:path>
                </a:pathLst>
              </a:custGeom>
              <a:solidFill>
                <a:sysClr val="window" lastClr="FFFFFF">
                  <a:alpha val="90000"/>
                  <a:hueOff val="0"/>
                  <a:satOff val="0"/>
                  <a:lumOff val="0"/>
                  <a:alphaOff val="0"/>
                </a:sysClr>
              </a:solidFill>
              <a:ln w="25400" cap="flat" cmpd="sng" algn="ctr">
                <a:solidFill>
                  <a:srgbClr val="1F497D">
                    <a:lumMod val="60000"/>
                    <a:lumOff val="4000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4850" tIns="735228" rIns="1449748" bIns="224850" numCol="1" spcCol="1270" anchor="t" anchorCtr="0">
                <a:noAutofit/>
              </a:bodyPr>
              <a:lstStyle/>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p:txBody>
          </p:sp>
          <p:sp>
            <p:nvSpPr>
              <p:cNvPr id="5" name="手繪多邊形: 圖案 4">
                <a:extLst>
                  <a:ext uri="{FF2B5EF4-FFF2-40B4-BE49-F238E27FC236}">
                    <a16:creationId xmlns:a16="http://schemas.microsoft.com/office/drawing/2014/main" id="{73D9CA00-F2C9-EF84-EF71-8815084D17D7}"/>
                  </a:ext>
                </a:extLst>
              </p:cNvPr>
              <p:cNvSpPr/>
              <p:nvPr/>
            </p:nvSpPr>
            <p:spPr>
              <a:xfrm>
                <a:off x="5933963" y="820681"/>
                <a:ext cx="4365490" cy="2160053"/>
              </a:xfrm>
              <a:custGeom>
                <a:avLst/>
                <a:gdLst>
                  <a:gd name="connsiteX0" fmla="*/ 0 w 4365490"/>
                  <a:gd name="connsiteY0" fmla="*/ 216005 h 2160053"/>
                  <a:gd name="connsiteX1" fmla="*/ 216005 w 4365490"/>
                  <a:gd name="connsiteY1" fmla="*/ 0 h 2160053"/>
                  <a:gd name="connsiteX2" fmla="*/ 4149485 w 4365490"/>
                  <a:gd name="connsiteY2" fmla="*/ 0 h 2160053"/>
                  <a:gd name="connsiteX3" fmla="*/ 4365490 w 4365490"/>
                  <a:gd name="connsiteY3" fmla="*/ 216005 h 2160053"/>
                  <a:gd name="connsiteX4" fmla="*/ 4365490 w 4365490"/>
                  <a:gd name="connsiteY4" fmla="*/ 1944048 h 2160053"/>
                  <a:gd name="connsiteX5" fmla="*/ 4149485 w 4365490"/>
                  <a:gd name="connsiteY5" fmla="*/ 2160053 h 2160053"/>
                  <a:gd name="connsiteX6" fmla="*/ 216005 w 4365490"/>
                  <a:gd name="connsiteY6" fmla="*/ 2160053 h 2160053"/>
                  <a:gd name="connsiteX7" fmla="*/ 0 w 4365490"/>
                  <a:gd name="connsiteY7" fmla="*/ 1944048 h 2160053"/>
                  <a:gd name="connsiteX8" fmla="*/ 0 w 4365490"/>
                  <a:gd name="connsiteY8" fmla="*/ 216005 h 2160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65490" h="2160053">
                    <a:moveTo>
                      <a:pt x="0" y="216005"/>
                    </a:moveTo>
                    <a:cubicBezTo>
                      <a:pt x="0" y="96709"/>
                      <a:pt x="96709" y="0"/>
                      <a:pt x="216005" y="0"/>
                    </a:cubicBezTo>
                    <a:lnTo>
                      <a:pt x="4149485" y="0"/>
                    </a:lnTo>
                    <a:cubicBezTo>
                      <a:pt x="4268781" y="0"/>
                      <a:pt x="4365490" y="96709"/>
                      <a:pt x="4365490" y="216005"/>
                    </a:cubicBezTo>
                    <a:lnTo>
                      <a:pt x="4365490" y="1944048"/>
                    </a:lnTo>
                    <a:cubicBezTo>
                      <a:pt x="4365490" y="2063344"/>
                      <a:pt x="4268781" y="2160053"/>
                      <a:pt x="4149485" y="2160053"/>
                    </a:cubicBezTo>
                    <a:lnTo>
                      <a:pt x="216005" y="2160053"/>
                    </a:lnTo>
                    <a:cubicBezTo>
                      <a:pt x="96709" y="2160053"/>
                      <a:pt x="0" y="2063344"/>
                      <a:pt x="0" y="1944048"/>
                    </a:cubicBezTo>
                    <a:lnTo>
                      <a:pt x="0" y="216005"/>
                    </a:lnTo>
                    <a:close/>
                  </a:path>
                </a:pathLst>
              </a:custGeom>
              <a:solidFill>
                <a:sysClr val="window" lastClr="FFFFFF">
                  <a:alpha val="90000"/>
                  <a:hueOff val="0"/>
                  <a:satOff val="0"/>
                  <a:lumOff val="0"/>
                  <a:alphaOff val="0"/>
                </a:sysClr>
              </a:solidFill>
              <a:ln w="25400" cap="flat" cmpd="sng" algn="ctr">
                <a:solidFill>
                  <a:srgbClr val="00B050"/>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1462336" tIns="224840" rIns="224839" bIns="735102" numCol="1" spcCol="1270" anchor="t" anchorCtr="0">
                <a:noAutofit/>
              </a:bodyPr>
              <a:lstStyle/>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p:txBody>
          </p:sp>
          <p:sp>
            <p:nvSpPr>
              <p:cNvPr id="6" name="手繪多邊形: 圖案 5">
                <a:extLst>
                  <a:ext uri="{FF2B5EF4-FFF2-40B4-BE49-F238E27FC236}">
                    <a16:creationId xmlns:a16="http://schemas.microsoft.com/office/drawing/2014/main" id="{DEB7667F-903E-8E15-233F-4D4F56D672F9}"/>
                  </a:ext>
                </a:extLst>
              </p:cNvPr>
              <p:cNvSpPr/>
              <p:nvPr/>
            </p:nvSpPr>
            <p:spPr>
              <a:xfrm>
                <a:off x="1554696" y="832824"/>
                <a:ext cx="4321051" cy="2160574"/>
              </a:xfrm>
              <a:custGeom>
                <a:avLst/>
                <a:gdLst>
                  <a:gd name="connsiteX0" fmla="*/ 0 w 4321051"/>
                  <a:gd name="connsiteY0" fmla="*/ 216057 h 2160574"/>
                  <a:gd name="connsiteX1" fmla="*/ 216057 w 4321051"/>
                  <a:gd name="connsiteY1" fmla="*/ 0 h 2160574"/>
                  <a:gd name="connsiteX2" fmla="*/ 4104994 w 4321051"/>
                  <a:gd name="connsiteY2" fmla="*/ 0 h 2160574"/>
                  <a:gd name="connsiteX3" fmla="*/ 4321051 w 4321051"/>
                  <a:gd name="connsiteY3" fmla="*/ 216057 h 2160574"/>
                  <a:gd name="connsiteX4" fmla="*/ 4321051 w 4321051"/>
                  <a:gd name="connsiteY4" fmla="*/ 1944517 h 2160574"/>
                  <a:gd name="connsiteX5" fmla="*/ 4104994 w 4321051"/>
                  <a:gd name="connsiteY5" fmla="*/ 2160574 h 2160574"/>
                  <a:gd name="connsiteX6" fmla="*/ 216057 w 4321051"/>
                  <a:gd name="connsiteY6" fmla="*/ 2160574 h 2160574"/>
                  <a:gd name="connsiteX7" fmla="*/ 0 w 4321051"/>
                  <a:gd name="connsiteY7" fmla="*/ 1944517 h 2160574"/>
                  <a:gd name="connsiteX8" fmla="*/ 0 w 4321051"/>
                  <a:gd name="connsiteY8" fmla="*/ 216057 h 2160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1051" h="2160574">
                    <a:moveTo>
                      <a:pt x="0" y="216057"/>
                    </a:moveTo>
                    <a:cubicBezTo>
                      <a:pt x="0" y="96732"/>
                      <a:pt x="96732" y="0"/>
                      <a:pt x="216057" y="0"/>
                    </a:cubicBezTo>
                    <a:lnTo>
                      <a:pt x="4104994" y="0"/>
                    </a:lnTo>
                    <a:cubicBezTo>
                      <a:pt x="4224319" y="0"/>
                      <a:pt x="4321051" y="96732"/>
                      <a:pt x="4321051" y="216057"/>
                    </a:cubicBezTo>
                    <a:lnTo>
                      <a:pt x="4321051" y="1944517"/>
                    </a:lnTo>
                    <a:cubicBezTo>
                      <a:pt x="4321051" y="2063842"/>
                      <a:pt x="4224319" y="2160574"/>
                      <a:pt x="4104994" y="2160574"/>
                    </a:cubicBezTo>
                    <a:lnTo>
                      <a:pt x="216057" y="2160574"/>
                    </a:lnTo>
                    <a:cubicBezTo>
                      <a:pt x="96732" y="2160574"/>
                      <a:pt x="0" y="2063842"/>
                      <a:pt x="0" y="1944517"/>
                    </a:cubicBezTo>
                    <a:lnTo>
                      <a:pt x="0" y="216057"/>
                    </a:lnTo>
                    <a:close/>
                  </a:path>
                </a:pathLst>
              </a:custGeom>
              <a:solidFill>
                <a:sysClr val="window" lastClr="FFFFFF">
                  <a:alpha val="90000"/>
                  <a:hueOff val="0"/>
                  <a:satOff val="0"/>
                  <a:lumOff val="0"/>
                  <a:alphaOff val="0"/>
                </a:sysClr>
              </a:solidFill>
              <a:ln w="25400" cap="flat" cmpd="sng" algn="ctr">
                <a:solidFill>
                  <a:srgbClr val="C0504D">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4851" tIns="224851" rIns="1449749" bIns="735237" numCol="1" spcCol="1270" anchor="t" anchorCtr="0">
                <a:noAutofit/>
              </a:bodyPr>
              <a:lstStyle/>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a:p>
                <a:pPr marL="270005" lvl="1" indent="-270005" defTabSz="1638031">
                  <a:lnSpc>
                    <a:spcPct val="90000"/>
                  </a:lnSpc>
                  <a:spcBef>
                    <a:spcPct val="0"/>
                  </a:spcBef>
                  <a:spcAft>
                    <a:spcPct val="15000"/>
                  </a:spcAft>
                  <a:buFont typeface="Arial"/>
                  <a:buChar char="•"/>
                </a:pPr>
                <a:endParaRPr lang="zh-TW" altLang="en-US" sz="3685" kern="1200">
                  <a:solidFill>
                    <a:sysClr val="windowText" lastClr="000000">
                      <a:hueOff val="0"/>
                      <a:satOff val="0"/>
                      <a:lumOff val="0"/>
                      <a:alphaOff val="0"/>
                    </a:sysClr>
                  </a:solidFill>
                  <a:latin typeface="Times New Roman"/>
                  <a:ea typeface="標楷體"/>
                </a:endParaRPr>
              </a:p>
            </p:txBody>
          </p:sp>
          <p:sp>
            <p:nvSpPr>
              <p:cNvPr id="7" name="手繪多邊形: 圖案 6">
                <a:extLst>
                  <a:ext uri="{FF2B5EF4-FFF2-40B4-BE49-F238E27FC236}">
                    <a16:creationId xmlns:a16="http://schemas.microsoft.com/office/drawing/2014/main" id="{1B0F3440-A0B4-CA8F-19B2-6500EB6956AC}"/>
                  </a:ext>
                </a:extLst>
              </p:cNvPr>
              <p:cNvSpPr/>
              <p:nvPr/>
            </p:nvSpPr>
            <p:spPr>
              <a:xfrm>
                <a:off x="4599432" y="1786581"/>
                <a:ext cx="1299868" cy="1266175"/>
              </a:xfrm>
              <a:custGeom>
                <a:avLst/>
                <a:gdLst>
                  <a:gd name="connsiteX0" fmla="*/ 0 w 1299868"/>
                  <a:gd name="connsiteY0" fmla="*/ 1266175 h 1266175"/>
                  <a:gd name="connsiteX1" fmla="*/ 1299868 w 1299868"/>
                  <a:gd name="connsiteY1" fmla="*/ 0 h 1266175"/>
                  <a:gd name="connsiteX2" fmla="*/ 1299868 w 1299868"/>
                  <a:gd name="connsiteY2" fmla="*/ 1266175 h 1266175"/>
                  <a:gd name="connsiteX3" fmla="*/ 0 w 1299868"/>
                  <a:gd name="connsiteY3" fmla="*/ 1266175 h 1266175"/>
                </a:gdLst>
                <a:ahLst/>
                <a:cxnLst>
                  <a:cxn ang="0">
                    <a:pos x="connsiteX0" y="connsiteY0"/>
                  </a:cxn>
                  <a:cxn ang="0">
                    <a:pos x="connsiteX1" y="connsiteY1"/>
                  </a:cxn>
                  <a:cxn ang="0">
                    <a:pos x="connsiteX2" y="connsiteY2"/>
                  </a:cxn>
                  <a:cxn ang="0">
                    <a:pos x="connsiteX3" y="connsiteY3"/>
                  </a:cxn>
                </a:cxnLst>
                <a:rect l="l" t="t" r="r" b="b"/>
                <a:pathLst>
                  <a:path w="1299868" h="1266175">
                    <a:moveTo>
                      <a:pt x="0" y="1266175"/>
                    </a:moveTo>
                    <a:cubicBezTo>
                      <a:pt x="0" y="566886"/>
                      <a:pt x="581971" y="0"/>
                      <a:pt x="1299868" y="0"/>
                    </a:cubicBezTo>
                    <a:lnTo>
                      <a:pt x="1299868" y="1266175"/>
                    </a:lnTo>
                    <a:lnTo>
                      <a:pt x="0" y="1266175"/>
                    </a:lnTo>
                    <a:close/>
                  </a:path>
                </a:pathLst>
              </a:custGeom>
              <a:solidFill>
                <a:srgbClr val="C0504D"/>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574794" tIns="565468" rIns="215046" bIns="215046" numCol="1" spcCol="1270" anchor="ctr" anchorCtr="0">
                <a:noAutofit/>
              </a:bodyPr>
              <a:lstStyle/>
              <a:p>
                <a:pPr algn="ctr" defTabSz="1344026">
                  <a:lnSpc>
                    <a:spcPct val="90000"/>
                  </a:lnSpc>
                  <a:spcBef>
                    <a:spcPct val="0"/>
                  </a:spcBef>
                  <a:spcAft>
                    <a:spcPct val="35000"/>
                  </a:spcAft>
                </a:pPr>
                <a:endParaRPr lang="zh-TW" altLang="en-US" sz="3024" kern="1200">
                  <a:solidFill>
                    <a:sysClr val="window" lastClr="FFFFFF"/>
                  </a:solidFill>
                  <a:latin typeface="Times New Roman"/>
                  <a:ea typeface="標楷體"/>
                </a:endParaRPr>
              </a:p>
            </p:txBody>
          </p:sp>
          <p:sp>
            <p:nvSpPr>
              <p:cNvPr id="8" name="手繪多邊形: 圖案 7">
                <a:extLst>
                  <a:ext uri="{FF2B5EF4-FFF2-40B4-BE49-F238E27FC236}">
                    <a16:creationId xmlns:a16="http://schemas.microsoft.com/office/drawing/2014/main" id="{7C467B7E-9BE1-86E0-84A7-8F2430B9A9CF}"/>
                  </a:ext>
                </a:extLst>
              </p:cNvPr>
              <p:cNvSpPr/>
              <p:nvPr/>
            </p:nvSpPr>
            <p:spPr>
              <a:xfrm>
                <a:off x="5963864" y="1786581"/>
                <a:ext cx="1299869" cy="1266176"/>
              </a:xfrm>
              <a:custGeom>
                <a:avLst/>
                <a:gdLst>
                  <a:gd name="connsiteX0" fmla="*/ 0 w 1266175"/>
                  <a:gd name="connsiteY0" fmla="*/ 1299868 h 1299868"/>
                  <a:gd name="connsiteX1" fmla="*/ 1266175 w 1266175"/>
                  <a:gd name="connsiteY1" fmla="*/ 0 h 1299868"/>
                  <a:gd name="connsiteX2" fmla="*/ 1266175 w 1266175"/>
                  <a:gd name="connsiteY2" fmla="*/ 1299868 h 1299868"/>
                  <a:gd name="connsiteX3" fmla="*/ 0 w 1266175"/>
                  <a:gd name="connsiteY3" fmla="*/ 1299868 h 1299868"/>
                </a:gdLst>
                <a:ahLst/>
                <a:cxnLst>
                  <a:cxn ang="0">
                    <a:pos x="connsiteX0" y="connsiteY0"/>
                  </a:cxn>
                  <a:cxn ang="0">
                    <a:pos x="connsiteX1" y="connsiteY1"/>
                  </a:cxn>
                  <a:cxn ang="0">
                    <a:pos x="connsiteX2" y="connsiteY2"/>
                  </a:cxn>
                  <a:cxn ang="0">
                    <a:pos x="connsiteX3" y="connsiteY3"/>
                  </a:cxn>
                </a:cxnLst>
                <a:rect l="l" t="t" r="r" b="b"/>
                <a:pathLst>
                  <a:path w="1266175" h="1299868">
                    <a:moveTo>
                      <a:pt x="0" y="1"/>
                    </a:moveTo>
                    <a:cubicBezTo>
                      <a:pt x="699289" y="1"/>
                      <a:pt x="1266175" y="581971"/>
                      <a:pt x="1266175" y="1299867"/>
                    </a:cubicBezTo>
                    <a:lnTo>
                      <a:pt x="0" y="1299867"/>
                    </a:lnTo>
                    <a:lnTo>
                      <a:pt x="0" y="1"/>
                    </a:lnTo>
                    <a:close/>
                  </a:path>
                </a:pathLst>
              </a:custGeom>
              <a:solidFill>
                <a:srgbClr val="00B050"/>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215047" tIns="565469" rIns="574794" bIns="215046" numCol="1" spcCol="1270" anchor="ctr" anchorCtr="0">
                <a:noAutofit/>
              </a:bodyPr>
              <a:lstStyle/>
              <a:p>
                <a:pPr algn="ctr" defTabSz="1344026">
                  <a:lnSpc>
                    <a:spcPct val="90000"/>
                  </a:lnSpc>
                  <a:spcBef>
                    <a:spcPct val="0"/>
                  </a:spcBef>
                  <a:spcAft>
                    <a:spcPct val="35000"/>
                  </a:spcAft>
                </a:pPr>
                <a:endParaRPr lang="zh-TW" altLang="en-US" sz="3024" kern="1200">
                  <a:solidFill>
                    <a:sysClr val="window" lastClr="FFFFFF"/>
                  </a:solidFill>
                  <a:latin typeface="Times New Roman"/>
                  <a:ea typeface="標楷體"/>
                </a:endParaRPr>
              </a:p>
            </p:txBody>
          </p:sp>
          <p:sp>
            <p:nvSpPr>
              <p:cNvPr id="9" name="手繪多邊形: 圖案 8">
                <a:extLst>
                  <a:ext uri="{FF2B5EF4-FFF2-40B4-BE49-F238E27FC236}">
                    <a16:creationId xmlns:a16="http://schemas.microsoft.com/office/drawing/2014/main" id="{561D3E3D-5EB6-31AD-36B5-305978B7C00B}"/>
                  </a:ext>
                </a:extLst>
              </p:cNvPr>
              <p:cNvSpPr/>
              <p:nvPr/>
            </p:nvSpPr>
            <p:spPr>
              <a:xfrm rot="21600000">
                <a:off x="5963865" y="3082723"/>
                <a:ext cx="1299868" cy="1266176"/>
              </a:xfrm>
              <a:custGeom>
                <a:avLst/>
                <a:gdLst>
                  <a:gd name="connsiteX0" fmla="*/ 0 w 1299868"/>
                  <a:gd name="connsiteY0" fmla="*/ 1266175 h 1266175"/>
                  <a:gd name="connsiteX1" fmla="*/ 1299868 w 1299868"/>
                  <a:gd name="connsiteY1" fmla="*/ 0 h 1266175"/>
                  <a:gd name="connsiteX2" fmla="*/ 1299868 w 1299868"/>
                  <a:gd name="connsiteY2" fmla="*/ 1266175 h 1266175"/>
                  <a:gd name="connsiteX3" fmla="*/ 0 w 1299868"/>
                  <a:gd name="connsiteY3" fmla="*/ 1266175 h 1266175"/>
                </a:gdLst>
                <a:ahLst/>
                <a:cxnLst>
                  <a:cxn ang="0">
                    <a:pos x="connsiteX0" y="connsiteY0"/>
                  </a:cxn>
                  <a:cxn ang="0">
                    <a:pos x="connsiteX1" y="connsiteY1"/>
                  </a:cxn>
                  <a:cxn ang="0">
                    <a:pos x="connsiteX2" y="connsiteY2"/>
                  </a:cxn>
                  <a:cxn ang="0">
                    <a:pos x="connsiteX3" y="connsiteY3"/>
                  </a:cxn>
                </a:cxnLst>
                <a:rect l="l" t="t" r="r" b="b"/>
                <a:pathLst>
                  <a:path w="1299868" h="1266175">
                    <a:moveTo>
                      <a:pt x="1299868" y="0"/>
                    </a:moveTo>
                    <a:cubicBezTo>
                      <a:pt x="1299868" y="699289"/>
                      <a:pt x="717897" y="1266175"/>
                      <a:pt x="0" y="1266175"/>
                    </a:cubicBezTo>
                    <a:lnTo>
                      <a:pt x="0" y="0"/>
                    </a:lnTo>
                    <a:lnTo>
                      <a:pt x="1299868" y="0"/>
                    </a:lnTo>
                    <a:close/>
                  </a:path>
                </a:pathLst>
              </a:custGeom>
              <a:solidFill>
                <a:srgbClr val="DEA900"/>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215046" tIns="215046" rIns="574794" bIns="565469" numCol="1" spcCol="1270" anchor="ctr" anchorCtr="0">
                <a:noAutofit/>
              </a:bodyPr>
              <a:lstStyle/>
              <a:p>
                <a:pPr algn="ctr" defTabSz="1344026">
                  <a:lnSpc>
                    <a:spcPct val="90000"/>
                  </a:lnSpc>
                  <a:spcBef>
                    <a:spcPct val="0"/>
                  </a:spcBef>
                  <a:spcAft>
                    <a:spcPct val="35000"/>
                  </a:spcAft>
                </a:pPr>
                <a:endParaRPr lang="zh-TW" altLang="en-US" sz="3024" kern="1200">
                  <a:solidFill>
                    <a:sysClr val="window" lastClr="FFFFFF"/>
                  </a:solidFill>
                  <a:latin typeface="Times New Roman"/>
                  <a:ea typeface="標楷體"/>
                </a:endParaRPr>
              </a:p>
            </p:txBody>
          </p:sp>
          <p:sp>
            <p:nvSpPr>
              <p:cNvPr id="10" name="手繪多邊形: 圖案 9">
                <a:extLst>
                  <a:ext uri="{FF2B5EF4-FFF2-40B4-BE49-F238E27FC236}">
                    <a16:creationId xmlns:a16="http://schemas.microsoft.com/office/drawing/2014/main" id="{9662A280-D4FC-41CB-78E2-DF26D8704D2E}"/>
                  </a:ext>
                </a:extLst>
              </p:cNvPr>
              <p:cNvSpPr/>
              <p:nvPr/>
            </p:nvSpPr>
            <p:spPr>
              <a:xfrm rot="21600000">
                <a:off x="4595707" y="3082723"/>
                <a:ext cx="1299869" cy="1266176"/>
              </a:xfrm>
              <a:custGeom>
                <a:avLst/>
                <a:gdLst>
                  <a:gd name="connsiteX0" fmla="*/ 0 w 1266175"/>
                  <a:gd name="connsiteY0" fmla="*/ 1299868 h 1299868"/>
                  <a:gd name="connsiteX1" fmla="*/ 1266175 w 1266175"/>
                  <a:gd name="connsiteY1" fmla="*/ 0 h 1299868"/>
                  <a:gd name="connsiteX2" fmla="*/ 1266175 w 1266175"/>
                  <a:gd name="connsiteY2" fmla="*/ 1299868 h 1299868"/>
                  <a:gd name="connsiteX3" fmla="*/ 0 w 1266175"/>
                  <a:gd name="connsiteY3" fmla="*/ 1299868 h 1299868"/>
                </a:gdLst>
                <a:ahLst/>
                <a:cxnLst>
                  <a:cxn ang="0">
                    <a:pos x="connsiteX0" y="connsiteY0"/>
                  </a:cxn>
                  <a:cxn ang="0">
                    <a:pos x="connsiteX1" y="connsiteY1"/>
                  </a:cxn>
                  <a:cxn ang="0">
                    <a:pos x="connsiteX2" y="connsiteY2"/>
                  </a:cxn>
                  <a:cxn ang="0">
                    <a:pos x="connsiteX3" y="connsiteY3"/>
                  </a:cxn>
                </a:cxnLst>
                <a:rect l="l" t="t" r="r" b="b"/>
                <a:pathLst>
                  <a:path w="1266175" h="1299868">
                    <a:moveTo>
                      <a:pt x="1266175" y="1299867"/>
                    </a:moveTo>
                    <a:cubicBezTo>
                      <a:pt x="566886" y="1299867"/>
                      <a:pt x="0" y="717897"/>
                      <a:pt x="0" y="1"/>
                    </a:cubicBezTo>
                    <a:lnTo>
                      <a:pt x="1266175" y="1"/>
                    </a:lnTo>
                    <a:lnTo>
                      <a:pt x="1266175" y="1299867"/>
                    </a:lnTo>
                    <a:close/>
                  </a:path>
                </a:pathLst>
              </a:custGeom>
              <a:solidFill>
                <a:srgbClr val="1F497D">
                  <a:lumMod val="60000"/>
                  <a:lumOff val="4000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lt1"/>
              </a:fontRef>
            </p:style>
            <p:txBody>
              <a:bodyPr spcFirstLastPara="0" vert="horz" wrap="square" lIns="574795" tIns="215047" rIns="215046" bIns="565468" numCol="1" spcCol="1270" anchor="ctr" anchorCtr="0">
                <a:noAutofit/>
              </a:bodyPr>
              <a:lstStyle/>
              <a:p>
                <a:pPr algn="ctr" defTabSz="1344026">
                  <a:lnSpc>
                    <a:spcPct val="90000"/>
                  </a:lnSpc>
                  <a:spcBef>
                    <a:spcPct val="0"/>
                  </a:spcBef>
                  <a:spcAft>
                    <a:spcPct val="35000"/>
                  </a:spcAft>
                </a:pPr>
                <a:endParaRPr lang="zh-TW" altLang="en-US" sz="3024" kern="1200">
                  <a:solidFill>
                    <a:sysClr val="window" lastClr="FFFFFF"/>
                  </a:solidFill>
                  <a:latin typeface="Times New Roman"/>
                  <a:ea typeface="標楷體"/>
                </a:endParaRPr>
              </a:p>
            </p:txBody>
          </p:sp>
          <p:sp>
            <p:nvSpPr>
              <p:cNvPr id="11" name="箭號: 圓形 10">
                <a:extLst>
                  <a:ext uri="{FF2B5EF4-FFF2-40B4-BE49-F238E27FC236}">
                    <a16:creationId xmlns:a16="http://schemas.microsoft.com/office/drawing/2014/main" id="{3F5F0DF9-A58F-8AD9-A25D-4D8266BC3196}"/>
                  </a:ext>
                </a:extLst>
              </p:cNvPr>
              <p:cNvSpPr/>
              <p:nvPr/>
            </p:nvSpPr>
            <p:spPr>
              <a:xfrm>
                <a:off x="5691852" y="3556803"/>
                <a:ext cx="419756" cy="271004"/>
              </a:xfrm>
              <a:prstGeom prst="circularArrow">
                <a:avLst/>
              </a:prstGeom>
              <a:noFill/>
              <a:ln w="38100" cap="flat" cmpd="sng" algn="ctr">
                <a:no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dk1">
                  <a:hueOff val="0"/>
                  <a:satOff val="0"/>
                  <a:lumOff val="0"/>
                  <a:alphaOff val="0"/>
                </a:schemeClr>
              </a:fontRef>
            </p:style>
            <p:txBody>
              <a:bodyPr/>
              <a:lstStyle/>
              <a:p>
                <a:endParaRPr lang="zh-TW" altLang="en-US"/>
              </a:p>
            </p:txBody>
          </p:sp>
          <p:sp>
            <p:nvSpPr>
              <p:cNvPr id="12" name="箭號: 圓形 11">
                <a:extLst>
                  <a:ext uri="{FF2B5EF4-FFF2-40B4-BE49-F238E27FC236}">
                    <a16:creationId xmlns:a16="http://schemas.microsoft.com/office/drawing/2014/main" id="{6CE293FB-45D6-816F-EFE1-8EC292A8693E}"/>
                  </a:ext>
                </a:extLst>
              </p:cNvPr>
              <p:cNvSpPr/>
              <p:nvPr/>
            </p:nvSpPr>
            <p:spPr>
              <a:xfrm rot="10800000">
                <a:off x="5685705" y="3713764"/>
                <a:ext cx="419747" cy="239041"/>
              </a:xfrm>
              <a:prstGeom prst="circularArrow">
                <a:avLst/>
              </a:prstGeom>
              <a:noFill/>
              <a:ln w="38100" cap="flat" cmpd="sng" algn="ctr">
                <a:noFill/>
                <a:prstDash val="solid"/>
              </a:ln>
              <a:effectLst>
                <a:outerShdw blurRad="40000" dist="20000" dir="5400000" rotWithShape="0">
                  <a:srgbClr val="000000">
                    <a:alpha val="38000"/>
                  </a:srgbClr>
                </a:outerShdw>
              </a:effectLst>
            </p:spPr>
            <p:style>
              <a:lnRef idx="3">
                <a:scrgbClr r="0" g="0" b="0"/>
              </a:lnRef>
              <a:fillRef idx="1">
                <a:scrgbClr r="0" g="0" b="0"/>
              </a:fillRef>
              <a:effectRef idx="1">
                <a:scrgbClr r="0" g="0" b="0"/>
              </a:effectRef>
              <a:fontRef idx="minor">
                <a:schemeClr val="dk1">
                  <a:hueOff val="0"/>
                  <a:satOff val="0"/>
                  <a:lumOff val="0"/>
                  <a:alphaOff val="0"/>
                </a:schemeClr>
              </a:fontRef>
            </p:style>
            <p:txBody>
              <a:bodyPr/>
              <a:lstStyle/>
              <a:p>
                <a:endParaRPr lang="zh-TW" altLang="en-US"/>
              </a:p>
            </p:txBody>
          </p:sp>
        </p:grpSp>
        <p:grpSp>
          <p:nvGrpSpPr>
            <p:cNvPr id="344" name="群組 343">
              <a:extLst>
                <a:ext uri="{FF2B5EF4-FFF2-40B4-BE49-F238E27FC236}">
                  <a16:creationId xmlns:a16="http://schemas.microsoft.com/office/drawing/2014/main" id="{6771D124-2778-BADF-422C-18F897634A7D}"/>
                </a:ext>
              </a:extLst>
            </p:cNvPr>
            <p:cNvGrpSpPr/>
            <p:nvPr/>
          </p:nvGrpSpPr>
          <p:grpSpPr>
            <a:xfrm>
              <a:off x="1099264" y="1037211"/>
              <a:ext cx="9845084" cy="4122008"/>
              <a:chOff x="1082500" y="1051989"/>
              <a:chExt cx="10419104" cy="4411942"/>
            </a:xfrm>
          </p:grpSpPr>
          <p:pic>
            <p:nvPicPr>
              <p:cNvPr id="314" name="圖形 313" descr="靶心">
                <a:extLst>
                  <a:ext uri="{FF2B5EF4-FFF2-40B4-BE49-F238E27FC236}">
                    <a16:creationId xmlns:a16="http://schemas.microsoft.com/office/drawing/2014/main" id="{5BFE96EB-051A-49BD-B8DB-FD76219BC6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27175" y="2608341"/>
                <a:ext cx="791917" cy="791917"/>
              </a:xfrm>
              <a:prstGeom prst="rect">
                <a:avLst/>
              </a:prstGeom>
            </p:spPr>
          </p:pic>
          <p:pic>
            <p:nvPicPr>
              <p:cNvPr id="315" name="圖形 314" descr="檢查清單簡報">
                <a:extLst>
                  <a:ext uri="{FF2B5EF4-FFF2-40B4-BE49-F238E27FC236}">
                    <a16:creationId xmlns:a16="http://schemas.microsoft.com/office/drawing/2014/main" id="{3D81F854-7FAC-0728-33C4-B60FAA62D9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86667" y="2608341"/>
                <a:ext cx="798003" cy="798002"/>
              </a:xfrm>
              <a:prstGeom prst="rect">
                <a:avLst/>
              </a:prstGeom>
            </p:spPr>
          </p:pic>
          <p:sp>
            <p:nvSpPr>
              <p:cNvPr id="319" name="圓角矩形 96">
                <a:extLst>
                  <a:ext uri="{FF2B5EF4-FFF2-40B4-BE49-F238E27FC236}">
                    <a16:creationId xmlns:a16="http://schemas.microsoft.com/office/drawing/2014/main" id="{FF6AA8FE-2F44-D1CE-1568-EAB94ADDDA71}"/>
                  </a:ext>
                </a:extLst>
              </p:cNvPr>
              <p:cNvSpPr/>
              <p:nvPr/>
            </p:nvSpPr>
            <p:spPr>
              <a:xfrm>
                <a:off x="10148260" y="3977706"/>
                <a:ext cx="1353344" cy="331820"/>
              </a:xfrm>
              <a:prstGeom prst="roundRect">
                <a:avLst>
                  <a:gd name="adj" fmla="val 50000"/>
                </a:avLst>
              </a:prstGeom>
              <a:solidFill>
                <a:srgbClr val="F79646">
                  <a:lumMod val="75000"/>
                </a:srgbClr>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64017" fontAlgn="base">
                  <a:spcBef>
                    <a:spcPct val="0"/>
                  </a:spcBef>
                  <a:spcAft>
                    <a:spcPct val="0"/>
                  </a:spcAft>
                  <a:buClrTx/>
                  <a:defRPr/>
                </a:pPr>
                <a:r>
                  <a:rPr lang="zh-TW" altLang="en-US" sz="1701" b="1">
                    <a:solidFill>
                      <a:prstClr val="white"/>
                    </a:solidFill>
                    <a:latin typeface="微軟正黑體" panose="020B0604030504040204" pitchFamily="34" charset="-120"/>
                    <a:ea typeface="微軟正黑體" panose="020B0604030504040204" pitchFamily="34" charset="-120"/>
                  </a:rPr>
                  <a:t>預估成本</a:t>
                </a:r>
              </a:p>
            </p:txBody>
          </p:sp>
          <p:sp>
            <p:nvSpPr>
              <p:cNvPr id="320" name="圓角矩形 96">
                <a:extLst>
                  <a:ext uri="{FF2B5EF4-FFF2-40B4-BE49-F238E27FC236}">
                    <a16:creationId xmlns:a16="http://schemas.microsoft.com/office/drawing/2014/main" id="{9E52B5EC-B511-D43A-6A3B-F6BE996BDBC6}"/>
                  </a:ext>
                </a:extLst>
              </p:cNvPr>
              <p:cNvSpPr/>
              <p:nvPr/>
            </p:nvSpPr>
            <p:spPr>
              <a:xfrm>
                <a:off x="1305541" y="1062849"/>
                <a:ext cx="1353344" cy="331820"/>
              </a:xfrm>
              <a:prstGeom prst="roundRect">
                <a:avLst>
                  <a:gd name="adj" fmla="val 50000"/>
                </a:avLst>
              </a:prstGeom>
              <a:solidFill>
                <a:srgbClr val="C0504D">
                  <a:lumMod val="60000"/>
                  <a:lumOff val="40000"/>
                </a:srgbClr>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64017" fontAlgn="base">
                  <a:spcBef>
                    <a:spcPct val="0"/>
                  </a:spcBef>
                  <a:spcAft>
                    <a:spcPct val="0"/>
                  </a:spcAft>
                  <a:buClrTx/>
                  <a:defRPr/>
                </a:pPr>
                <a:r>
                  <a:rPr lang="zh-TW" altLang="en-US" sz="1701" b="1">
                    <a:solidFill>
                      <a:prstClr val="white"/>
                    </a:solidFill>
                    <a:latin typeface="微軟正黑體" panose="020B0604030504040204" pitchFamily="34" charset="-120"/>
                    <a:ea typeface="微軟正黑體" panose="020B0604030504040204" pitchFamily="34" charset="-120"/>
                  </a:rPr>
                  <a:t>專案目標</a:t>
                </a:r>
              </a:p>
            </p:txBody>
          </p:sp>
          <p:sp>
            <p:nvSpPr>
              <p:cNvPr id="321" name="圓角矩形 96">
                <a:extLst>
                  <a:ext uri="{FF2B5EF4-FFF2-40B4-BE49-F238E27FC236}">
                    <a16:creationId xmlns:a16="http://schemas.microsoft.com/office/drawing/2014/main" id="{919BC887-690C-2583-BB10-2238D2ABA45C}"/>
                  </a:ext>
                </a:extLst>
              </p:cNvPr>
              <p:cNvSpPr/>
              <p:nvPr/>
            </p:nvSpPr>
            <p:spPr>
              <a:xfrm>
                <a:off x="1124908" y="3870536"/>
                <a:ext cx="1353344" cy="331820"/>
              </a:xfrm>
              <a:prstGeom prst="roundRect">
                <a:avLst>
                  <a:gd name="adj" fmla="val 50000"/>
                </a:avLst>
              </a:prstGeom>
              <a:solidFill>
                <a:srgbClr val="005696"/>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64017" fontAlgn="base">
                  <a:spcBef>
                    <a:spcPct val="0"/>
                  </a:spcBef>
                  <a:spcAft>
                    <a:spcPct val="0"/>
                  </a:spcAft>
                  <a:buClrTx/>
                  <a:defRPr/>
                </a:pPr>
                <a:r>
                  <a:rPr lang="zh-TW" altLang="en-US" sz="1701" b="1">
                    <a:solidFill>
                      <a:prstClr val="white"/>
                    </a:solidFill>
                    <a:latin typeface="微軟正黑體" panose="020B0604030504040204" pitchFamily="34" charset="-120"/>
                    <a:ea typeface="微軟正黑體" panose="020B0604030504040204" pitchFamily="34" charset="-120"/>
                  </a:rPr>
                  <a:t>專案團隊</a:t>
                </a:r>
              </a:p>
            </p:txBody>
          </p:sp>
          <p:sp>
            <p:nvSpPr>
              <p:cNvPr id="322" name="圓角矩形 96">
                <a:extLst>
                  <a:ext uri="{FF2B5EF4-FFF2-40B4-BE49-F238E27FC236}">
                    <a16:creationId xmlns:a16="http://schemas.microsoft.com/office/drawing/2014/main" id="{CCD16832-1778-BEEB-5921-E245E704CB16}"/>
                  </a:ext>
                </a:extLst>
              </p:cNvPr>
              <p:cNvSpPr/>
              <p:nvPr/>
            </p:nvSpPr>
            <p:spPr>
              <a:xfrm>
                <a:off x="10136261" y="1051989"/>
                <a:ext cx="1353344" cy="331820"/>
              </a:xfrm>
              <a:prstGeom prst="roundRect">
                <a:avLst>
                  <a:gd name="adj" fmla="val 50000"/>
                </a:avLst>
              </a:prstGeom>
              <a:solidFill>
                <a:srgbClr val="008000"/>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864017" fontAlgn="base">
                  <a:spcBef>
                    <a:spcPct val="0"/>
                  </a:spcBef>
                  <a:spcAft>
                    <a:spcPct val="0"/>
                  </a:spcAft>
                  <a:buClrTx/>
                  <a:defRPr/>
                </a:pPr>
                <a:r>
                  <a:rPr lang="zh-TW" altLang="en-US" sz="1701" b="1">
                    <a:solidFill>
                      <a:prstClr val="white"/>
                    </a:solidFill>
                    <a:latin typeface="微軟正黑體" panose="020B0604030504040204" pitchFamily="34" charset="-120"/>
                    <a:ea typeface="微軟正黑體" panose="020B0604030504040204" pitchFamily="34" charset="-120"/>
                  </a:rPr>
                  <a:t>專案範圍</a:t>
                </a:r>
              </a:p>
            </p:txBody>
          </p:sp>
          <p:pic>
            <p:nvPicPr>
              <p:cNvPr id="324" name="圖形 323" descr="撲滿">
                <a:extLst>
                  <a:ext uri="{FF2B5EF4-FFF2-40B4-BE49-F238E27FC236}">
                    <a16:creationId xmlns:a16="http://schemas.microsoft.com/office/drawing/2014/main" id="{2DB5E240-7B70-4390-3146-67C24B17B62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55756" y="4187204"/>
                <a:ext cx="685560" cy="685560"/>
              </a:xfrm>
              <a:prstGeom prst="rect">
                <a:avLst/>
              </a:prstGeom>
            </p:spPr>
          </p:pic>
          <p:grpSp>
            <p:nvGrpSpPr>
              <p:cNvPr id="325" name="群組 324">
                <a:extLst>
                  <a:ext uri="{FF2B5EF4-FFF2-40B4-BE49-F238E27FC236}">
                    <a16:creationId xmlns:a16="http://schemas.microsoft.com/office/drawing/2014/main" id="{1AF85EDD-BDA2-9D81-8A81-59E1366D5C71}"/>
                  </a:ext>
                </a:extLst>
              </p:cNvPr>
              <p:cNvGrpSpPr/>
              <p:nvPr/>
            </p:nvGrpSpPr>
            <p:grpSpPr>
              <a:xfrm>
                <a:off x="6917832" y="4039956"/>
                <a:ext cx="342772" cy="297787"/>
                <a:chOff x="3966207" y="4240143"/>
                <a:chExt cx="382557" cy="353259"/>
              </a:xfrm>
            </p:grpSpPr>
            <p:grpSp>
              <p:nvGrpSpPr>
                <p:cNvPr id="340" name="群組 339">
                  <a:extLst>
                    <a:ext uri="{FF2B5EF4-FFF2-40B4-BE49-F238E27FC236}">
                      <a16:creationId xmlns:a16="http://schemas.microsoft.com/office/drawing/2014/main" id="{85E3EBB2-6B0C-A02E-A3A4-D909927CE94B}"/>
                    </a:ext>
                  </a:extLst>
                </p:cNvPr>
                <p:cNvGrpSpPr/>
                <p:nvPr/>
              </p:nvGrpSpPr>
              <p:grpSpPr>
                <a:xfrm>
                  <a:off x="3966207" y="4240143"/>
                  <a:ext cx="378782" cy="353259"/>
                  <a:chOff x="3966207" y="4238564"/>
                  <a:chExt cx="378782" cy="353259"/>
                </a:xfrm>
              </p:grpSpPr>
              <p:sp>
                <p:nvSpPr>
                  <p:cNvPr id="342" name="橢圓 341">
                    <a:extLst>
                      <a:ext uri="{FF2B5EF4-FFF2-40B4-BE49-F238E27FC236}">
                        <a16:creationId xmlns:a16="http://schemas.microsoft.com/office/drawing/2014/main" id="{3ED7A742-3832-A9B0-556B-B916744A9E08}"/>
                      </a:ext>
                    </a:extLst>
                  </p:cNvPr>
                  <p:cNvSpPr/>
                  <p:nvPr/>
                </p:nvSpPr>
                <p:spPr>
                  <a:xfrm>
                    <a:off x="3966207" y="4260003"/>
                    <a:ext cx="288032" cy="331820"/>
                  </a:xfrm>
                  <a:prstGeom prst="ellipse">
                    <a:avLst/>
                  </a:prstGeom>
                  <a:solidFill>
                    <a:sysClr val="window" lastClr="FFFFFF"/>
                  </a:solidFill>
                  <a:ln w="25400" cap="flat" cmpd="sng" algn="ctr">
                    <a:solidFill>
                      <a:srgbClr val="F79646"/>
                    </a:solidFill>
                    <a:prstDash val="solid"/>
                  </a:ln>
                  <a:effectLst/>
                </p:spPr>
                <p:txBody>
                  <a:bodyPr rtlCol="0" anchor="ctr"/>
                  <a:lstStyle/>
                  <a:p>
                    <a:pPr algn="ctr" defTabSz="864017" fontAlgn="base">
                      <a:spcBef>
                        <a:spcPct val="0"/>
                      </a:spcBef>
                      <a:spcAft>
                        <a:spcPct val="0"/>
                      </a:spcAft>
                      <a:buClrTx/>
                      <a:defRPr/>
                    </a:pPr>
                    <a:endParaRPr lang="zh-TW" altLang="en-US" sz="3780" b="1" kern="1200">
                      <a:solidFill>
                        <a:prstClr val="black"/>
                      </a:solidFill>
                      <a:latin typeface="Times New Roman"/>
                      <a:ea typeface="標楷體"/>
                    </a:endParaRPr>
                  </a:p>
                </p:txBody>
              </p:sp>
              <p:sp>
                <p:nvSpPr>
                  <p:cNvPr id="343" name="橢圓 342">
                    <a:extLst>
                      <a:ext uri="{FF2B5EF4-FFF2-40B4-BE49-F238E27FC236}">
                        <a16:creationId xmlns:a16="http://schemas.microsoft.com/office/drawing/2014/main" id="{28DB1E02-3313-F23D-0079-07B84DAE379B}"/>
                      </a:ext>
                    </a:extLst>
                  </p:cNvPr>
                  <p:cNvSpPr/>
                  <p:nvPr/>
                </p:nvSpPr>
                <p:spPr>
                  <a:xfrm>
                    <a:off x="4056958" y="4238564"/>
                    <a:ext cx="288031" cy="331822"/>
                  </a:xfrm>
                  <a:prstGeom prst="ellipse">
                    <a:avLst/>
                  </a:prstGeom>
                  <a:solidFill>
                    <a:sysClr val="window" lastClr="FFFFFF"/>
                  </a:solidFill>
                  <a:ln w="25400" cap="flat" cmpd="sng" algn="ctr">
                    <a:solidFill>
                      <a:srgbClr val="F79646"/>
                    </a:solidFill>
                    <a:prstDash val="solid"/>
                  </a:ln>
                  <a:effectLst/>
                </p:spPr>
                <p:txBody>
                  <a:bodyPr rtlCol="0" anchor="ctr"/>
                  <a:lstStyle/>
                  <a:p>
                    <a:pPr algn="ctr" defTabSz="864017" fontAlgn="base">
                      <a:spcBef>
                        <a:spcPct val="0"/>
                      </a:spcBef>
                      <a:spcAft>
                        <a:spcPct val="0"/>
                      </a:spcAft>
                      <a:buClrTx/>
                      <a:defRPr/>
                    </a:pPr>
                    <a:endParaRPr lang="zh-TW" altLang="en-US" sz="3780" b="1" kern="1200">
                      <a:solidFill>
                        <a:prstClr val="black"/>
                      </a:solidFill>
                      <a:latin typeface="Times New Roman"/>
                      <a:ea typeface="標楷體"/>
                    </a:endParaRPr>
                  </a:p>
                </p:txBody>
              </p:sp>
            </p:grpSp>
            <p:pic>
              <p:nvPicPr>
                <p:cNvPr id="341" name="圖形 340" descr="美元">
                  <a:extLst>
                    <a:ext uri="{FF2B5EF4-FFF2-40B4-BE49-F238E27FC236}">
                      <a16:creationId xmlns:a16="http://schemas.microsoft.com/office/drawing/2014/main" id="{E2D97310-DF50-1DD9-9104-544CC57DEF93}"/>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60733" y="4323481"/>
                  <a:ext cx="288031" cy="201216"/>
                </a:xfrm>
                <a:prstGeom prst="rect">
                  <a:avLst/>
                </a:prstGeom>
              </p:spPr>
            </p:pic>
          </p:grpSp>
          <p:pic>
            <p:nvPicPr>
              <p:cNvPr id="326" name="圖形 325" descr="有人的自行車">
                <a:extLst>
                  <a:ext uri="{FF2B5EF4-FFF2-40B4-BE49-F238E27FC236}">
                    <a16:creationId xmlns:a16="http://schemas.microsoft.com/office/drawing/2014/main" id="{8B3289FD-C94A-3E1A-2FB4-D24083118D7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27170" y="3926177"/>
                <a:ext cx="946588" cy="946588"/>
              </a:xfrm>
              <a:prstGeom prst="rect">
                <a:avLst/>
              </a:prstGeom>
            </p:spPr>
          </p:pic>
          <p:sp>
            <p:nvSpPr>
              <p:cNvPr id="327" name="文字方塊 326">
                <a:extLst>
                  <a:ext uri="{FF2B5EF4-FFF2-40B4-BE49-F238E27FC236}">
                    <a16:creationId xmlns:a16="http://schemas.microsoft.com/office/drawing/2014/main" id="{CE72FDB1-6E94-7320-BEDE-EF9331B87FE2}"/>
                  </a:ext>
                </a:extLst>
              </p:cNvPr>
              <p:cNvSpPr txBox="1"/>
              <p:nvPr/>
            </p:nvSpPr>
            <p:spPr>
              <a:xfrm>
                <a:off x="1082500" y="1464837"/>
                <a:ext cx="4372260" cy="1152987"/>
              </a:xfrm>
              <a:prstGeom prst="rect">
                <a:avLst/>
              </a:prstGeom>
              <a:noFill/>
            </p:spPr>
            <p:txBody>
              <a:bodyPr wrap="square" rtlCol="0">
                <a:spAutoFit/>
              </a:bodyPr>
              <a:lstStyle/>
              <a:p>
                <a:pPr marL="162003" indent="-162003" defTabSz="864017" fontAlgn="base">
                  <a:spcBef>
                    <a:spcPct val="0"/>
                  </a:spcBef>
                  <a:spcAft>
                    <a:spcPct val="0"/>
                  </a:spcAft>
                  <a:buClrTx/>
                  <a:buFont typeface="Wingdings" panose="05000000000000000000" pitchFamily="2" charset="2"/>
                  <a:buChar char="Ø"/>
                  <a:defRPr/>
                </a:pPr>
                <a:r>
                  <a:rPr lang="zh-TW" altLang="en-US" sz="1600" b="1" kern="1200">
                    <a:solidFill>
                      <a:srgbClr val="336699"/>
                    </a:solidFill>
                    <a:latin typeface="微軟正黑體" panose="020B0604030504040204" pitchFamily="34" charset="-120"/>
                    <a:ea typeface="微軟正黑體" panose="020B0604030504040204" pitchFamily="34" charset="-120"/>
                  </a:rPr>
                  <a:t>目標：</a:t>
                </a:r>
                <a:r>
                  <a:rPr lang="zh-TW" altLang="en-US" sz="1600" kern="1200">
                    <a:solidFill>
                      <a:schemeClr val="tx1"/>
                    </a:solidFill>
                    <a:latin typeface="微軟正黑體" panose="020B0604030504040204" pitchFamily="34" charset="-120"/>
                    <a:ea typeface="微軟正黑體" panose="020B0604030504040204" pitchFamily="34" charset="-120"/>
                  </a:rPr>
                  <a:t>協助同仁從大量分散的外部公開資訊中，自動化繁瑣的蒐集流程</a:t>
                </a:r>
                <a:endParaRPr lang="en-US" altLang="zh-TW" sz="1600" kern="1200">
                  <a:solidFill>
                    <a:schemeClr val="tx1"/>
                  </a:solidFill>
                  <a:latin typeface="微軟正黑體" panose="020B0604030504040204" pitchFamily="34" charset="-120"/>
                  <a:ea typeface="微軟正黑體" panose="020B0604030504040204" pitchFamily="34" charset="-120"/>
                </a:endParaRPr>
              </a:p>
              <a:p>
                <a:pPr marL="162003" indent="-162003" defTabSz="864017" fontAlgn="base">
                  <a:spcBef>
                    <a:spcPct val="0"/>
                  </a:spcBef>
                  <a:spcAft>
                    <a:spcPct val="0"/>
                  </a:spcAft>
                  <a:buClrTx/>
                  <a:buFont typeface="Wingdings" panose="05000000000000000000" pitchFamily="2" charset="2"/>
                  <a:buChar char="Ø"/>
                  <a:defRPr/>
                </a:pPr>
                <a:r>
                  <a:rPr lang="zh-TW" altLang="en-US" sz="1600" b="1" kern="1200">
                    <a:solidFill>
                      <a:srgbClr val="336699"/>
                    </a:solidFill>
                    <a:latin typeface="微軟正黑體" panose="020B0604030504040204" pitchFamily="34" charset="-120"/>
                    <a:ea typeface="微軟正黑體" panose="020B0604030504040204" pitchFamily="34" charset="-120"/>
                  </a:rPr>
                  <a:t>使用對象：</a:t>
                </a:r>
                <a:r>
                  <a:rPr lang="zh-TW" altLang="en-US" sz="1600" kern="1200">
                    <a:solidFill>
                      <a:schemeClr val="tx1"/>
                    </a:solidFill>
                    <a:latin typeface="微軟正黑體" panose="020B0604030504040204" pitchFamily="34" charset="-120"/>
                    <a:ea typeface="微軟正黑體" panose="020B0604030504040204" pitchFamily="34" charset="-120"/>
                  </a:rPr>
                  <a:t>永豐金控、銀行、證券海內外有蒐集資料需求之同仁</a:t>
                </a:r>
                <a:endParaRPr lang="en-US" altLang="zh-TW" sz="1600" kern="1200">
                  <a:solidFill>
                    <a:schemeClr val="tx1"/>
                  </a:solidFill>
                  <a:latin typeface="微軟正黑體" panose="020B0604030504040204" pitchFamily="34" charset="-120"/>
                  <a:ea typeface="微軟正黑體" panose="020B0604030504040204" pitchFamily="34" charset="-120"/>
                </a:endParaRPr>
              </a:p>
            </p:txBody>
          </p:sp>
          <p:sp>
            <p:nvSpPr>
              <p:cNvPr id="329" name="文字方塊 328">
                <a:extLst>
                  <a:ext uri="{FF2B5EF4-FFF2-40B4-BE49-F238E27FC236}">
                    <a16:creationId xmlns:a16="http://schemas.microsoft.com/office/drawing/2014/main" id="{8806E9FA-0C68-8F3A-4CDD-DB795C3E8F83}"/>
                  </a:ext>
                </a:extLst>
              </p:cNvPr>
              <p:cNvSpPr txBox="1"/>
              <p:nvPr/>
            </p:nvSpPr>
            <p:spPr>
              <a:xfrm>
                <a:off x="1096313" y="4309526"/>
                <a:ext cx="4551896" cy="1092867"/>
              </a:xfrm>
              <a:prstGeom prst="rect">
                <a:avLst/>
              </a:prstGeom>
              <a:noFill/>
            </p:spPr>
            <p:txBody>
              <a:bodyPr wrap="square" rtlCol="0">
                <a:spAutoFit/>
              </a:bodyPr>
              <a:lstStyle/>
              <a:p>
                <a:pPr defTabSz="864017" fontAlgn="base">
                  <a:spcBef>
                    <a:spcPts val="472"/>
                  </a:spcBef>
                  <a:spcAft>
                    <a:spcPct val="0"/>
                  </a:spcAft>
                  <a:buClrTx/>
                  <a:defRPr/>
                </a:pPr>
                <a:r>
                  <a:rPr lang="zh-TW" altLang="en-US" sz="1701" b="1" kern="1200">
                    <a:solidFill>
                      <a:srgbClr val="336699"/>
                    </a:solidFill>
                    <a:latin typeface="微軟正黑體" panose="020B0604030504040204" pitchFamily="34" charset="-120"/>
                    <a:ea typeface="微軟正黑體" panose="020B0604030504040204" pitchFamily="34" charset="-120"/>
                  </a:rPr>
                  <a:t>專案負責人</a:t>
                </a:r>
                <a:endParaRPr lang="en-US" altLang="zh-TW" sz="1701" b="1" kern="1200">
                  <a:solidFill>
                    <a:srgbClr val="336699"/>
                  </a:solidFill>
                  <a:latin typeface="微軟正黑體" panose="020B0604030504040204" pitchFamily="34" charset="-120"/>
                  <a:ea typeface="微軟正黑體" panose="020B0604030504040204" pitchFamily="34" charset="-120"/>
                </a:endParaRPr>
              </a:p>
              <a:p>
                <a:pPr marL="162003" lvl="3" indent="-162003" defTabSz="864017" fontAlgn="base">
                  <a:spcBef>
                    <a:spcPts val="472"/>
                  </a:spcBef>
                  <a:spcAft>
                    <a:spcPct val="0"/>
                  </a:spcAft>
                  <a:buClrTx/>
                  <a:buFont typeface="Wingdings" panose="05000000000000000000" pitchFamily="2" charset="2"/>
                  <a:buChar char="Ø"/>
                  <a:defRPr/>
                </a:pPr>
                <a:r>
                  <a:rPr lang="zh-TW" altLang="en-US"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數位科技處 </a:t>
                </a:r>
                <a:r>
                  <a:rPr lang="en-US" altLang="zh-TW"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 </a:t>
                </a:r>
                <a:r>
                  <a:rPr lang="zh-TW" altLang="en-US"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rPr>
                  <a:t>李思穎、胡逸珊</a:t>
                </a:r>
                <a:endParaRPr lang="en-US" altLang="zh-TW"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endParaRPr>
              </a:p>
              <a:p>
                <a:pPr marL="162003" indent="-162003" defTabSz="864017" fontAlgn="base">
                  <a:spcBef>
                    <a:spcPts val="472"/>
                  </a:spcBef>
                  <a:spcAft>
                    <a:spcPct val="0"/>
                  </a:spcAft>
                  <a:buClrTx/>
                  <a:buFont typeface="Wingdings" panose="05000000000000000000" pitchFamily="2" charset="2"/>
                  <a:buChar char="Ø"/>
                  <a:defRPr/>
                </a:pPr>
                <a:r>
                  <a:rPr lang="zh-TW" altLang="en-US"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資訊處 </a:t>
                </a:r>
                <a:r>
                  <a:rPr lang="en-US" altLang="zh-TW"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rPr>
                  <a:t>:</a:t>
                </a:r>
                <a:r>
                  <a:rPr lang="zh-TW" altLang="en-US"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rPr>
                  <a:t>林祺翔、林威佑、李元生</a:t>
                </a:r>
                <a:endParaRPr lang="en-US" altLang="zh-TW" sz="1701" kern="1200">
                  <a:solidFill>
                    <a:schemeClr val="tx1"/>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338" name="文字方塊 337">
                <a:extLst>
                  <a:ext uri="{FF2B5EF4-FFF2-40B4-BE49-F238E27FC236}">
                    <a16:creationId xmlns:a16="http://schemas.microsoft.com/office/drawing/2014/main" id="{8A3790FF-D544-4EE6-1994-3B435037CE58}"/>
                  </a:ext>
                </a:extLst>
              </p:cNvPr>
              <p:cNvSpPr txBox="1"/>
              <p:nvPr/>
            </p:nvSpPr>
            <p:spPr>
              <a:xfrm>
                <a:off x="7934873" y="4472636"/>
                <a:ext cx="3426485" cy="991295"/>
              </a:xfrm>
              <a:prstGeom prst="rect">
                <a:avLst/>
              </a:prstGeom>
              <a:noFill/>
            </p:spPr>
            <p:txBody>
              <a:bodyPr wrap="square" rtlCol="0">
                <a:spAutoFit/>
              </a:bodyPr>
              <a:lstStyle/>
              <a:p>
                <a:pPr marL="162003" lvl="2" indent="-162003" defTabSz="864017" fontAlgn="base">
                  <a:spcBef>
                    <a:spcPts val="472"/>
                  </a:spcBef>
                  <a:spcAft>
                    <a:spcPct val="0"/>
                  </a:spcAft>
                  <a:buClrTx/>
                  <a:buFont typeface="Wingdings" panose="05000000000000000000" pitchFamily="2" charset="2"/>
                  <a:buChar char="Ø"/>
                  <a:defRPr/>
                </a:pPr>
                <a:r>
                  <a:rPr lang="zh-TW" altLang="en-US"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平台 </a:t>
                </a:r>
                <a:r>
                  <a:rPr lang="en-US" altLang="zh-TW"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AI </a:t>
                </a:r>
                <a:r>
                  <a:rPr lang="zh-TW" altLang="en-US"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使用</a:t>
                </a:r>
                <a:r>
                  <a:rPr lang="en-US" altLang="zh-TW" sz="1701" b="1" kern="1200">
                    <a:solidFill>
                      <a:srgbClr val="336699"/>
                    </a:solidFill>
                    <a:latin typeface="微軟正黑體" panose="020B0604030504040204" pitchFamily="34" charset="-120"/>
                    <a:ea typeface="微軟正黑體" panose="020B0604030504040204" pitchFamily="34" charset="-120"/>
                    <a:cs typeface="Calibri" panose="020F0502020204030204" pitchFamily="34" charset="0"/>
                  </a:rPr>
                  <a:t>: </a:t>
                </a:r>
                <a:r>
                  <a:rPr lang="zh-TW" altLang="en-US" sz="1600" kern="1200">
                    <a:solidFill>
                      <a:prstClr val="black"/>
                    </a:solidFill>
                    <a:latin typeface="微軟正黑體" panose="020B0604030504040204" pitchFamily="34" charset="-120"/>
                    <a:ea typeface="微軟正黑體" panose="020B0604030504040204" pitchFamily="34" charset="-120"/>
                  </a:rPr>
                  <a:t>每月 </a:t>
                </a:r>
                <a:r>
                  <a:rPr lang="en-US" altLang="zh-TW" sz="1600" kern="1200">
                    <a:solidFill>
                      <a:prstClr val="black"/>
                    </a:solidFill>
                    <a:latin typeface="微軟正黑體" panose="020B0604030504040204" pitchFamily="34" charset="-120"/>
                    <a:ea typeface="微軟正黑體" panose="020B0604030504040204" pitchFamily="34" charset="-120"/>
                  </a:rPr>
                  <a:t>1000 USD</a:t>
                </a:r>
              </a:p>
              <a:p>
                <a:pPr marL="162003" lvl="2" indent="-162003" defTabSz="864017" fontAlgn="base">
                  <a:spcBef>
                    <a:spcPts val="472"/>
                  </a:spcBef>
                  <a:spcAft>
                    <a:spcPct val="0"/>
                  </a:spcAft>
                  <a:buClrTx/>
                  <a:buFont typeface="Wingdings" panose="05000000000000000000" pitchFamily="2" charset="2"/>
                  <a:buChar char="Ø"/>
                  <a:defRPr/>
                </a:pPr>
                <a:r>
                  <a:rPr lang="zh-TW" altLang="en-US" sz="1600" b="1" kern="1200">
                    <a:solidFill>
                      <a:schemeClr val="bg2"/>
                    </a:solidFill>
                    <a:latin typeface="微軟正黑體" panose="020B0604030504040204" pitchFamily="34" charset="-120"/>
                    <a:ea typeface="微軟正黑體" panose="020B0604030504040204" pitchFamily="34" charset="-120"/>
                  </a:rPr>
                  <a:t> 系統成本</a:t>
                </a:r>
                <a:r>
                  <a:rPr lang="en-US" altLang="zh-TW" sz="1600" kern="1200">
                    <a:solidFill>
                      <a:schemeClr val="bg2"/>
                    </a:solidFill>
                    <a:latin typeface="微軟正黑體" panose="020B0604030504040204" pitchFamily="34" charset="-120"/>
                    <a:ea typeface="微軟正黑體" panose="020B0604030504040204" pitchFamily="34" charset="-120"/>
                  </a:rPr>
                  <a:t>:</a:t>
                </a:r>
                <a:r>
                  <a:rPr lang="zh-TW" altLang="en-US" sz="1600" kern="1200">
                    <a:solidFill>
                      <a:schemeClr val="bg2"/>
                    </a:solidFill>
                    <a:latin typeface="微軟正黑體" panose="020B0604030504040204" pitchFamily="34" charset="-120"/>
                    <a:ea typeface="微軟正黑體" panose="020B0604030504040204" pitchFamily="34" charset="-120"/>
                  </a:rPr>
                  <a:t> </a:t>
                </a:r>
                <a:r>
                  <a:rPr lang="zh-TW" altLang="en-US" sz="1600" kern="1200">
                    <a:solidFill>
                      <a:prstClr val="black"/>
                    </a:solidFill>
                    <a:latin typeface="微軟正黑體" panose="020B0604030504040204" pitchFamily="34" charset="-120"/>
                    <a:ea typeface="微軟正黑體" panose="020B0604030504040204" pitchFamily="34" charset="-120"/>
                  </a:rPr>
                  <a:t>待確認為雲端還是地端建置後呈現</a:t>
                </a:r>
                <a:r>
                  <a:rPr lang="zh-TW" altLang="en-US" sz="1701" kern="1200">
                    <a:solidFill>
                      <a:prstClr val="black"/>
                    </a:solidFill>
                    <a:latin typeface="微軟正黑體" panose="020B0604030504040204" pitchFamily="34" charset="-120"/>
                    <a:ea typeface="微軟正黑體" panose="020B0604030504040204" pitchFamily="34" charset="-120"/>
                  </a:rPr>
                  <a:t>　</a:t>
                </a:r>
              </a:p>
            </p:txBody>
          </p:sp>
        </p:grpSp>
      </p:grpSp>
      <p:sp>
        <p:nvSpPr>
          <p:cNvPr id="14" name="文字方塊 13">
            <a:extLst>
              <a:ext uri="{FF2B5EF4-FFF2-40B4-BE49-F238E27FC236}">
                <a16:creationId xmlns:a16="http://schemas.microsoft.com/office/drawing/2014/main" id="{62A22B48-2424-0A39-E444-9BE6E1AC931D}"/>
              </a:ext>
            </a:extLst>
          </p:cNvPr>
          <p:cNvSpPr txBox="1"/>
          <p:nvPr/>
        </p:nvSpPr>
        <p:spPr>
          <a:xfrm>
            <a:off x="6716847" y="1466926"/>
            <a:ext cx="4131381" cy="830997"/>
          </a:xfrm>
          <a:prstGeom prst="rect">
            <a:avLst/>
          </a:prstGeom>
          <a:noFill/>
        </p:spPr>
        <p:txBody>
          <a:bodyPr wrap="square" rtlCol="0">
            <a:spAutoFit/>
          </a:bodyPr>
          <a:lstStyle/>
          <a:p>
            <a:pPr marL="162003" indent="-162003" defTabSz="864017" fontAlgn="base">
              <a:spcBef>
                <a:spcPct val="0"/>
              </a:spcBef>
              <a:spcAft>
                <a:spcPct val="0"/>
              </a:spcAft>
              <a:buClrTx/>
              <a:buFont typeface="Wingdings" panose="05000000000000000000" pitchFamily="2" charset="2"/>
              <a:buChar char="Ø"/>
              <a:defRPr/>
            </a:pPr>
            <a:r>
              <a:rPr lang="zh-TW" altLang="en-US" sz="1600" b="1" kern="1200">
                <a:solidFill>
                  <a:srgbClr val="336699"/>
                </a:solidFill>
                <a:latin typeface="微軟正黑體" panose="020B0604030504040204" pitchFamily="34" charset="-120"/>
                <a:ea typeface="微軟正黑體" panose="020B0604030504040204" pitchFamily="34" charset="-120"/>
              </a:rPr>
              <a:t>資料來源：</a:t>
            </a:r>
            <a:r>
              <a:rPr lang="en-US" altLang="zh-TW" sz="1600" kern="1200">
                <a:solidFill>
                  <a:schemeClr val="tx1"/>
                </a:solidFill>
                <a:latin typeface="微軟正黑體" panose="020B0604030504040204" pitchFamily="34" charset="-120"/>
                <a:ea typeface="微軟正黑體" panose="020B0604030504040204" pitchFamily="34" charset="-120"/>
              </a:rPr>
              <a:t>RSS,  web</a:t>
            </a:r>
            <a:r>
              <a:rPr lang="zh-TW" altLang="en-US" sz="1600" kern="1200">
                <a:solidFill>
                  <a:schemeClr val="tx1"/>
                </a:solidFill>
                <a:latin typeface="微軟正黑體" panose="020B0604030504040204" pitchFamily="34" charset="-120"/>
                <a:ea typeface="微軟正黑體" panose="020B0604030504040204" pitchFamily="34" charset="-120"/>
              </a:rPr>
              <a:t> </a:t>
            </a:r>
            <a:r>
              <a:rPr lang="en-US" altLang="zh-TW" sz="1600" kern="1200">
                <a:solidFill>
                  <a:schemeClr val="tx1"/>
                </a:solidFill>
                <a:latin typeface="微軟正黑體" panose="020B0604030504040204" pitchFamily="34" charset="-120"/>
                <a:ea typeface="微軟正黑體" panose="020B0604030504040204" pitchFamily="34" charset="-120"/>
              </a:rPr>
              <a:t>search, </a:t>
            </a:r>
            <a:r>
              <a:rPr lang="zh-TW" altLang="en-US" sz="1600" kern="1200">
                <a:solidFill>
                  <a:schemeClr val="tx1"/>
                </a:solidFill>
                <a:latin typeface="微軟正黑體" panose="020B0604030504040204" pitchFamily="34" charset="-120"/>
                <a:ea typeface="微軟正黑體" panose="020B0604030504040204" pitchFamily="34" charset="-120"/>
              </a:rPr>
              <a:t>各子公司買的大數 </a:t>
            </a:r>
            <a:r>
              <a:rPr lang="en-US" altLang="zh-TW" sz="1600" kern="1200">
                <a:solidFill>
                  <a:schemeClr val="tx1"/>
                </a:solidFill>
                <a:latin typeface="微軟正黑體" panose="020B0604030504040204" pitchFamily="34" charset="-120"/>
                <a:ea typeface="微軟正黑體" panose="020B0604030504040204" pitchFamily="34" charset="-120"/>
              </a:rPr>
              <a:t>API</a:t>
            </a:r>
            <a:r>
              <a:rPr lang="zh-TW" altLang="en-US" sz="1600" kern="1200">
                <a:solidFill>
                  <a:schemeClr val="tx1"/>
                </a:solidFill>
                <a:latin typeface="微軟正黑體" panose="020B0604030504040204" pitchFamily="34" charset="-120"/>
                <a:ea typeface="微軟正黑體" panose="020B0604030504040204" pitchFamily="34" charset="-120"/>
              </a:rPr>
              <a:t> 資料</a:t>
            </a:r>
            <a:endParaRPr lang="en-US" altLang="zh-TW" sz="1600" kern="1200">
              <a:solidFill>
                <a:schemeClr val="tx1"/>
              </a:solidFill>
              <a:latin typeface="微軟正黑體" panose="020B0604030504040204" pitchFamily="34" charset="-120"/>
              <a:ea typeface="微軟正黑體" panose="020B0604030504040204" pitchFamily="34" charset="-120"/>
            </a:endParaRPr>
          </a:p>
          <a:p>
            <a:pPr marL="162003" indent="-162003" defTabSz="864017" fontAlgn="base">
              <a:spcBef>
                <a:spcPct val="0"/>
              </a:spcBef>
              <a:spcAft>
                <a:spcPct val="0"/>
              </a:spcAft>
              <a:buClrTx/>
              <a:buFont typeface="Wingdings" panose="05000000000000000000" pitchFamily="2" charset="2"/>
              <a:buChar char="Ø"/>
              <a:defRPr/>
            </a:pPr>
            <a:r>
              <a:rPr lang="zh-TW" altLang="en-US" sz="1600" b="1" kern="1200">
                <a:solidFill>
                  <a:srgbClr val="336699"/>
                </a:solidFill>
                <a:latin typeface="微軟正黑體" panose="020B0604030504040204" pitchFamily="34" charset="-120"/>
                <a:ea typeface="微軟正黑體" panose="020B0604030504040204" pitchFamily="34" charset="-120"/>
              </a:rPr>
              <a:t>使用對象：</a:t>
            </a:r>
            <a:r>
              <a:rPr lang="zh-TW" altLang="en-US" sz="1600" kern="1200">
                <a:solidFill>
                  <a:schemeClr val="tx1"/>
                </a:solidFill>
                <a:latin typeface="微軟正黑體" panose="020B0604030504040204" pitchFamily="34" charset="-120"/>
                <a:ea typeface="微軟正黑體" panose="020B0604030504040204" pitchFamily="34" charset="-120"/>
              </a:rPr>
              <a:t>有資料使用之權限的單位同仁</a:t>
            </a:r>
            <a:endParaRPr lang="en-US" altLang="zh-TW" sz="1600" kern="120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049934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專案團隊</a:t>
            </a:r>
          </a:p>
        </p:txBody>
      </p:sp>
      <p:grpSp>
        <p:nvGrpSpPr>
          <p:cNvPr id="6" name="群組 5">
            <a:extLst>
              <a:ext uri="{FF2B5EF4-FFF2-40B4-BE49-F238E27FC236}">
                <a16:creationId xmlns:a16="http://schemas.microsoft.com/office/drawing/2014/main" id="{5E989E43-DA62-CE89-761A-39B5507C4C47}"/>
              </a:ext>
            </a:extLst>
          </p:cNvPr>
          <p:cNvGrpSpPr/>
          <p:nvPr/>
        </p:nvGrpSpPr>
        <p:grpSpPr>
          <a:xfrm>
            <a:off x="7117458" y="1197805"/>
            <a:ext cx="4065584" cy="2260488"/>
            <a:chOff x="10353655" y="1765688"/>
            <a:chExt cx="4302697" cy="2392323"/>
          </a:xfrm>
        </p:grpSpPr>
        <p:sp>
          <p:nvSpPr>
            <p:cNvPr id="8" name="矩形 7">
              <a:extLst>
                <a:ext uri="{FF2B5EF4-FFF2-40B4-BE49-F238E27FC236}">
                  <a16:creationId xmlns:a16="http://schemas.microsoft.com/office/drawing/2014/main" id="{6ED33591-1D67-97DA-8848-7097733B623F}"/>
                </a:ext>
              </a:extLst>
            </p:cNvPr>
            <p:cNvSpPr/>
            <p:nvPr/>
          </p:nvSpPr>
          <p:spPr bwMode="gray">
            <a:xfrm>
              <a:off x="12837086" y="2913171"/>
              <a:ext cx="1819265"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專案執行</a:t>
              </a:r>
            </a:p>
          </p:txBody>
        </p:sp>
        <p:sp>
          <p:nvSpPr>
            <p:cNvPr id="9" name="矩形 8">
              <a:extLst>
                <a:ext uri="{FF2B5EF4-FFF2-40B4-BE49-F238E27FC236}">
                  <a16:creationId xmlns:a16="http://schemas.microsoft.com/office/drawing/2014/main" id="{FFB69292-2381-2DD4-2EE9-4F40EB5F4CFB}"/>
                </a:ext>
              </a:extLst>
            </p:cNvPr>
            <p:cNvSpPr/>
            <p:nvPr/>
          </p:nvSpPr>
          <p:spPr bwMode="gray">
            <a:xfrm>
              <a:off x="10353655" y="2913171"/>
              <a:ext cx="1825404"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專案執行</a:t>
              </a:r>
            </a:p>
          </p:txBody>
        </p:sp>
        <p:sp>
          <p:nvSpPr>
            <p:cNvPr id="10" name="矩形 9">
              <a:extLst>
                <a:ext uri="{FF2B5EF4-FFF2-40B4-BE49-F238E27FC236}">
                  <a16:creationId xmlns:a16="http://schemas.microsoft.com/office/drawing/2014/main" id="{505B97D9-609F-A744-01FC-43D550C4813E}"/>
                </a:ext>
              </a:extLst>
            </p:cNvPr>
            <p:cNvSpPr/>
            <p:nvPr/>
          </p:nvSpPr>
          <p:spPr bwMode="gray">
            <a:xfrm>
              <a:off x="12837087" y="3165170"/>
              <a:ext cx="1819265" cy="992840"/>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lang="zh-TW" altLang="zh-TW"/>
                <a:t>數據整合經營組</a:t>
              </a:r>
              <a:br>
                <a:rPr lang="en-US" altLang="zh-TW"/>
              </a:br>
              <a:r>
                <a:rPr kumimoji="1" lang="zh-TW" altLang="en-US" sz="1512">
                  <a:solidFill>
                    <a:srgbClr val="4472C4">
                      <a:lumMod val="75000"/>
                    </a:srgbClr>
                  </a:solidFill>
                  <a:latin typeface="Calibri" panose="020F0502020204030204"/>
                  <a:ea typeface="微軟正黑體"/>
                </a:rPr>
                <a:t>組長 周國靖</a:t>
              </a:r>
              <a:endParaRPr kumimoji="1" lang="en-US" altLang="zh-TW" sz="1512">
                <a:solidFill>
                  <a:srgbClr val="4472C4">
                    <a:lumMod val="75000"/>
                  </a:srgbClr>
                </a:solidFill>
                <a:latin typeface="Calibri" panose="020F0502020204030204"/>
                <a:ea typeface="微軟正黑體"/>
              </a:endParaRPr>
            </a:p>
            <a:p>
              <a:pPr algn="ctr" defTabSz="1152012">
                <a:lnSpc>
                  <a:spcPct val="106000"/>
                </a:lnSpc>
                <a:defRPr/>
              </a:pPr>
              <a:r>
                <a:rPr kumimoji="1" lang="zh-TW" altLang="en-US" sz="1512">
                  <a:solidFill>
                    <a:srgbClr val="4472C4">
                      <a:lumMod val="75000"/>
                    </a:srgbClr>
                  </a:solidFill>
                  <a:latin typeface="Calibri" panose="020F0502020204030204"/>
                  <a:ea typeface="微軟正黑體"/>
                </a:rPr>
                <a:t>專案管理 胡逸珊</a:t>
              </a:r>
              <a:endParaRPr kumimoji="1" lang="en-US" altLang="zh-TW" sz="1512">
                <a:solidFill>
                  <a:srgbClr val="4472C4">
                    <a:lumMod val="75000"/>
                  </a:srgbClr>
                </a:solidFill>
                <a:latin typeface="Calibri" panose="020F0502020204030204"/>
                <a:ea typeface="微軟正黑體"/>
              </a:endParaRPr>
            </a:p>
          </p:txBody>
        </p:sp>
        <p:sp>
          <p:nvSpPr>
            <p:cNvPr id="11" name="矩形 10">
              <a:extLst>
                <a:ext uri="{FF2B5EF4-FFF2-40B4-BE49-F238E27FC236}">
                  <a16:creationId xmlns:a16="http://schemas.microsoft.com/office/drawing/2014/main" id="{F74AD94D-395F-5482-9A83-C399162EA980}"/>
                </a:ext>
              </a:extLst>
            </p:cNvPr>
            <p:cNvSpPr/>
            <p:nvPr/>
          </p:nvSpPr>
          <p:spPr bwMode="gray">
            <a:xfrm>
              <a:off x="10353656" y="3165171"/>
              <a:ext cx="1825404" cy="992840"/>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數位科技發展組</a:t>
              </a:r>
              <a:br>
                <a:rPr kumimoji="1" lang="en-US" altLang="zh-TW" sz="1512">
                  <a:solidFill>
                    <a:prstClr val="black"/>
                  </a:solidFill>
                  <a:latin typeface="Calibri" panose="020F0502020204030204"/>
                  <a:ea typeface="微軟正黑體"/>
                </a:rPr>
              </a:br>
              <a:r>
                <a:rPr kumimoji="1" lang="zh-TW" altLang="en-US" sz="1512">
                  <a:solidFill>
                    <a:srgbClr val="4472C4">
                      <a:lumMod val="75000"/>
                    </a:srgbClr>
                  </a:solidFill>
                  <a:latin typeface="Calibri" panose="020F0502020204030204"/>
                  <a:ea typeface="微軟正黑體"/>
                </a:rPr>
                <a:t>工程師 王雋凱</a:t>
              </a:r>
              <a:endParaRPr kumimoji="1" lang="en-US" altLang="zh-TW" sz="1512">
                <a:solidFill>
                  <a:srgbClr val="4472C4">
                    <a:lumMod val="75000"/>
                  </a:srgbClr>
                </a:solidFill>
                <a:latin typeface="Calibri" panose="020F0502020204030204"/>
                <a:ea typeface="微軟正黑體"/>
              </a:endParaRPr>
            </a:p>
            <a:p>
              <a:pPr algn="ctr" defTabSz="1152012">
                <a:lnSpc>
                  <a:spcPct val="106000"/>
                </a:lnSpc>
                <a:defRPr/>
              </a:pPr>
              <a:r>
                <a:rPr kumimoji="1" lang="zh-TW" altLang="en-US" sz="1512">
                  <a:solidFill>
                    <a:srgbClr val="4472C4">
                      <a:lumMod val="75000"/>
                    </a:srgbClr>
                  </a:solidFill>
                  <a:latin typeface="Calibri" panose="020F0502020204030204"/>
                  <a:ea typeface="微軟正黑體"/>
                </a:rPr>
                <a:t>專案管理 李思穎</a:t>
              </a:r>
            </a:p>
          </p:txBody>
        </p:sp>
        <p:sp>
          <p:nvSpPr>
            <p:cNvPr id="4" name="矩形 3">
              <a:extLst>
                <a:ext uri="{FF2B5EF4-FFF2-40B4-BE49-F238E27FC236}">
                  <a16:creationId xmlns:a16="http://schemas.microsoft.com/office/drawing/2014/main" id="{9C18A355-9D59-EEAA-6EF9-385BDE7E96DE}"/>
                </a:ext>
              </a:extLst>
            </p:cNvPr>
            <p:cNvSpPr/>
            <p:nvPr/>
          </p:nvSpPr>
          <p:spPr bwMode="gray">
            <a:xfrm>
              <a:off x="11595761" y="1765688"/>
              <a:ext cx="1659765"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專案督導主管</a:t>
              </a:r>
            </a:p>
          </p:txBody>
        </p:sp>
        <p:sp>
          <p:nvSpPr>
            <p:cNvPr id="5" name="矩形 4">
              <a:extLst>
                <a:ext uri="{FF2B5EF4-FFF2-40B4-BE49-F238E27FC236}">
                  <a16:creationId xmlns:a16="http://schemas.microsoft.com/office/drawing/2014/main" id="{F5ADE75D-5A86-002E-D1AE-BF03EB72E549}"/>
                </a:ext>
              </a:extLst>
            </p:cNvPr>
            <p:cNvSpPr/>
            <p:nvPr/>
          </p:nvSpPr>
          <p:spPr bwMode="gray">
            <a:xfrm>
              <a:off x="11595762" y="2017686"/>
              <a:ext cx="1659765" cy="663403"/>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數位科技處</a:t>
              </a:r>
              <a:endParaRPr kumimoji="1" lang="en-US" altLang="zh-TW" sz="1512">
                <a:solidFill>
                  <a:prstClr val="black"/>
                </a:solidFill>
                <a:latin typeface="Calibri" panose="020F0502020204030204"/>
                <a:ea typeface="微軟正黑體"/>
              </a:endParaRPr>
            </a:p>
            <a:p>
              <a:pPr algn="ctr" defTabSz="1152012">
                <a:lnSpc>
                  <a:spcPct val="106000"/>
                </a:lnSpc>
                <a:defRPr/>
              </a:pPr>
              <a:r>
                <a:rPr kumimoji="1" lang="zh-TW" altLang="zh-TW" sz="1512">
                  <a:solidFill>
                    <a:srgbClr val="4472C4">
                      <a:lumMod val="75000"/>
                    </a:srgbClr>
                  </a:solidFill>
                  <a:latin typeface="Calibri" panose="020F0502020204030204"/>
                  <a:ea typeface="微軟正黑體"/>
                </a:rPr>
                <a:t>副處長</a:t>
              </a:r>
              <a:r>
                <a:rPr kumimoji="1" lang="en-US" altLang="zh-TW" sz="1512">
                  <a:solidFill>
                    <a:srgbClr val="4472C4">
                      <a:lumMod val="75000"/>
                    </a:srgbClr>
                  </a:solidFill>
                  <a:latin typeface="Calibri" panose="020F0502020204030204"/>
                  <a:ea typeface="微軟正黑體"/>
                </a:rPr>
                <a:t> </a:t>
              </a:r>
              <a:r>
                <a:rPr kumimoji="1" lang="zh-TW" altLang="en-US" sz="1512">
                  <a:solidFill>
                    <a:srgbClr val="4472C4">
                      <a:lumMod val="75000"/>
                    </a:srgbClr>
                  </a:solidFill>
                  <a:latin typeface="Calibri" panose="020F0502020204030204"/>
                  <a:ea typeface="微軟正黑體"/>
                </a:rPr>
                <a:t>周立夫</a:t>
              </a:r>
              <a:endParaRPr kumimoji="1" lang="en-US" altLang="zh-TW" sz="1512">
                <a:solidFill>
                  <a:srgbClr val="4472C4">
                    <a:lumMod val="75000"/>
                  </a:srgbClr>
                </a:solidFill>
                <a:latin typeface="Calibri" panose="020F0502020204030204"/>
                <a:ea typeface="微軟正黑體"/>
              </a:endParaRPr>
            </a:p>
          </p:txBody>
        </p:sp>
      </p:grpSp>
      <p:grpSp>
        <p:nvGrpSpPr>
          <p:cNvPr id="14" name="群組 13">
            <a:extLst>
              <a:ext uri="{FF2B5EF4-FFF2-40B4-BE49-F238E27FC236}">
                <a16:creationId xmlns:a16="http://schemas.microsoft.com/office/drawing/2014/main" id="{0D0F7112-C795-376A-24E5-70820C3D059C}"/>
              </a:ext>
            </a:extLst>
          </p:cNvPr>
          <p:cNvGrpSpPr/>
          <p:nvPr/>
        </p:nvGrpSpPr>
        <p:grpSpPr>
          <a:xfrm>
            <a:off x="2761330" y="1180112"/>
            <a:ext cx="2383884" cy="3114934"/>
            <a:chOff x="1828480" y="1711163"/>
            <a:chExt cx="3076443" cy="3296597"/>
          </a:xfrm>
        </p:grpSpPr>
        <p:sp>
          <p:nvSpPr>
            <p:cNvPr id="16" name="矩形 15">
              <a:extLst>
                <a:ext uri="{FF2B5EF4-FFF2-40B4-BE49-F238E27FC236}">
                  <a16:creationId xmlns:a16="http://schemas.microsoft.com/office/drawing/2014/main" id="{88FC3EFA-316F-1F00-F3C6-0AEB7DCCD4C6}"/>
                </a:ext>
              </a:extLst>
            </p:cNvPr>
            <p:cNvSpPr/>
            <p:nvPr/>
          </p:nvSpPr>
          <p:spPr bwMode="gray">
            <a:xfrm>
              <a:off x="1841610" y="4339322"/>
              <a:ext cx="2133826" cy="668438"/>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創新金融科 </a:t>
              </a:r>
              <a:br>
                <a:rPr kumimoji="1" lang="en-US" altLang="zh-TW" sz="1512">
                  <a:solidFill>
                    <a:prstClr val="black"/>
                  </a:solidFill>
                  <a:latin typeface="Calibri" panose="020F0502020204030204"/>
                  <a:ea typeface="微軟正黑體"/>
                </a:rPr>
              </a:br>
              <a:r>
                <a:rPr kumimoji="1" lang="zh-TW" altLang="en-US" sz="1512">
                  <a:solidFill>
                    <a:srgbClr val="336699"/>
                  </a:solidFill>
                  <a:latin typeface="Calibri" panose="020F0502020204030204"/>
                  <a:ea typeface="微軟正黑體"/>
                </a:rPr>
                <a:t>莊佳叡</a:t>
              </a:r>
              <a:endParaRPr kumimoji="1" lang="en-US" altLang="zh-TW" sz="1512">
                <a:solidFill>
                  <a:srgbClr val="336699"/>
                </a:solidFill>
                <a:latin typeface="Calibri" panose="020F0502020204030204"/>
                <a:ea typeface="微軟正黑體"/>
              </a:endParaRPr>
            </a:p>
          </p:txBody>
        </p:sp>
        <p:sp>
          <p:nvSpPr>
            <p:cNvPr id="17" name="矩形 16">
              <a:extLst>
                <a:ext uri="{FF2B5EF4-FFF2-40B4-BE49-F238E27FC236}">
                  <a16:creationId xmlns:a16="http://schemas.microsoft.com/office/drawing/2014/main" id="{3656CA66-330C-E78A-4DAC-E6F3BA0BA69B}"/>
                </a:ext>
              </a:extLst>
            </p:cNvPr>
            <p:cNvSpPr/>
            <p:nvPr/>
          </p:nvSpPr>
          <p:spPr bwMode="gray">
            <a:xfrm>
              <a:off x="2771097" y="1711163"/>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專案督導主管</a:t>
              </a:r>
            </a:p>
          </p:txBody>
        </p:sp>
        <p:sp>
          <p:nvSpPr>
            <p:cNvPr id="18" name="矩形 17">
              <a:extLst>
                <a:ext uri="{FF2B5EF4-FFF2-40B4-BE49-F238E27FC236}">
                  <a16:creationId xmlns:a16="http://schemas.microsoft.com/office/drawing/2014/main" id="{DD629B2F-42DC-D7C6-375A-DB52E20802AA}"/>
                </a:ext>
              </a:extLst>
            </p:cNvPr>
            <p:cNvSpPr/>
            <p:nvPr/>
          </p:nvSpPr>
          <p:spPr bwMode="gray">
            <a:xfrm>
              <a:off x="2771097" y="1963164"/>
              <a:ext cx="2133826" cy="663403"/>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資訊處</a:t>
              </a:r>
              <a:endParaRPr kumimoji="1" lang="en-US" altLang="zh-TW" sz="1512">
                <a:solidFill>
                  <a:prstClr val="black"/>
                </a:solidFill>
                <a:latin typeface="Calibri" panose="020F0502020204030204"/>
                <a:ea typeface="微軟正黑體"/>
              </a:endParaRPr>
            </a:p>
            <a:p>
              <a:pPr algn="ctr" defTabSz="1152012">
                <a:lnSpc>
                  <a:spcPct val="106000"/>
                </a:lnSpc>
                <a:defRPr/>
              </a:pPr>
              <a:r>
                <a:rPr kumimoji="1" lang="zh-TW" altLang="en-US" sz="1512">
                  <a:solidFill>
                    <a:srgbClr val="4472C4">
                      <a:lumMod val="75000"/>
                    </a:srgbClr>
                  </a:solidFill>
                  <a:latin typeface="Calibri" panose="020F0502020204030204"/>
                  <a:ea typeface="微軟正黑體"/>
                </a:rPr>
                <a:t>部長  陳南州</a:t>
              </a:r>
              <a:endParaRPr kumimoji="1" lang="en-US" altLang="zh-TW" sz="1512">
                <a:solidFill>
                  <a:srgbClr val="4472C4">
                    <a:lumMod val="75000"/>
                  </a:srgbClr>
                </a:solidFill>
                <a:latin typeface="Calibri" panose="020F0502020204030204"/>
                <a:ea typeface="微軟正黑體"/>
              </a:endParaRPr>
            </a:p>
          </p:txBody>
        </p:sp>
        <p:sp>
          <p:nvSpPr>
            <p:cNvPr id="19" name="矩形 18">
              <a:extLst>
                <a:ext uri="{FF2B5EF4-FFF2-40B4-BE49-F238E27FC236}">
                  <a16:creationId xmlns:a16="http://schemas.microsoft.com/office/drawing/2014/main" id="{013CDE39-AF64-276E-6004-BFE83F89091E}"/>
                </a:ext>
              </a:extLst>
            </p:cNvPr>
            <p:cNvSpPr/>
            <p:nvPr/>
          </p:nvSpPr>
          <p:spPr bwMode="gray">
            <a:xfrm>
              <a:off x="1834245" y="2890396"/>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專案指導</a:t>
              </a:r>
            </a:p>
          </p:txBody>
        </p:sp>
        <p:sp>
          <p:nvSpPr>
            <p:cNvPr id="20" name="矩形 19">
              <a:extLst>
                <a:ext uri="{FF2B5EF4-FFF2-40B4-BE49-F238E27FC236}">
                  <a16:creationId xmlns:a16="http://schemas.microsoft.com/office/drawing/2014/main" id="{49B2911D-4018-FE0E-296C-ABCDB55BBADF}"/>
                </a:ext>
              </a:extLst>
            </p:cNvPr>
            <p:cNvSpPr/>
            <p:nvPr/>
          </p:nvSpPr>
          <p:spPr bwMode="gray">
            <a:xfrm>
              <a:off x="1828480" y="3161568"/>
              <a:ext cx="2141190" cy="663403"/>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創新金融科 </a:t>
              </a:r>
              <a:br>
                <a:rPr kumimoji="1" lang="en-US" altLang="zh-TW" sz="1512">
                  <a:solidFill>
                    <a:prstClr val="black"/>
                  </a:solidFill>
                  <a:latin typeface="Calibri" panose="020F0502020204030204"/>
                  <a:ea typeface="微軟正黑體"/>
                </a:rPr>
              </a:br>
              <a:r>
                <a:rPr kumimoji="1" lang="zh-TW" altLang="en-US" sz="1512">
                  <a:solidFill>
                    <a:srgbClr val="4472C4">
                      <a:lumMod val="75000"/>
                    </a:srgbClr>
                  </a:solidFill>
                  <a:latin typeface="Calibri" panose="020F0502020204030204"/>
                  <a:ea typeface="微軟正黑體"/>
                </a:rPr>
                <a:t>科長  李元生</a:t>
              </a:r>
            </a:p>
          </p:txBody>
        </p:sp>
        <p:sp>
          <p:nvSpPr>
            <p:cNvPr id="21" name="矩形 20">
              <a:extLst>
                <a:ext uri="{FF2B5EF4-FFF2-40B4-BE49-F238E27FC236}">
                  <a16:creationId xmlns:a16="http://schemas.microsoft.com/office/drawing/2014/main" id="{9DC4C56D-BAAF-1D4D-75F0-2301242FC60B}"/>
                </a:ext>
              </a:extLst>
            </p:cNvPr>
            <p:cNvSpPr/>
            <p:nvPr/>
          </p:nvSpPr>
          <p:spPr bwMode="gray">
            <a:xfrm>
              <a:off x="1841609" y="4076143"/>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維運 </a:t>
              </a:r>
              <a:r>
                <a:rPr kumimoji="1" lang="en-US" altLang="zh-TW" sz="1512">
                  <a:solidFill>
                    <a:prstClr val="white"/>
                  </a:solidFill>
                  <a:latin typeface="Calibri" panose="020F0502020204030204"/>
                  <a:ea typeface="微軟正黑體"/>
                </a:rPr>
                <a:t>/ </a:t>
              </a:r>
              <a:r>
                <a:rPr kumimoji="1" lang="zh-TW" altLang="en-US" sz="1512">
                  <a:solidFill>
                    <a:prstClr val="white"/>
                  </a:solidFill>
                  <a:latin typeface="Calibri" panose="020F0502020204030204"/>
                  <a:ea typeface="微軟正黑體"/>
                </a:rPr>
                <a:t>經辦</a:t>
              </a:r>
            </a:p>
          </p:txBody>
        </p:sp>
      </p:grpSp>
      <p:graphicFrame>
        <p:nvGraphicFramePr>
          <p:cNvPr id="3" name="表格 2">
            <a:extLst>
              <a:ext uri="{FF2B5EF4-FFF2-40B4-BE49-F238E27FC236}">
                <a16:creationId xmlns:a16="http://schemas.microsoft.com/office/drawing/2014/main" id="{8172FD3A-8E3A-651A-CF0C-C1D695CD6F46}"/>
              </a:ext>
            </a:extLst>
          </p:cNvPr>
          <p:cNvGraphicFramePr>
            <a:graphicFrameLocks noGrp="1"/>
          </p:cNvGraphicFramePr>
          <p:nvPr>
            <p:extLst>
              <p:ext uri="{D42A27DB-BD31-4B8C-83A1-F6EECF244321}">
                <p14:modId xmlns:p14="http://schemas.microsoft.com/office/powerpoint/2010/main" val="1034184646"/>
              </p:ext>
            </p:extLst>
          </p:nvPr>
        </p:nvGraphicFramePr>
        <p:xfrm>
          <a:off x="7041547" y="3532837"/>
          <a:ext cx="2510717" cy="2270760"/>
        </p:xfrm>
        <a:graphic>
          <a:graphicData uri="http://schemas.openxmlformats.org/drawingml/2006/table">
            <a:tbl>
              <a:tblPr firstRow="1" bandRow="1">
                <a:tableStyleId>{2D5ABB26-0587-4C30-8999-92F81FD0307C}</a:tableStyleId>
              </a:tblPr>
              <a:tblGrid>
                <a:gridCol w="2510717">
                  <a:extLst>
                    <a:ext uri="{9D8B030D-6E8A-4147-A177-3AD203B41FA5}">
                      <a16:colId xmlns:a16="http://schemas.microsoft.com/office/drawing/2014/main" val="1528932854"/>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a:solidFill>
                            <a:srgbClr val="336699"/>
                          </a:solidFill>
                          <a:latin typeface="微軟正黑體" panose="020B0604030504040204" pitchFamily="34" charset="-120"/>
                          <a:ea typeface="微軟正黑體" panose="020B0604030504040204" pitchFamily="34" charset="-120"/>
                        </a:rPr>
                        <a:t>開發人員職責</a:t>
                      </a:r>
                      <a:r>
                        <a:rPr lang="zh-TW" altLang="en-US" sz="1100" b="1">
                          <a:solidFill>
                            <a:srgbClr val="336699"/>
                          </a:solidFill>
                          <a:latin typeface="微軟正黑體" panose="020B0604030504040204" pitchFamily="34" charset="-120"/>
                          <a:ea typeface="微軟正黑體" panose="020B0604030504040204" pitchFamily="34" charset="-120"/>
                          <a:sym typeface="Wingdings" panose="05000000000000000000" pitchFamily="2" charset="2"/>
                        </a:rPr>
                        <a:t> </a:t>
                      </a:r>
                      <a:r>
                        <a:rPr lang="en-US" altLang="zh-TW" sz="1100" b="1">
                          <a:solidFill>
                            <a:srgbClr val="336699"/>
                          </a:solidFill>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100" b="1">
                          <a:solidFill>
                            <a:srgbClr val="336699"/>
                          </a:solidFill>
                          <a:latin typeface="微軟正黑體" panose="020B0604030504040204" pitchFamily="34" charset="-120"/>
                          <a:ea typeface="微軟正黑體" panose="020B0604030504040204" pitchFamily="34" charset="-120"/>
                          <a:sym typeface="Wingdings" panose="05000000000000000000" pitchFamily="2" charset="2"/>
                        </a:rPr>
                        <a:t> 王雋凱</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一、規劃系統架構</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二、協助開發、調整程式</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三、產出移交資訊處維運手冊</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四、弱點修補</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五、</a:t>
                      </a:r>
                      <a:r>
                        <a:rPr lang="en-US" altLang="zh-TW" sz="1100" err="1">
                          <a:latin typeface="微軟正黑體" panose="020B0604030504040204" pitchFamily="34" charset="-120"/>
                          <a:ea typeface="微軟正黑體" panose="020B0604030504040204" pitchFamily="34" charset="-120"/>
                        </a:rPr>
                        <a:t>InfoGather</a:t>
                      </a:r>
                      <a:r>
                        <a:rPr lang="zh-TW" altLang="en-US" sz="1100">
                          <a:latin typeface="微軟正黑體" panose="020B0604030504040204" pitchFamily="34" charset="-120"/>
                          <a:ea typeface="微軟正黑體" panose="020B0604030504040204" pitchFamily="34" charset="-120"/>
                        </a:rPr>
                        <a:t>需求評估</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六、協助架構說明</a:t>
                      </a:r>
                      <a:br>
                        <a:rPr lang="en-US" altLang="zh-TW" sz="1100">
                          <a:latin typeface="微軟正黑體" panose="020B0604030504040204" pitchFamily="34" charset="-120"/>
                          <a:ea typeface="微軟正黑體" panose="020B0604030504040204" pitchFamily="34" charset="-120"/>
                        </a:rPr>
                      </a:br>
                      <a:br>
                        <a:rPr lang="en-US" altLang="zh-TW" sz="1100">
                          <a:latin typeface="微軟正黑體" panose="020B0604030504040204" pitchFamily="34" charset="-120"/>
                          <a:ea typeface="微軟正黑體" panose="020B0604030504040204" pitchFamily="34" charset="-120"/>
                        </a:rPr>
                      </a:br>
                      <a:r>
                        <a:rPr lang="zh-TW" altLang="en-US" sz="1100" b="1">
                          <a:solidFill>
                            <a:srgbClr val="336699"/>
                          </a:solidFill>
                          <a:latin typeface="微軟正黑體" panose="020B0604030504040204" pitchFamily="34" charset="-120"/>
                          <a:ea typeface="微軟正黑體" panose="020B0604030504040204" pitchFamily="34" charset="-120"/>
                        </a:rPr>
                        <a:t>專案管理職責 </a:t>
                      </a:r>
                      <a:r>
                        <a:rPr lang="en-US" altLang="zh-TW" sz="1100" b="1">
                          <a:solidFill>
                            <a:srgbClr val="336699"/>
                          </a:solidFill>
                          <a:latin typeface="微軟正黑體" panose="020B0604030504040204" pitchFamily="34" charset="-120"/>
                          <a:ea typeface="微軟正黑體" panose="020B0604030504040204" pitchFamily="34" charset="-120"/>
                        </a:rPr>
                        <a:t>- </a:t>
                      </a:r>
                      <a:r>
                        <a:rPr lang="zh-TW" altLang="en-US" sz="1100" b="1">
                          <a:solidFill>
                            <a:srgbClr val="336699"/>
                          </a:solidFill>
                          <a:latin typeface="微軟正黑體" panose="020B0604030504040204" pitchFamily="34" charset="-120"/>
                          <a:ea typeface="微軟正黑體" panose="020B0604030504040204" pitchFamily="34" charset="-120"/>
                        </a:rPr>
                        <a:t>李思穎</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一、協助本案相關資料準備、彙整</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a:t>
                      </a:r>
                      <a:r>
                        <a:rPr lang="en-US" altLang="zh-TW" sz="1100" err="1">
                          <a:latin typeface="微軟正黑體" panose="020B0604030504040204" pitchFamily="34" charset="-120"/>
                          <a:ea typeface="微軟正黑體" panose="020B0604030504040204" pitchFamily="34" charset="-120"/>
                        </a:rPr>
                        <a:t>InfoGather</a:t>
                      </a:r>
                      <a:r>
                        <a:rPr lang="zh-TW" altLang="en-US" sz="1100">
                          <a:latin typeface="微軟正黑體" panose="020B0604030504040204" pitchFamily="34" charset="-120"/>
                          <a:ea typeface="微軟正黑體" panose="020B0604030504040204" pitchFamily="34" charset="-120"/>
                        </a:rPr>
                        <a:t>需求確認</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三、協助</a:t>
                      </a:r>
                      <a:r>
                        <a:rPr lang="en-US" altLang="zh-TW" sz="1100" err="1">
                          <a:latin typeface="微軟正黑體" panose="020B0604030504040204" pitchFamily="34" charset="-120"/>
                          <a:ea typeface="微軟正黑體" panose="020B0604030504040204" pitchFamily="34" charset="-120"/>
                        </a:rPr>
                        <a:t>InfoGather</a:t>
                      </a:r>
                      <a:r>
                        <a:rPr lang="zh-TW" altLang="en-US" sz="1100">
                          <a:latin typeface="微軟正黑體" panose="020B0604030504040204" pitchFamily="34" charset="-120"/>
                          <a:ea typeface="微軟正黑體" panose="020B0604030504040204" pitchFamily="34" charset="-120"/>
                        </a:rPr>
                        <a:t>操作與設定說明</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cxnSp>
        <p:nvCxnSpPr>
          <p:cNvPr id="23" name="直線接點 22">
            <a:extLst>
              <a:ext uri="{FF2B5EF4-FFF2-40B4-BE49-F238E27FC236}">
                <a16:creationId xmlns:a16="http://schemas.microsoft.com/office/drawing/2014/main" id="{A7160EEF-8AE0-BDF4-4127-001E6C571324}"/>
              </a:ext>
            </a:extLst>
          </p:cNvPr>
          <p:cNvCxnSpPr>
            <a:cxnSpLocks/>
          </p:cNvCxnSpPr>
          <p:nvPr/>
        </p:nvCxnSpPr>
        <p:spPr>
          <a:xfrm>
            <a:off x="9075286" y="2062762"/>
            <a:ext cx="0" cy="1121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5" name="右中括弧 24">
            <a:extLst>
              <a:ext uri="{FF2B5EF4-FFF2-40B4-BE49-F238E27FC236}">
                <a16:creationId xmlns:a16="http://schemas.microsoft.com/office/drawing/2014/main" id="{D3F93B21-A0F2-F1D6-3FCD-BEB336C673B7}"/>
              </a:ext>
            </a:extLst>
          </p:cNvPr>
          <p:cNvSpPr/>
          <p:nvPr/>
        </p:nvSpPr>
        <p:spPr>
          <a:xfrm rot="16200000">
            <a:off x="9027344" y="1092508"/>
            <a:ext cx="95884" cy="2259033"/>
          </a:xfrm>
          <a:prstGeom prst="righ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aphicFrame>
        <p:nvGraphicFramePr>
          <p:cNvPr id="26" name="表格 25">
            <a:extLst>
              <a:ext uri="{FF2B5EF4-FFF2-40B4-BE49-F238E27FC236}">
                <a16:creationId xmlns:a16="http://schemas.microsoft.com/office/drawing/2014/main" id="{50E25ACF-3707-0BC5-5657-32A002EB75B8}"/>
              </a:ext>
            </a:extLst>
          </p:cNvPr>
          <p:cNvGraphicFramePr>
            <a:graphicFrameLocks noGrp="1"/>
          </p:cNvGraphicFramePr>
          <p:nvPr>
            <p:extLst>
              <p:ext uri="{D42A27DB-BD31-4B8C-83A1-F6EECF244321}">
                <p14:modId xmlns:p14="http://schemas.microsoft.com/office/powerpoint/2010/main" val="2757447671"/>
              </p:ext>
            </p:extLst>
          </p:nvPr>
        </p:nvGraphicFramePr>
        <p:xfrm>
          <a:off x="6347990" y="4855933"/>
          <a:ext cx="2485155" cy="259080"/>
        </p:xfrm>
        <a:graphic>
          <a:graphicData uri="http://schemas.openxmlformats.org/drawingml/2006/table">
            <a:tbl>
              <a:tblPr firstRow="1" bandRow="1">
                <a:tableStyleId>{2D5ABB26-0587-4C30-8999-92F81FD0307C}</a:tableStyleId>
              </a:tblPr>
              <a:tblGrid>
                <a:gridCol w="2485155">
                  <a:extLst>
                    <a:ext uri="{9D8B030D-6E8A-4147-A177-3AD203B41FA5}">
                      <a16:colId xmlns:a16="http://schemas.microsoft.com/office/drawing/2014/main" val="1528932854"/>
                    </a:ext>
                  </a:extLst>
                </a:gridCol>
              </a:tblGrid>
              <a:tr h="216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graphicFrame>
        <p:nvGraphicFramePr>
          <p:cNvPr id="27" name="表格 26">
            <a:extLst>
              <a:ext uri="{FF2B5EF4-FFF2-40B4-BE49-F238E27FC236}">
                <a16:creationId xmlns:a16="http://schemas.microsoft.com/office/drawing/2014/main" id="{4B16B006-E2E5-574A-B60B-89381759C46A}"/>
              </a:ext>
            </a:extLst>
          </p:cNvPr>
          <p:cNvGraphicFramePr>
            <a:graphicFrameLocks noGrp="1"/>
          </p:cNvGraphicFramePr>
          <p:nvPr>
            <p:extLst>
              <p:ext uri="{D42A27DB-BD31-4B8C-83A1-F6EECF244321}">
                <p14:modId xmlns:p14="http://schemas.microsoft.com/office/powerpoint/2010/main" val="2498425389"/>
              </p:ext>
            </p:extLst>
          </p:nvPr>
        </p:nvGraphicFramePr>
        <p:xfrm>
          <a:off x="9422188" y="3529311"/>
          <a:ext cx="2102410" cy="1600200"/>
        </p:xfrm>
        <a:graphic>
          <a:graphicData uri="http://schemas.openxmlformats.org/drawingml/2006/table">
            <a:tbl>
              <a:tblPr firstRow="1" bandRow="1">
                <a:tableStyleId>{2D5ABB26-0587-4C30-8999-92F81FD0307C}</a:tableStyleId>
              </a:tblPr>
              <a:tblGrid>
                <a:gridCol w="2102410">
                  <a:extLst>
                    <a:ext uri="{9D8B030D-6E8A-4147-A177-3AD203B41FA5}">
                      <a16:colId xmlns:a16="http://schemas.microsoft.com/office/drawing/2014/main" val="1528932854"/>
                    </a:ext>
                  </a:extLst>
                </a:gridCol>
              </a:tblGrid>
              <a:tr h="216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a:solidFill>
                            <a:srgbClr val="336699"/>
                          </a:solidFill>
                          <a:latin typeface="微軟正黑體" panose="020B0604030504040204" pitchFamily="34" charset="-120"/>
                          <a:ea typeface="微軟正黑體" panose="020B0604030504040204" pitchFamily="34" charset="-120"/>
                        </a:rPr>
                        <a:t>組長 </a:t>
                      </a:r>
                      <a:r>
                        <a:rPr lang="en-US" altLang="zh-TW" sz="1100" b="1">
                          <a:solidFill>
                            <a:srgbClr val="336699"/>
                          </a:solidFill>
                          <a:latin typeface="微軟正黑體" panose="020B0604030504040204" pitchFamily="34" charset="-120"/>
                          <a:ea typeface="微軟正黑體" panose="020B0604030504040204" pitchFamily="34" charset="-120"/>
                        </a:rPr>
                        <a:t>- </a:t>
                      </a:r>
                      <a:r>
                        <a:rPr lang="zh-TW" altLang="en-US" sz="1100" b="1">
                          <a:solidFill>
                            <a:srgbClr val="336699"/>
                          </a:solidFill>
                          <a:latin typeface="微軟正黑體" panose="020B0604030504040204" pitchFamily="34" charset="-120"/>
                          <a:ea typeface="微軟正黑體" panose="020B0604030504040204" pitchFamily="34" charset="-120"/>
                        </a:rPr>
                        <a:t>周國靖</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一、協助審閱本案相關資料</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二、人力調派與協調</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專案管理職責 </a:t>
                      </a:r>
                      <a:r>
                        <a:rPr lang="en-US" altLang="zh-TW"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 </a:t>
                      </a:r>
                      <a:r>
                        <a:rPr lang="zh-TW" altLang="en-US"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胡逸珊</a:t>
                      </a:r>
                      <a:endParaRPr lang="en-US" altLang="zh-TW"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一、協助本案相關資料準備、彙整</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二、時程安排</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三、跨單位溝通</a:t>
                      </a:r>
                    </a:p>
                  </a:txBody>
                  <a:tcPr/>
                </a:tc>
                <a:extLst>
                  <a:ext uri="{0D108BD9-81ED-4DB2-BD59-A6C34878D82A}">
                    <a16:rowId xmlns:a16="http://schemas.microsoft.com/office/drawing/2014/main" val="1175753114"/>
                  </a:ext>
                </a:extLst>
              </a:tr>
            </a:tbl>
          </a:graphicData>
        </a:graphic>
      </p:graphicFrame>
      <p:graphicFrame>
        <p:nvGraphicFramePr>
          <p:cNvPr id="30" name="表格 29">
            <a:extLst>
              <a:ext uri="{FF2B5EF4-FFF2-40B4-BE49-F238E27FC236}">
                <a16:creationId xmlns:a16="http://schemas.microsoft.com/office/drawing/2014/main" id="{2BD3C909-A8D6-C74D-744E-5489E5F51B36}"/>
              </a:ext>
            </a:extLst>
          </p:cNvPr>
          <p:cNvGraphicFramePr>
            <a:graphicFrameLocks noGrp="1"/>
          </p:cNvGraphicFramePr>
          <p:nvPr>
            <p:extLst>
              <p:ext uri="{D42A27DB-BD31-4B8C-83A1-F6EECF244321}">
                <p14:modId xmlns:p14="http://schemas.microsoft.com/office/powerpoint/2010/main" val="1470984105"/>
              </p:ext>
            </p:extLst>
          </p:nvPr>
        </p:nvGraphicFramePr>
        <p:xfrm>
          <a:off x="2653930" y="4329411"/>
          <a:ext cx="2753995" cy="1935480"/>
        </p:xfrm>
        <a:graphic>
          <a:graphicData uri="http://schemas.openxmlformats.org/drawingml/2006/table">
            <a:tbl>
              <a:tblPr firstRow="1" bandRow="1">
                <a:tableStyleId>{2D5ABB26-0587-4C30-8999-92F81FD0307C}</a:tableStyleId>
              </a:tblPr>
              <a:tblGrid>
                <a:gridCol w="2753995">
                  <a:extLst>
                    <a:ext uri="{9D8B030D-6E8A-4147-A177-3AD203B41FA5}">
                      <a16:colId xmlns:a16="http://schemas.microsoft.com/office/drawing/2014/main" val="1528932854"/>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a:solidFill>
                            <a:srgbClr val="336699"/>
                          </a:solidFill>
                          <a:latin typeface="微軟正黑體" panose="020B0604030504040204" pitchFamily="34" charset="-120"/>
                          <a:ea typeface="微軟正黑體" panose="020B0604030504040204" pitchFamily="34" charset="-120"/>
                        </a:rPr>
                        <a:t>維運 </a:t>
                      </a:r>
                      <a:r>
                        <a:rPr lang="en-US" altLang="zh-TW" sz="1100" b="1">
                          <a:solidFill>
                            <a:srgbClr val="336699"/>
                          </a:solidFill>
                          <a:latin typeface="微軟正黑體" panose="020B0604030504040204" pitchFamily="34" charset="-120"/>
                          <a:ea typeface="微軟正黑體" panose="020B0604030504040204" pitchFamily="34" charset="-120"/>
                        </a:rPr>
                        <a:t>/ </a:t>
                      </a:r>
                      <a:r>
                        <a:rPr lang="zh-TW" altLang="en-US" sz="1100" b="1">
                          <a:solidFill>
                            <a:srgbClr val="336699"/>
                          </a:solidFill>
                          <a:latin typeface="微軟正黑體" panose="020B0604030504040204" pitchFamily="34" charset="-120"/>
                          <a:ea typeface="微軟正黑體" panose="020B0604030504040204" pitchFamily="34" charset="-120"/>
                        </a:rPr>
                        <a:t>經辦</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一、協助資源確認 </a:t>
                      </a:r>
                      <a:r>
                        <a:rPr lang="en-US" altLang="zh-TW" sz="1100">
                          <a:latin typeface="微軟正黑體" panose="020B0604030504040204" pitchFamily="34" charset="-120"/>
                          <a:ea typeface="微軟正黑體" panose="020B0604030504040204" pitchFamily="34" charset="-120"/>
                        </a:rPr>
                        <a:t>(</a:t>
                      </a:r>
                      <a:r>
                        <a:rPr lang="zh-TW" altLang="en-US" sz="1100">
                          <a:latin typeface="微軟正黑體" panose="020B0604030504040204" pitchFamily="34" charset="-120"/>
                          <a:ea typeface="微軟正黑體" panose="020B0604030504040204" pitchFamily="34" charset="-120"/>
                        </a:rPr>
                        <a:t>例如：機器設備</a:t>
                      </a:r>
                      <a:r>
                        <a:rPr lang="en-US" altLang="zh-TW" sz="1100">
                          <a:latin typeface="微軟正黑體" panose="020B0604030504040204" pitchFamily="34" charset="-120"/>
                          <a:ea typeface="微軟正黑體" panose="020B0604030504040204" pitchFamily="34" charset="-120"/>
                        </a:rPr>
                        <a:t>)</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二、協助申請防火牆</a:t>
                      </a:r>
                      <a:r>
                        <a:rPr lang="zh-TW" altLang="en-US" sz="1100">
                          <a:solidFill>
                            <a:schemeClr val="tx1"/>
                          </a:solidFill>
                          <a:latin typeface="微軟正黑體" panose="020B0604030504040204" pitchFamily="34" charset="-120"/>
                          <a:ea typeface="微軟正黑體" panose="020B0604030504040204" pitchFamily="34" charset="-120"/>
                        </a:rPr>
                        <a:t>、環境資源</a:t>
                      </a:r>
                      <a:endParaRPr lang="en-US" altLang="zh-TW" sz="110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solidFill>
                            <a:schemeClr val="tx1"/>
                          </a:solidFill>
                          <a:latin typeface="微軟正黑體" panose="020B0604030504040204" pitchFamily="34" charset="-120"/>
                          <a:ea typeface="微軟正黑體" panose="020B0604030504040204" pitchFamily="34" charset="-120"/>
                        </a:rPr>
                        <a:t>三、依據數科處提供文件申請取</a:t>
                      </a:r>
                      <a:r>
                        <a:rPr lang="en-US" altLang="zh-TW" sz="1100">
                          <a:solidFill>
                            <a:schemeClr val="tx1"/>
                          </a:solidFill>
                          <a:latin typeface="微軟正黑體" panose="020B0604030504040204" pitchFamily="34" charset="-120"/>
                          <a:ea typeface="微軟正黑體" panose="020B0604030504040204" pitchFamily="34" charset="-120"/>
                        </a:rPr>
                        <a:t>Log</a:t>
                      </a:r>
                      <a:r>
                        <a:rPr lang="zh-TW" altLang="en-US" sz="1100">
                          <a:solidFill>
                            <a:schemeClr val="tx1"/>
                          </a:solidFill>
                          <a:latin typeface="微軟正黑體" panose="020B0604030504040204" pitchFamily="34" charset="-120"/>
                          <a:ea typeface="微軟正黑體" panose="020B0604030504040204" pitchFamily="34" charset="-120"/>
                        </a:rPr>
                        <a:t>、異常排除、重啟等維運工作</a:t>
                      </a:r>
                      <a:br>
                        <a:rPr lang="en-US" altLang="zh-TW" sz="1100">
                          <a:solidFill>
                            <a:schemeClr val="tx1"/>
                          </a:solidFill>
                          <a:latin typeface="微軟正黑體" panose="020B0604030504040204" pitchFamily="34" charset="-120"/>
                          <a:ea typeface="微軟正黑體" panose="020B0604030504040204" pitchFamily="34" charset="-120"/>
                        </a:rPr>
                      </a:br>
                      <a:r>
                        <a:rPr lang="zh-TW" altLang="en-US" sz="1100">
                          <a:solidFill>
                            <a:schemeClr val="tx1"/>
                          </a:solidFill>
                          <a:latin typeface="微軟正黑體" panose="020B0604030504040204" pitchFamily="34" charset="-120"/>
                          <a:ea typeface="微軟正黑體" panose="020B0604030504040204" pitchFamily="34" charset="-120"/>
                        </a:rPr>
                        <a:t>四、協助弱點掃描並提供報告給數科進行修補</a:t>
                      </a:r>
                      <a:endParaRPr lang="en-US" altLang="zh-TW" sz="110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solidFill>
                            <a:schemeClr val="tx1"/>
                          </a:solidFill>
                          <a:latin typeface="微軟正黑體" panose="020B0604030504040204" pitchFamily="34" charset="-120"/>
                          <a:ea typeface="微軟正黑體" panose="020B0604030504040204" pitchFamily="34" charset="-120"/>
                        </a:rPr>
                        <a:t>五、協助申請</a:t>
                      </a:r>
                      <a:r>
                        <a:rPr lang="en-US" altLang="zh-TW" sz="1100">
                          <a:solidFill>
                            <a:schemeClr val="tx1"/>
                          </a:solidFill>
                          <a:latin typeface="微軟正黑體" panose="020B0604030504040204" pitchFamily="34" charset="-120"/>
                          <a:ea typeface="微軟正黑體" panose="020B0604030504040204" pitchFamily="34" charset="-120"/>
                        </a:rPr>
                        <a:t>AOAI</a:t>
                      </a:r>
                      <a:r>
                        <a:rPr lang="zh-TW" altLang="en-US" sz="1100">
                          <a:solidFill>
                            <a:schemeClr val="tx1"/>
                          </a:solidFill>
                          <a:latin typeface="微軟正黑體" panose="020B0604030504040204" pitchFamily="34" charset="-120"/>
                          <a:ea typeface="微軟正黑體" panose="020B0604030504040204" pitchFamily="34" charset="-120"/>
                        </a:rPr>
                        <a:t>金鑰並換</a:t>
                      </a:r>
                      <a:r>
                        <a:rPr lang="en-US" altLang="zh-TW" sz="1100">
                          <a:solidFill>
                            <a:schemeClr val="tx1"/>
                          </a:solidFill>
                          <a:latin typeface="微軟正黑體" panose="020B0604030504040204" pitchFamily="34" charset="-120"/>
                          <a:ea typeface="微軟正黑體" panose="020B0604030504040204" pitchFamily="34" charset="-120"/>
                        </a:rPr>
                        <a:t>Key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solidFill>
                            <a:schemeClr val="tx1"/>
                          </a:solidFill>
                          <a:latin typeface="微軟正黑體" panose="020B0604030504040204" pitchFamily="34" charset="-120"/>
                          <a:ea typeface="微軟正黑體" panose="020B0604030504040204" pitchFamily="34" charset="-120"/>
                        </a:rPr>
                        <a:t>六、提出架審會議申請</a:t>
                      </a:r>
                      <a:endParaRPr lang="en-US" altLang="zh-TW" sz="110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七、協助</a:t>
                      </a:r>
                      <a:r>
                        <a:rPr lang="en-US" altLang="zh-TW" sz="1100" err="1">
                          <a:latin typeface="微軟正黑體" panose="020B0604030504040204" pitchFamily="34" charset="-120"/>
                          <a:ea typeface="微軟正黑體" panose="020B0604030504040204" pitchFamily="34" charset="-120"/>
                        </a:rPr>
                        <a:t>InfoGather</a:t>
                      </a:r>
                      <a:r>
                        <a:rPr lang="zh-TW" altLang="en-US" sz="1100">
                          <a:latin typeface="微軟正黑體" panose="020B0604030504040204" pitchFamily="34" charset="-120"/>
                          <a:ea typeface="微軟正黑體" panose="020B0604030504040204" pitchFamily="34" charset="-120"/>
                        </a:rPr>
                        <a:t>上線佈版</a:t>
                      </a:r>
                      <a:endParaRPr lang="en-US" altLang="zh-TW" sz="110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a:latin typeface="微軟正黑體" panose="020B0604030504040204" pitchFamily="34" charset="-120"/>
                          <a:ea typeface="微軟正黑體" panose="020B0604030504040204" pitchFamily="34" charset="-120"/>
                        </a:rPr>
                        <a:t>八、上線後之容量監測</a:t>
                      </a:r>
                      <a:endParaRPr lang="en-US" altLang="zh-TW"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cxnSp>
        <p:nvCxnSpPr>
          <p:cNvPr id="32" name="直線接點 31">
            <a:extLst>
              <a:ext uri="{FF2B5EF4-FFF2-40B4-BE49-F238E27FC236}">
                <a16:creationId xmlns:a16="http://schemas.microsoft.com/office/drawing/2014/main" id="{050441B9-9F13-04C1-22A3-8EAC66FC3A73}"/>
              </a:ext>
            </a:extLst>
          </p:cNvPr>
          <p:cNvCxnSpPr>
            <a:cxnSpLocks/>
          </p:cNvCxnSpPr>
          <p:nvPr/>
        </p:nvCxnSpPr>
        <p:spPr>
          <a:xfrm flipH="1">
            <a:off x="3590916" y="3160468"/>
            <a:ext cx="0" cy="250831"/>
          </a:xfrm>
          <a:prstGeom prst="line">
            <a:avLst/>
          </a:prstGeom>
        </p:spPr>
        <p:style>
          <a:lnRef idx="1">
            <a:schemeClr val="dk1"/>
          </a:lnRef>
          <a:fillRef idx="0">
            <a:schemeClr val="dk1"/>
          </a:fillRef>
          <a:effectRef idx="0">
            <a:schemeClr val="dk1"/>
          </a:effectRef>
          <a:fontRef idx="minor">
            <a:schemeClr val="tx1"/>
          </a:fontRef>
        </p:style>
      </p:cxnSp>
      <p:sp>
        <p:nvSpPr>
          <p:cNvPr id="29" name="矩形: 圓角 28">
            <a:extLst>
              <a:ext uri="{FF2B5EF4-FFF2-40B4-BE49-F238E27FC236}">
                <a16:creationId xmlns:a16="http://schemas.microsoft.com/office/drawing/2014/main" id="{42A651C6-AC1D-AE05-C104-B9BE2134F09B}"/>
              </a:ext>
            </a:extLst>
          </p:cNvPr>
          <p:cNvSpPr/>
          <p:nvPr/>
        </p:nvSpPr>
        <p:spPr>
          <a:xfrm>
            <a:off x="7856153" y="826761"/>
            <a:ext cx="2495080" cy="282401"/>
          </a:xfrm>
          <a:prstGeom prst="round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tx1"/>
                </a:solidFill>
                <a:latin typeface="微軟正黑體" panose="020B0604030504040204" pitchFamily="34" charset="-120"/>
                <a:ea typeface="微軟正黑體" panose="020B0604030504040204" pitchFamily="34" charset="-120"/>
              </a:rPr>
              <a:t>PM Team</a:t>
            </a:r>
            <a:endParaRPr lang="zh-TW" altLang="en-US">
              <a:solidFill>
                <a:schemeClr val="tx1"/>
              </a:solidFill>
              <a:latin typeface="微軟正黑體" panose="020B0604030504040204" pitchFamily="34" charset="-120"/>
              <a:ea typeface="微軟正黑體" panose="020B0604030504040204" pitchFamily="34" charset="-120"/>
            </a:endParaRPr>
          </a:p>
        </p:txBody>
      </p:sp>
      <p:sp>
        <p:nvSpPr>
          <p:cNvPr id="31" name="矩形: 圓角 30">
            <a:extLst>
              <a:ext uri="{FF2B5EF4-FFF2-40B4-BE49-F238E27FC236}">
                <a16:creationId xmlns:a16="http://schemas.microsoft.com/office/drawing/2014/main" id="{6E45F721-E1A0-4EC2-25D7-87986EB05972}"/>
              </a:ext>
            </a:extLst>
          </p:cNvPr>
          <p:cNvSpPr/>
          <p:nvPr/>
        </p:nvSpPr>
        <p:spPr>
          <a:xfrm>
            <a:off x="2945335" y="833900"/>
            <a:ext cx="2997444" cy="282401"/>
          </a:xfrm>
          <a:prstGeom prst="round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a:solidFill>
                  <a:schemeClr val="tx1"/>
                </a:solidFill>
                <a:latin typeface="微軟正黑體" panose="020B0604030504040204" pitchFamily="34" charset="-120"/>
                <a:ea typeface="微軟正黑體" panose="020B0604030504040204" pitchFamily="34" charset="-120"/>
              </a:rPr>
              <a:t>AP </a:t>
            </a:r>
            <a:r>
              <a:rPr lang="zh-TW" altLang="en-US">
                <a:solidFill>
                  <a:schemeClr val="tx1"/>
                </a:solidFill>
                <a:latin typeface="微軟正黑體" panose="020B0604030504040204" pitchFamily="34" charset="-120"/>
                <a:ea typeface="微軟正黑體" panose="020B0604030504040204" pitchFamily="34" charset="-120"/>
              </a:rPr>
              <a:t> </a:t>
            </a:r>
            <a:r>
              <a:rPr lang="en-US" altLang="zh-TW">
                <a:solidFill>
                  <a:schemeClr val="tx1"/>
                </a:solidFill>
                <a:latin typeface="微軟正黑體" panose="020B0604030504040204" pitchFamily="34" charset="-120"/>
                <a:ea typeface="微軟正黑體" panose="020B0604030504040204" pitchFamily="34" charset="-120"/>
              </a:rPr>
              <a:t>Team</a:t>
            </a:r>
            <a:endParaRPr lang="zh-TW" altLang="en-US">
              <a:solidFill>
                <a:schemeClr val="tx1"/>
              </a:solidFill>
              <a:latin typeface="微軟正黑體" panose="020B0604030504040204" pitchFamily="34" charset="-120"/>
              <a:ea typeface="微軟正黑體" panose="020B0604030504040204" pitchFamily="34" charset="-120"/>
            </a:endParaRPr>
          </a:p>
        </p:txBody>
      </p:sp>
      <p:grpSp>
        <p:nvGrpSpPr>
          <p:cNvPr id="34" name="群組 33">
            <a:extLst>
              <a:ext uri="{FF2B5EF4-FFF2-40B4-BE49-F238E27FC236}">
                <a16:creationId xmlns:a16="http://schemas.microsoft.com/office/drawing/2014/main" id="{65463E9E-BA59-BA83-CF80-E0FCF0380E9A}"/>
              </a:ext>
            </a:extLst>
          </p:cNvPr>
          <p:cNvGrpSpPr/>
          <p:nvPr/>
        </p:nvGrpSpPr>
        <p:grpSpPr>
          <a:xfrm>
            <a:off x="472260" y="1197805"/>
            <a:ext cx="1663842" cy="1709120"/>
            <a:chOff x="1848973" y="1709532"/>
            <a:chExt cx="2147216" cy="2111409"/>
          </a:xfrm>
        </p:grpSpPr>
        <p:grpSp>
          <p:nvGrpSpPr>
            <p:cNvPr id="35" name="群組 34">
              <a:extLst>
                <a:ext uri="{FF2B5EF4-FFF2-40B4-BE49-F238E27FC236}">
                  <a16:creationId xmlns:a16="http://schemas.microsoft.com/office/drawing/2014/main" id="{ACEB2700-6650-2698-259A-B36CD22D4CDF}"/>
                </a:ext>
              </a:extLst>
            </p:cNvPr>
            <p:cNvGrpSpPr/>
            <p:nvPr/>
          </p:nvGrpSpPr>
          <p:grpSpPr>
            <a:xfrm>
              <a:off x="1848973" y="1709532"/>
              <a:ext cx="2147216" cy="2111409"/>
              <a:chOff x="1848973" y="1709532"/>
              <a:chExt cx="2147216" cy="2111409"/>
            </a:xfrm>
          </p:grpSpPr>
          <p:sp>
            <p:nvSpPr>
              <p:cNvPr id="38" name="矩形 37">
                <a:extLst>
                  <a:ext uri="{FF2B5EF4-FFF2-40B4-BE49-F238E27FC236}">
                    <a16:creationId xmlns:a16="http://schemas.microsoft.com/office/drawing/2014/main" id="{D86E54C9-69B5-ADBF-173A-881AEA3628EB}"/>
                  </a:ext>
                </a:extLst>
              </p:cNvPr>
              <p:cNvSpPr/>
              <p:nvPr/>
            </p:nvSpPr>
            <p:spPr bwMode="gray">
              <a:xfrm>
                <a:off x="1848973" y="1709532"/>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專案督導主管</a:t>
                </a:r>
              </a:p>
            </p:txBody>
          </p:sp>
          <p:sp>
            <p:nvSpPr>
              <p:cNvPr id="39" name="矩形 38">
                <a:extLst>
                  <a:ext uri="{FF2B5EF4-FFF2-40B4-BE49-F238E27FC236}">
                    <a16:creationId xmlns:a16="http://schemas.microsoft.com/office/drawing/2014/main" id="{238454CE-9249-96D9-C9A0-B7A0343D0507}"/>
                  </a:ext>
                </a:extLst>
              </p:cNvPr>
              <p:cNvSpPr/>
              <p:nvPr/>
            </p:nvSpPr>
            <p:spPr bwMode="gray">
              <a:xfrm>
                <a:off x="1848973" y="1961533"/>
                <a:ext cx="2133826" cy="663403"/>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black"/>
                    </a:solidFill>
                    <a:latin typeface="Calibri" panose="020F0502020204030204"/>
                    <a:ea typeface="微軟正黑體"/>
                  </a:rPr>
                  <a:t>資訊處</a:t>
                </a:r>
                <a:endParaRPr kumimoji="1" lang="en-US" altLang="zh-TW" sz="1512">
                  <a:solidFill>
                    <a:prstClr val="black"/>
                  </a:solidFill>
                  <a:latin typeface="Calibri" panose="020F0502020204030204"/>
                  <a:ea typeface="微軟正黑體"/>
                </a:endParaRPr>
              </a:p>
              <a:p>
                <a:pPr algn="ctr" defTabSz="1152012">
                  <a:lnSpc>
                    <a:spcPct val="106000"/>
                  </a:lnSpc>
                  <a:defRPr/>
                </a:pPr>
                <a:r>
                  <a:rPr kumimoji="1" lang="zh-TW" altLang="en-US" sz="1512">
                    <a:solidFill>
                      <a:srgbClr val="4472C4">
                        <a:lumMod val="75000"/>
                      </a:srgbClr>
                    </a:solidFill>
                    <a:latin typeface="Calibri" panose="020F0502020204030204"/>
                    <a:ea typeface="微軟正黑體"/>
                  </a:rPr>
                  <a:t>部長 林祺翔</a:t>
                </a:r>
                <a:endParaRPr kumimoji="1" lang="en-US" altLang="zh-TW" sz="1512">
                  <a:solidFill>
                    <a:srgbClr val="4472C4">
                      <a:lumMod val="75000"/>
                    </a:srgbClr>
                  </a:solidFill>
                  <a:latin typeface="Calibri" panose="020F0502020204030204"/>
                  <a:ea typeface="微軟正黑體"/>
                </a:endParaRPr>
              </a:p>
            </p:txBody>
          </p:sp>
          <p:sp>
            <p:nvSpPr>
              <p:cNvPr id="40" name="矩形 39">
                <a:extLst>
                  <a:ext uri="{FF2B5EF4-FFF2-40B4-BE49-F238E27FC236}">
                    <a16:creationId xmlns:a16="http://schemas.microsoft.com/office/drawing/2014/main" id="{C84FC27C-8EE2-BDAD-A798-7180DBB9112E}"/>
                  </a:ext>
                </a:extLst>
              </p:cNvPr>
              <p:cNvSpPr/>
              <p:nvPr/>
            </p:nvSpPr>
            <p:spPr bwMode="gray">
              <a:xfrm>
                <a:off x="1854998" y="2891236"/>
                <a:ext cx="2133826" cy="252000"/>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專案指導</a:t>
                </a:r>
              </a:p>
            </p:txBody>
          </p:sp>
          <p:sp>
            <p:nvSpPr>
              <p:cNvPr id="41" name="矩形 40">
                <a:extLst>
                  <a:ext uri="{FF2B5EF4-FFF2-40B4-BE49-F238E27FC236}">
                    <a16:creationId xmlns:a16="http://schemas.microsoft.com/office/drawing/2014/main" id="{EA32DB4F-0058-0C8C-CD72-C07CEF82CA46}"/>
                  </a:ext>
                </a:extLst>
              </p:cNvPr>
              <p:cNvSpPr/>
              <p:nvPr/>
            </p:nvSpPr>
            <p:spPr bwMode="gray">
              <a:xfrm>
                <a:off x="1854998" y="3143235"/>
                <a:ext cx="2141191" cy="677706"/>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srgbClr val="4472C4">
                        <a:lumMod val="75000"/>
                      </a:srgbClr>
                    </a:solidFill>
                    <a:latin typeface="Calibri" panose="020F0502020204030204"/>
                    <a:ea typeface="微軟正黑體"/>
                  </a:rPr>
                  <a:t>林志隆</a:t>
                </a:r>
                <a:br>
                  <a:rPr kumimoji="1" lang="en-US" altLang="zh-TW" sz="1512">
                    <a:solidFill>
                      <a:srgbClr val="4472C4">
                        <a:lumMod val="75000"/>
                      </a:srgbClr>
                    </a:solidFill>
                    <a:latin typeface="Calibri" panose="020F0502020204030204"/>
                    <a:ea typeface="微軟正黑體"/>
                  </a:rPr>
                </a:br>
                <a:r>
                  <a:rPr kumimoji="1" lang="zh-TW" altLang="en-US" sz="1512">
                    <a:solidFill>
                      <a:srgbClr val="4472C4">
                        <a:lumMod val="75000"/>
                      </a:srgbClr>
                    </a:solidFill>
                    <a:latin typeface="Calibri" panose="020F0502020204030204"/>
                    <a:ea typeface="微軟正黑體"/>
                  </a:rPr>
                  <a:t>武卓成</a:t>
                </a:r>
              </a:p>
            </p:txBody>
          </p:sp>
        </p:grpSp>
        <p:cxnSp>
          <p:nvCxnSpPr>
            <p:cNvPr id="36" name="直線接點 35">
              <a:extLst>
                <a:ext uri="{FF2B5EF4-FFF2-40B4-BE49-F238E27FC236}">
                  <a16:creationId xmlns:a16="http://schemas.microsoft.com/office/drawing/2014/main" id="{C9E104DE-B522-153E-A3E2-2021003612F5}"/>
                </a:ext>
              </a:extLst>
            </p:cNvPr>
            <p:cNvCxnSpPr>
              <a:cxnSpLocks/>
              <a:stCxn id="39" idx="2"/>
              <a:endCxn id="40" idx="0"/>
            </p:cNvCxnSpPr>
            <p:nvPr/>
          </p:nvCxnSpPr>
          <p:spPr>
            <a:xfrm>
              <a:off x="2915887" y="2624935"/>
              <a:ext cx="6024" cy="266300"/>
            </a:xfrm>
            <a:prstGeom prst="line">
              <a:avLst/>
            </a:prstGeom>
          </p:spPr>
          <p:style>
            <a:lnRef idx="1">
              <a:schemeClr val="dk1"/>
            </a:lnRef>
            <a:fillRef idx="0">
              <a:schemeClr val="dk1"/>
            </a:fillRef>
            <a:effectRef idx="0">
              <a:schemeClr val="dk1"/>
            </a:effectRef>
            <a:fontRef idx="minor">
              <a:schemeClr val="tx1"/>
            </a:fontRef>
          </p:style>
        </p:cxnSp>
      </p:grpSp>
      <p:sp>
        <p:nvSpPr>
          <p:cNvPr id="43" name="矩形: 圓角 42">
            <a:extLst>
              <a:ext uri="{FF2B5EF4-FFF2-40B4-BE49-F238E27FC236}">
                <a16:creationId xmlns:a16="http://schemas.microsoft.com/office/drawing/2014/main" id="{25F404A8-20A1-E17D-4B55-CCCD44B1E213}"/>
              </a:ext>
            </a:extLst>
          </p:cNvPr>
          <p:cNvSpPr/>
          <p:nvPr/>
        </p:nvSpPr>
        <p:spPr>
          <a:xfrm>
            <a:off x="143670" y="834425"/>
            <a:ext cx="2495080" cy="282401"/>
          </a:xfrm>
          <a:prstGeom prst="round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tx1"/>
                </a:solidFill>
                <a:latin typeface="微軟正黑體" panose="020B0604030504040204" pitchFamily="34" charset="-120"/>
                <a:ea typeface="微軟正黑體" panose="020B0604030504040204" pitchFamily="34" charset="-120"/>
              </a:rPr>
              <a:t>系統營管部 </a:t>
            </a:r>
            <a:r>
              <a:rPr lang="en-US" altLang="zh-TW">
                <a:solidFill>
                  <a:schemeClr val="tx1"/>
                </a:solidFill>
                <a:latin typeface="微軟正黑體" panose="020B0604030504040204" pitchFamily="34" charset="-120"/>
                <a:ea typeface="微軟正黑體" panose="020B0604030504040204" pitchFamily="34" charset="-120"/>
              </a:rPr>
              <a:t>/ </a:t>
            </a:r>
            <a:r>
              <a:rPr lang="zh-TW" altLang="en-US">
                <a:solidFill>
                  <a:schemeClr val="tx1"/>
                </a:solidFill>
                <a:latin typeface="微軟正黑體" panose="020B0604030504040204" pitchFamily="34" charset="-120"/>
                <a:ea typeface="微軟正黑體" panose="020B0604030504040204" pitchFamily="34" charset="-120"/>
              </a:rPr>
              <a:t>雲端容器科</a:t>
            </a:r>
          </a:p>
        </p:txBody>
      </p:sp>
      <p:grpSp>
        <p:nvGrpSpPr>
          <p:cNvPr id="65" name="群組 64">
            <a:extLst>
              <a:ext uri="{FF2B5EF4-FFF2-40B4-BE49-F238E27FC236}">
                <a16:creationId xmlns:a16="http://schemas.microsoft.com/office/drawing/2014/main" id="{CE1B56F8-906D-413C-95A5-254C43F02028}"/>
              </a:ext>
            </a:extLst>
          </p:cNvPr>
          <p:cNvGrpSpPr/>
          <p:nvPr/>
        </p:nvGrpSpPr>
        <p:grpSpPr>
          <a:xfrm>
            <a:off x="4837061" y="2285798"/>
            <a:ext cx="1653466" cy="1024552"/>
            <a:chOff x="318042" y="4179297"/>
            <a:chExt cx="1653466" cy="1024552"/>
          </a:xfrm>
        </p:grpSpPr>
        <p:sp>
          <p:nvSpPr>
            <p:cNvPr id="56" name="矩形 55">
              <a:extLst>
                <a:ext uri="{FF2B5EF4-FFF2-40B4-BE49-F238E27FC236}">
                  <a16:creationId xmlns:a16="http://schemas.microsoft.com/office/drawing/2014/main" id="{E385FE3A-E091-7DC0-0A32-C45B63021F22}"/>
                </a:ext>
              </a:extLst>
            </p:cNvPr>
            <p:cNvSpPr/>
            <p:nvPr/>
          </p:nvSpPr>
          <p:spPr bwMode="gray">
            <a:xfrm>
              <a:off x="318042" y="4383284"/>
              <a:ext cx="1653466" cy="820565"/>
            </a:xfrm>
            <a:prstGeom prst="rect">
              <a:avLst/>
            </a:prstGeom>
            <a:solidFill>
              <a:sysClr val="window" lastClr="FFFFFF"/>
            </a:solidFill>
            <a:ln w="19050" algn="ctr">
              <a:solidFill>
                <a:schemeClr val="tx2">
                  <a:lumMod val="50000"/>
                </a:schemeClr>
              </a:solidFill>
              <a:miter lim="800000"/>
              <a:headEnd/>
              <a:tailEnd/>
            </a:ln>
          </p:spPr>
          <p:txBody>
            <a:bodyPr wrap="square" lIns="84001" tIns="84001" rIns="84001" bIns="84001" rtlCol="0" anchor="ctr"/>
            <a:lstStyle/>
            <a:p>
              <a:pPr algn="ctr" defTabSz="1152012">
                <a:lnSpc>
                  <a:spcPct val="106000"/>
                </a:lnSpc>
                <a:defRPr/>
              </a:pPr>
              <a:r>
                <a:rPr lang="zh-TW" altLang="en-US" sz="1600">
                  <a:solidFill>
                    <a:schemeClr val="tx1"/>
                  </a:solidFill>
                  <a:latin typeface="微軟正黑體" panose="020B0604030504040204" pitchFamily="34" charset="-120"/>
                  <a:ea typeface="微軟正黑體" panose="020B0604030504040204" pitchFamily="34" charset="-120"/>
                </a:rPr>
                <a:t>架構應用科</a:t>
              </a:r>
              <a:br>
                <a:rPr lang="en-US" altLang="zh-TW" sz="1600">
                  <a:solidFill>
                    <a:schemeClr val="tx1"/>
                  </a:solidFill>
                  <a:latin typeface="微軟正黑體" panose="020B0604030504040204" pitchFamily="34" charset="-120"/>
                  <a:ea typeface="微軟正黑體" panose="020B0604030504040204" pitchFamily="34" charset="-120"/>
                </a:rPr>
              </a:br>
              <a:r>
                <a:rPr kumimoji="1" lang="zh-TW" altLang="en-US" sz="1512">
                  <a:solidFill>
                    <a:srgbClr val="4472C4">
                      <a:lumMod val="75000"/>
                    </a:srgbClr>
                  </a:solidFill>
                  <a:latin typeface="Calibri" panose="020F0502020204030204"/>
                  <a:ea typeface="微軟正黑體"/>
                </a:rPr>
                <a:t>科長 林威佑</a:t>
              </a:r>
              <a:br>
                <a:rPr kumimoji="1" lang="en-US" altLang="zh-TW" sz="1512">
                  <a:solidFill>
                    <a:srgbClr val="4472C4">
                      <a:lumMod val="75000"/>
                    </a:srgbClr>
                  </a:solidFill>
                  <a:latin typeface="Calibri" panose="020F0502020204030204"/>
                  <a:ea typeface="微軟正黑體"/>
                </a:rPr>
              </a:br>
              <a:r>
                <a:rPr kumimoji="1" lang="zh-TW" altLang="en-US" sz="1512">
                  <a:solidFill>
                    <a:srgbClr val="4472C4">
                      <a:lumMod val="75000"/>
                    </a:srgbClr>
                  </a:solidFill>
                  <a:latin typeface="Calibri" panose="020F0502020204030204"/>
                  <a:ea typeface="微軟正黑體"/>
                </a:rPr>
                <a:t>林順傑</a:t>
              </a:r>
              <a:endParaRPr kumimoji="1" lang="en-US" altLang="zh-TW" sz="1512">
                <a:solidFill>
                  <a:srgbClr val="4472C4">
                    <a:lumMod val="75000"/>
                  </a:srgbClr>
                </a:solidFill>
                <a:latin typeface="Calibri" panose="020F0502020204030204"/>
                <a:ea typeface="微軟正黑體"/>
              </a:endParaRPr>
            </a:p>
          </p:txBody>
        </p:sp>
        <p:sp>
          <p:nvSpPr>
            <p:cNvPr id="55" name="矩形 54">
              <a:extLst>
                <a:ext uri="{FF2B5EF4-FFF2-40B4-BE49-F238E27FC236}">
                  <a16:creationId xmlns:a16="http://schemas.microsoft.com/office/drawing/2014/main" id="{6ADB6E5C-A73D-F5DA-7D1D-A1BF0D51D7E8}"/>
                </a:ext>
              </a:extLst>
            </p:cNvPr>
            <p:cNvSpPr/>
            <p:nvPr/>
          </p:nvSpPr>
          <p:spPr bwMode="gray">
            <a:xfrm>
              <a:off x="318042" y="4179297"/>
              <a:ext cx="1653466" cy="247203"/>
            </a:xfrm>
            <a:prstGeom prst="rect">
              <a:avLst/>
            </a:prstGeom>
            <a:solidFill>
              <a:schemeClr val="tx2">
                <a:lumMod val="50000"/>
              </a:schemeClr>
            </a:solidFill>
            <a:ln w="19050" algn="ctr">
              <a:solidFill>
                <a:sysClr val="windowText" lastClr="000000">
                  <a:lumMod val="65000"/>
                  <a:lumOff val="35000"/>
                </a:sysClr>
              </a:solidFill>
              <a:miter lim="800000"/>
              <a:headEnd/>
              <a:tailEnd/>
            </a:ln>
          </p:spPr>
          <p:txBody>
            <a:bodyPr wrap="square" lIns="84001" tIns="84001" rIns="84001" bIns="84001" rtlCol="0" anchor="ctr"/>
            <a:lstStyle/>
            <a:p>
              <a:pPr algn="ctr" defTabSz="1152012">
                <a:lnSpc>
                  <a:spcPct val="106000"/>
                </a:lnSpc>
                <a:defRPr/>
              </a:pPr>
              <a:r>
                <a:rPr kumimoji="1" lang="zh-TW" altLang="en-US" sz="1512">
                  <a:solidFill>
                    <a:prstClr val="white"/>
                  </a:solidFill>
                  <a:latin typeface="Calibri" panose="020F0502020204030204"/>
                  <a:ea typeface="微軟正黑體"/>
                </a:rPr>
                <a:t>專案指導</a:t>
              </a:r>
            </a:p>
          </p:txBody>
        </p:sp>
      </p:grpSp>
      <p:graphicFrame>
        <p:nvGraphicFramePr>
          <p:cNvPr id="61" name="表格 60">
            <a:extLst>
              <a:ext uri="{FF2B5EF4-FFF2-40B4-BE49-F238E27FC236}">
                <a16:creationId xmlns:a16="http://schemas.microsoft.com/office/drawing/2014/main" id="{E684811A-6FC9-D5EF-CD37-6BCD9A0BB231}"/>
              </a:ext>
            </a:extLst>
          </p:cNvPr>
          <p:cNvGraphicFramePr>
            <a:graphicFrameLocks noGrp="1"/>
          </p:cNvGraphicFramePr>
          <p:nvPr>
            <p:extLst>
              <p:ext uri="{D42A27DB-BD31-4B8C-83A1-F6EECF244321}">
                <p14:modId xmlns:p14="http://schemas.microsoft.com/office/powerpoint/2010/main" val="3030251039"/>
              </p:ext>
            </p:extLst>
          </p:nvPr>
        </p:nvGraphicFramePr>
        <p:xfrm>
          <a:off x="377034" y="2985797"/>
          <a:ext cx="1898943" cy="929640"/>
        </p:xfrm>
        <a:graphic>
          <a:graphicData uri="http://schemas.openxmlformats.org/drawingml/2006/table">
            <a:tbl>
              <a:tblPr firstRow="1" bandRow="1">
                <a:tableStyleId>{2D5ABB26-0587-4C30-8999-92F81FD0307C}</a:tableStyleId>
              </a:tblPr>
              <a:tblGrid>
                <a:gridCol w="1898943">
                  <a:extLst>
                    <a:ext uri="{9D8B030D-6E8A-4147-A177-3AD203B41FA5}">
                      <a16:colId xmlns:a16="http://schemas.microsoft.com/office/drawing/2014/main" val="1528932854"/>
                    </a:ext>
                  </a:extLst>
                </a:gridCol>
              </a:tblGrid>
              <a:tr h="8408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專案指導</a:t>
                      </a:r>
                      <a:r>
                        <a:rPr lang="zh-TW" altLang="en-US" sz="1100" b="1">
                          <a:solidFill>
                            <a:srgbClr val="336699"/>
                          </a:solidFill>
                          <a:latin typeface="微軟正黑體" panose="020B0604030504040204" pitchFamily="34" charset="-120"/>
                          <a:ea typeface="微軟正黑體" panose="020B0604030504040204" pitchFamily="34" charset="-120"/>
                        </a:rPr>
                        <a:t> </a:t>
                      </a:r>
                      <a:r>
                        <a:rPr lang="en-US" altLang="zh-TW" sz="1100" b="1">
                          <a:solidFill>
                            <a:srgbClr val="336699"/>
                          </a:solidFill>
                          <a:latin typeface="微軟正黑體" panose="020B0604030504040204" pitchFamily="34" charset="-120"/>
                          <a:ea typeface="微軟正黑體" panose="020B0604030504040204" pitchFamily="34" charset="-120"/>
                        </a:rPr>
                        <a:t>–</a:t>
                      </a:r>
                      <a:r>
                        <a:rPr lang="zh-TW" altLang="en-US" sz="1100" b="1">
                          <a:solidFill>
                            <a:srgbClr val="336699"/>
                          </a:solidFill>
                          <a:latin typeface="微軟正黑體" panose="020B0604030504040204" pitchFamily="34" charset="-120"/>
                          <a:ea typeface="微軟正黑體" panose="020B0604030504040204" pitchFamily="34" charset="-120"/>
                        </a:rPr>
                        <a:t>林志隆、</a:t>
                      </a:r>
                      <a:r>
                        <a:rPr lang="zh-TW" altLang="en-US" sz="1100" b="1">
                          <a:solidFill>
                            <a:srgbClr val="336699"/>
                          </a:solidFill>
                          <a:latin typeface="微軟正黑體" panose="020B0604030504040204" pitchFamily="34" charset="-120"/>
                          <a:ea typeface="微軟正黑體" panose="020B0604030504040204" pitchFamily="34" charset="-120"/>
                          <a:sym typeface="Wingdings" panose="05000000000000000000" pitchFamily="2" charset="2"/>
                        </a:rPr>
                        <a:t>武卓成</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一、協助審閱本案相關雲端架構與資料</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二、依照架構資源提供估算成本</a:t>
                      </a:r>
                      <a:endParaRPr lang="en-US" altLang="zh-TW"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graphicFrame>
        <p:nvGraphicFramePr>
          <p:cNvPr id="62" name="表格 61">
            <a:extLst>
              <a:ext uri="{FF2B5EF4-FFF2-40B4-BE49-F238E27FC236}">
                <a16:creationId xmlns:a16="http://schemas.microsoft.com/office/drawing/2014/main" id="{428A1EA6-9C32-188A-DAD6-941BB0274759}"/>
              </a:ext>
            </a:extLst>
          </p:cNvPr>
          <p:cNvGraphicFramePr>
            <a:graphicFrameLocks noGrp="1"/>
          </p:cNvGraphicFramePr>
          <p:nvPr>
            <p:extLst>
              <p:ext uri="{D42A27DB-BD31-4B8C-83A1-F6EECF244321}">
                <p14:modId xmlns:p14="http://schemas.microsoft.com/office/powerpoint/2010/main" val="2910203476"/>
              </p:ext>
            </p:extLst>
          </p:nvPr>
        </p:nvGraphicFramePr>
        <p:xfrm>
          <a:off x="4751317" y="3368166"/>
          <a:ext cx="2102409" cy="840879"/>
        </p:xfrm>
        <a:graphic>
          <a:graphicData uri="http://schemas.openxmlformats.org/drawingml/2006/table">
            <a:tbl>
              <a:tblPr firstRow="1" bandRow="1">
                <a:tableStyleId>{2D5ABB26-0587-4C30-8999-92F81FD0307C}</a:tableStyleId>
              </a:tblPr>
              <a:tblGrid>
                <a:gridCol w="2102409">
                  <a:extLst>
                    <a:ext uri="{9D8B030D-6E8A-4147-A177-3AD203B41FA5}">
                      <a16:colId xmlns:a16="http://schemas.microsoft.com/office/drawing/2014/main" val="1528932854"/>
                    </a:ext>
                  </a:extLst>
                </a:gridCol>
              </a:tblGrid>
              <a:tr h="8408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專案指導 </a:t>
                      </a:r>
                      <a:r>
                        <a:rPr lang="en-US" altLang="zh-TW" sz="1100" b="1" i="0" u="none" strike="noStrike" cap="none">
                          <a:solidFill>
                            <a:srgbClr val="336699"/>
                          </a:solidFill>
                          <a:latin typeface="微軟正黑體" panose="020B0604030504040204" pitchFamily="34" charset="-120"/>
                          <a:ea typeface="微軟正黑體" panose="020B0604030504040204" pitchFamily="34" charset="-120"/>
                          <a:cs typeface="+mn-cs"/>
                          <a:sym typeface="Arial"/>
                        </a:rPr>
                        <a:t>-</a:t>
                      </a:r>
                      <a:r>
                        <a:rPr kumimoji="1" lang="zh-TW" altLang="en-US" sz="1100">
                          <a:solidFill>
                            <a:srgbClr val="4472C4">
                              <a:lumMod val="75000"/>
                            </a:srgbClr>
                          </a:solidFill>
                          <a:latin typeface="Calibri" panose="020F0502020204030204"/>
                          <a:ea typeface="微軟正黑體"/>
                        </a:rPr>
                        <a:t>林威佑科長、林順傑</a:t>
                      </a:r>
                      <a:br>
                        <a:rPr lang="en-US" altLang="zh-TW" sz="1100">
                          <a:solidFill>
                            <a:srgbClr val="336699"/>
                          </a:solidFill>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一、協助審閱本案相關雲端架構與資料</a:t>
                      </a:r>
                      <a:br>
                        <a:rPr lang="en-US" altLang="zh-TW" sz="1100">
                          <a:latin typeface="微軟正黑體" panose="020B0604030504040204" pitchFamily="34" charset="-120"/>
                          <a:ea typeface="微軟正黑體" panose="020B0604030504040204" pitchFamily="34" charset="-120"/>
                        </a:rPr>
                      </a:br>
                      <a:r>
                        <a:rPr lang="zh-TW" altLang="en-US" sz="1100">
                          <a:latin typeface="微軟正黑體" panose="020B0604030504040204" pitchFamily="34" charset="-120"/>
                          <a:ea typeface="微軟正黑體" panose="020B0604030504040204" pitchFamily="34" charset="-120"/>
                        </a:rPr>
                        <a:t>二、協助邀約架審會議</a:t>
                      </a:r>
                      <a:endParaRPr lang="en-US" altLang="zh-TW" sz="1100">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1175753114"/>
                  </a:ext>
                </a:extLst>
              </a:tr>
            </a:tbl>
          </a:graphicData>
        </a:graphic>
      </p:graphicFrame>
      <p:sp>
        <p:nvSpPr>
          <p:cNvPr id="66" name="右中括弧 65">
            <a:extLst>
              <a:ext uri="{FF2B5EF4-FFF2-40B4-BE49-F238E27FC236}">
                <a16:creationId xmlns:a16="http://schemas.microsoft.com/office/drawing/2014/main" id="{92D5A8DD-336D-9795-EBD2-A9B5F377DAB7}"/>
              </a:ext>
            </a:extLst>
          </p:cNvPr>
          <p:cNvSpPr/>
          <p:nvPr/>
        </p:nvSpPr>
        <p:spPr>
          <a:xfrm rot="16200000">
            <a:off x="4299546" y="1051499"/>
            <a:ext cx="95884" cy="2259033"/>
          </a:xfrm>
          <a:prstGeom prst="righ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68" name="直線接點 67">
            <a:extLst>
              <a:ext uri="{FF2B5EF4-FFF2-40B4-BE49-F238E27FC236}">
                <a16:creationId xmlns:a16="http://schemas.microsoft.com/office/drawing/2014/main" id="{58DA4779-E803-E4C9-19B9-093D8BA25341}"/>
              </a:ext>
            </a:extLst>
          </p:cNvPr>
          <p:cNvCxnSpPr>
            <a:cxnSpLocks/>
          </p:cNvCxnSpPr>
          <p:nvPr/>
        </p:nvCxnSpPr>
        <p:spPr>
          <a:xfrm>
            <a:off x="4347489" y="213307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接點 69">
            <a:extLst>
              <a:ext uri="{FF2B5EF4-FFF2-40B4-BE49-F238E27FC236}">
                <a16:creationId xmlns:a16="http://schemas.microsoft.com/office/drawing/2014/main" id="{D2E277C4-6D6C-E56A-213F-FE05E88C1F47}"/>
              </a:ext>
            </a:extLst>
          </p:cNvPr>
          <p:cNvCxnSpPr/>
          <p:nvPr/>
        </p:nvCxnSpPr>
        <p:spPr>
          <a:xfrm>
            <a:off x="4336045" y="2045070"/>
            <a:ext cx="0" cy="1008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629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專案背景與目的</a:t>
            </a:r>
          </a:p>
        </p:txBody>
      </p:sp>
      <p:sp>
        <p:nvSpPr>
          <p:cNvPr id="4" name="文字版面配置區 3">
            <a:extLst>
              <a:ext uri="{FF2B5EF4-FFF2-40B4-BE49-F238E27FC236}">
                <a16:creationId xmlns:a16="http://schemas.microsoft.com/office/drawing/2014/main" id="{353101E3-ED46-FC0E-DE8A-AA2AFC6836B4}"/>
              </a:ext>
            </a:extLst>
          </p:cNvPr>
          <p:cNvSpPr>
            <a:spLocks noGrp="1"/>
          </p:cNvSpPr>
          <p:nvPr>
            <p:ph type="body" idx="1"/>
          </p:nvPr>
        </p:nvSpPr>
        <p:spPr>
          <a:xfrm>
            <a:off x="179388" y="573900"/>
            <a:ext cx="11161712" cy="983400"/>
          </a:xfrm>
          <a:prstGeom prst="rect">
            <a:avLst/>
          </a:prstGeom>
        </p:spPr>
        <p:txBody>
          <a:bodyPr/>
          <a:lstStyle/>
          <a:p>
            <a:pPr marL="36000" indent="0">
              <a:lnSpc>
                <a:spcPct val="150000"/>
              </a:lnSpc>
              <a:buNone/>
            </a:pPr>
            <a:r>
              <a:rPr lang="zh-TW" altLang="en-US" sz="1800" b="0" i="0" u="none" strike="noStrike">
                <a:solidFill>
                  <a:srgbClr val="000000"/>
                </a:solidFill>
                <a:effectLst/>
                <a:ea typeface="Microsoft JhengHei" panose="020B0604030504040204" pitchFamily="34" charset="-120"/>
              </a:rPr>
              <a:t>不論是在策略或是業務單位，日常大量關鍵工作需取得外部資訊，但目前的取得方式高度分散、仰賴個人經驗且不可複製；每個人都在看新聞，但組織不知道員工看了什麼、漏了什麼、判斷標準是什麼</a:t>
            </a:r>
            <a:r>
              <a:rPr lang="zh-TW" altLang="en-US" sz="1800" b="0" i="0">
                <a:solidFill>
                  <a:srgbClr val="000000"/>
                </a:solidFill>
                <a:effectLst/>
                <a:latin typeface="Microsoft JhengHei" panose="020B0604030504040204" pitchFamily="34" charset="-120"/>
                <a:ea typeface="Microsoft JhengHei" panose="020B0604030504040204" pitchFamily="34" charset="-120"/>
              </a:rPr>
              <a:t>​ </a:t>
            </a:r>
            <a:endParaRPr lang="en-US" altLang="zh-TW" sz="1800" b="0" i="0">
              <a:solidFill>
                <a:srgbClr val="000000"/>
              </a:solidFill>
              <a:effectLst/>
              <a:latin typeface="Microsoft JhengHei" panose="020B0604030504040204" pitchFamily="34" charset="-120"/>
              <a:ea typeface="Microsoft JhengHei" panose="020B0604030504040204" pitchFamily="34" charset="-120"/>
            </a:endParaRPr>
          </a:p>
        </p:txBody>
      </p:sp>
      <p:grpSp>
        <p:nvGrpSpPr>
          <p:cNvPr id="2" name="群組 1">
            <a:extLst>
              <a:ext uri="{FF2B5EF4-FFF2-40B4-BE49-F238E27FC236}">
                <a16:creationId xmlns:a16="http://schemas.microsoft.com/office/drawing/2014/main" id="{16B1E09F-AE25-B869-BF84-AACAA12BFE66}"/>
              </a:ext>
            </a:extLst>
          </p:cNvPr>
          <p:cNvGrpSpPr/>
          <p:nvPr/>
        </p:nvGrpSpPr>
        <p:grpSpPr>
          <a:xfrm>
            <a:off x="3642648" y="2211222"/>
            <a:ext cx="4158865" cy="1814793"/>
            <a:chOff x="667318" y="3111388"/>
            <a:chExt cx="3737534" cy="1612577"/>
          </a:xfrm>
        </p:grpSpPr>
        <p:sp>
          <p:nvSpPr>
            <p:cNvPr id="12" name="文字方塊 11">
              <a:extLst>
                <a:ext uri="{FF2B5EF4-FFF2-40B4-BE49-F238E27FC236}">
                  <a16:creationId xmlns:a16="http://schemas.microsoft.com/office/drawing/2014/main" id="{EE53C7BC-7F54-3309-11FD-97D58ADA2AA0}"/>
                </a:ext>
              </a:extLst>
            </p:cNvPr>
            <p:cNvSpPr txBox="1"/>
            <p:nvPr/>
          </p:nvSpPr>
          <p:spPr>
            <a:xfrm>
              <a:off x="667318" y="4025788"/>
              <a:ext cx="3737534" cy="698177"/>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zh-TW" altLang="en-US" sz="1600" i="0">
                  <a:effectLst/>
                  <a:latin typeface="微軟正黑體" panose="020B0604030504040204" pitchFamily="34" charset="-120"/>
                  <a:ea typeface="微軟正黑體" panose="020B0604030504040204" pitchFamily="34" charset="-120"/>
                </a:rPr>
                <a:t>市場與客戶訊號</a:t>
              </a:r>
              <a:endParaRPr lang="en-US" altLang="zh-TW" sz="1600" i="0">
                <a:effectLst/>
                <a:latin typeface="微軟正黑體" panose="020B0604030504040204" pitchFamily="34" charset="-120"/>
                <a:ea typeface="微軟正黑體" panose="020B0604030504040204" pitchFamily="34" charset="-120"/>
              </a:endParaRPr>
            </a:p>
            <a:p>
              <a:pPr algn="ctr">
                <a:lnSpc>
                  <a:spcPct val="150000"/>
                </a:lnSpc>
              </a:pPr>
              <a:r>
                <a:rPr lang="zh-TW" altLang="en-US" sz="1600">
                  <a:latin typeface="微軟正黑體" panose="020B0604030504040204" pitchFamily="34" charset="-120"/>
                  <a:ea typeface="微軟正黑體" panose="020B0604030504040204" pitchFamily="34" charset="-120"/>
                </a:rPr>
                <a:t>可能</a:t>
              </a:r>
              <a:r>
                <a:rPr lang="zh-TW" altLang="en-US" sz="1600" i="0">
                  <a:effectLst/>
                  <a:latin typeface="微軟正黑體" panose="020B0604030504040204" pitchFamily="34" charset="-120"/>
                  <a:ea typeface="微軟正黑體" panose="020B0604030504040204" pitchFamily="34" charset="-120"/>
                </a:rPr>
                <a:t>因忙碌而漏接</a:t>
              </a:r>
              <a:endParaRPr lang="zh-TW" altLang="en-US" sz="1600">
                <a:latin typeface="微軟正黑體" panose="020B0604030504040204" pitchFamily="34" charset="-120"/>
                <a:ea typeface="微軟正黑體" panose="020B0604030504040204" pitchFamily="34" charset="-120"/>
              </a:endParaRPr>
            </a:p>
          </p:txBody>
        </p:sp>
        <p:pic>
          <p:nvPicPr>
            <p:cNvPr id="13" name="圖形 19" descr="報紙 以實心填滿">
              <a:extLst>
                <a:ext uri="{FF2B5EF4-FFF2-40B4-BE49-F238E27FC236}">
                  <a16:creationId xmlns:a16="http://schemas.microsoft.com/office/drawing/2014/main" id="{E512A7D8-D98C-9D98-56A7-BAAB17995C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05224" y="3111388"/>
              <a:ext cx="914400" cy="914400"/>
            </a:xfrm>
            <a:prstGeom prst="rect">
              <a:avLst/>
            </a:prstGeom>
          </p:spPr>
        </p:pic>
      </p:grpSp>
      <p:grpSp>
        <p:nvGrpSpPr>
          <p:cNvPr id="3" name="群組 2">
            <a:extLst>
              <a:ext uri="{FF2B5EF4-FFF2-40B4-BE49-F238E27FC236}">
                <a16:creationId xmlns:a16="http://schemas.microsoft.com/office/drawing/2014/main" id="{CC5E3AEE-29DD-CE51-F9EA-AF33AF53EAE5}"/>
              </a:ext>
            </a:extLst>
          </p:cNvPr>
          <p:cNvGrpSpPr/>
          <p:nvPr/>
        </p:nvGrpSpPr>
        <p:grpSpPr>
          <a:xfrm>
            <a:off x="715183" y="2123834"/>
            <a:ext cx="4158865" cy="1910747"/>
            <a:chOff x="-757630" y="1808197"/>
            <a:chExt cx="3547984" cy="1553029"/>
          </a:xfrm>
        </p:grpSpPr>
        <p:sp>
          <p:nvSpPr>
            <p:cNvPr id="10" name="文字方塊 9">
              <a:extLst>
                <a:ext uri="{FF2B5EF4-FFF2-40B4-BE49-F238E27FC236}">
                  <a16:creationId xmlns:a16="http://schemas.microsoft.com/office/drawing/2014/main" id="{0D2E91A1-3430-0D79-C210-C038C7946C6B}"/>
                </a:ext>
              </a:extLst>
            </p:cNvPr>
            <p:cNvSpPr txBox="1"/>
            <p:nvPr/>
          </p:nvSpPr>
          <p:spPr>
            <a:xfrm>
              <a:off x="-757630" y="2722597"/>
              <a:ext cx="3547984" cy="63862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zh-TW" altLang="en-US" sz="1600" i="0">
                  <a:effectLst/>
                  <a:latin typeface="微軟正黑體" panose="020B0604030504040204" pitchFamily="34" charset="-120"/>
                  <a:ea typeface="微軟正黑體" panose="020B0604030504040204" pitchFamily="34" charset="-120"/>
                </a:rPr>
                <a:t>人力被長期耗於</a:t>
              </a:r>
              <a:endParaRPr lang="en-US" altLang="zh-TW" sz="1600" i="0">
                <a:effectLst/>
                <a:latin typeface="微軟正黑體" panose="020B0604030504040204" pitchFamily="34" charset="-120"/>
                <a:ea typeface="微軟正黑體" panose="020B0604030504040204" pitchFamily="34" charset="-120"/>
              </a:endParaRPr>
            </a:p>
            <a:p>
              <a:pPr algn="ctr">
                <a:lnSpc>
                  <a:spcPct val="150000"/>
                </a:lnSpc>
              </a:pPr>
              <a:r>
                <a:rPr lang="zh-TW" altLang="en-US" sz="1600" i="0">
                  <a:effectLst/>
                  <a:latin typeface="微軟正黑體" panose="020B0604030504040204" pitchFamily="34" charset="-120"/>
                  <a:ea typeface="微軟正黑體" panose="020B0604030504040204" pitchFamily="34" charset="-120"/>
                </a:rPr>
                <a:t>大量搜尋與去重工作</a:t>
              </a:r>
              <a:endParaRPr lang="zh-TW" altLang="en-US" sz="1600">
                <a:latin typeface="微軟正黑體" panose="020B0604030504040204" pitchFamily="34" charset="-120"/>
                <a:ea typeface="微軟正黑體" panose="020B0604030504040204" pitchFamily="34" charset="-120"/>
              </a:endParaRPr>
            </a:p>
          </p:txBody>
        </p:sp>
        <p:pic>
          <p:nvPicPr>
            <p:cNvPr id="11" name="圖形 23" descr="集體討論 以實心填滿">
              <a:extLst>
                <a:ext uri="{FF2B5EF4-FFF2-40B4-BE49-F238E27FC236}">
                  <a16:creationId xmlns:a16="http://schemas.microsoft.com/office/drawing/2014/main" id="{044EC234-7A7B-0AB9-FE10-3D0F2F521C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9162" y="1808197"/>
              <a:ext cx="914400" cy="914400"/>
            </a:xfrm>
            <a:prstGeom prst="rect">
              <a:avLst/>
            </a:prstGeom>
          </p:spPr>
        </p:pic>
      </p:grpSp>
      <p:grpSp>
        <p:nvGrpSpPr>
          <p:cNvPr id="5" name="群組 4">
            <a:extLst>
              <a:ext uri="{FF2B5EF4-FFF2-40B4-BE49-F238E27FC236}">
                <a16:creationId xmlns:a16="http://schemas.microsoft.com/office/drawing/2014/main" id="{C508D440-9E38-6675-2AA2-6A4B4E79DFD6}"/>
              </a:ext>
            </a:extLst>
          </p:cNvPr>
          <p:cNvGrpSpPr/>
          <p:nvPr/>
        </p:nvGrpSpPr>
        <p:grpSpPr>
          <a:xfrm>
            <a:off x="6209855" y="2211221"/>
            <a:ext cx="4925959" cy="1806945"/>
            <a:chOff x="7136943" y="2357476"/>
            <a:chExt cx="4661766" cy="1680162"/>
          </a:xfrm>
        </p:grpSpPr>
        <p:sp>
          <p:nvSpPr>
            <p:cNvPr id="6" name="文字方塊 13">
              <a:extLst>
                <a:ext uri="{FF2B5EF4-FFF2-40B4-BE49-F238E27FC236}">
                  <a16:creationId xmlns:a16="http://schemas.microsoft.com/office/drawing/2014/main" id="{2AD52053-4F96-5248-899F-BA15F058C0D4}"/>
                </a:ext>
              </a:extLst>
            </p:cNvPr>
            <p:cNvSpPr txBox="1"/>
            <p:nvPr/>
          </p:nvSpPr>
          <p:spPr>
            <a:xfrm>
              <a:off x="7136943" y="3307040"/>
              <a:ext cx="4661766" cy="73059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zh-TW" altLang="en-US" sz="1600" i="0">
                  <a:effectLst/>
                  <a:latin typeface="微軟正黑體" panose="020B0604030504040204" pitchFamily="34" charset="-120"/>
                  <a:ea typeface="微軟正黑體" panose="020B0604030504040204" pitchFamily="34" charset="-120"/>
                </a:rPr>
                <a:t>主管無法即時掌握整體趨勢</a:t>
              </a:r>
              <a:endParaRPr lang="en-US" altLang="zh-TW" sz="1600">
                <a:latin typeface="微軟正黑體" panose="020B0604030504040204" pitchFamily="34" charset="-120"/>
                <a:ea typeface="微軟正黑體" panose="020B0604030504040204" pitchFamily="34" charset="-120"/>
              </a:endParaRPr>
            </a:p>
            <a:p>
              <a:pPr algn="ctr">
                <a:lnSpc>
                  <a:spcPct val="150000"/>
                </a:lnSpc>
              </a:pPr>
              <a:r>
                <a:rPr lang="zh-TW" altLang="en-US" sz="1600" i="0">
                  <a:effectLst/>
                  <a:latin typeface="微軟正黑體" panose="020B0604030504040204" pitchFamily="34" charset="-120"/>
                  <a:ea typeface="微軟正黑體" panose="020B0604030504040204" pitchFamily="34" charset="-120"/>
                </a:rPr>
                <a:t>只能被動接收回報</a:t>
              </a:r>
              <a:endParaRPr lang="zh-TW" altLang="en-US" sz="1600">
                <a:latin typeface="微軟正黑體" panose="020B0604030504040204" pitchFamily="34" charset="-120"/>
                <a:ea typeface="微軟正黑體" panose="020B0604030504040204" pitchFamily="34" charset="-120"/>
              </a:endParaRPr>
            </a:p>
          </p:txBody>
        </p:sp>
        <p:grpSp>
          <p:nvGrpSpPr>
            <p:cNvPr id="7" name="群組 6">
              <a:extLst>
                <a:ext uri="{FF2B5EF4-FFF2-40B4-BE49-F238E27FC236}">
                  <a16:creationId xmlns:a16="http://schemas.microsoft.com/office/drawing/2014/main" id="{ACC76938-A60B-EE48-17BD-F0F6233C1A78}"/>
                </a:ext>
              </a:extLst>
            </p:cNvPr>
            <p:cNvGrpSpPr/>
            <p:nvPr/>
          </p:nvGrpSpPr>
          <p:grpSpPr>
            <a:xfrm>
              <a:off x="8938609" y="2357476"/>
              <a:ext cx="914400" cy="914400"/>
              <a:chOff x="571357" y="3919922"/>
              <a:chExt cx="914400" cy="914400"/>
            </a:xfrm>
          </p:grpSpPr>
          <p:pic>
            <p:nvPicPr>
              <p:cNvPr id="8" name="圖形 27" descr="橫條圖 以實心填滿">
                <a:extLst>
                  <a:ext uri="{FF2B5EF4-FFF2-40B4-BE49-F238E27FC236}">
                    <a16:creationId xmlns:a16="http://schemas.microsoft.com/office/drawing/2014/main" id="{223EC9C5-B889-93C7-8D53-8630978C781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1357" y="3919922"/>
                <a:ext cx="914400" cy="914400"/>
              </a:xfrm>
              <a:prstGeom prst="rect">
                <a:avLst/>
              </a:prstGeom>
            </p:spPr>
          </p:pic>
          <p:pic>
            <p:nvPicPr>
              <p:cNvPr id="9" name="圖形 25" descr="放大鏡 以實心填滿">
                <a:extLst>
                  <a:ext uri="{FF2B5EF4-FFF2-40B4-BE49-F238E27FC236}">
                    <a16:creationId xmlns:a16="http://schemas.microsoft.com/office/drawing/2014/main" id="{2490C855-7DCC-0643-B4F1-CC19827C2EA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4429" y="4009251"/>
                <a:ext cx="279133" cy="279133"/>
              </a:xfrm>
              <a:prstGeom prst="rect">
                <a:avLst/>
              </a:prstGeom>
            </p:spPr>
          </p:pic>
        </p:grpSp>
      </p:grpSp>
      <p:grpSp>
        <p:nvGrpSpPr>
          <p:cNvPr id="14" name="群組 13">
            <a:extLst>
              <a:ext uri="{FF2B5EF4-FFF2-40B4-BE49-F238E27FC236}">
                <a16:creationId xmlns:a16="http://schemas.microsoft.com/office/drawing/2014/main" id="{A7CC3E8F-B467-82A5-90A8-E44BCA71401B}"/>
              </a:ext>
            </a:extLst>
          </p:cNvPr>
          <p:cNvGrpSpPr/>
          <p:nvPr/>
        </p:nvGrpSpPr>
        <p:grpSpPr>
          <a:xfrm>
            <a:off x="717954" y="4266486"/>
            <a:ext cx="10084580" cy="1753398"/>
            <a:chOff x="717954" y="4021867"/>
            <a:chExt cx="10084580" cy="1753398"/>
          </a:xfrm>
        </p:grpSpPr>
        <p:sp>
          <p:nvSpPr>
            <p:cNvPr id="15" name="文字方塊 5">
              <a:extLst>
                <a:ext uri="{FF2B5EF4-FFF2-40B4-BE49-F238E27FC236}">
                  <a16:creationId xmlns:a16="http://schemas.microsoft.com/office/drawing/2014/main" id="{360FBB04-D981-2D04-54DC-A25CCD7FDDEC}"/>
                </a:ext>
              </a:extLst>
            </p:cNvPr>
            <p:cNvSpPr txBox="1"/>
            <p:nvPr/>
          </p:nvSpPr>
          <p:spPr>
            <a:xfrm>
              <a:off x="717954" y="4816156"/>
              <a:ext cx="10084580" cy="95910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zh-TW" altLang="en-US" sz="2000" b="1" i="0">
                  <a:effectLst/>
                  <a:latin typeface="微軟正黑體" panose="020B0604030504040204" pitchFamily="34" charset="-120"/>
                  <a:ea typeface="微軟正黑體" panose="020B0604030504040204" pitchFamily="34" charset="-120"/>
                </a:rPr>
                <a:t>本平台希望作為內部</a:t>
              </a:r>
              <a:r>
                <a:rPr lang="zh-TW" altLang="en-US" sz="2000" b="1">
                  <a:latin typeface="微軟正黑體" panose="020B0604030504040204" pitchFamily="34" charset="-120"/>
                  <a:ea typeface="微軟正黑體" panose="020B0604030504040204" pitchFamily="34" charset="-120"/>
                </a:rPr>
                <a:t>一站式的</a:t>
              </a:r>
              <a:r>
                <a:rPr lang="zh-TW" altLang="en-US" sz="2000" b="1" i="0">
                  <a:effectLst/>
                  <a:latin typeface="微軟正黑體" panose="020B0604030504040204" pitchFamily="34" charset="-120"/>
                  <a:ea typeface="微軟正黑體" panose="020B0604030504040204" pitchFamily="34" charset="-120"/>
                </a:rPr>
                <a:t>公開資料蒐集整合者</a:t>
              </a:r>
              <a:endParaRPr lang="en-US" altLang="zh-TW" sz="2000" b="1" i="0">
                <a:effectLst/>
                <a:latin typeface="微軟正黑體" panose="020B0604030504040204" pitchFamily="34" charset="-120"/>
                <a:ea typeface="微軟正黑體" panose="020B0604030504040204" pitchFamily="34" charset="-120"/>
              </a:endParaRPr>
            </a:p>
            <a:p>
              <a:pPr algn="ctr">
                <a:lnSpc>
                  <a:spcPct val="150000"/>
                </a:lnSpc>
              </a:pPr>
              <a:r>
                <a:rPr lang="zh-TW" altLang="en-US" sz="2000" b="1" i="0">
                  <a:effectLst/>
                  <a:latin typeface="微軟正黑體" panose="020B0604030504040204" pitchFamily="34" charset="-120"/>
                  <a:ea typeface="微軟正黑體" panose="020B0604030504040204" pitchFamily="34" charset="-120"/>
                </a:rPr>
                <a:t>提升資料蒐集效率與決策品質，累積公司知識資產以釋放高價值人力</a:t>
              </a:r>
              <a:endParaRPr lang="zh-TW" altLang="en-US" sz="2400" b="1">
                <a:effectLst/>
                <a:latin typeface="微軟正黑體" panose="020B0604030504040204" pitchFamily="34" charset="-120"/>
                <a:ea typeface="微軟正黑體" panose="020B0604030504040204" pitchFamily="34" charset="-120"/>
              </a:endParaRPr>
            </a:p>
          </p:txBody>
        </p:sp>
        <p:sp>
          <p:nvSpPr>
            <p:cNvPr id="16" name="箭號: 向下 15">
              <a:extLst>
                <a:ext uri="{FF2B5EF4-FFF2-40B4-BE49-F238E27FC236}">
                  <a16:creationId xmlns:a16="http://schemas.microsoft.com/office/drawing/2014/main" id="{74809ADA-6EA3-92A1-8C81-5EA821D38889}"/>
                </a:ext>
              </a:extLst>
            </p:cNvPr>
            <p:cNvSpPr/>
            <p:nvPr/>
          </p:nvSpPr>
          <p:spPr>
            <a:xfrm>
              <a:off x="5429255" y="4021867"/>
              <a:ext cx="661977" cy="753278"/>
            </a:xfrm>
            <a:prstGeom prst="down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a:p>
          </p:txBody>
        </p:sp>
      </p:grpSp>
    </p:spTree>
    <p:extLst>
      <p:ext uri="{BB962C8B-B14F-4D97-AF65-F5344CB8AC3E}">
        <p14:creationId xmlns:p14="http://schemas.microsoft.com/office/powerpoint/2010/main" val="213828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kumimoji="0" lang="zh-TW" altLang="en-US" sz="2800" b="1"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j-cs"/>
              </a:rPr>
              <a:t>專案定位：在「公開資料整合平台」中與爬蟲館並行</a:t>
            </a:r>
            <a:endParaRPr lang="zh-TW" altLang="en-US" sz="2400" b="1">
              <a:latin typeface="微軟正黑體" panose="020B0604030504040204" pitchFamily="34" charset="-120"/>
              <a:ea typeface="微軟正黑體" panose="020B0604030504040204" pitchFamily="34" charset="-120"/>
            </a:endParaRPr>
          </a:p>
        </p:txBody>
      </p:sp>
      <p:sp>
        <p:nvSpPr>
          <p:cNvPr id="19" name="矩形 18">
            <a:extLst>
              <a:ext uri="{FF2B5EF4-FFF2-40B4-BE49-F238E27FC236}">
                <a16:creationId xmlns:a16="http://schemas.microsoft.com/office/drawing/2014/main" id="{A685BF15-7F06-8EF5-92CF-69837EF012CA}"/>
              </a:ext>
            </a:extLst>
          </p:cNvPr>
          <p:cNvSpPr/>
          <p:nvPr/>
        </p:nvSpPr>
        <p:spPr bwMode="auto">
          <a:xfrm>
            <a:off x="1144229" y="2314129"/>
            <a:ext cx="9232030" cy="134685"/>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sp>
        <p:nvSpPr>
          <p:cNvPr id="20" name="箭號: 五邊形 19">
            <a:extLst>
              <a:ext uri="{FF2B5EF4-FFF2-40B4-BE49-F238E27FC236}">
                <a16:creationId xmlns:a16="http://schemas.microsoft.com/office/drawing/2014/main" id="{CC061CD6-36B0-FA21-B219-9C51D0F2A30B}"/>
              </a:ext>
            </a:extLst>
          </p:cNvPr>
          <p:cNvSpPr/>
          <p:nvPr/>
        </p:nvSpPr>
        <p:spPr bwMode="auto">
          <a:xfrm rot="16200000">
            <a:off x="5224566" y="-2511287"/>
            <a:ext cx="1071356" cy="8714162"/>
          </a:xfrm>
          <a:prstGeom prst="homePlate">
            <a:avLst/>
          </a:prstGeom>
          <a:noFill/>
          <a:ln w="38100" cap="flat" cmpd="sng" algn="ctr">
            <a:solidFill>
              <a:schemeClr val="tx1">
                <a:lumMod val="50000"/>
                <a:lumOff val="50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sp>
        <p:nvSpPr>
          <p:cNvPr id="21" name="標題 4">
            <a:extLst>
              <a:ext uri="{FF2B5EF4-FFF2-40B4-BE49-F238E27FC236}">
                <a16:creationId xmlns:a16="http://schemas.microsoft.com/office/drawing/2014/main" id="{9C77AC01-CABC-10F9-5D3F-B3AACF8F0EC6}"/>
              </a:ext>
            </a:extLst>
          </p:cNvPr>
          <p:cNvSpPr txBox="1">
            <a:spLocks/>
          </p:cNvSpPr>
          <p:nvPr/>
        </p:nvSpPr>
        <p:spPr>
          <a:xfrm>
            <a:off x="4086901" y="1611626"/>
            <a:ext cx="3553574" cy="678015"/>
          </a:xfrm>
          <a:prstGeom prst="rect">
            <a:avLst/>
          </a:prstGeom>
        </p:spPr>
        <p:txBody>
          <a:bodyPr anchor="ctr"/>
          <a:lstStyle>
            <a:lvl1pPr algn="l" defTabSz="895350" rtl="0" eaLnBrk="0" fontAlgn="base" hangingPunct="0">
              <a:spcBef>
                <a:spcPct val="0"/>
              </a:spcBef>
              <a:spcAft>
                <a:spcPct val="0"/>
              </a:spcAft>
              <a:defRPr sz="32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pPr defTabSz="863207">
              <a:buClrTx/>
            </a:pPr>
            <a:r>
              <a:rPr lang="zh-TW" altLang="en-US" sz="3085">
                <a:solidFill>
                  <a:prstClr val="black">
                    <a:lumMod val="65000"/>
                    <a:lumOff val="35000"/>
                  </a:prstClr>
                </a:solidFill>
              </a:rPr>
              <a:t>公開資料整合平台</a:t>
            </a:r>
          </a:p>
        </p:txBody>
      </p:sp>
      <p:sp>
        <p:nvSpPr>
          <p:cNvPr id="22" name="文字方塊 21">
            <a:extLst>
              <a:ext uri="{FF2B5EF4-FFF2-40B4-BE49-F238E27FC236}">
                <a16:creationId xmlns:a16="http://schemas.microsoft.com/office/drawing/2014/main" id="{EA68B8A6-58CD-6DA7-9AEE-9104B0DF6100}"/>
              </a:ext>
            </a:extLst>
          </p:cNvPr>
          <p:cNvSpPr txBox="1"/>
          <p:nvPr/>
        </p:nvSpPr>
        <p:spPr>
          <a:xfrm>
            <a:off x="1691830" y="2504948"/>
            <a:ext cx="8152570" cy="356073"/>
          </a:xfrm>
          <a:prstGeom prst="rect">
            <a:avLst/>
          </a:prstGeom>
          <a:noFill/>
        </p:spPr>
        <p:txBody>
          <a:bodyPr wrap="square" rtlCol="0">
            <a:spAutoFit/>
          </a:bodyPr>
          <a:lstStyle/>
          <a:p>
            <a:pPr defTabSz="881573" fontAlgn="base">
              <a:spcBef>
                <a:spcPct val="0"/>
              </a:spcBef>
              <a:spcAft>
                <a:spcPct val="0"/>
              </a:spcAft>
              <a:buClrTx/>
            </a:pPr>
            <a:r>
              <a:rPr lang="zh-TW" altLang="en-US" sz="1735" b="1" kern="1200">
                <a:solidFill>
                  <a:srgbClr val="215968"/>
                </a:solidFill>
                <a:latin typeface="微軟正黑體" panose="020B0604030504040204" pitchFamily="34" charset="-120"/>
                <a:ea typeface="微軟正黑體" panose="020B0604030504040204" pitchFamily="34" charset="-120"/>
                <a:cs typeface="+mn-cs"/>
              </a:rPr>
              <a:t>整合集團資源與創新ＡＩ技術，針對不同資料屬性，底層採用最適配的技術平台</a:t>
            </a:r>
          </a:p>
        </p:txBody>
      </p:sp>
      <p:sp>
        <p:nvSpPr>
          <p:cNvPr id="23" name="左中括弧 22">
            <a:extLst>
              <a:ext uri="{FF2B5EF4-FFF2-40B4-BE49-F238E27FC236}">
                <a16:creationId xmlns:a16="http://schemas.microsoft.com/office/drawing/2014/main" id="{336D9714-F1AC-477F-9FF3-2347F0DF6BAF}"/>
              </a:ext>
            </a:extLst>
          </p:cNvPr>
          <p:cNvSpPr/>
          <p:nvPr/>
        </p:nvSpPr>
        <p:spPr bwMode="auto">
          <a:xfrm rot="5400000">
            <a:off x="5752521" y="432305"/>
            <a:ext cx="163901" cy="5742467"/>
          </a:xfrm>
          <a:prstGeom prst="leftBracket">
            <a:avLst/>
          </a:prstGeom>
          <a:noFill/>
          <a:ln w="9525" cap="flat" cmpd="sng" algn="ctr">
            <a:solidFill>
              <a:schemeClr val="tx1">
                <a:lumMod val="50000"/>
                <a:lumOff val="50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cxnSp>
        <p:nvCxnSpPr>
          <p:cNvPr id="24" name="直線接點 23">
            <a:extLst>
              <a:ext uri="{FF2B5EF4-FFF2-40B4-BE49-F238E27FC236}">
                <a16:creationId xmlns:a16="http://schemas.microsoft.com/office/drawing/2014/main" id="{A8C9A2E3-9030-95A6-A429-36193AA19BB1}"/>
              </a:ext>
            </a:extLst>
          </p:cNvPr>
          <p:cNvCxnSpPr>
            <a:cxnSpLocks/>
            <a:endCxn id="22" idx="2"/>
          </p:cNvCxnSpPr>
          <p:nvPr/>
        </p:nvCxnSpPr>
        <p:spPr bwMode="auto">
          <a:xfrm flipV="1">
            <a:off x="5768115" y="2861021"/>
            <a:ext cx="0" cy="356073"/>
          </a:xfrm>
          <a:prstGeom prst="line">
            <a:avLst/>
          </a:prstGeom>
          <a:solidFill>
            <a:schemeClr val="accent1"/>
          </a:solidFill>
          <a:ln w="9525" cap="flat" cmpd="sng" algn="ctr">
            <a:solidFill>
              <a:schemeClr val="tx1">
                <a:lumMod val="50000"/>
                <a:lumOff val="50000"/>
              </a:schemeClr>
            </a:solidFill>
            <a:prstDash val="solid"/>
            <a:round/>
            <a:headEnd type="none" w="med" len="med"/>
            <a:tailEnd type="none" w="med" len="med"/>
          </a:ln>
          <a:effectLst/>
        </p:spPr>
      </p:cxnSp>
      <p:sp>
        <p:nvSpPr>
          <p:cNvPr id="25" name="矩形 24">
            <a:extLst>
              <a:ext uri="{FF2B5EF4-FFF2-40B4-BE49-F238E27FC236}">
                <a16:creationId xmlns:a16="http://schemas.microsoft.com/office/drawing/2014/main" id="{BB5600E7-6E70-5C83-71ED-C8241FCAE75B}"/>
              </a:ext>
            </a:extLst>
          </p:cNvPr>
          <p:cNvSpPr/>
          <p:nvPr/>
        </p:nvSpPr>
        <p:spPr bwMode="auto">
          <a:xfrm>
            <a:off x="1352091" y="3405495"/>
            <a:ext cx="3631218" cy="1897831"/>
          </a:xfrm>
          <a:prstGeom prst="rect">
            <a:avLst/>
          </a:prstGeom>
          <a:noFill/>
          <a:ln w="38100" cap="flat" cmpd="sng" algn="ctr">
            <a:solidFill>
              <a:schemeClr val="accent5">
                <a:lumMod val="75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sp>
        <p:nvSpPr>
          <p:cNvPr id="26" name="矩形 25">
            <a:extLst>
              <a:ext uri="{FF2B5EF4-FFF2-40B4-BE49-F238E27FC236}">
                <a16:creationId xmlns:a16="http://schemas.microsoft.com/office/drawing/2014/main" id="{B045990E-3E7C-CA8B-961A-1D66BB503808}"/>
              </a:ext>
            </a:extLst>
          </p:cNvPr>
          <p:cNvSpPr/>
          <p:nvPr/>
        </p:nvSpPr>
        <p:spPr bwMode="auto">
          <a:xfrm>
            <a:off x="6745041" y="3388429"/>
            <a:ext cx="3631218" cy="1897831"/>
          </a:xfrm>
          <a:prstGeom prst="rect">
            <a:avLst/>
          </a:prstGeom>
          <a:noFill/>
          <a:ln w="38100" cap="flat" cmpd="sng" algn="ctr">
            <a:solidFill>
              <a:schemeClr val="accent2">
                <a:lumMod val="75000"/>
              </a:schemeClr>
            </a:solid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defTabSz="881573" fontAlgn="base">
              <a:spcBef>
                <a:spcPct val="0"/>
              </a:spcBef>
              <a:spcAft>
                <a:spcPct val="0"/>
              </a:spcAft>
              <a:buClrTx/>
            </a:pPr>
            <a:endParaRPr lang="zh-TW" altLang="en-US" sz="3856" b="1" kern="1200">
              <a:solidFill>
                <a:prstClr val="black"/>
              </a:solidFill>
              <a:latin typeface="Arial" charset="0"/>
              <a:ea typeface="华文楷体" pitchFamily="2" charset="-122"/>
              <a:cs typeface="+mn-cs"/>
            </a:endParaRPr>
          </a:p>
        </p:txBody>
      </p:sp>
      <p:sp>
        <p:nvSpPr>
          <p:cNvPr id="27" name="標題 4">
            <a:extLst>
              <a:ext uri="{FF2B5EF4-FFF2-40B4-BE49-F238E27FC236}">
                <a16:creationId xmlns:a16="http://schemas.microsoft.com/office/drawing/2014/main" id="{6A35E11D-7CCC-C733-28ED-00C7562EF802}"/>
              </a:ext>
            </a:extLst>
          </p:cNvPr>
          <p:cNvSpPr txBox="1">
            <a:spLocks/>
          </p:cNvSpPr>
          <p:nvPr/>
        </p:nvSpPr>
        <p:spPr>
          <a:xfrm>
            <a:off x="2079259" y="3474592"/>
            <a:ext cx="2176881" cy="678015"/>
          </a:xfrm>
          <a:prstGeom prst="rect">
            <a:avLst/>
          </a:prstGeom>
        </p:spPr>
        <p:txBody>
          <a:bodyPr anchor="ctr"/>
          <a:lstStyle>
            <a:lvl1pPr algn="l" defTabSz="895350" rtl="0" eaLnBrk="0" fontAlgn="base" hangingPunct="0">
              <a:spcBef>
                <a:spcPct val="0"/>
              </a:spcBef>
              <a:spcAft>
                <a:spcPct val="0"/>
              </a:spcAft>
              <a:defRPr sz="32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pPr defTabSz="863207">
              <a:buClrTx/>
            </a:pPr>
            <a:r>
              <a:rPr lang="zh-TW" altLang="en-US" sz="2699">
                <a:solidFill>
                  <a:prstClr val="black"/>
                </a:solidFill>
              </a:rPr>
              <a:t>爬蟲館平台</a:t>
            </a:r>
          </a:p>
        </p:txBody>
      </p:sp>
      <p:sp>
        <p:nvSpPr>
          <p:cNvPr id="28" name="標題 4">
            <a:extLst>
              <a:ext uri="{FF2B5EF4-FFF2-40B4-BE49-F238E27FC236}">
                <a16:creationId xmlns:a16="http://schemas.microsoft.com/office/drawing/2014/main" id="{DA37A410-F552-1CEB-9971-4E5A82F6285C}"/>
              </a:ext>
            </a:extLst>
          </p:cNvPr>
          <p:cNvSpPr txBox="1">
            <a:spLocks/>
          </p:cNvSpPr>
          <p:nvPr/>
        </p:nvSpPr>
        <p:spPr>
          <a:xfrm>
            <a:off x="7200187" y="3405495"/>
            <a:ext cx="2679476" cy="678015"/>
          </a:xfrm>
          <a:prstGeom prst="rect">
            <a:avLst/>
          </a:prstGeom>
        </p:spPr>
        <p:txBody>
          <a:bodyPr anchor="ctr"/>
          <a:lstStyle>
            <a:lvl1pPr algn="l" defTabSz="895350" rtl="0" eaLnBrk="0" fontAlgn="base" hangingPunct="0">
              <a:spcBef>
                <a:spcPct val="0"/>
              </a:spcBef>
              <a:spcAft>
                <a:spcPct val="0"/>
              </a:spcAft>
              <a:defRPr sz="3200" b="1">
                <a:solidFill>
                  <a:schemeClr val="tx1"/>
                </a:solidFill>
                <a:latin typeface="微軟正黑體" panose="020B0604030504040204" pitchFamily="34" charset="-120"/>
                <a:ea typeface="微軟正黑體" panose="020B0604030504040204" pitchFamily="34" charset="-120"/>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a:lstStyle>
          <a:p>
            <a:pPr defTabSz="863207">
              <a:buClrTx/>
            </a:pPr>
            <a:r>
              <a:rPr lang="en-US" altLang="zh-TW" sz="2699" err="1">
                <a:solidFill>
                  <a:prstClr val="black"/>
                </a:solidFill>
              </a:rPr>
              <a:t>InfoGather</a:t>
            </a:r>
            <a:r>
              <a:rPr lang="zh-TW" altLang="en-US" sz="2699">
                <a:solidFill>
                  <a:prstClr val="black"/>
                </a:solidFill>
              </a:rPr>
              <a:t>平台</a:t>
            </a:r>
          </a:p>
        </p:txBody>
      </p:sp>
      <p:sp>
        <p:nvSpPr>
          <p:cNvPr id="29" name="矩形: 圓角 28">
            <a:extLst>
              <a:ext uri="{FF2B5EF4-FFF2-40B4-BE49-F238E27FC236}">
                <a16:creationId xmlns:a16="http://schemas.microsoft.com/office/drawing/2014/main" id="{851325C8-DDBE-FA8B-EEB8-E7F6F118DCF5}"/>
              </a:ext>
            </a:extLst>
          </p:cNvPr>
          <p:cNvSpPr/>
          <p:nvPr/>
        </p:nvSpPr>
        <p:spPr bwMode="auto">
          <a:xfrm>
            <a:off x="6911450" y="4150850"/>
            <a:ext cx="3256949" cy="802542"/>
          </a:xfrm>
          <a:prstGeom prst="roundRect">
            <a:avLst>
              <a:gd name="adj" fmla="val 7875"/>
            </a:avLst>
          </a:prstGeom>
          <a:solidFill>
            <a:schemeClr val="bg1">
              <a:alpha val="81000"/>
            </a:schemeClr>
          </a:solidFill>
          <a:ln w="9525" cap="flat" cmpd="sng" algn="ctr">
            <a:no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marL="275492" indent="-275492" defTabSz="881573" fontAlgn="base">
              <a:lnSpc>
                <a:spcPts val="1928"/>
              </a:lnSpc>
              <a:spcBef>
                <a:spcPct val="0"/>
              </a:spcBef>
              <a:spcAft>
                <a:spcPct val="0"/>
              </a:spcAft>
              <a:buClrTx/>
              <a:buFont typeface="Wingdings" panose="05000000000000000000" pitchFamily="2" charset="2"/>
              <a:buChar char="l"/>
            </a:pP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專注處理：非結構化資料 </a:t>
            </a:r>
            <a:r>
              <a:rPr lang="en-US" altLang="zh-TW"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a:t>
            </a: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文章</a:t>
            </a:r>
            <a:r>
              <a:rPr lang="en-US" altLang="zh-TW"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a:t>
            </a:r>
          </a:p>
          <a:p>
            <a:pPr marL="275492" indent="-275492" defTabSz="881573" fontAlgn="base">
              <a:lnSpc>
                <a:spcPts val="1928"/>
              </a:lnSpc>
              <a:spcBef>
                <a:spcPct val="0"/>
              </a:spcBef>
              <a:spcAft>
                <a:spcPct val="0"/>
              </a:spcAft>
              <a:buClrTx/>
              <a:buFont typeface="Wingdings" panose="05000000000000000000" pitchFamily="2" charset="2"/>
              <a:buChar char="l"/>
            </a:pP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核心任務：文字分析、文章摘要、</a:t>
            </a:r>
            <a:r>
              <a:rPr lang="en-US" altLang="zh-TW"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AI</a:t>
            </a: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語意理解。</a:t>
            </a:r>
          </a:p>
        </p:txBody>
      </p:sp>
      <p:sp>
        <p:nvSpPr>
          <p:cNvPr id="30" name="矩形: 圓角 29">
            <a:extLst>
              <a:ext uri="{FF2B5EF4-FFF2-40B4-BE49-F238E27FC236}">
                <a16:creationId xmlns:a16="http://schemas.microsoft.com/office/drawing/2014/main" id="{3A1E85E2-749A-B332-6669-B1C2277988AC}"/>
              </a:ext>
            </a:extLst>
          </p:cNvPr>
          <p:cNvSpPr/>
          <p:nvPr/>
        </p:nvSpPr>
        <p:spPr bwMode="auto">
          <a:xfrm>
            <a:off x="1633905" y="4219947"/>
            <a:ext cx="3256949" cy="802542"/>
          </a:xfrm>
          <a:prstGeom prst="roundRect">
            <a:avLst>
              <a:gd name="adj" fmla="val 7875"/>
            </a:avLst>
          </a:prstGeom>
          <a:solidFill>
            <a:schemeClr val="bg1">
              <a:alpha val="81000"/>
            </a:schemeClr>
          </a:solidFill>
          <a:ln w="9525" cap="flat" cmpd="sng" algn="ctr">
            <a:noFill/>
            <a:prstDash val="solid"/>
            <a:round/>
            <a:headEnd type="none" w="med" len="med"/>
            <a:tailEnd type="none" w="med" len="med"/>
          </a:ln>
          <a:effectLst/>
        </p:spPr>
        <p:txBody>
          <a:bodyPr vert="horz" wrap="square" lIns="88157" tIns="44079" rIns="88157" bIns="44079" numCol="1" rtlCol="0" anchor="t" anchorCtr="0" compatLnSpc="1">
            <a:prstTxWarp prst="textNoShape">
              <a:avLst/>
            </a:prstTxWarp>
          </a:bodyPr>
          <a:lstStyle/>
          <a:p>
            <a:pPr marL="275492" indent="-275492" defTabSz="881573" fontAlgn="base">
              <a:lnSpc>
                <a:spcPts val="1928"/>
              </a:lnSpc>
              <a:spcBef>
                <a:spcPct val="0"/>
              </a:spcBef>
              <a:spcAft>
                <a:spcPct val="0"/>
              </a:spcAft>
              <a:buClrTx/>
              <a:buFont typeface="Wingdings" panose="05000000000000000000" pitchFamily="2" charset="2"/>
              <a:buChar char="l"/>
            </a:pP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專注處理：結構化資料</a:t>
            </a:r>
            <a:endParaRPr lang="en-US" altLang="zh-TW"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endParaRPr>
          </a:p>
          <a:p>
            <a:pPr marL="275492" indent="-275492" defTabSz="881573" fontAlgn="base">
              <a:lnSpc>
                <a:spcPts val="1928"/>
              </a:lnSpc>
              <a:spcBef>
                <a:spcPct val="0"/>
              </a:spcBef>
              <a:spcAft>
                <a:spcPct val="0"/>
              </a:spcAft>
              <a:buClrTx/>
              <a:buFont typeface="Wingdings" panose="05000000000000000000" pitchFamily="2" charset="2"/>
              <a:buChar char="l"/>
            </a:pPr>
            <a:r>
              <a:rPr lang="zh-TW" altLang="en-US" sz="1543" kern="1200">
                <a:solidFill>
                  <a:prstClr val="black">
                    <a:lumMod val="65000"/>
                    <a:lumOff val="35000"/>
                  </a:prstClr>
                </a:solidFill>
                <a:latin typeface="微軟正黑體" panose="020B0604030504040204" pitchFamily="34" charset="-120"/>
                <a:ea typeface="微軟正黑體" panose="020B0604030504040204" pitchFamily="34" charset="-120"/>
                <a:cs typeface="+mn-cs"/>
              </a:rPr>
              <a:t>核心任務：數值抓取、報表欄位對應、結構化儲存。</a:t>
            </a:r>
          </a:p>
        </p:txBody>
      </p:sp>
    </p:spTree>
    <p:extLst>
      <p:ext uri="{BB962C8B-B14F-4D97-AF65-F5344CB8AC3E}">
        <p14:creationId xmlns:p14="http://schemas.microsoft.com/office/powerpoint/2010/main" val="303522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90011"/>
            <a:ext cx="11161712" cy="540000"/>
          </a:xfrm>
          <a:prstGeom prst="rect">
            <a:avLst/>
          </a:prstGeom>
          <a:noFill/>
          <a:ln>
            <a:noFill/>
          </a:ln>
        </p:spPr>
        <p:txBody>
          <a:bodyPr spcFirstLastPara="1" wrap="square" lIns="88150" tIns="44050" rIns="88150" bIns="44050"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zh-TW" altLang="en-US" sz="2800" b="1" i="0">
                <a:effectLst/>
              </a:rPr>
              <a:t>使用情境 </a:t>
            </a:r>
            <a:r>
              <a:rPr lang="en-US" altLang="zh-TW" sz="2800" b="1" i="0">
                <a:effectLst/>
              </a:rPr>
              <a:t>:</a:t>
            </a:r>
            <a:r>
              <a:rPr lang="zh-TW" altLang="en-US" sz="2800" b="1" i="0">
                <a:effectLst/>
              </a:rPr>
              <a:t> 以數科處與法金營管部為例</a:t>
            </a:r>
            <a:endParaRPr sz="4400"/>
          </a:p>
        </p:txBody>
      </p:sp>
      <p:graphicFrame>
        <p:nvGraphicFramePr>
          <p:cNvPr id="11" name="表格 11">
            <a:extLst>
              <a:ext uri="{FF2B5EF4-FFF2-40B4-BE49-F238E27FC236}">
                <a16:creationId xmlns:a16="http://schemas.microsoft.com/office/drawing/2014/main" id="{704554B3-A862-A930-814E-AC32EFEADD6C}"/>
              </a:ext>
            </a:extLst>
          </p:cNvPr>
          <p:cNvGraphicFramePr>
            <a:graphicFrameLocks noGrp="1"/>
          </p:cNvGraphicFramePr>
          <p:nvPr>
            <p:extLst>
              <p:ext uri="{D42A27DB-BD31-4B8C-83A1-F6EECF244321}">
                <p14:modId xmlns:p14="http://schemas.microsoft.com/office/powerpoint/2010/main" val="107997748"/>
              </p:ext>
            </p:extLst>
          </p:nvPr>
        </p:nvGraphicFramePr>
        <p:xfrm>
          <a:off x="591632" y="760170"/>
          <a:ext cx="10337224" cy="5267765"/>
        </p:xfrm>
        <a:graphic>
          <a:graphicData uri="http://schemas.openxmlformats.org/drawingml/2006/table">
            <a:tbl>
              <a:tblPr firstRow="1" bandRow="1">
                <a:tableStyleId>{91DB7C30-2B5D-4D34-8F22-85940E495A18}</a:tableStyleId>
              </a:tblPr>
              <a:tblGrid>
                <a:gridCol w="1109349">
                  <a:extLst>
                    <a:ext uri="{9D8B030D-6E8A-4147-A177-3AD203B41FA5}">
                      <a16:colId xmlns:a16="http://schemas.microsoft.com/office/drawing/2014/main" val="3664379862"/>
                    </a:ext>
                  </a:extLst>
                </a:gridCol>
                <a:gridCol w="4139380">
                  <a:extLst>
                    <a:ext uri="{9D8B030D-6E8A-4147-A177-3AD203B41FA5}">
                      <a16:colId xmlns:a16="http://schemas.microsoft.com/office/drawing/2014/main" val="1865623211"/>
                    </a:ext>
                  </a:extLst>
                </a:gridCol>
                <a:gridCol w="5088495">
                  <a:extLst>
                    <a:ext uri="{9D8B030D-6E8A-4147-A177-3AD203B41FA5}">
                      <a16:colId xmlns:a16="http://schemas.microsoft.com/office/drawing/2014/main" val="911691662"/>
                    </a:ext>
                  </a:extLst>
                </a:gridCol>
              </a:tblGrid>
              <a:tr h="384358">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單位</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nSpc>
                          <a:spcPct val="150000"/>
                        </a:lnSpc>
                      </a:pPr>
                      <a:r>
                        <a:rPr lang="zh-TW" altLang="en-US" sz="1400" b="1" i="0">
                          <a:solidFill>
                            <a:srgbClr val="000000"/>
                          </a:solidFill>
                          <a:effectLst/>
                          <a:latin typeface="微軟正黑體" panose="020B0604030504040204" pitchFamily="34" charset="-120"/>
                          <a:ea typeface="微軟正黑體" panose="020B0604030504040204" pitchFamily="34" charset="-120"/>
                        </a:rPr>
                        <a:t>數位科技處</a:t>
                      </a:r>
                      <a:endParaRPr lang="zh-TW" altLang="en-US" sz="1400" b="1">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nSpc>
                          <a:spcPct val="150000"/>
                        </a:lnSpc>
                      </a:pPr>
                      <a:r>
                        <a:rPr lang="zh-TW" altLang="en-US" sz="1400" b="1" i="0">
                          <a:solidFill>
                            <a:srgbClr val="000000"/>
                          </a:solidFill>
                          <a:effectLst/>
                          <a:latin typeface="微軟正黑體" panose="020B0604030504040204" pitchFamily="34" charset="-120"/>
                          <a:ea typeface="微軟正黑體" panose="020B0604030504040204" pitchFamily="34" charset="-120"/>
                        </a:rPr>
                        <a:t>法金營管部</a:t>
                      </a:r>
                      <a:endParaRPr lang="zh-TW" altLang="en-US" sz="1400" b="1">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004102864"/>
                  </a:ext>
                </a:extLst>
              </a:tr>
              <a:tr h="714820">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業務場景</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lang="zh-TW" altLang="en-US" sz="1400" b="0" i="0">
                          <a:solidFill>
                            <a:srgbClr val="000000"/>
                          </a:solidFill>
                          <a:effectLst/>
                          <a:latin typeface="微軟正黑體" panose="020B0604030504040204" pitchFamily="34" charset="-120"/>
                          <a:ea typeface="微軟正黑體" panose="020B0604030504040204" pitchFamily="34" charset="-120"/>
                        </a:rPr>
                        <a:t>蒐集科技新知、海外</a:t>
                      </a:r>
                      <a:r>
                        <a:rPr lang="en-US" altLang="zh-TW" sz="1400" b="0" i="0">
                          <a:solidFill>
                            <a:srgbClr val="000000"/>
                          </a:solidFill>
                          <a:effectLst/>
                          <a:latin typeface="微軟正黑體" panose="020B0604030504040204" pitchFamily="34" charset="-120"/>
                          <a:ea typeface="微軟正黑體" panose="020B0604030504040204" pitchFamily="34" charset="-120"/>
                        </a:rPr>
                        <a:t>AI</a:t>
                      </a:r>
                      <a:r>
                        <a:rPr lang="zh-TW" altLang="en-US" sz="1400" b="0" i="0">
                          <a:solidFill>
                            <a:srgbClr val="000000"/>
                          </a:solidFill>
                          <a:effectLst/>
                          <a:latin typeface="微軟正黑體" panose="020B0604030504040204" pitchFamily="34" charset="-120"/>
                          <a:ea typeface="微軟正黑體" panose="020B0604030504040204" pitchFamily="34" charset="-120"/>
                        </a:rPr>
                        <a:t>金融案例調研、雲端法規監管等資訊，作為 </a:t>
                      </a:r>
                      <a:r>
                        <a:rPr lang="en-US" altLang="zh-TW" sz="1400" b="0" i="0">
                          <a:solidFill>
                            <a:srgbClr val="000000"/>
                          </a:solidFill>
                          <a:effectLst/>
                          <a:latin typeface="微軟正黑體" panose="020B0604030504040204" pitchFamily="34" charset="-120"/>
                          <a:ea typeface="微軟正黑體" panose="020B0604030504040204" pitchFamily="34" charset="-120"/>
                        </a:rPr>
                        <a:t>AI</a:t>
                      </a:r>
                      <a:r>
                        <a:rPr lang="zh-TW" altLang="en-US" sz="1400" b="0" i="0">
                          <a:solidFill>
                            <a:srgbClr val="000000"/>
                          </a:solidFill>
                          <a:effectLst/>
                          <a:latin typeface="微軟正黑體" panose="020B0604030504040204" pitchFamily="34" charset="-120"/>
                          <a:ea typeface="微軟正黑體" panose="020B0604030504040204" pitchFamily="34" charset="-120"/>
                        </a:rPr>
                        <a:t> 應用的前期探索</a:t>
                      </a:r>
                      <a:endParaRPr lang="zh-TW" altLang="en-US" sz="1400" b="0">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lang="zh-TW" altLang="en-US" sz="1400" b="0">
                          <a:latin typeface="微軟正黑體" panose="020B0604030504040204" pitchFamily="34" charset="-120"/>
                          <a:ea typeface="微軟正黑體" panose="020B0604030504040204" pitchFamily="34" charset="-120"/>
                        </a:rPr>
                        <a:t>經管客戶因忙碌無法直接聯繫時，透過</a:t>
                      </a:r>
                      <a:r>
                        <a:rPr lang="zh-TW" altLang="en-US" sz="1400" b="0">
                          <a:effectLst/>
                          <a:latin typeface="微軟正黑體" panose="020B0604030504040204" pitchFamily="34" charset="-120"/>
                          <a:ea typeface="微軟正黑體" panose="020B0604030504040204" pitchFamily="34" charset="-120"/>
                        </a:rPr>
                        <a:t>新聞和間接消息事先了解客戶動態，作為後續業務洽談的機會</a:t>
                      </a:r>
                      <a:endParaRPr lang="zh-TW" altLang="en-US" sz="1400" b="0">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388256"/>
                  </a:ext>
                </a:extLst>
              </a:tr>
              <a:tr h="489946">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頻率</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lang="zh-TW" altLang="en-US" sz="1400">
                          <a:latin typeface="微軟正黑體" panose="020B0604030504040204" pitchFamily="34" charset="-120"/>
                          <a:ea typeface="微軟正黑體" panose="020B0604030504040204" pitchFamily="34" charset="-120"/>
                        </a:rPr>
                        <a:t>每週一次</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lang="zh-TW" altLang="en-US" sz="1400">
                          <a:latin typeface="微軟正黑體" panose="020B0604030504040204" pitchFamily="34" charset="-120"/>
                          <a:ea typeface="微軟正黑體" panose="020B0604030504040204" pitchFamily="34" charset="-120"/>
                        </a:rPr>
                        <a:t>每天一次</a:t>
                      </a: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36672287"/>
                  </a:ext>
                </a:extLst>
              </a:tr>
              <a:tr h="1706204">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現況</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用 </a:t>
                      </a:r>
                      <a:r>
                        <a:rPr lang="en-US" altLang="zh-TW" sz="1400" b="0" i="0">
                          <a:solidFill>
                            <a:srgbClr val="000000"/>
                          </a:solidFill>
                          <a:effectLst/>
                          <a:latin typeface="微軟正黑體" panose="020B0604030504040204" pitchFamily="34" charset="-120"/>
                          <a:ea typeface="微軟正黑體" panose="020B0604030504040204" pitchFamily="34" charset="-120"/>
                        </a:rPr>
                        <a:t>Google </a:t>
                      </a:r>
                      <a:r>
                        <a:rPr lang="zh-TW" altLang="en-US" sz="1400" b="0" i="0">
                          <a:solidFill>
                            <a:srgbClr val="000000"/>
                          </a:solidFill>
                          <a:effectLst/>
                          <a:latin typeface="微軟正黑體" panose="020B0604030504040204" pitchFamily="34" charset="-120"/>
                          <a:ea typeface="微軟正黑體" panose="020B0604030504040204" pitchFamily="34" charset="-120"/>
                        </a:rPr>
                        <a:t>輸入不同關鍵字搜尋 </a:t>
                      </a:r>
                      <a:endParaRPr lang="zh-TW" altLang="en-US"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瀏覽 </a:t>
                      </a:r>
                      <a:r>
                        <a:rPr lang="en-US" altLang="zh-TW" sz="1400" b="0" i="0">
                          <a:solidFill>
                            <a:srgbClr val="000000"/>
                          </a:solidFill>
                          <a:effectLst/>
                          <a:latin typeface="微軟正黑體" panose="020B0604030504040204" pitchFamily="34" charset="-120"/>
                          <a:ea typeface="微軟正黑體" panose="020B0604030504040204" pitchFamily="34" charset="-120"/>
                        </a:rPr>
                        <a:t>10+ </a:t>
                      </a:r>
                      <a:r>
                        <a:rPr lang="zh-TW" altLang="en-US" sz="1400" b="0" i="0">
                          <a:solidFill>
                            <a:srgbClr val="000000"/>
                          </a:solidFill>
                          <a:effectLst/>
                          <a:latin typeface="微軟正黑體" panose="020B0604030504040204" pitchFamily="34" charset="-120"/>
                          <a:ea typeface="微軟正黑體" panose="020B0604030504040204" pitchFamily="34" charset="-120"/>
                        </a:rPr>
                        <a:t>個與調查主題相關的媒體與各大公司網站</a:t>
                      </a:r>
                      <a:endParaRPr lang="zh-TW" altLang="en-US"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人工看完每篇文章內容，才能判斷這是否是自己需要的資料</a:t>
                      </a:r>
                      <a:endParaRPr lang="zh-TW" altLang="en-US" sz="1400">
                        <a:effectLst/>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因每位 </a:t>
                      </a:r>
                      <a:r>
                        <a:rPr lang="en-US" altLang="zh-TW" sz="1400" b="0" i="0">
                          <a:solidFill>
                            <a:srgbClr val="000000"/>
                          </a:solidFill>
                          <a:effectLst/>
                          <a:latin typeface="微軟正黑體" panose="020B0604030504040204" pitchFamily="34" charset="-120"/>
                          <a:ea typeface="微軟正黑體" panose="020B0604030504040204" pitchFamily="34" charset="-120"/>
                        </a:rPr>
                        <a:t>AO </a:t>
                      </a:r>
                      <a:r>
                        <a:rPr lang="zh-TW" altLang="en-US" sz="1400" b="0" i="0">
                          <a:solidFill>
                            <a:srgbClr val="000000"/>
                          </a:solidFill>
                          <a:effectLst/>
                          <a:latin typeface="微軟正黑體" panose="020B0604030504040204" pitchFamily="34" charset="-120"/>
                          <a:ea typeface="微軟正黑體" panose="020B0604030504040204" pitchFamily="34" charset="-120"/>
                        </a:rPr>
                        <a:t>的客戶名單不同，資訊蒐集高度個人化</a:t>
                      </a:r>
                      <a:endParaRPr lang="zh-TW" altLang="en-US"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單靠既有「關鍵字搜尋」方式，容易抓到大量與客戶無關的資訊</a:t>
                      </a:r>
                      <a:endParaRPr lang="zh-TW" altLang="en-US"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由於訊息來源眾多，除真正有效的訊息需求證，尚要人工過濾掉眾多重複訊息</a:t>
                      </a:r>
                      <a:endParaRPr lang="zh-TW" altLang="en-US" sz="1400">
                        <a:effectLst/>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432454695"/>
                  </a:ext>
                </a:extLst>
              </a:tr>
              <a:tr h="1706204">
                <a:tc>
                  <a:txBody>
                    <a:bodyPr/>
                    <a:lstStyle/>
                    <a:p>
                      <a:pPr>
                        <a:lnSpc>
                          <a:spcPct val="150000"/>
                        </a:lnSpc>
                      </a:pPr>
                      <a:r>
                        <a:rPr lang="zh-TW" altLang="en-US" sz="1400" b="1">
                          <a:latin typeface="微軟正黑體" panose="020B0604030504040204" pitchFamily="34" charset="-120"/>
                          <a:ea typeface="微軟正黑體" panose="020B0604030504040204" pitchFamily="34" charset="-120"/>
                        </a:rPr>
                        <a:t>平台解方</a:t>
                      </a:r>
                    </a:p>
                  </a:txBody>
                  <a:tcPr>
                    <a:lnL w="9525" cap="flat" cmpd="sng">
                      <a:noFill/>
                      <a:prstDash val="solid"/>
                      <a:round/>
                      <a:headEnd type="none" w="sm" len="sm"/>
                      <a:tailEnd type="none" w="sm" len="sm"/>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lumMod val="20000"/>
                        <a:lumOff val="80000"/>
                      </a:schemeClr>
                    </a:solidFill>
                  </a:tcPr>
                </a:tc>
                <a:tc>
                  <a:txBody>
                    <a:bodyPr/>
                    <a:lstStyle/>
                    <a:p>
                      <a:pPr marL="285750" indent="-285750" algn="l" rtl="0">
                        <a:lnSpc>
                          <a:spcPct val="150000"/>
                        </a:lnSpc>
                        <a:buFont typeface="Arial" panose="020B0604020202020204" pitchFamily="34" charset="0"/>
                        <a:buChar char="•"/>
                      </a:pPr>
                      <a:r>
                        <a:rPr lang="zh-TW" altLang="en-US" sz="1400">
                          <a:effectLst/>
                          <a:latin typeface="微軟正黑體" panose="020B0604030504040204" pitchFamily="34" charset="-120"/>
                          <a:ea typeface="微軟正黑體" panose="020B0604030504040204" pitchFamily="34" charset="-120"/>
                        </a:rPr>
                        <a:t>透過資訊助手建立集中式資訊蒐集與自動化彙整機制，將分散在不同來源的資訊一次整合，大幅降低人工找資料所需時間</a:t>
                      </a:r>
                      <a:endParaRPr lang="en-US" altLang="zh-TW" sz="1400">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endParaRPr lang="zh-TW" altLang="en-US" sz="1400">
                        <a:effectLst/>
                        <a:latin typeface="微軟正黑體" panose="020B0604030504040204" pitchFamily="34" charset="-120"/>
                        <a:ea typeface="微軟正黑體" panose="020B0604030504040204" pitchFamily="34" charset="-120"/>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lumMod val="20000"/>
                        <a:lumOff val="80000"/>
                      </a:schemeClr>
                    </a:solidFill>
                  </a:tcPr>
                </a:tc>
                <a:tc>
                  <a:txBody>
                    <a:bodyPr/>
                    <a:lstStyle/>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引入主題辨識與內容篩選機制，主動排除低相關性內容，只呈現與業務與客戶高度相關的重點資訊</a:t>
                      </a:r>
                      <a:endParaRPr lang="en-US" altLang="zh-TW" sz="1400" b="0" i="0">
                        <a:solidFill>
                          <a:srgbClr val="000000"/>
                        </a:solidFill>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i="0">
                          <a:solidFill>
                            <a:srgbClr val="000000"/>
                          </a:solidFill>
                          <a:effectLst/>
                          <a:latin typeface="微軟正黑體" panose="020B0604030504040204" pitchFamily="34" charset="-120"/>
                          <a:ea typeface="微軟正黑體" panose="020B0604030504040204" pitchFamily="34" charset="-120"/>
                        </a:rPr>
                        <a:t>提供具權限控管的資訊共享機制，使助理與主管可即時掌握一致的客戶資訊，提升團隊協作效率</a:t>
                      </a:r>
                      <a:endParaRPr lang="en-US" altLang="zh-TW" sz="1400" b="0" i="0">
                        <a:solidFill>
                          <a:srgbClr val="000000"/>
                        </a:solidFill>
                        <a:effectLst/>
                        <a:latin typeface="微軟正黑體" panose="020B0604030504040204" pitchFamily="34" charset="-120"/>
                        <a:ea typeface="微軟正黑體" panose="020B0604030504040204" pitchFamily="34" charset="-120"/>
                      </a:endParaRPr>
                    </a:p>
                    <a:p>
                      <a:pPr marL="285750" indent="-285750" algn="l" rtl="0">
                        <a:lnSpc>
                          <a:spcPct val="150000"/>
                        </a:lnSpc>
                        <a:buFont typeface="Arial" panose="020B0604020202020204" pitchFamily="34" charset="0"/>
                        <a:buChar char="•"/>
                      </a:pPr>
                      <a:r>
                        <a:rPr lang="zh-TW" altLang="en-US" sz="1400" b="0">
                          <a:effectLst/>
                          <a:latin typeface="微軟正黑體" panose="020B0604030504040204" pitchFamily="34" charset="-120"/>
                          <a:ea typeface="微軟正黑體" panose="020B0604030504040204" pitchFamily="34" charset="-120"/>
                        </a:rPr>
                        <a:t>建立結構化的客戶知識庫，將新聞、重大事件與歷史紀錄持續累積，形成可回溯的客戶資料</a:t>
                      </a:r>
                    </a:p>
                  </a:txBody>
                  <a:tcPr>
                    <a:lnL w="19050" cap="flat" cmpd="sng" algn="ctr">
                      <a:solidFill>
                        <a:schemeClr val="bg1"/>
                      </a:solidFill>
                      <a:prstDash val="solid"/>
                      <a:round/>
                      <a:headEnd type="none" w="med" len="med"/>
                      <a:tailEnd type="none" w="med" len="med"/>
                    </a:lnL>
                    <a:lnR w="9525" cap="flat" cmpd="sng">
                      <a:noFill/>
                      <a:prstDash val="solid"/>
                      <a:round/>
                      <a:headEnd type="none" w="sm" len="sm"/>
                      <a:tailEnd type="none" w="sm" len="sm"/>
                    </a:lnR>
                    <a:lnT w="19050" cap="flat" cmpd="sng" algn="ctr">
                      <a:solidFill>
                        <a:schemeClr val="bg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95166197"/>
                  </a:ext>
                </a:extLst>
              </a:tr>
            </a:tbl>
          </a:graphicData>
        </a:graphic>
      </p:graphicFrame>
    </p:spTree>
    <p:extLst>
      <p:ext uri="{BB962C8B-B14F-4D97-AF65-F5344CB8AC3E}">
        <p14:creationId xmlns:p14="http://schemas.microsoft.com/office/powerpoint/2010/main" val="3126087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2" name="矩形 1">
            <a:extLst>
              <a:ext uri="{FF2B5EF4-FFF2-40B4-BE49-F238E27FC236}">
                <a16:creationId xmlns:a16="http://schemas.microsoft.com/office/drawing/2014/main" id="{D0360C0C-F29E-F700-8845-528FBA5474C5}"/>
              </a:ext>
            </a:extLst>
          </p:cNvPr>
          <p:cNvSpPr/>
          <p:nvPr/>
        </p:nvSpPr>
        <p:spPr>
          <a:xfrm>
            <a:off x="1155290" y="1156180"/>
            <a:ext cx="1538749" cy="738664"/>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i="0">
                <a:solidFill>
                  <a:schemeClr val="bg1"/>
                </a:solidFill>
                <a:effectLst/>
                <a:latin typeface="微軟正黑體" panose="020B0604030504040204" pitchFamily="34" charset="-120"/>
                <a:ea typeface="微軟正黑體" panose="020B0604030504040204" pitchFamily="34" charset="-120"/>
              </a:rPr>
              <a:t>提高工作效率與研究深度</a:t>
            </a:r>
            <a:endParaRPr lang="en-US" altLang="zh-TW" sz="1600" b="1">
              <a:solidFill>
                <a:schemeClr val="bg1"/>
              </a:solidFill>
              <a:latin typeface="微軟正黑體" panose="020B0604030504040204" pitchFamily="34" charset="-120"/>
              <a:ea typeface="微軟正黑體" panose="020B0604030504040204" pitchFamily="34" charset="-120"/>
            </a:endParaRPr>
          </a:p>
        </p:txBody>
      </p:sp>
      <p:sp>
        <p:nvSpPr>
          <p:cNvPr id="4" name="矩形 3">
            <a:extLst>
              <a:ext uri="{FF2B5EF4-FFF2-40B4-BE49-F238E27FC236}">
                <a16:creationId xmlns:a16="http://schemas.microsoft.com/office/drawing/2014/main" id="{3B6FC597-44D7-5E8F-842B-5D26665A96F2}"/>
              </a:ext>
            </a:extLst>
          </p:cNvPr>
          <p:cNvSpPr/>
          <p:nvPr/>
        </p:nvSpPr>
        <p:spPr>
          <a:xfrm>
            <a:off x="1153828" y="3031379"/>
            <a:ext cx="1538749" cy="738664"/>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bg1"/>
                </a:solidFill>
                <a:latin typeface="微軟正黑體" panose="020B0604030504040204" pitchFamily="34" charset="-120"/>
                <a:ea typeface="微軟正黑體" panose="020B0604030504040204" pitchFamily="34" charset="-120"/>
              </a:rPr>
              <a:t>知識資產</a:t>
            </a:r>
            <a:endParaRPr lang="en-US" altLang="zh-TW" sz="1600" b="1">
              <a:solidFill>
                <a:schemeClr val="bg1"/>
              </a:solidFill>
              <a:latin typeface="微軟正黑體" panose="020B0604030504040204" pitchFamily="34" charset="-120"/>
              <a:ea typeface="微軟正黑體" panose="020B0604030504040204" pitchFamily="34" charset="-120"/>
            </a:endParaRPr>
          </a:p>
          <a:p>
            <a:pPr algn="ctr"/>
            <a:r>
              <a:rPr lang="zh-TW" altLang="en-US" sz="1600" b="1">
                <a:solidFill>
                  <a:schemeClr val="bg1"/>
                </a:solidFill>
                <a:latin typeface="微軟正黑體" panose="020B0604030504040204" pitchFamily="34" charset="-120"/>
                <a:ea typeface="微軟正黑體" panose="020B0604030504040204" pitchFamily="34" charset="-120"/>
              </a:rPr>
              <a:t>共享化</a:t>
            </a:r>
            <a:endParaRPr lang="en-US" altLang="zh-TW" sz="1600" b="1">
              <a:solidFill>
                <a:schemeClr val="bg1"/>
              </a:solidFill>
              <a:latin typeface="微軟正黑體" panose="020B0604030504040204" pitchFamily="34" charset="-120"/>
              <a:ea typeface="微軟正黑體" panose="020B0604030504040204" pitchFamily="34" charset="-120"/>
            </a:endParaRPr>
          </a:p>
        </p:txBody>
      </p:sp>
      <p:sp>
        <p:nvSpPr>
          <p:cNvPr id="9" name="矩形 8">
            <a:extLst>
              <a:ext uri="{FF2B5EF4-FFF2-40B4-BE49-F238E27FC236}">
                <a16:creationId xmlns:a16="http://schemas.microsoft.com/office/drawing/2014/main" id="{75097FB1-BCB4-6E04-C45B-FDB6F8E4A947}"/>
              </a:ext>
            </a:extLst>
          </p:cNvPr>
          <p:cNvSpPr/>
          <p:nvPr/>
        </p:nvSpPr>
        <p:spPr>
          <a:xfrm>
            <a:off x="1155289" y="2098451"/>
            <a:ext cx="1538749" cy="738664"/>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bg1"/>
                </a:solidFill>
                <a:latin typeface="微軟正黑體" panose="020B0604030504040204" pitchFamily="34" charset="-120"/>
                <a:ea typeface="微軟正黑體" panose="020B0604030504040204" pitchFamily="34" charset="-120"/>
              </a:rPr>
              <a:t>資訊的可回溯與累積性</a:t>
            </a:r>
          </a:p>
        </p:txBody>
      </p:sp>
      <p:sp>
        <p:nvSpPr>
          <p:cNvPr id="11" name="矩形 10">
            <a:extLst>
              <a:ext uri="{FF2B5EF4-FFF2-40B4-BE49-F238E27FC236}">
                <a16:creationId xmlns:a16="http://schemas.microsoft.com/office/drawing/2014/main" id="{978A4E03-84D8-0DC0-54AD-A0687CF24C65}"/>
              </a:ext>
            </a:extLst>
          </p:cNvPr>
          <p:cNvSpPr/>
          <p:nvPr/>
        </p:nvSpPr>
        <p:spPr>
          <a:xfrm>
            <a:off x="1153828" y="4002359"/>
            <a:ext cx="1538749" cy="738664"/>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i="0">
                <a:solidFill>
                  <a:schemeClr val="bg1"/>
                </a:solidFill>
                <a:effectLst/>
                <a:latin typeface="微軟正黑體" panose="020B0604030504040204" pitchFamily="34" charset="-120"/>
                <a:ea typeface="微軟正黑體" panose="020B0604030504040204" pitchFamily="34" charset="-120"/>
              </a:rPr>
              <a:t>資料的</a:t>
            </a:r>
            <a:endParaRPr lang="en-US" altLang="zh-TW" sz="1600" b="1" i="0">
              <a:solidFill>
                <a:schemeClr val="bg1"/>
              </a:solidFill>
              <a:effectLst/>
              <a:latin typeface="微軟正黑體" panose="020B0604030504040204" pitchFamily="34" charset="-120"/>
              <a:ea typeface="微軟正黑體" panose="020B0604030504040204" pitchFamily="34" charset="-120"/>
            </a:endParaRPr>
          </a:p>
          <a:p>
            <a:pPr algn="ctr"/>
            <a:r>
              <a:rPr lang="zh-TW" altLang="en-US" sz="1600" b="1" i="0">
                <a:solidFill>
                  <a:schemeClr val="bg1"/>
                </a:solidFill>
                <a:effectLst/>
                <a:latin typeface="微軟正黑體" panose="020B0604030504040204" pitchFamily="34" charset="-120"/>
                <a:ea typeface="微軟正黑體" panose="020B0604030504040204" pitchFamily="34" charset="-120"/>
              </a:rPr>
              <a:t>可擴充性</a:t>
            </a:r>
            <a:endParaRPr lang="en-US" altLang="zh-TW" sz="1600" b="1" i="0">
              <a:solidFill>
                <a:schemeClr val="bg1"/>
              </a:solidFill>
              <a:effectLst/>
              <a:latin typeface="微軟正黑體" panose="020B0604030504040204" pitchFamily="34" charset="-120"/>
              <a:ea typeface="微軟正黑體" panose="020B0604030504040204" pitchFamily="34" charset="-120"/>
            </a:endParaRPr>
          </a:p>
        </p:txBody>
      </p:sp>
      <p:sp>
        <p:nvSpPr>
          <p:cNvPr id="14" name="文字方塊 13">
            <a:extLst>
              <a:ext uri="{FF2B5EF4-FFF2-40B4-BE49-F238E27FC236}">
                <a16:creationId xmlns:a16="http://schemas.microsoft.com/office/drawing/2014/main" id="{0E761E6B-5DC2-C26C-92AA-A60515CD2A43}"/>
              </a:ext>
            </a:extLst>
          </p:cNvPr>
          <p:cNvSpPr txBox="1"/>
          <p:nvPr/>
        </p:nvSpPr>
        <p:spPr>
          <a:xfrm>
            <a:off x="718290" y="1350372"/>
            <a:ext cx="393290" cy="400110"/>
          </a:xfrm>
          <a:prstGeom prst="rect">
            <a:avLst/>
          </a:prstGeom>
          <a:noFill/>
        </p:spPr>
        <p:txBody>
          <a:bodyPr wrap="square" rtlCol="0">
            <a:spAutoFit/>
          </a:bodyPr>
          <a:lstStyle/>
          <a:p>
            <a:r>
              <a:rPr lang="en-US" altLang="zh-TW" sz="2000" b="1">
                <a:solidFill>
                  <a:srgbClr val="0070C0"/>
                </a:solidFill>
                <a:latin typeface="微軟正黑體" panose="020B0604030504040204" pitchFamily="34" charset="-120"/>
                <a:ea typeface="微軟正黑體" panose="020B0604030504040204" pitchFamily="34" charset="-120"/>
              </a:rPr>
              <a:t>1</a:t>
            </a:r>
            <a:endParaRPr lang="zh-TW" altLang="en-US" sz="1800" b="1">
              <a:solidFill>
                <a:srgbClr val="0070C0"/>
              </a:solidFill>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3C50C13C-4C53-1080-E6ED-C1D3BC49987B}"/>
              </a:ext>
            </a:extLst>
          </p:cNvPr>
          <p:cNvSpPr txBox="1"/>
          <p:nvPr/>
        </p:nvSpPr>
        <p:spPr>
          <a:xfrm>
            <a:off x="718290" y="2286693"/>
            <a:ext cx="393290" cy="400110"/>
          </a:xfrm>
          <a:prstGeom prst="rect">
            <a:avLst/>
          </a:prstGeom>
          <a:noFill/>
        </p:spPr>
        <p:txBody>
          <a:bodyPr wrap="square" rtlCol="0">
            <a:spAutoFit/>
          </a:bodyPr>
          <a:lstStyle/>
          <a:p>
            <a:r>
              <a:rPr lang="en-US" altLang="zh-TW" sz="2000" b="1">
                <a:solidFill>
                  <a:srgbClr val="0070C0"/>
                </a:solidFill>
                <a:latin typeface="微軟正黑體" panose="020B0604030504040204" pitchFamily="34" charset="-120"/>
                <a:ea typeface="微軟正黑體" panose="020B0604030504040204" pitchFamily="34" charset="-120"/>
              </a:rPr>
              <a:t>2</a:t>
            </a:r>
            <a:endParaRPr lang="zh-TW" altLang="en-US" sz="1800" b="1">
              <a:solidFill>
                <a:srgbClr val="0070C0"/>
              </a:solidFill>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id="{A589185C-0D43-FD10-46B7-28BC782C6E3B}"/>
              </a:ext>
            </a:extLst>
          </p:cNvPr>
          <p:cNvSpPr txBox="1"/>
          <p:nvPr/>
        </p:nvSpPr>
        <p:spPr>
          <a:xfrm>
            <a:off x="718290" y="3231618"/>
            <a:ext cx="393290" cy="400110"/>
          </a:xfrm>
          <a:prstGeom prst="rect">
            <a:avLst/>
          </a:prstGeom>
          <a:noFill/>
        </p:spPr>
        <p:txBody>
          <a:bodyPr wrap="square" rtlCol="0">
            <a:spAutoFit/>
          </a:bodyPr>
          <a:lstStyle/>
          <a:p>
            <a:r>
              <a:rPr lang="en-US" altLang="zh-TW" sz="2000" b="1">
                <a:solidFill>
                  <a:srgbClr val="0070C0"/>
                </a:solidFill>
                <a:latin typeface="微軟正黑體" panose="020B0604030504040204" pitchFamily="34" charset="-120"/>
                <a:ea typeface="微軟正黑體" panose="020B0604030504040204" pitchFamily="34" charset="-120"/>
              </a:rPr>
              <a:t>3</a:t>
            </a:r>
            <a:endParaRPr lang="zh-TW" altLang="en-US" sz="2000" b="1">
              <a:solidFill>
                <a:srgbClr val="0070C0"/>
              </a:solidFill>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88DD23EB-4AEC-7708-7F66-BF6D1E8415CE}"/>
              </a:ext>
            </a:extLst>
          </p:cNvPr>
          <p:cNvSpPr txBox="1"/>
          <p:nvPr/>
        </p:nvSpPr>
        <p:spPr>
          <a:xfrm>
            <a:off x="718290" y="4167939"/>
            <a:ext cx="393290" cy="400110"/>
          </a:xfrm>
          <a:prstGeom prst="rect">
            <a:avLst/>
          </a:prstGeom>
          <a:noFill/>
        </p:spPr>
        <p:txBody>
          <a:bodyPr wrap="square" rtlCol="0">
            <a:spAutoFit/>
          </a:bodyPr>
          <a:lstStyle/>
          <a:p>
            <a:r>
              <a:rPr lang="en-US" altLang="zh-TW" sz="2000" b="1">
                <a:solidFill>
                  <a:srgbClr val="0070C0"/>
                </a:solidFill>
                <a:latin typeface="微軟正黑體" panose="020B0604030504040204" pitchFamily="34" charset="-120"/>
                <a:ea typeface="微軟正黑體" panose="020B0604030504040204" pitchFamily="34" charset="-120"/>
              </a:rPr>
              <a:t>4</a:t>
            </a:r>
            <a:endParaRPr lang="zh-TW" altLang="en-US" sz="1800" b="1">
              <a:solidFill>
                <a:srgbClr val="0070C0"/>
              </a:solidFill>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B4A8DA04-5C11-501A-6AFD-ACD4B46DA1C8}"/>
              </a:ext>
            </a:extLst>
          </p:cNvPr>
          <p:cNvSpPr txBox="1"/>
          <p:nvPr/>
        </p:nvSpPr>
        <p:spPr>
          <a:xfrm>
            <a:off x="2893732" y="1254939"/>
            <a:ext cx="7882423" cy="830997"/>
          </a:xfrm>
          <a:prstGeom prst="rect">
            <a:avLst/>
          </a:prstGeom>
          <a:noFill/>
        </p:spPr>
        <p:txBody>
          <a:bodyPr wrap="square">
            <a:spAutoFit/>
          </a:bodyPr>
          <a:lstStyle/>
          <a:p>
            <a:r>
              <a:rPr lang="zh-TW" altLang="en-US" sz="1600" b="0" i="0">
                <a:solidFill>
                  <a:srgbClr val="000000"/>
                </a:solidFill>
                <a:effectLst/>
              </a:rPr>
              <a:t>把過去浪費在過濾重複與低價值資訊上的時間，系統性地交給 </a:t>
            </a:r>
            <a:r>
              <a:rPr lang="en-US" altLang="zh-TW" sz="1600" b="0" i="0">
                <a:solidFill>
                  <a:srgbClr val="000000"/>
                </a:solidFill>
                <a:effectLst/>
              </a:rPr>
              <a:t>AI </a:t>
            </a:r>
            <a:r>
              <a:rPr lang="zh-TW" altLang="en-US" sz="1600" b="0" i="0">
                <a:solidFill>
                  <a:srgbClr val="000000"/>
                </a:solidFill>
                <a:effectLst/>
              </a:rPr>
              <a:t>處理，降低資訊漏接的風險</a:t>
            </a:r>
            <a:r>
              <a:rPr lang="zh-TW" altLang="en-US" sz="1600"/>
              <a:t>，並透過可對話的 </a:t>
            </a:r>
            <a:r>
              <a:rPr lang="en-US" altLang="zh-TW" sz="1600"/>
              <a:t>AI Agent</a:t>
            </a:r>
            <a:r>
              <a:rPr lang="zh-TW" altLang="en-US" sz="1600"/>
              <a:t> 進一步了解相關主題或公司的整體發展趨勢</a:t>
            </a:r>
          </a:p>
          <a:p>
            <a:pPr algn="l" rtl="0"/>
            <a:endParaRPr lang="en-US" altLang="zh-TW" sz="1600" b="0" i="0">
              <a:solidFill>
                <a:srgbClr val="000000"/>
              </a:solidFill>
              <a:effectLst/>
            </a:endParaRPr>
          </a:p>
        </p:txBody>
      </p:sp>
      <p:sp>
        <p:nvSpPr>
          <p:cNvPr id="22" name="文字方塊 21">
            <a:extLst>
              <a:ext uri="{FF2B5EF4-FFF2-40B4-BE49-F238E27FC236}">
                <a16:creationId xmlns:a16="http://schemas.microsoft.com/office/drawing/2014/main" id="{77740E03-8217-AD5A-BCCF-F48A04EC7363}"/>
              </a:ext>
            </a:extLst>
          </p:cNvPr>
          <p:cNvSpPr txBox="1"/>
          <p:nvPr/>
        </p:nvSpPr>
        <p:spPr>
          <a:xfrm>
            <a:off x="2893731" y="3108705"/>
            <a:ext cx="7987661" cy="584775"/>
          </a:xfrm>
          <a:prstGeom prst="rect">
            <a:avLst/>
          </a:prstGeom>
          <a:noFill/>
        </p:spPr>
        <p:txBody>
          <a:bodyPr wrap="square">
            <a:spAutoFit/>
          </a:bodyPr>
          <a:lstStyle/>
          <a:p>
            <a:r>
              <a:rPr lang="zh-TW" altLang="en-US" sz="1600"/>
              <a:t>共享資料庫設定和指令，和 </a:t>
            </a:r>
            <a:r>
              <a:rPr lang="en-US" altLang="zh-TW" sz="1600"/>
              <a:t>AI</a:t>
            </a:r>
            <a:r>
              <a:rPr lang="zh-TW" altLang="en-US" sz="1600"/>
              <a:t> 協作產生客製化篩選資料的 </a:t>
            </a:r>
            <a:r>
              <a:rPr lang="en-US" altLang="zh-TW" sz="1600"/>
              <a:t>prompt</a:t>
            </a:r>
            <a:r>
              <a:rPr lang="zh-TW" altLang="en-US" sz="1600"/>
              <a:t>，資訊判斷邏輯透過各單位同仁的專業知識，開始被累積成組織資產</a:t>
            </a:r>
          </a:p>
        </p:txBody>
      </p:sp>
      <p:sp>
        <p:nvSpPr>
          <p:cNvPr id="24" name="文字方塊 23">
            <a:extLst>
              <a:ext uri="{FF2B5EF4-FFF2-40B4-BE49-F238E27FC236}">
                <a16:creationId xmlns:a16="http://schemas.microsoft.com/office/drawing/2014/main" id="{07AE25F7-977A-E75F-8B17-CD52838D1B58}"/>
              </a:ext>
            </a:extLst>
          </p:cNvPr>
          <p:cNvSpPr txBox="1"/>
          <p:nvPr/>
        </p:nvSpPr>
        <p:spPr>
          <a:xfrm>
            <a:off x="2893731" y="2194360"/>
            <a:ext cx="7637174" cy="584775"/>
          </a:xfrm>
          <a:prstGeom prst="rect">
            <a:avLst/>
          </a:prstGeom>
          <a:noFill/>
        </p:spPr>
        <p:txBody>
          <a:bodyPr wrap="square">
            <a:spAutoFit/>
          </a:bodyPr>
          <a:lstStyle/>
          <a:p>
            <a:r>
              <a:rPr lang="zh-TW" altLang="en-US" sz="1600"/>
              <a:t>保留新聞與網站資料來源，成為後續判斷的脈絡；當業務移管需要快速掌握狀況時，也能立即回頭檢視過往資訊</a:t>
            </a:r>
          </a:p>
        </p:txBody>
      </p:sp>
      <p:sp>
        <p:nvSpPr>
          <p:cNvPr id="26" name="文字方塊 25">
            <a:extLst>
              <a:ext uri="{FF2B5EF4-FFF2-40B4-BE49-F238E27FC236}">
                <a16:creationId xmlns:a16="http://schemas.microsoft.com/office/drawing/2014/main" id="{CDDF5D3F-99F6-8BD0-A123-A8FD9DEE5D6B}"/>
              </a:ext>
            </a:extLst>
          </p:cNvPr>
          <p:cNvSpPr txBox="1"/>
          <p:nvPr/>
        </p:nvSpPr>
        <p:spPr>
          <a:xfrm>
            <a:off x="2893732" y="4060218"/>
            <a:ext cx="7987660" cy="584775"/>
          </a:xfrm>
          <a:prstGeom prst="rect">
            <a:avLst/>
          </a:prstGeom>
          <a:noFill/>
        </p:spPr>
        <p:txBody>
          <a:bodyPr wrap="square">
            <a:spAutoFit/>
          </a:bodyPr>
          <a:lstStyle/>
          <a:p>
            <a:pPr algn="l" rtl="0"/>
            <a:r>
              <a:rPr lang="zh-TW" altLang="en-US" sz="1600">
                <a:effectLst/>
              </a:rPr>
              <a:t>提供標準的 </a:t>
            </a:r>
            <a:r>
              <a:rPr lang="en-US" altLang="zh-TW" sz="1600">
                <a:effectLst/>
              </a:rPr>
              <a:t>MCP</a:t>
            </a:r>
            <a:r>
              <a:rPr lang="zh-TW" altLang="en-US" sz="1600">
                <a:effectLst/>
              </a:rPr>
              <a:t> 接口，讓各單位未來</a:t>
            </a:r>
            <a:r>
              <a:rPr lang="zh-TW" altLang="en-US" sz="1600"/>
              <a:t>有不同的專案需求時能快速獲得資料，讓資料可持續擴充而非專案型存在</a:t>
            </a:r>
            <a:endParaRPr lang="zh-TW" altLang="en-US" sz="1600">
              <a:effectLst/>
            </a:endParaRPr>
          </a:p>
        </p:txBody>
      </p:sp>
      <p:grpSp>
        <p:nvGrpSpPr>
          <p:cNvPr id="7" name="群組 6">
            <a:extLst>
              <a:ext uri="{FF2B5EF4-FFF2-40B4-BE49-F238E27FC236}">
                <a16:creationId xmlns:a16="http://schemas.microsoft.com/office/drawing/2014/main" id="{E6AACD77-0C31-3775-E015-09B28F829B1C}"/>
              </a:ext>
            </a:extLst>
          </p:cNvPr>
          <p:cNvGrpSpPr/>
          <p:nvPr/>
        </p:nvGrpSpPr>
        <p:grpSpPr>
          <a:xfrm>
            <a:off x="718290" y="5325783"/>
            <a:ext cx="10359746" cy="584775"/>
            <a:chOff x="521646" y="5248719"/>
            <a:chExt cx="10359746" cy="584775"/>
          </a:xfrm>
          <a:solidFill>
            <a:schemeClr val="accent1">
              <a:lumMod val="60000"/>
              <a:lumOff val="40000"/>
            </a:schemeClr>
          </a:solidFill>
        </p:grpSpPr>
        <p:sp>
          <p:nvSpPr>
            <p:cNvPr id="5" name="文字方塊 4">
              <a:extLst>
                <a:ext uri="{FF2B5EF4-FFF2-40B4-BE49-F238E27FC236}">
                  <a16:creationId xmlns:a16="http://schemas.microsoft.com/office/drawing/2014/main" id="{223CD7C0-8746-1248-B315-ABDA3DA49433}"/>
                </a:ext>
              </a:extLst>
            </p:cNvPr>
            <p:cNvSpPr txBox="1"/>
            <p:nvPr/>
          </p:nvSpPr>
          <p:spPr>
            <a:xfrm>
              <a:off x="1650360" y="5248719"/>
              <a:ext cx="9231032" cy="584775"/>
            </a:xfrm>
            <a:prstGeom prst="rect">
              <a:avLst/>
            </a:prstGeom>
            <a:solidFill>
              <a:schemeClr val="bg1"/>
            </a:solidFill>
            <a:ln>
              <a:solidFill>
                <a:schemeClr val="bg1"/>
              </a:solidFill>
            </a:ln>
          </p:spPr>
          <p:txBody>
            <a:bodyPr wrap="square">
              <a:spAutoFit/>
            </a:bodyPr>
            <a:lstStyle/>
            <a:p>
              <a:pPr rtl="0"/>
              <a:r>
                <a:rPr lang="en-US" altLang="zh-TW" sz="1600" b="0" i="0" err="1">
                  <a:solidFill>
                    <a:srgbClr val="000000"/>
                  </a:solidFill>
                  <a:effectLst/>
                  <a:latin typeface="微軟正黑體" panose="020B0604030504040204" pitchFamily="34" charset="-120"/>
                  <a:ea typeface="微軟正黑體" panose="020B0604030504040204" pitchFamily="34" charset="-120"/>
                </a:rPr>
                <a:t>InfoGather</a:t>
              </a:r>
              <a:r>
                <a:rPr lang="en-US" altLang="zh-TW" sz="1600" b="0" i="0">
                  <a:solidFill>
                    <a:srgbClr val="000000"/>
                  </a:solidFill>
                  <a:effectLst/>
                  <a:latin typeface="微軟正黑體" panose="020B0604030504040204" pitchFamily="34" charset="-120"/>
                  <a:ea typeface="微軟正黑體" panose="020B0604030504040204" pitchFamily="34" charset="-120"/>
                </a:rPr>
                <a:t> </a:t>
              </a:r>
              <a:r>
                <a:rPr lang="zh-TW" altLang="en-US" sz="1600" b="0" i="0">
                  <a:solidFill>
                    <a:srgbClr val="000000"/>
                  </a:solidFill>
                  <a:effectLst/>
                  <a:latin typeface="微軟正黑體" panose="020B0604030504040204" pitchFamily="34" charset="-120"/>
                  <a:ea typeface="微軟正黑體" panose="020B0604030504040204" pitchFamily="34" charset="-120"/>
                </a:rPr>
                <a:t>做為公開資料整合平台，以 </a:t>
              </a:r>
              <a:r>
                <a:rPr lang="en-US" altLang="zh-TW" sz="1600" b="0" i="0">
                  <a:solidFill>
                    <a:srgbClr val="000000"/>
                  </a:solidFill>
                  <a:effectLst/>
                  <a:latin typeface="微軟正黑體" panose="020B0604030504040204" pitchFamily="34" charset="-120"/>
                  <a:ea typeface="微軟正黑體" panose="020B0604030504040204" pitchFamily="34" charset="-120"/>
                </a:rPr>
                <a:t>data </a:t>
              </a:r>
              <a:r>
                <a:rPr lang="zh-TW" altLang="en-US" sz="1600" b="0" i="0">
                  <a:solidFill>
                    <a:srgbClr val="000000"/>
                  </a:solidFill>
                  <a:effectLst/>
                  <a:latin typeface="微軟正黑體" panose="020B0604030504040204" pitchFamily="34" charset="-120"/>
                  <a:ea typeface="微軟正黑體" panose="020B0604030504040204" pitchFamily="34" charset="-120"/>
                </a:rPr>
                <a:t>架構為基礎，以 </a:t>
              </a:r>
              <a:r>
                <a:rPr lang="en-US" altLang="zh-TW" sz="1600" b="0" i="0">
                  <a:solidFill>
                    <a:srgbClr val="000000"/>
                  </a:solidFill>
                  <a:effectLst/>
                  <a:latin typeface="微軟正黑體" panose="020B0604030504040204" pitchFamily="34" charset="-120"/>
                  <a:ea typeface="微軟正黑體" panose="020B0604030504040204" pitchFamily="34" charset="-120"/>
                </a:rPr>
                <a:t>prompt </a:t>
              </a:r>
              <a:r>
                <a:rPr lang="zh-TW" altLang="en-US" sz="1600" b="0" i="0">
                  <a:solidFill>
                    <a:srgbClr val="000000"/>
                  </a:solidFill>
                  <a:effectLst/>
                  <a:latin typeface="微軟正黑體" panose="020B0604030504040204" pitchFamily="34" charset="-120"/>
                  <a:ea typeface="微軟正黑體" panose="020B0604030504040204" pitchFamily="34" charset="-120"/>
                </a:rPr>
                <a:t>為知識資產核心，並透過 </a:t>
              </a:r>
              <a:r>
                <a:rPr lang="en-US" altLang="zh-TW" sz="1600" b="0" i="0">
                  <a:solidFill>
                    <a:srgbClr val="000000"/>
                  </a:solidFill>
                  <a:effectLst/>
                  <a:latin typeface="微軟正黑體" panose="020B0604030504040204" pitchFamily="34" charset="-120"/>
                  <a:ea typeface="微軟正黑體" panose="020B0604030504040204" pitchFamily="34" charset="-120"/>
                </a:rPr>
                <a:t>MCP</a:t>
              </a:r>
              <a:r>
                <a:rPr lang="zh-TW" altLang="en-US" sz="1600" b="0" i="0">
                  <a:solidFill>
                    <a:srgbClr val="000000"/>
                  </a:solidFill>
                  <a:effectLst/>
                  <a:latin typeface="微軟正黑體" panose="020B0604030504040204" pitchFamily="34" charset="-120"/>
                  <a:ea typeface="微軟正黑體" panose="020B0604030504040204" pitchFamily="34" charset="-120"/>
                </a:rPr>
                <a:t> 接口，成為組織 </a:t>
              </a:r>
              <a:r>
                <a:rPr lang="en-US" altLang="zh-TW" sz="1600" b="0" i="0">
                  <a:solidFill>
                    <a:srgbClr val="000000"/>
                  </a:solidFill>
                  <a:effectLst/>
                  <a:latin typeface="微軟正黑體" panose="020B0604030504040204" pitchFamily="34" charset="-120"/>
                  <a:ea typeface="微軟正黑體" panose="020B0604030504040204" pitchFamily="34" charset="-120"/>
                </a:rPr>
                <a:t>AI</a:t>
              </a:r>
              <a:r>
                <a:rPr lang="zh-TW" altLang="en-US" sz="1600" b="0" i="0">
                  <a:solidFill>
                    <a:srgbClr val="000000"/>
                  </a:solidFill>
                  <a:effectLst/>
                  <a:latin typeface="微軟正黑體" panose="020B0604030504040204" pitchFamily="34" charset="-120"/>
                  <a:ea typeface="微軟正黑體" panose="020B0604030504040204" pitchFamily="34" charset="-120"/>
                </a:rPr>
                <a:t> 生態系的資料供應中心。</a:t>
              </a:r>
              <a:endParaRPr lang="zh-TW" altLang="en-US" sz="1600">
                <a:effectLst/>
                <a:latin typeface="微軟正黑體" panose="020B0604030504040204" pitchFamily="34" charset="-120"/>
                <a:ea typeface="微軟正黑體" panose="020B0604030504040204" pitchFamily="34" charset="-120"/>
              </a:endParaRPr>
            </a:p>
          </p:txBody>
        </p:sp>
        <p:sp>
          <p:nvSpPr>
            <p:cNvPr id="3" name="箭號: 向右 2">
              <a:extLst>
                <a:ext uri="{FF2B5EF4-FFF2-40B4-BE49-F238E27FC236}">
                  <a16:creationId xmlns:a16="http://schemas.microsoft.com/office/drawing/2014/main" id="{61ACCD99-FBEE-6F73-C978-4817D7C1C297}"/>
                </a:ext>
              </a:extLst>
            </p:cNvPr>
            <p:cNvSpPr/>
            <p:nvPr/>
          </p:nvSpPr>
          <p:spPr>
            <a:xfrm>
              <a:off x="521646" y="5310015"/>
              <a:ext cx="943897" cy="400110"/>
            </a:xfrm>
            <a:prstGeom prst="rightArrow">
              <a:avLst/>
            </a:prstGeom>
            <a:gr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Google Shape;48;p3">
            <a:extLst>
              <a:ext uri="{FF2B5EF4-FFF2-40B4-BE49-F238E27FC236}">
                <a16:creationId xmlns:a16="http://schemas.microsoft.com/office/drawing/2014/main" id="{615DF073-8627-51E0-E2C6-82190DD3F062}"/>
              </a:ext>
            </a:extLst>
          </p:cNvPr>
          <p:cNvSpPr txBox="1">
            <a:spLocks noGrp="1"/>
          </p:cNvSpPr>
          <p:nvPr>
            <p:ph type="title"/>
          </p:nvPr>
        </p:nvSpPr>
        <p:spPr>
          <a:xfrm>
            <a:off x="179388" y="71438"/>
            <a:ext cx="11161712" cy="541337"/>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專案效益</a:t>
            </a:r>
          </a:p>
        </p:txBody>
      </p:sp>
    </p:spTree>
    <p:extLst>
      <p:ext uri="{BB962C8B-B14F-4D97-AF65-F5344CB8AC3E}">
        <p14:creationId xmlns:p14="http://schemas.microsoft.com/office/powerpoint/2010/main" val="3136342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a:t>
            </a:r>
          </a:p>
        </p:txBody>
      </p:sp>
      <p:sp>
        <p:nvSpPr>
          <p:cNvPr id="4" name="文字版面配置區 3">
            <a:extLst>
              <a:ext uri="{FF2B5EF4-FFF2-40B4-BE49-F238E27FC236}">
                <a16:creationId xmlns:a16="http://schemas.microsoft.com/office/drawing/2014/main" id="{353101E3-ED46-FC0E-DE8A-AA2AFC6836B4}"/>
              </a:ext>
            </a:extLst>
          </p:cNvPr>
          <p:cNvSpPr>
            <a:spLocks noGrp="1"/>
          </p:cNvSpPr>
          <p:nvPr>
            <p:ph type="body" idx="1"/>
          </p:nvPr>
        </p:nvSpPr>
        <p:spPr>
          <a:xfrm>
            <a:off x="179387" y="681338"/>
            <a:ext cx="11613219" cy="540000"/>
          </a:xfrm>
          <a:prstGeom prst="rect">
            <a:avLst/>
          </a:prstGeom>
        </p:spPr>
        <p:txBody>
          <a:bodyPr/>
          <a:lstStyle/>
          <a:p>
            <a:pPr marL="36000" indent="0">
              <a:spcBef>
                <a:spcPts val="600"/>
              </a:spcBef>
              <a:buNone/>
            </a:pPr>
            <a:r>
              <a:rPr lang="zh-TW" altLang="zh-TW" sz="1400" b="1" i="0" u="none" strike="noStrike">
                <a:solidFill>
                  <a:srgbClr val="000000"/>
                </a:solidFill>
                <a:effectLst/>
                <a:ea typeface="Microsoft JhengHei" panose="020B0604030504040204" pitchFamily="34" charset="-120"/>
              </a:rPr>
              <a:t>各單位</a:t>
            </a:r>
            <a:r>
              <a:rPr lang="zh-TW" altLang="en-US" sz="1400" b="1" i="0" u="none" strike="noStrike">
                <a:solidFill>
                  <a:srgbClr val="000000"/>
                </a:solidFill>
                <a:effectLst/>
                <a:ea typeface="Microsoft JhengHei" panose="020B0604030504040204" pitchFamily="34" charset="-120"/>
              </a:rPr>
              <a:t>根據權限</a:t>
            </a:r>
            <a:r>
              <a:rPr lang="zh-TW" altLang="zh-TW" sz="1400" b="1" i="0" u="none" strike="noStrike">
                <a:solidFill>
                  <a:srgbClr val="000000"/>
                </a:solidFill>
                <a:effectLst/>
                <a:ea typeface="Microsoft JhengHei" panose="020B0604030504040204" pitchFamily="34" charset="-120"/>
              </a:rPr>
              <a:t>自行設定</a:t>
            </a:r>
            <a:r>
              <a:rPr lang="zh-TW" altLang="en-US" sz="1400" b="1" i="0" u="none" strike="noStrike">
                <a:solidFill>
                  <a:srgbClr val="000000"/>
                </a:solidFill>
                <a:effectLst/>
                <a:ea typeface="Microsoft JhengHei" panose="020B0604030504040204" pitchFamily="34" charset="-120"/>
              </a:rPr>
              <a:t>所需外部公開資料，並建立資訊</a:t>
            </a:r>
            <a:r>
              <a:rPr lang="zh-TW" altLang="zh-TW" sz="1400" b="1" i="0" u="none" strike="noStrike">
                <a:solidFill>
                  <a:srgbClr val="000000"/>
                </a:solidFill>
                <a:effectLst/>
                <a:ea typeface="Microsoft JhengHei" panose="020B0604030504040204" pitchFamily="34" charset="-120"/>
              </a:rPr>
              <a:t>助手，系統</a:t>
            </a:r>
            <a:r>
              <a:rPr lang="zh-TW" altLang="en-US" sz="1400" b="1">
                <a:solidFill>
                  <a:srgbClr val="000000"/>
                </a:solidFill>
                <a:ea typeface="Microsoft JhengHei" panose="020B0604030504040204" pitchFamily="34" charset="-120"/>
              </a:rPr>
              <a:t>根據指令</a:t>
            </a:r>
            <a:r>
              <a:rPr lang="zh-TW" altLang="zh-TW" sz="1400" b="1" i="0" u="none" strike="noStrike">
                <a:solidFill>
                  <a:srgbClr val="000000"/>
                </a:solidFill>
                <a:effectLst/>
                <a:ea typeface="Microsoft JhengHei" panose="020B0604030504040204" pitchFamily="34" charset="-120"/>
              </a:rPr>
              <a:t>篩選資訊，每天收到與自身工作直接相關的內容</a:t>
            </a:r>
            <a:r>
              <a:rPr lang="zh-TW" altLang="en-US" sz="1400" b="1" i="0" u="none" strike="noStrike">
                <a:solidFill>
                  <a:srgbClr val="000000"/>
                </a:solidFill>
                <a:effectLst/>
                <a:ea typeface="Microsoft JhengHei" panose="020B0604030504040204" pitchFamily="34" charset="-120"/>
              </a:rPr>
              <a:t>。</a:t>
            </a:r>
            <a:endParaRPr lang="en-US" altLang="zh-TW" sz="1200" b="1">
              <a:latin typeface="Microsoft JhengHei" panose="020B0604030504040204" pitchFamily="34" charset="-120"/>
              <a:ea typeface="Microsoft JhengHei" panose="020B0604030504040204" pitchFamily="34" charset="-120"/>
            </a:endParaRPr>
          </a:p>
        </p:txBody>
      </p:sp>
      <p:pic>
        <p:nvPicPr>
          <p:cNvPr id="3" name="圖片 2" descr="一張含有 文字, 螢幕擷取畫面, 字型, 數字 的圖片&#10;&#10;自動產生的描述">
            <a:extLst>
              <a:ext uri="{FF2B5EF4-FFF2-40B4-BE49-F238E27FC236}">
                <a16:creationId xmlns:a16="http://schemas.microsoft.com/office/drawing/2014/main" id="{08D2786E-34FA-CF45-7947-623AA8735128}"/>
              </a:ext>
            </a:extLst>
          </p:cNvPr>
          <p:cNvPicPr>
            <a:picLocks noChangeAspect="1"/>
          </p:cNvPicPr>
          <p:nvPr/>
        </p:nvPicPr>
        <p:blipFill rotWithShape="1">
          <a:blip r:embed="rId3"/>
          <a:srcRect t="7734" r="5189"/>
          <a:stretch/>
        </p:blipFill>
        <p:spPr>
          <a:xfrm>
            <a:off x="1002322" y="1144781"/>
            <a:ext cx="8976947" cy="4914000"/>
          </a:xfrm>
          <a:prstGeom prst="rect">
            <a:avLst/>
          </a:prstGeom>
        </p:spPr>
      </p:pic>
      <p:sp>
        <p:nvSpPr>
          <p:cNvPr id="6" name="文字方塊 5">
            <a:extLst>
              <a:ext uri="{FF2B5EF4-FFF2-40B4-BE49-F238E27FC236}">
                <a16:creationId xmlns:a16="http://schemas.microsoft.com/office/drawing/2014/main" id="{6951871D-6F09-A57C-84E4-610EE5E18F82}"/>
              </a:ext>
            </a:extLst>
          </p:cNvPr>
          <p:cNvSpPr txBox="1"/>
          <p:nvPr/>
        </p:nvSpPr>
        <p:spPr>
          <a:xfrm>
            <a:off x="9576241" y="5935670"/>
            <a:ext cx="1883849" cy="246221"/>
          </a:xfrm>
          <a:prstGeom prst="rect">
            <a:avLst/>
          </a:prstGeom>
          <a:noFill/>
        </p:spPr>
        <p:txBody>
          <a:bodyPr wrap="none" rtlCol="0">
            <a:spAutoFit/>
          </a:bodyPr>
          <a:lstStyle/>
          <a:p>
            <a:r>
              <a:rPr lang="zh-TW" altLang="en-US" sz="1000" b="1">
                <a:solidFill>
                  <a:schemeClr val="bg1">
                    <a:lumMod val="50000"/>
                  </a:schemeClr>
                </a:solidFill>
                <a:latin typeface="微軟正黑體" panose="020B0604030504040204" pitchFamily="34" charset="-120"/>
                <a:ea typeface="微軟正黑體" panose="020B0604030504040204" pitchFamily="34" charset="-120"/>
              </a:rPr>
              <a:t>註</a:t>
            </a:r>
            <a:r>
              <a:rPr lang="en-US" altLang="zh-TW" sz="1000" b="1">
                <a:solidFill>
                  <a:schemeClr val="bg1">
                    <a:lumMod val="50000"/>
                  </a:schemeClr>
                </a:solidFill>
                <a:latin typeface="微軟正黑體" panose="020B0604030504040204" pitchFamily="34" charset="-120"/>
                <a:ea typeface="微軟正黑體" panose="020B0604030504040204" pitchFamily="34" charset="-120"/>
              </a:rPr>
              <a:t>:</a:t>
            </a:r>
            <a:r>
              <a:rPr lang="zh-TW" altLang="en-US" sz="1000" b="1">
                <a:solidFill>
                  <a:schemeClr val="bg1">
                    <a:lumMod val="50000"/>
                  </a:schemeClr>
                </a:solidFill>
                <a:latin typeface="微軟正黑體" panose="020B0604030504040204" pitchFamily="34" charset="-120"/>
                <a:ea typeface="微軟正黑體" panose="020B0604030504040204" pitchFamily="34" charset="-120"/>
              </a:rPr>
              <a:t>灰底為上線後欲新增之功能</a:t>
            </a:r>
          </a:p>
        </p:txBody>
      </p:sp>
    </p:spTree>
    <p:extLst>
      <p:ext uri="{BB962C8B-B14F-4D97-AF65-F5344CB8AC3E}">
        <p14:creationId xmlns:p14="http://schemas.microsoft.com/office/powerpoint/2010/main" val="1188106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1154162"/>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目前已有金控 </a:t>
            </a:r>
            <a:r>
              <a:rPr lang="en-US" altLang="zh-TW" sz="1600">
                <a:latin typeface="Microsoft JhengHei" panose="020B0604030504040204" pitchFamily="34" charset="-120"/>
                <a:ea typeface="Microsoft JhengHei" panose="020B0604030504040204" pitchFamily="34" charset="-120"/>
              </a:rPr>
              <a:t>4</a:t>
            </a:r>
            <a:r>
              <a:rPr lang="zh-TW" altLang="en-US" sz="1600">
                <a:latin typeface="Microsoft JhengHei" panose="020B0604030504040204" pitchFamily="34" charset="-120"/>
                <a:ea typeface="Microsoft JhengHei" panose="020B0604030504040204" pitchFamily="34" charset="-120"/>
              </a:rPr>
              <a:t> 個單位、證券 </a:t>
            </a:r>
            <a:r>
              <a:rPr lang="en-US" altLang="zh-TW" sz="1600">
                <a:latin typeface="Microsoft JhengHei" panose="020B0604030504040204" pitchFamily="34" charset="-120"/>
                <a:ea typeface="Microsoft JhengHei" panose="020B0604030504040204" pitchFamily="34" charset="-120"/>
              </a:rPr>
              <a:t>11</a:t>
            </a:r>
            <a:r>
              <a:rPr lang="zh-TW" altLang="en-US" sz="1600">
                <a:latin typeface="Microsoft JhengHei" panose="020B0604030504040204" pitchFamily="34" charset="-120"/>
                <a:ea typeface="Microsoft JhengHei" panose="020B0604030504040204" pitchFamily="34" charset="-120"/>
              </a:rPr>
              <a:t> 個單位、銀行 </a:t>
            </a:r>
            <a:r>
              <a:rPr lang="en-US" altLang="zh-TW" sz="1600">
                <a:latin typeface="Microsoft JhengHei" panose="020B0604030504040204" pitchFamily="34" charset="-120"/>
                <a:ea typeface="Microsoft JhengHei" panose="020B0604030504040204" pitchFamily="34" charset="-120"/>
              </a:rPr>
              <a:t>12</a:t>
            </a:r>
            <a:r>
              <a:rPr lang="zh-TW" altLang="en-US" sz="1600">
                <a:latin typeface="Microsoft JhengHei" panose="020B0604030504040204" pitchFamily="34" charset="-120"/>
                <a:ea typeface="Microsoft JhengHei" panose="020B0604030504040204" pitchFamily="34" charset="-120"/>
              </a:rPr>
              <a:t> 個單位於測試環境使用此平台；為滿足串接 </a:t>
            </a:r>
            <a:r>
              <a:rPr lang="en-US" altLang="zh-TW" sz="1600">
                <a:latin typeface="Microsoft JhengHei" panose="020B0604030504040204" pitchFamily="34" charset="-120"/>
                <a:ea typeface="Microsoft JhengHei" panose="020B0604030504040204" pitchFamily="34" charset="-120"/>
              </a:rPr>
              <a:t>teams, outlook</a:t>
            </a:r>
            <a:r>
              <a:rPr lang="zh-TW" altLang="en-US" sz="1600">
                <a:latin typeface="Microsoft JhengHei" panose="020B0604030504040204" pitchFamily="34" charset="-120"/>
                <a:ea typeface="Microsoft JhengHei" panose="020B0604030504040204" pitchFamily="34" charset="-120"/>
              </a:rPr>
              <a:t>、已授權外部商業資料庫等需求，因此希望能將 </a:t>
            </a:r>
            <a:r>
              <a:rPr lang="en-US" altLang="zh-TW" sz="1600" err="1">
                <a:latin typeface="Microsoft JhengHei" panose="020B0604030504040204" pitchFamily="34" charset="-120"/>
                <a:ea typeface="Microsoft JhengHei" panose="020B0604030504040204" pitchFamily="34" charset="-120"/>
              </a:rPr>
              <a:t>Infogather</a:t>
            </a:r>
            <a:r>
              <a:rPr lang="zh-TW" altLang="en-US" sz="1600">
                <a:latin typeface="Microsoft JhengHei" panose="020B0604030504040204" pitchFamily="34" charset="-120"/>
                <a:ea typeface="Microsoft JhengHei" panose="020B0604030504040204" pitchFamily="34" charset="-120"/>
              </a:rPr>
              <a:t> 建置於正式環境中，提升使用者方便性與放大組織使用效益</a:t>
            </a:r>
            <a:endParaRPr lang="en-US" altLang="zh-TW" sz="1600">
              <a:latin typeface="Microsoft JhengHei" panose="020B0604030504040204" pitchFamily="34" charset="-120"/>
              <a:ea typeface="Microsoft JhengHei" panose="020B0604030504040204" pitchFamily="34" charset="-120"/>
            </a:endParaRPr>
          </a:p>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先前有到金控與子公司介紹過 </a:t>
            </a:r>
            <a:r>
              <a:rPr lang="en-US" altLang="zh-TW" sz="1600" err="1">
                <a:latin typeface="Microsoft JhengHei" panose="020B0604030504040204" pitchFamily="34" charset="-120"/>
                <a:ea typeface="Microsoft JhengHei" panose="020B0604030504040204" pitchFamily="34" charset="-120"/>
              </a:rPr>
              <a:t>Infogather</a:t>
            </a:r>
            <a:r>
              <a:rPr lang="en-US" altLang="zh-TW" sz="1600">
                <a:latin typeface="Microsoft JhengHei" panose="020B0604030504040204" pitchFamily="34" charset="-120"/>
                <a:ea typeface="Microsoft JhengHei" panose="020B0604030504040204" pitchFamily="34" charset="-120"/>
              </a:rPr>
              <a:t> </a:t>
            </a:r>
            <a:r>
              <a:rPr lang="zh-TW" altLang="en-US" sz="1600">
                <a:latin typeface="Microsoft JhengHei" panose="020B0604030504040204" pitchFamily="34" charset="-120"/>
                <a:ea typeface="Microsoft JhengHei" panose="020B0604030504040204" pitchFamily="34" charset="-120"/>
              </a:rPr>
              <a:t>，為避免佔據過多篇幅，在此附上</a:t>
            </a:r>
            <a:r>
              <a:rPr lang="zh-TW" altLang="en-US" sz="1600">
                <a:latin typeface="Microsoft JhengHei" panose="020B0604030504040204" pitchFamily="34" charset="-120"/>
                <a:ea typeface="Microsoft JhengHei" panose="020B0604030504040204" pitchFamily="34" charset="-120"/>
                <a:hlinkClick r:id="rId3"/>
              </a:rPr>
              <a:t>平台登入連結</a:t>
            </a:r>
            <a:r>
              <a:rPr lang="zh-TW" altLang="en-US" sz="1600">
                <a:latin typeface="Microsoft JhengHei" panose="020B0604030504040204" pitchFamily="34" charset="-120"/>
                <a:ea typeface="Microsoft JhengHei" panose="020B0604030504040204" pitchFamily="34" charset="-120"/>
              </a:rPr>
              <a:t>與 </a:t>
            </a:r>
            <a:r>
              <a:rPr lang="en-US" altLang="zh-TW" sz="1600" err="1">
                <a:latin typeface="Microsoft JhengHei" panose="020B0604030504040204" pitchFamily="34" charset="-120"/>
                <a:ea typeface="Microsoft JhengHei" panose="020B0604030504040204" pitchFamily="34" charset="-120"/>
                <a:hlinkClick r:id="rId4"/>
              </a:rPr>
              <a:t>sharepoint</a:t>
            </a:r>
            <a:r>
              <a:rPr lang="en-US" altLang="zh-TW" sz="1600">
                <a:latin typeface="Microsoft JhengHei" panose="020B0604030504040204" pitchFamily="34" charset="-120"/>
                <a:ea typeface="Microsoft JhengHei" panose="020B0604030504040204" pitchFamily="34" charset="-120"/>
                <a:hlinkClick r:id="rId4"/>
              </a:rPr>
              <a:t> </a:t>
            </a:r>
            <a:r>
              <a:rPr lang="zh-TW" altLang="en-US" sz="1600">
                <a:latin typeface="Microsoft JhengHei" panose="020B0604030504040204" pitchFamily="34" charset="-120"/>
                <a:ea typeface="Microsoft JhengHei" panose="020B0604030504040204" pitchFamily="34" charset="-120"/>
                <a:hlinkClick r:id="rId4"/>
              </a:rPr>
              <a:t>連結</a:t>
            </a:r>
            <a:r>
              <a:rPr lang="zh-TW" altLang="en-US" sz="1600">
                <a:latin typeface="Microsoft JhengHei" panose="020B0604030504040204" pitchFamily="34" charset="-120"/>
                <a:ea typeface="Microsoft JhengHei" panose="020B0604030504040204" pitchFamily="34" charset="-120"/>
              </a:rPr>
              <a:t> 說明，其餘功能介紹放在 </a:t>
            </a:r>
            <a:r>
              <a:rPr lang="en-US" altLang="zh-TW" sz="1600"/>
              <a:t>Appendix </a:t>
            </a:r>
            <a:r>
              <a:rPr lang="zh-TW" altLang="en-US" sz="1600"/>
              <a:t>中</a:t>
            </a:r>
            <a:endParaRPr lang="en-US" altLang="zh-TW" sz="1600">
              <a:latin typeface="Microsoft JhengHei" panose="020B0604030504040204" pitchFamily="34" charset="-120"/>
              <a:ea typeface="Microsoft JhengHei" panose="020B0604030504040204" pitchFamily="34" charset="-120"/>
            </a:endParaRPr>
          </a:p>
        </p:txBody>
      </p:sp>
      <p:pic>
        <p:nvPicPr>
          <p:cNvPr id="4" name="圖片 3" descr="一張含有 文字, 螢幕擷取畫面, 標誌, 字型 的圖片&#10;&#10;自動產生的描述">
            <a:extLst>
              <a:ext uri="{FF2B5EF4-FFF2-40B4-BE49-F238E27FC236}">
                <a16:creationId xmlns:a16="http://schemas.microsoft.com/office/drawing/2014/main" id="{EEA44D47-A07C-11E0-E92D-76893862B631}"/>
              </a:ext>
            </a:extLst>
          </p:cNvPr>
          <p:cNvPicPr>
            <a:picLocks noChangeAspect="1"/>
          </p:cNvPicPr>
          <p:nvPr/>
        </p:nvPicPr>
        <p:blipFill>
          <a:blip r:embed="rId5"/>
          <a:stretch>
            <a:fillRect/>
          </a:stretch>
        </p:blipFill>
        <p:spPr>
          <a:xfrm>
            <a:off x="1838959" y="2177564"/>
            <a:ext cx="8193065" cy="361864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83678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pic>
        <p:nvPicPr>
          <p:cNvPr id="4" name="圖片 3" descr="一張含有 文字, 螢幕擷取畫面, 字型, 數字 的圖片&#10;&#10;自動產生的描述">
            <a:extLst>
              <a:ext uri="{FF2B5EF4-FFF2-40B4-BE49-F238E27FC236}">
                <a16:creationId xmlns:a16="http://schemas.microsoft.com/office/drawing/2014/main" id="{BE071740-1BC9-2FFF-EBAF-29BA2C0B11CC}"/>
              </a:ext>
            </a:extLst>
          </p:cNvPr>
          <p:cNvPicPr>
            <a:picLocks noChangeAspect="1"/>
          </p:cNvPicPr>
          <p:nvPr/>
        </p:nvPicPr>
        <p:blipFill>
          <a:blip r:embed="rId3"/>
          <a:stretch>
            <a:fillRect/>
          </a:stretch>
        </p:blipFill>
        <p:spPr>
          <a:xfrm>
            <a:off x="4149968" y="3193449"/>
            <a:ext cx="7354217" cy="3252826"/>
          </a:xfrm>
          <a:prstGeom prst="rect">
            <a:avLst/>
          </a:prstGeom>
        </p:spPr>
      </p:pic>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建立資料來源以自動化蒐集資料</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696833"/>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資料來源分為</a:t>
            </a:r>
            <a:r>
              <a:rPr lang="en-US" altLang="zh-TW" sz="1600">
                <a:latin typeface="Microsoft JhengHei" panose="020B0604030504040204" pitchFamily="34" charset="-120"/>
                <a:ea typeface="Microsoft JhengHei" panose="020B0604030504040204" pitchFamily="34" charset="-120"/>
              </a:rPr>
              <a:t>RSS</a:t>
            </a:r>
            <a:r>
              <a:rPr lang="zh-TW" altLang="en-US" sz="1600">
                <a:latin typeface="Microsoft JhengHei" panose="020B0604030504040204" pitchFamily="34" charset="-120"/>
                <a:ea typeface="Microsoft JhengHei" panose="020B0604030504040204" pitchFamily="34" charset="-120"/>
              </a:rPr>
              <a:t>、關鍵字與大數軟體授權金控、銀行和證券之 </a:t>
            </a:r>
            <a:r>
              <a:rPr lang="en-US" altLang="zh-TW" sz="1600" err="1">
                <a:latin typeface="Microsoft JhengHei" panose="020B0604030504040204" pitchFamily="34" charset="-120"/>
                <a:ea typeface="Microsoft JhengHei" panose="020B0604030504040204" pitchFamily="34" charset="-120"/>
              </a:rPr>
              <a:t>infominer</a:t>
            </a:r>
            <a:r>
              <a:rPr lang="zh-TW" altLang="en-US" sz="1600">
                <a:latin typeface="Microsoft JhengHei" panose="020B0604030504040204" pitchFamily="34" charset="-120"/>
                <a:ea typeface="Microsoft JhengHei" panose="020B0604030504040204" pitchFamily="34" charset="-120"/>
              </a:rPr>
              <a:t>  </a:t>
            </a:r>
            <a:r>
              <a:rPr lang="en-US" altLang="zh-TW" sz="1600">
                <a:latin typeface="Microsoft JhengHei" panose="020B0604030504040204" pitchFamily="34" charset="-120"/>
                <a:ea typeface="Microsoft JhengHei" panose="020B0604030504040204" pitchFamily="34" charset="-120"/>
              </a:rPr>
              <a:t>API</a:t>
            </a:r>
            <a:r>
              <a:rPr lang="zh-TW" altLang="en-US" sz="1600">
                <a:latin typeface="Microsoft JhengHei" panose="020B0604030504040204" pitchFamily="34" charset="-120"/>
                <a:ea typeface="Microsoft JhengHei" panose="020B0604030504040204" pitchFamily="34" charset="-120"/>
              </a:rPr>
              <a:t>，使用者可依據所需文章類型設定來源，後續會在系統架構說明管理規範</a:t>
            </a:r>
            <a:endParaRPr lang="en-US" altLang="zh-TW" sz="1600">
              <a:latin typeface="Microsoft JhengHei" panose="020B0604030504040204" pitchFamily="34" charset="-120"/>
              <a:ea typeface="Microsoft JhengHei" panose="020B0604030504040204" pitchFamily="34" charset="-120"/>
            </a:endParaRPr>
          </a:p>
        </p:txBody>
      </p:sp>
      <p:pic>
        <p:nvPicPr>
          <p:cNvPr id="5" name="圖片 4" descr="一張含有 文字, 字型, 數字, 螢幕擷取畫面 的圖片&#10;&#10;自動產生的描述">
            <a:extLst>
              <a:ext uri="{FF2B5EF4-FFF2-40B4-BE49-F238E27FC236}">
                <a16:creationId xmlns:a16="http://schemas.microsoft.com/office/drawing/2014/main" id="{F905DCA3-28D7-7ED7-11F1-BB234ACE0A14}"/>
              </a:ext>
            </a:extLst>
          </p:cNvPr>
          <p:cNvPicPr>
            <a:picLocks noChangeAspect="1"/>
          </p:cNvPicPr>
          <p:nvPr/>
        </p:nvPicPr>
        <p:blipFill>
          <a:blip r:embed="rId4"/>
          <a:stretch>
            <a:fillRect/>
          </a:stretch>
        </p:blipFill>
        <p:spPr>
          <a:xfrm>
            <a:off x="179387" y="1278136"/>
            <a:ext cx="7120467" cy="1809109"/>
          </a:xfrm>
          <a:prstGeom prst="rect">
            <a:avLst/>
          </a:prstGeom>
        </p:spPr>
      </p:pic>
      <p:sp>
        <p:nvSpPr>
          <p:cNvPr id="9" name="框架 8">
            <a:extLst>
              <a:ext uri="{FF2B5EF4-FFF2-40B4-BE49-F238E27FC236}">
                <a16:creationId xmlns:a16="http://schemas.microsoft.com/office/drawing/2014/main" id="{223928CD-6055-E28C-3D04-206AC217BE14}"/>
              </a:ext>
            </a:extLst>
          </p:cNvPr>
          <p:cNvSpPr/>
          <p:nvPr/>
        </p:nvSpPr>
        <p:spPr>
          <a:xfrm>
            <a:off x="6147431" y="1727612"/>
            <a:ext cx="1078173" cy="600501"/>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0" name="框架 9">
            <a:extLst>
              <a:ext uri="{FF2B5EF4-FFF2-40B4-BE49-F238E27FC236}">
                <a16:creationId xmlns:a16="http://schemas.microsoft.com/office/drawing/2014/main" id="{12DB6328-D460-2563-D526-B426508906C2}"/>
              </a:ext>
            </a:extLst>
          </p:cNvPr>
          <p:cNvSpPr/>
          <p:nvPr/>
        </p:nvSpPr>
        <p:spPr>
          <a:xfrm>
            <a:off x="4246199" y="5184455"/>
            <a:ext cx="7094899" cy="1070736"/>
          </a:xfrm>
          <a:prstGeom prst="frame">
            <a:avLst>
              <a:gd name="adj1" fmla="val 5458"/>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3" name="箭號: 彎曲 12">
            <a:extLst>
              <a:ext uri="{FF2B5EF4-FFF2-40B4-BE49-F238E27FC236}">
                <a16:creationId xmlns:a16="http://schemas.microsoft.com/office/drawing/2014/main" id="{60B207F2-E774-71A7-77AD-5F18D4A2C000}"/>
              </a:ext>
            </a:extLst>
          </p:cNvPr>
          <p:cNvSpPr/>
          <p:nvPr/>
        </p:nvSpPr>
        <p:spPr>
          <a:xfrm rot="5400000">
            <a:off x="7078230" y="2194481"/>
            <a:ext cx="836613" cy="40815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aphicFrame>
        <p:nvGraphicFramePr>
          <p:cNvPr id="15" name="表格 15">
            <a:extLst>
              <a:ext uri="{FF2B5EF4-FFF2-40B4-BE49-F238E27FC236}">
                <a16:creationId xmlns:a16="http://schemas.microsoft.com/office/drawing/2014/main" id="{DEF42455-7F1F-2B1E-3FE1-BACB482FC1AA}"/>
              </a:ext>
            </a:extLst>
          </p:cNvPr>
          <p:cNvGraphicFramePr>
            <a:graphicFrameLocks noGrp="1"/>
          </p:cNvGraphicFramePr>
          <p:nvPr>
            <p:extLst>
              <p:ext uri="{D42A27DB-BD31-4B8C-83A1-F6EECF244321}">
                <p14:modId xmlns:p14="http://schemas.microsoft.com/office/powerpoint/2010/main" val="3189847285"/>
              </p:ext>
            </p:extLst>
          </p:nvPr>
        </p:nvGraphicFramePr>
        <p:xfrm>
          <a:off x="179387" y="4100003"/>
          <a:ext cx="3771007" cy="2117601"/>
        </p:xfrm>
        <a:graphic>
          <a:graphicData uri="http://schemas.openxmlformats.org/drawingml/2006/table">
            <a:tbl>
              <a:tblPr firstRow="1" bandRow="1">
                <a:tableStyleId>{91DB7C30-2B5D-4D34-8F22-85940E495A18}</a:tableStyleId>
              </a:tblPr>
              <a:tblGrid>
                <a:gridCol w="1414456">
                  <a:extLst>
                    <a:ext uri="{9D8B030D-6E8A-4147-A177-3AD203B41FA5}">
                      <a16:colId xmlns:a16="http://schemas.microsoft.com/office/drawing/2014/main" val="1391809588"/>
                    </a:ext>
                  </a:extLst>
                </a:gridCol>
                <a:gridCol w="2356551">
                  <a:extLst>
                    <a:ext uri="{9D8B030D-6E8A-4147-A177-3AD203B41FA5}">
                      <a16:colId xmlns:a16="http://schemas.microsoft.com/office/drawing/2014/main" val="1591495909"/>
                    </a:ext>
                  </a:extLst>
                </a:gridCol>
              </a:tblGrid>
              <a:tr h="283721">
                <a:tc>
                  <a:txBody>
                    <a:bodyPr/>
                    <a:lstStyle/>
                    <a:p>
                      <a:r>
                        <a:rPr lang="zh-TW" altLang="en-US" sz="1200"/>
                        <a:t>項目</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zh-TW" altLang="en-US" sz="1200"/>
                        <a:t>設定規則</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702281836"/>
                  </a:ext>
                </a:extLst>
              </a:tr>
              <a:tr h="370840">
                <a:tc>
                  <a:txBody>
                    <a:bodyPr/>
                    <a:lstStyle/>
                    <a:p>
                      <a:r>
                        <a:rPr lang="en-US" altLang="zh-TW" sz="1200"/>
                        <a:t>RSS</a:t>
                      </a:r>
                      <a:r>
                        <a:rPr lang="zh-TW" altLang="en-US" sz="1200"/>
                        <a:t> </a:t>
                      </a:r>
                      <a:r>
                        <a:rPr lang="en-US" altLang="zh-TW" sz="1200"/>
                        <a:t>Feed</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zh-TW" altLang="en-US" sz="1200" b="0" i="0" u="none" strike="noStrike" cap="none">
                          <a:solidFill>
                            <a:srgbClr val="000000"/>
                          </a:solidFill>
                          <a:effectLst/>
                          <a:latin typeface="Arial"/>
                          <a:ea typeface="Arial"/>
                          <a:cs typeface="Arial"/>
                          <a:sym typeface="Arial"/>
                        </a:rPr>
                        <a:t>輸入可公開存取的 </a:t>
                      </a:r>
                      <a:r>
                        <a:rPr lang="en-US" altLang="zh-TW" sz="1200" b="0" i="0" u="none" strike="noStrike" cap="none">
                          <a:solidFill>
                            <a:srgbClr val="000000"/>
                          </a:solidFill>
                          <a:effectLst/>
                          <a:latin typeface="Arial"/>
                          <a:ea typeface="Arial"/>
                          <a:cs typeface="Arial"/>
                          <a:sym typeface="Arial"/>
                        </a:rPr>
                        <a:t>RSS </a:t>
                      </a:r>
                      <a:r>
                        <a:rPr lang="zh-TW" altLang="en-US" sz="1200" b="0" i="0" u="none" strike="noStrike" cap="none">
                          <a:solidFill>
                            <a:srgbClr val="000000"/>
                          </a:solidFill>
                          <a:effectLst/>
                          <a:latin typeface="Arial"/>
                          <a:ea typeface="Arial"/>
                          <a:cs typeface="Arial"/>
                          <a:sym typeface="Arial"/>
                        </a:rPr>
                        <a:t>網址</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69899947"/>
                  </a:ext>
                </a:extLst>
              </a:tr>
              <a:tr h="370840">
                <a:tc>
                  <a:txBody>
                    <a:bodyPr/>
                    <a:lstStyle/>
                    <a:p>
                      <a:r>
                        <a:rPr lang="en-US" altLang="zh-TW" sz="1200" err="1"/>
                        <a:t>Infominer</a:t>
                      </a:r>
                      <a:r>
                        <a:rPr lang="en-US" altLang="zh-TW" sz="1200"/>
                        <a:t> API</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zh-TW" altLang="en-US" sz="1200"/>
                        <a:t>輸入欲查詢和排除的關鍵字後，依照各子公司和大數購買的資料授權蒐集國內外新聞</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67777097"/>
                  </a:ext>
                </a:extLst>
              </a:tr>
              <a:tr h="370840">
                <a:tc>
                  <a:txBody>
                    <a:bodyPr/>
                    <a:lstStyle/>
                    <a:p>
                      <a:r>
                        <a:rPr lang="en-US" altLang="zh-TW" sz="1200"/>
                        <a:t>Web search</a:t>
                      </a:r>
                    </a:p>
                    <a:p>
                      <a:r>
                        <a:rPr lang="en-US" altLang="zh-TW" sz="1200"/>
                        <a:t> (</a:t>
                      </a:r>
                      <a:r>
                        <a:rPr lang="zh-TW" altLang="en-US" sz="1200"/>
                        <a:t>待確認行內可行工具再於平台新增此功能</a:t>
                      </a:r>
                      <a:r>
                        <a:rPr lang="en-US" altLang="zh-TW" sz="1200"/>
                        <a:t>)</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zh-TW" altLang="en-US" sz="1200" b="0" i="0" u="none" strike="noStrike" cap="none">
                          <a:solidFill>
                            <a:srgbClr val="000000"/>
                          </a:solidFill>
                          <a:effectLst/>
                          <a:latin typeface="Arial"/>
                          <a:ea typeface="Arial"/>
                          <a:cs typeface="Arial"/>
                          <a:sym typeface="Arial"/>
                        </a:rPr>
                        <a:t>輸入自然語言查詢字串，並指定搜尋類型和資料回溯天數，可選擇是否要指定網域</a:t>
                      </a:r>
                      <a:endParaRPr lang="zh-TW" altLang="en-US" sz="12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814743789"/>
                  </a:ext>
                </a:extLst>
              </a:tr>
            </a:tbl>
          </a:graphicData>
        </a:graphic>
      </p:graphicFrame>
    </p:spTree>
    <p:extLst>
      <p:ext uri="{BB962C8B-B14F-4D97-AF65-F5344CB8AC3E}">
        <p14:creationId xmlns:p14="http://schemas.microsoft.com/office/powerpoint/2010/main" val="1498060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設定資訊助手篩選條件以整合文章資訊</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338554"/>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使用者可自定義資訊助手欄位，包含名稱、目的、指令內容</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篩選文章</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、監控來源</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依照各單位資料權限</a:t>
            </a:r>
            <a:r>
              <a:rPr lang="en-US" altLang="zh-TW" sz="1600">
                <a:latin typeface="Microsoft JhengHei" panose="020B0604030504040204" pitchFamily="34" charset="-120"/>
                <a:ea typeface="Microsoft JhengHei" panose="020B0604030504040204" pitchFamily="34" charset="-120"/>
              </a:rPr>
              <a:t>)</a:t>
            </a:r>
            <a:r>
              <a:rPr lang="zh-TW" altLang="en-US" sz="1600">
                <a:latin typeface="Microsoft JhengHei" panose="020B0604030504040204" pitchFamily="34" charset="-120"/>
                <a:ea typeface="Microsoft JhengHei" panose="020B0604030504040204" pitchFamily="34" charset="-120"/>
              </a:rPr>
              <a:t>、收錄分數門檻</a:t>
            </a:r>
            <a:endParaRPr lang="en-US" altLang="zh-TW" sz="1600">
              <a:latin typeface="Microsoft JhengHei" panose="020B0604030504040204" pitchFamily="34" charset="-120"/>
              <a:ea typeface="Microsoft JhengHei" panose="020B0604030504040204" pitchFamily="34" charset="-120"/>
            </a:endParaRPr>
          </a:p>
        </p:txBody>
      </p:sp>
      <p:pic>
        <p:nvPicPr>
          <p:cNvPr id="6" name="圖片 5" descr="一張含有 文字, 字型, 數字, 行 的圖片&#10;&#10;自動產生的描述">
            <a:extLst>
              <a:ext uri="{FF2B5EF4-FFF2-40B4-BE49-F238E27FC236}">
                <a16:creationId xmlns:a16="http://schemas.microsoft.com/office/drawing/2014/main" id="{46B7EB1E-6F5D-1845-E8AA-2418D76FA431}"/>
              </a:ext>
            </a:extLst>
          </p:cNvPr>
          <p:cNvPicPr>
            <a:picLocks noChangeAspect="1"/>
          </p:cNvPicPr>
          <p:nvPr/>
        </p:nvPicPr>
        <p:blipFill>
          <a:blip r:embed="rId3"/>
          <a:stretch>
            <a:fillRect/>
          </a:stretch>
        </p:blipFill>
        <p:spPr>
          <a:xfrm>
            <a:off x="272858" y="1553240"/>
            <a:ext cx="6483936" cy="1686848"/>
          </a:xfrm>
          <a:prstGeom prst="rect">
            <a:avLst/>
          </a:prstGeom>
        </p:spPr>
      </p:pic>
      <p:sp>
        <p:nvSpPr>
          <p:cNvPr id="7" name="框架 6">
            <a:extLst>
              <a:ext uri="{FF2B5EF4-FFF2-40B4-BE49-F238E27FC236}">
                <a16:creationId xmlns:a16="http://schemas.microsoft.com/office/drawing/2014/main" id="{CEA17302-AA74-FB70-005C-750216453AFC}"/>
              </a:ext>
            </a:extLst>
          </p:cNvPr>
          <p:cNvSpPr/>
          <p:nvPr/>
        </p:nvSpPr>
        <p:spPr>
          <a:xfrm>
            <a:off x="5934875" y="2042298"/>
            <a:ext cx="821919" cy="430687"/>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pic>
        <p:nvPicPr>
          <p:cNvPr id="9" name="圖片 8" descr="一張含有 文字, 螢幕擷取畫面, 字型, 數字 的圖片&#10;&#10;自動產生的描述">
            <a:extLst>
              <a:ext uri="{FF2B5EF4-FFF2-40B4-BE49-F238E27FC236}">
                <a16:creationId xmlns:a16="http://schemas.microsoft.com/office/drawing/2014/main" id="{F4B40F7E-EAE1-997B-4F5D-1EFABE9A8392}"/>
              </a:ext>
            </a:extLst>
          </p:cNvPr>
          <p:cNvPicPr>
            <a:picLocks noChangeAspect="1"/>
          </p:cNvPicPr>
          <p:nvPr/>
        </p:nvPicPr>
        <p:blipFill>
          <a:blip r:embed="rId4"/>
          <a:stretch>
            <a:fillRect/>
          </a:stretch>
        </p:blipFill>
        <p:spPr>
          <a:xfrm>
            <a:off x="179387" y="3492593"/>
            <a:ext cx="5873788" cy="2730963"/>
          </a:xfrm>
          <a:prstGeom prst="rect">
            <a:avLst/>
          </a:prstGeom>
        </p:spPr>
      </p:pic>
      <p:pic>
        <p:nvPicPr>
          <p:cNvPr id="11" name="圖片 10" descr="一張含有 文字, 螢幕擷取畫面, 軟體, 數字 的圖片&#10;&#10;自動產生的描述">
            <a:extLst>
              <a:ext uri="{FF2B5EF4-FFF2-40B4-BE49-F238E27FC236}">
                <a16:creationId xmlns:a16="http://schemas.microsoft.com/office/drawing/2014/main" id="{41EC94CA-AF25-9F4D-6B56-2556350B8EF6}"/>
              </a:ext>
            </a:extLst>
          </p:cNvPr>
          <p:cNvPicPr>
            <a:picLocks noChangeAspect="1"/>
          </p:cNvPicPr>
          <p:nvPr/>
        </p:nvPicPr>
        <p:blipFill>
          <a:blip r:embed="rId5"/>
          <a:stretch>
            <a:fillRect/>
          </a:stretch>
        </p:blipFill>
        <p:spPr>
          <a:xfrm>
            <a:off x="6908799" y="2726267"/>
            <a:ext cx="4526657" cy="3408625"/>
          </a:xfrm>
          <a:prstGeom prst="rect">
            <a:avLst/>
          </a:prstGeom>
        </p:spPr>
      </p:pic>
      <p:sp>
        <p:nvSpPr>
          <p:cNvPr id="12" name="箭號: 彎曲 11">
            <a:extLst>
              <a:ext uri="{FF2B5EF4-FFF2-40B4-BE49-F238E27FC236}">
                <a16:creationId xmlns:a16="http://schemas.microsoft.com/office/drawing/2014/main" id="{3B77D2B8-B085-AC6A-B44D-F9258038F52A}"/>
              </a:ext>
            </a:extLst>
          </p:cNvPr>
          <p:cNvSpPr/>
          <p:nvPr/>
        </p:nvSpPr>
        <p:spPr>
          <a:xfrm rot="16200000" flipH="1">
            <a:off x="5101801" y="2683964"/>
            <a:ext cx="1062233" cy="377703"/>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4" name="框架 13">
            <a:extLst>
              <a:ext uri="{FF2B5EF4-FFF2-40B4-BE49-F238E27FC236}">
                <a16:creationId xmlns:a16="http://schemas.microsoft.com/office/drawing/2014/main" id="{F1E30215-C0C9-DA58-1D09-718829DFBA9C}"/>
              </a:ext>
            </a:extLst>
          </p:cNvPr>
          <p:cNvSpPr/>
          <p:nvPr/>
        </p:nvSpPr>
        <p:spPr>
          <a:xfrm>
            <a:off x="6832596" y="5040503"/>
            <a:ext cx="1091805" cy="578023"/>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 name="框架 14">
            <a:extLst>
              <a:ext uri="{FF2B5EF4-FFF2-40B4-BE49-F238E27FC236}">
                <a16:creationId xmlns:a16="http://schemas.microsoft.com/office/drawing/2014/main" id="{F23CA567-69DB-6196-F7C9-A91D438362C4}"/>
              </a:ext>
            </a:extLst>
          </p:cNvPr>
          <p:cNvSpPr/>
          <p:nvPr/>
        </p:nvSpPr>
        <p:spPr>
          <a:xfrm>
            <a:off x="6832996" y="3029364"/>
            <a:ext cx="4678663" cy="578023"/>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702101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建立洞見彙報以整合文章產出報告內容</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使用者可以選擇欲採用的資訊助手，並制定洞見彙報之主題和格式，平台會根據使用者的指令產出追蹤報告，將篩選過後的文章變成文字型的報告，提高資料吸收與使用效益</a:t>
            </a:r>
            <a:endParaRPr lang="en-US" altLang="zh-TW" sz="1600">
              <a:latin typeface="Microsoft JhengHei" panose="020B0604030504040204" pitchFamily="34" charset="-120"/>
              <a:ea typeface="Microsoft JhengHei" panose="020B0604030504040204" pitchFamily="34" charset="-120"/>
            </a:endParaRPr>
          </a:p>
        </p:txBody>
      </p:sp>
      <p:pic>
        <p:nvPicPr>
          <p:cNvPr id="4" name="圖片 3" descr="一張含有 文字, 螢幕擷取畫面, 軟體, 字型 的圖片&#10;&#10;自動產生的描述">
            <a:extLst>
              <a:ext uri="{FF2B5EF4-FFF2-40B4-BE49-F238E27FC236}">
                <a16:creationId xmlns:a16="http://schemas.microsoft.com/office/drawing/2014/main" id="{9006B3D7-5CD5-3E30-AD80-FDF07D5AF544}"/>
              </a:ext>
            </a:extLst>
          </p:cNvPr>
          <p:cNvPicPr>
            <a:picLocks noChangeAspect="1"/>
          </p:cNvPicPr>
          <p:nvPr/>
        </p:nvPicPr>
        <p:blipFill>
          <a:blip r:embed="rId3"/>
          <a:stretch>
            <a:fillRect/>
          </a:stretch>
        </p:blipFill>
        <p:spPr>
          <a:xfrm>
            <a:off x="262466" y="1451666"/>
            <a:ext cx="7580337" cy="3413293"/>
          </a:xfrm>
          <a:prstGeom prst="rect">
            <a:avLst/>
          </a:prstGeom>
        </p:spPr>
      </p:pic>
      <p:pic>
        <p:nvPicPr>
          <p:cNvPr id="6" name="圖片 5" descr="一張含有 文字, 螢幕擷取畫面, 字型, 數字 的圖片&#10;&#10;自動產生的描述">
            <a:extLst>
              <a:ext uri="{FF2B5EF4-FFF2-40B4-BE49-F238E27FC236}">
                <a16:creationId xmlns:a16="http://schemas.microsoft.com/office/drawing/2014/main" id="{EE018B00-F29E-2E55-EF3F-885CFFD0A095}"/>
              </a:ext>
            </a:extLst>
          </p:cNvPr>
          <p:cNvPicPr>
            <a:picLocks noChangeAspect="1"/>
          </p:cNvPicPr>
          <p:nvPr/>
        </p:nvPicPr>
        <p:blipFill>
          <a:blip r:embed="rId4"/>
          <a:stretch>
            <a:fillRect/>
          </a:stretch>
        </p:blipFill>
        <p:spPr>
          <a:xfrm>
            <a:off x="5760242" y="2622844"/>
            <a:ext cx="5580856" cy="3464136"/>
          </a:xfrm>
          <a:prstGeom prst="rect">
            <a:avLst/>
          </a:prstGeom>
        </p:spPr>
      </p:pic>
      <p:sp>
        <p:nvSpPr>
          <p:cNvPr id="8" name="箭號: 彎曲 7">
            <a:extLst>
              <a:ext uri="{FF2B5EF4-FFF2-40B4-BE49-F238E27FC236}">
                <a16:creationId xmlns:a16="http://schemas.microsoft.com/office/drawing/2014/main" id="{C3C60FFE-CF62-F221-FB1B-557FC84F6CFE}"/>
              </a:ext>
            </a:extLst>
          </p:cNvPr>
          <p:cNvSpPr/>
          <p:nvPr/>
        </p:nvSpPr>
        <p:spPr>
          <a:xfrm rot="5400000">
            <a:off x="8068829" y="2467688"/>
            <a:ext cx="836613" cy="40815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9" name="框架 8">
            <a:extLst>
              <a:ext uri="{FF2B5EF4-FFF2-40B4-BE49-F238E27FC236}">
                <a16:creationId xmlns:a16="http://schemas.microsoft.com/office/drawing/2014/main" id="{106C8C7B-4901-3210-D943-4E354A8AD630}"/>
              </a:ext>
            </a:extLst>
          </p:cNvPr>
          <p:cNvSpPr/>
          <p:nvPr/>
        </p:nvSpPr>
        <p:spPr>
          <a:xfrm>
            <a:off x="6887752" y="2033225"/>
            <a:ext cx="1087845" cy="507731"/>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1490390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42182" y="1996248"/>
            <a:ext cx="7836121" cy="1061602"/>
          </a:xfrm>
        </p:spPr>
        <p:txBody>
          <a:bodyPr/>
          <a:lstStyle/>
          <a:p>
            <a:pPr>
              <a:lnSpc>
                <a:spcPct val="150000"/>
              </a:lnSpc>
              <a:defRPr/>
            </a:pPr>
            <a:r>
              <a:rPr lang="zh-TW" altLang="en-US" sz="2800"/>
              <a:t>資料系統串接說明</a:t>
            </a:r>
            <a:endParaRPr lang="zh-TW" altLang="en-US" sz="2314"/>
          </a:p>
        </p:txBody>
      </p:sp>
    </p:spTree>
    <p:extLst>
      <p:ext uri="{BB962C8B-B14F-4D97-AF65-F5344CB8AC3E}">
        <p14:creationId xmlns:p14="http://schemas.microsoft.com/office/powerpoint/2010/main" val="20160954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F1C9A-CB1C-4442-8F53-894FC5EE1F2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2930CFD-B623-0CA4-ADD8-424E3CCF7711}"/>
              </a:ext>
            </a:extLst>
          </p:cNvPr>
          <p:cNvSpPr>
            <a:spLocks noGrp="1"/>
          </p:cNvSpPr>
          <p:nvPr>
            <p:ph type="title"/>
          </p:nvPr>
        </p:nvSpPr>
        <p:spPr/>
        <p:txBody>
          <a:bodyPr/>
          <a:lstStyle/>
          <a:p>
            <a:r>
              <a:rPr lang="zh-TW" altLang="en-US" b="1"/>
              <a:t>專案技術堆疊與系統邊界概覽</a:t>
            </a:r>
            <a:endParaRPr lang="zh-TW" altLang="en-US" b="1">
              <a:solidFill>
                <a:srgbClr val="FF0000"/>
              </a:solidFill>
            </a:endParaRPr>
          </a:p>
        </p:txBody>
      </p:sp>
      <p:pic>
        <p:nvPicPr>
          <p:cNvPr id="5" name="圖片 4" descr="一張含有 文字, 圖表, 行, 繪圖 的圖片&#10;&#10;AI 產生的內容可能不正確。">
            <a:extLst>
              <a:ext uri="{FF2B5EF4-FFF2-40B4-BE49-F238E27FC236}">
                <a16:creationId xmlns:a16="http://schemas.microsoft.com/office/drawing/2014/main" id="{150A3333-2E9E-53E8-3386-E479E685CB01}"/>
              </a:ext>
            </a:extLst>
          </p:cNvPr>
          <p:cNvPicPr>
            <a:picLocks noChangeAspect="1"/>
          </p:cNvPicPr>
          <p:nvPr/>
        </p:nvPicPr>
        <p:blipFill>
          <a:blip r:embed="rId3"/>
          <a:stretch>
            <a:fillRect/>
          </a:stretch>
        </p:blipFill>
        <p:spPr>
          <a:xfrm>
            <a:off x="179388" y="821577"/>
            <a:ext cx="7564251" cy="2376000"/>
          </a:xfrm>
          <a:prstGeom prst="rect">
            <a:avLst/>
          </a:prstGeom>
        </p:spPr>
      </p:pic>
      <p:graphicFrame>
        <p:nvGraphicFramePr>
          <p:cNvPr id="6" name="表格 5">
            <a:extLst>
              <a:ext uri="{FF2B5EF4-FFF2-40B4-BE49-F238E27FC236}">
                <a16:creationId xmlns:a16="http://schemas.microsoft.com/office/drawing/2014/main" id="{A6D875ED-79BE-926A-8A41-9358C217043F}"/>
              </a:ext>
            </a:extLst>
          </p:cNvPr>
          <p:cNvGraphicFramePr>
            <a:graphicFrameLocks noGrp="1"/>
          </p:cNvGraphicFramePr>
          <p:nvPr>
            <p:extLst>
              <p:ext uri="{D42A27DB-BD31-4B8C-83A1-F6EECF244321}">
                <p14:modId xmlns:p14="http://schemas.microsoft.com/office/powerpoint/2010/main" val="1489709621"/>
              </p:ext>
            </p:extLst>
          </p:nvPr>
        </p:nvGraphicFramePr>
        <p:xfrm>
          <a:off x="179388" y="3407155"/>
          <a:ext cx="11161711" cy="2743200"/>
        </p:xfrm>
        <a:graphic>
          <a:graphicData uri="http://schemas.openxmlformats.org/drawingml/2006/table">
            <a:tbl>
              <a:tblPr/>
              <a:tblGrid>
                <a:gridCol w="1662935">
                  <a:extLst>
                    <a:ext uri="{9D8B030D-6E8A-4147-A177-3AD203B41FA5}">
                      <a16:colId xmlns:a16="http://schemas.microsoft.com/office/drawing/2014/main" val="4151773850"/>
                    </a:ext>
                  </a:extLst>
                </a:gridCol>
                <a:gridCol w="3251162">
                  <a:extLst>
                    <a:ext uri="{9D8B030D-6E8A-4147-A177-3AD203B41FA5}">
                      <a16:colId xmlns:a16="http://schemas.microsoft.com/office/drawing/2014/main" val="2795049291"/>
                    </a:ext>
                  </a:extLst>
                </a:gridCol>
                <a:gridCol w="6247614">
                  <a:extLst>
                    <a:ext uri="{9D8B030D-6E8A-4147-A177-3AD203B41FA5}">
                      <a16:colId xmlns:a16="http://schemas.microsoft.com/office/drawing/2014/main" val="2931572429"/>
                    </a:ext>
                  </a:extLst>
                </a:gridCol>
              </a:tblGrid>
              <a:tr h="230333">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系統元件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技術 </a:t>
                      </a:r>
                      <a:r>
                        <a:rPr lang="en-US" altLang="zh-TW" sz="1200" b="1">
                          <a:solidFill>
                            <a:srgbClr val="000000"/>
                          </a:solidFill>
                          <a:effectLst/>
                          <a:latin typeface="Microsoft JhengHei" panose="020B0604030504040204" pitchFamily="34" charset="-120"/>
                          <a:ea typeface="Microsoft JhengHei" panose="020B0604030504040204" pitchFamily="34" charset="-120"/>
                        </a:rPr>
                        <a:t>/ </a:t>
                      </a:r>
                      <a:r>
                        <a:rPr lang="zh-TW" altLang="en-US" sz="1200" b="1">
                          <a:solidFill>
                            <a:srgbClr val="000000"/>
                          </a:solidFill>
                          <a:effectLst/>
                          <a:latin typeface="Microsoft JhengHei" panose="020B0604030504040204" pitchFamily="34" charset="-120"/>
                          <a:ea typeface="Microsoft JhengHei" panose="020B0604030504040204" pitchFamily="34" charset="-120"/>
                        </a:rPr>
                        <a:t>服務</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說明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179448047"/>
                  </a:ext>
                </a:extLst>
              </a:tr>
              <a:tr h="230333">
                <a:tc>
                  <a:txBody>
                    <a:bodyPr/>
                    <a:lstStyle/>
                    <a:p>
                      <a:pPr>
                        <a:buNone/>
                      </a:pPr>
                      <a:r>
                        <a:rPr lang="en" sz="1200" b="0" err="1">
                          <a:effectLst/>
                          <a:latin typeface="Microsoft JhengHei" panose="020B0604030504040204" pitchFamily="34" charset="-120"/>
                          <a:ea typeface="Microsoft JhengHei" panose="020B0604030504040204" pitchFamily="34" charset="-120"/>
                        </a:rPr>
                        <a:t>InfoGather</a:t>
                      </a:r>
                      <a:r>
                        <a:rPr lang="en" sz="1200" b="0">
                          <a:effectLst/>
                          <a:latin typeface="Microsoft JhengHei" panose="020B0604030504040204" pitchFamily="34" charset="-120"/>
                          <a:ea typeface="Microsoft JhengHei" panose="020B0604030504040204" pitchFamily="34" charset="-120"/>
                        </a:rPr>
                        <a:t> Web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Angular </a:t>
                      </a:r>
                      <a:r>
                        <a:rPr lang="zh-TW" altLang="en-US" sz="1200" b="0">
                          <a:effectLst/>
                          <a:latin typeface="Microsoft JhengHei" panose="020B0604030504040204" pitchFamily="34" charset="-120"/>
                          <a:ea typeface="Microsoft JhengHei" panose="020B0604030504040204" pitchFamily="34" charset="-120"/>
                        </a:rPr>
                        <a:t>前端網頁應用程式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提供 </a:t>
                      </a:r>
                      <a:r>
                        <a:rPr lang="en" sz="1200" b="0">
                          <a:effectLst/>
                          <a:latin typeface="Microsoft JhengHei" panose="020B0604030504040204" pitchFamily="34" charset="-120"/>
                          <a:ea typeface="Microsoft JhengHei" panose="020B0604030504040204" pitchFamily="34" charset="-120"/>
                        </a:rPr>
                        <a:t>UI，</a:t>
                      </a:r>
                      <a:r>
                        <a:rPr lang="zh-TW" altLang="en-US" sz="1200" b="0">
                          <a:effectLst/>
                          <a:latin typeface="Microsoft JhengHei" panose="020B0604030504040204" pitchFamily="34" charset="-120"/>
                          <a:ea typeface="Microsoft JhengHei" panose="020B0604030504040204" pitchFamily="34" charset="-120"/>
                        </a:rPr>
                        <a:t>讓使用者瀏覽資料、管理資料來源</a:t>
                      </a:r>
                      <a:r>
                        <a:rPr lang="en" sz="1200" b="0">
                          <a:effectLst/>
                          <a:latin typeface="Microsoft JhengHei" panose="020B0604030504040204" pitchFamily="34" charset="-120"/>
                          <a:ea typeface="Microsoft JhengHei" panose="020B0604030504040204" pitchFamily="34" charset="-120"/>
                        </a:rPr>
                        <a:t>、資訊助手、洞見彙報</a:t>
                      </a:r>
                      <a:r>
                        <a:rPr lang="zh-TW" altLang="en-US" sz="1200" b="0">
                          <a:effectLst/>
                          <a:latin typeface="Microsoft JhengHei" panose="020B0604030504040204" pitchFamily="34" charset="-120"/>
                          <a:ea typeface="Microsoft JhengHei" panose="020B0604030504040204" pitchFamily="34" charset="-120"/>
                        </a:rPr>
                        <a:t>與通知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06164441"/>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InfoGather API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Node.js </a:t>
                      </a:r>
                      <a:r>
                        <a:rPr lang="zh-TW" altLang="en-US" sz="1200" b="0">
                          <a:effectLst/>
                          <a:latin typeface="Microsoft JhengHei" panose="020B0604030504040204" pitchFamily="34" charset="-120"/>
                          <a:ea typeface="Microsoft JhengHei" panose="020B0604030504040204" pitchFamily="34" charset="-120"/>
                        </a:rPr>
                        <a:t>後端 </a:t>
                      </a:r>
                      <a:r>
                        <a:rPr lang="en" sz="1200" b="0">
                          <a:effectLst/>
                          <a:latin typeface="Microsoft JhengHei" panose="020B0604030504040204" pitchFamily="34" charset="-120"/>
                          <a:ea typeface="Microsoft JhengHei" panose="020B0604030504040204" pitchFamily="34" charset="-120"/>
                        </a:rPr>
                        <a:t>API</a:t>
                      </a:r>
                      <a:r>
                        <a:rPr lang="zh-TW" altLang="en-US" sz="1200" b="0">
                          <a:effectLst/>
                          <a:latin typeface="Microsoft JhengHei" panose="020B0604030504040204" pitchFamily="34" charset="-120"/>
                          <a:ea typeface="Microsoft JhengHei" panose="020B0604030504040204" pitchFamily="34" charset="-120"/>
                        </a:rPr>
                        <a:t> </a:t>
                      </a:r>
                      <a:r>
                        <a:rPr lang="en-US" altLang="zh-TW" sz="1200" b="0">
                          <a:effectLst/>
                          <a:latin typeface="Microsoft JhengHei" panose="020B0604030504040204" pitchFamily="34" charset="-120"/>
                          <a:ea typeface="Microsoft JhengHei" panose="020B0604030504040204" pitchFamily="34" charset="-120"/>
                        </a:rPr>
                        <a:t>(Docker container)</a:t>
                      </a:r>
                      <a:endParaRPr lang="en"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負責業務邏輯、權限驗證、資料存取、對外 </a:t>
                      </a:r>
                      <a:r>
                        <a:rPr lang="en" sz="1200" b="0">
                          <a:effectLst/>
                          <a:latin typeface="Microsoft JhengHei" panose="020B0604030504040204" pitchFamily="34" charset="-120"/>
                          <a:ea typeface="Microsoft JhengHei" panose="020B0604030504040204" pitchFamily="34" charset="-120"/>
                        </a:rPr>
                        <a:t>API、</a:t>
                      </a:r>
                      <a:r>
                        <a:rPr lang="zh-TW" altLang="en-US" sz="1200" b="0">
                          <a:effectLst/>
                          <a:latin typeface="Microsoft JhengHei" panose="020B0604030504040204" pitchFamily="34" charset="-120"/>
                          <a:ea typeface="Microsoft JhengHei" panose="020B0604030504040204" pitchFamily="34" charset="-120"/>
                        </a:rPr>
                        <a:t>觸發背景工作</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7797231"/>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Scheduler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altLang="zh-TW" sz="1200" b="0">
                          <a:effectLst/>
                          <a:latin typeface="Microsoft JhengHei" panose="020B0604030504040204" pitchFamily="34" charset="-120"/>
                          <a:ea typeface="Microsoft JhengHei" panose="020B0604030504040204" pitchFamily="34" charset="-120"/>
                        </a:rPr>
                        <a:t>Node.js </a:t>
                      </a:r>
                      <a:r>
                        <a:rPr lang="zh-TW" altLang="en-US" sz="1200" b="0">
                          <a:effectLst/>
                          <a:latin typeface="Microsoft JhengHei" panose="020B0604030504040204" pitchFamily="34" charset="-120"/>
                          <a:ea typeface="Microsoft JhengHei" panose="020B0604030504040204" pitchFamily="34" charset="-120"/>
                        </a:rPr>
                        <a:t>排程服務  </a:t>
                      </a:r>
                      <a:r>
                        <a:rPr lang="en-US" altLang="zh-TW" sz="1200" b="0">
                          <a:effectLst/>
                          <a:latin typeface="Microsoft JhengHei" panose="020B0604030504040204" pitchFamily="34" charset="-120"/>
                          <a:ea typeface="Microsoft JhengHei" panose="020B0604030504040204" pitchFamily="34" charset="-120"/>
                        </a:rPr>
                        <a:t>(Docker container)</a:t>
                      </a:r>
                      <a:endParaRPr lang="zh-TW" altLang="en-US"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定期掃描 </a:t>
                      </a:r>
                      <a:r>
                        <a:rPr lang="en" sz="1200" b="0">
                          <a:effectLst/>
                          <a:latin typeface="Microsoft JhengHei" panose="020B0604030504040204" pitchFamily="34" charset="-120"/>
                          <a:ea typeface="Microsoft JhengHei" panose="020B0604030504040204" pitchFamily="34" charset="-120"/>
                        </a:rPr>
                        <a:t>feeds </a:t>
                      </a:r>
                      <a:r>
                        <a:rPr lang="zh-TW" altLang="en-US" sz="1200" b="0">
                          <a:effectLst/>
                          <a:latin typeface="Microsoft JhengHei" panose="020B0604030504040204" pitchFamily="34" charset="-120"/>
                          <a:ea typeface="Microsoft JhengHei" panose="020B0604030504040204" pitchFamily="34" charset="-120"/>
                        </a:rPr>
                        <a:t>或工作條件，將待處理任務送進佇列</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81969671"/>
                  </a:ext>
                </a:extLst>
              </a:tr>
              <a:tr h="248668">
                <a:tc>
                  <a:txBody>
                    <a:bodyPr/>
                    <a:lstStyle/>
                    <a:p>
                      <a:pPr>
                        <a:buNone/>
                      </a:pPr>
                      <a:r>
                        <a:rPr lang="en" sz="1200" b="0">
                          <a:effectLst/>
                          <a:latin typeface="Microsoft JhengHei" panose="020B0604030504040204" pitchFamily="34" charset="-120"/>
                          <a:ea typeface="Microsoft JhengHei" panose="020B0604030504040204" pitchFamily="34" charset="-120"/>
                        </a:rPr>
                        <a:t>Workers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altLang="zh-TW" sz="1200" b="0">
                          <a:effectLst/>
                          <a:latin typeface="Microsoft JhengHei" panose="020B0604030504040204" pitchFamily="34" charset="-120"/>
                          <a:ea typeface="Microsoft JhengHei" panose="020B0604030504040204" pitchFamily="34" charset="-120"/>
                        </a:rPr>
                        <a:t>Node.js </a:t>
                      </a:r>
                      <a:r>
                        <a:rPr lang="zh-TW" altLang="en-US" sz="1200" b="0">
                          <a:effectLst/>
                          <a:latin typeface="Microsoft JhengHei" panose="020B0604030504040204" pitchFamily="34" charset="-120"/>
                          <a:ea typeface="Microsoft JhengHei" panose="020B0604030504040204" pitchFamily="34" charset="-120"/>
                        </a:rPr>
                        <a:t>工作執行服務  </a:t>
                      </a:r>
                      <a:r>
                        <a:rPr lang="en-US" altLang="zh-TW" sz="1200" b="0">
                          <a:effectLst/>
                          <a:latin typeface="Microsoft JhengHei" panose="020B0604030504040204" pitchFamily="34" charset="-120"/>
                          <a:ea typeface="Microsoft JhengHei" panose="020B0604030504040204" pitchFamily="34" charset="-120"/>
                        </a:rPr>
                        <a:t>(Docker container)</a:t>
                      </a:r>
                      <a:endParaRPr lang="en"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非同步處理 </a:t>
                      </a:r>
                      <a:r>
                        <a:rPr lang="en" sz="1200" b="0">
                          <a:effectLst/>
                          <a:latin typeface="Microsoft JhengHei" panose="020B0604030504040204" pitchFamily="34" charset="-120"/>
                          <a:ea typeface="Microsoft JhengHei" panose="020B0604030504040204" pitchFamily="34" charset="-120"/>
                        </a:rPr>
                        <a:t>ingestion、</a:t>
                      </a:r>
                      <a:r>
                        <a:rPr lang="zh-TW" altLang="en-US" sz="1200" b="0">
                          <a:effectLst/>
                          <a:latin typeface="Microsoft JhengHei" panose="020B0604030504040204" pitchFamily="34" charset="-120"/>
                          <a:ea typeface="Microsoft JhengHei" panose="020B0604030504040204" pitchFamily="34" charset="-120"/>
                        </a:rPr>
                        <a:t>文章分析、</a:t>
                      </a:r>
                      <a:r>
                        <a:rPr lang="en" sz="1200" b="0">
                          <a:effectLst/>
                          <a:latin typeface="Microsoft JhengHei" panose="020B0604030504040204" pitchFamily="34" charset="-120"/>
                          <a:ea typeface="Microsoft JhengHei" panose="020B0604030504040204" pitchFamily="34" charset="-120"/>
                        </a:rPr>
                        <a:t>assistant </a:t>
                      </a:r>
                      <a:r>
                        <a:rPr lang="en" sz="1200" b="0" err="1">
                          <a:effectLst/>
                          <a:latin typeface="Microsoft JhengHei" panose="020B0604030504040204" pitchFamily="34" charset="-120"/>
                          <a:ea typeface="Microsoft JhengHei" panose="020B0604030504040204" pitchFamily="34" charset="-120"/>
                        </a:rPr>
                        <a:t>curation、brief</a:t>
                      </a:r>
                      <a:r>
                        <a:rPr lang="en" sz="1200" b="0">
                          <a:effectLst/>
                          <a:latin typeface="Microsoft JhengHei" panose="020B0604030504040204" pitchFamily="34" charset="-120"/>
                          <a:ea typeface="Microsoft JhengHei" panose="020B0604030504040204" pitchFamily="34" charset="-120"/>
                        </a:rPr>
                        <a:t> generation </a:t>
                      </a:r>
                      <a:r>
                        <a:rPr lang="zh-TW" altLang="en-US" sz="1200" b="0">
                          <a:effectLst/>
                          <a:latin typeface="Microsoft JhengHei" panose="020B0604030504040204" pitchFamily="34" charset="-120"/>
                          <a:ea typeface="Microsoft JhengHei" panose="020B0604030504040204" pitchFamily="34" charset="-120"/>
                        </a:rPr>
                        <a:t>等背景任務</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27072871"/>
                  </a:ext>
                </a:extLst>
              </a:tr>
              <a:tr h="248668">
                <a:tc>
                  <a:txBody>
                    <a:bodyPr/>
                    <a:lstStyle/>
                    <a:p>
                      <a:pPr>
                        <a:buNone/>
                      </a:pPr>
                      <a:r>
                        <a:rPr lang="en" sz="1200" b="0">
                          <a:effectLst/>
                          <a:latin typeface="Microsoft JhengHei" panose="020B0604030504040204" pitchFamily="34" charset="-120"/>
                          <a:ea typeface="Microsoft JhengHei" panose="020B0604030504040204" pitchFamily="34" charset="-120"/>
                        </a:rPr>
                        <a:t>MongoDB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數據持久化資料庫</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儲存 </a:t>
                      </a:r>
                      <a:r>
                        <a:rPr lang="en" sz="1200" b="0">
                          <a:effectLst/>
                          <a:latin typeface="Microsoft JhengHei" panose="020B0604030504040204" pitchFamily="34" charset="-120"/>
                          <a:ea typeface="Microsoft JhengHei" panose="020B0604030504040204" pitchFamily="34" charset="-120"/>
                        </a:rPr>
                        <a:t>feeds、articles、assistants、briefs、notifications、workspace </a:t>
                      </a:r>
                      <a:r>
                        <a:rPr lang="zh-TW" altLang="en-US" sz="1200" b="0">
                          <a:effectLst/>
                          <a:latin typeface="Microsoft JhengHei" panose="020B0604030504040204" pitchFamily="34" charset="-120"/>
                          <a:ea typeface="Microsoft JhengHei" panose="020B0604030504040204" pitchFamily="34" charset="-120"/>
                        </a:rPr>
                        <a:t>資料</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87244742"/>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Redis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Queue / Cache </a:t>
                      </a:r>
                      <a:r>
                        <a:rPr lang="zh-TW" altLang="en-US" sz="1200" b="0">
                          <a:effectLst/>
                          <a:latin typeface="Microsoft JhengHei" panose="020B0604030504040204" pitchFamily="34" charset="-120"/>
                          <a:ea typeface="Microsoft JhengHei" panose="020B0604030504040204" pitchFamily="34" charset="-120"/>
                        </a:rPr>
                        <a:t>基礎設施</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作為 </a:t>
                      </a:r>
                      <a:r>
                        <a:rPr lang="en" sz="1200" b="0">
                          <a:effectLst/>
                          <a:latin typeface="Microsoft JhengHei" panose="020B0604030504040204" pitchFamily="34" charset="-120"/>
                          <a:ea typeface="Microsoft JhengHei" panose="020B0604030504040204" pitchFamily="34" charset="-120"/>
                        </a:rPr>
                        <a:t>BullMQ </a:t>
                      </a:r>
                      <a:r>
                        <a:rPr lang="zh-TW" altLang="en-US" sz="1200" b="0">
                          <a:effectLst/>
                          <a:latin typeface="Microsoft JhengHei" panose="020B0604030504040204" pitchFamily="34" charset="-120"/>
                          <a:ea typeface="Microsoft JhengHei" panose="020B0604030504040204" pitchFamily="34" charset="-120"/>
                        </a:rPr>
                        <a:t>的底層佇列儲存，也可支援快取或工作狀態管理</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06777699"/>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Copilot CLI Server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Github Copilot CLI </a:t>
                      </a:r>
                      <a:r>
                        <a:rPr lang="zh-TW" altLang="en-US" sz="1200" b="0">
                          <a:effectLst/>
                          <a:latin typeface="Microsoft JhengHei" panose="020B0604030504040204" pitchFamily="34" charset="-120"/>
                          <a:ea typeface="Microsoft JhengHei" panose="020B0604030504040204" pitchFamily="34" charset="-120"/>
                        </a:rPr>
                        <a:t> </a:t>
                      </a:r>
                      <a:r>
                        <a:rPr lang="en-US" altLang="zh-TW" sz="1200" b="0">
                          <a:effectLst/>
                          <a:latin typeface="Microsoft JhengHei" panose="020B0604030504040204" pitchFamily="34" charset="-120"/>
                          <a:ea typeface="Microsoft JhengHei" panose="020B0604030504040204" pitchFamily="34" charset="-120"/>
                        </a:rPr>
                        <a:t>(Docker container)</a:t>
                      </a:r>
                      <a:endParaRPr lang="en"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作為 </a:t>
                      </a:r>
                      <a:r>
                        <a:rPr lang="en" sz="1200" b="0">
                          <a:effectLst/>
                          <a:latin typeface="Microsoft JhengHei" panose="020B0604030504040204" pitchFamily="34" charset="-120"/>
                          <a:ea typeface="Microsoft JhengHei" panose="020B0604030504040204" pitchFamily="34" charset="-120"/>
                        </a:rPr>
                        <a:t>AI </a:t>
                      </a:r>
                      <a:r>
                        <a:rPr lang="zh-TW" altLang="en-US" sz="1200" b="0">
                          <a:effectLst/>
                          <a:latin typeface="Microsoft JhengHei" panose="020B0604030504040204" pitchFamily="34" charset="-120"/>
                          <a:ea typeface="Microsoft JhengHei" panose="020B0604030504040204" pitchFamily="34" charset="-120"/>
                        </a:rPr>
                        <a:t>執行入口，讓 </a:t>
                      </a:r>
                      <a:r>
                        <a:rPr lang="en" sz="1200" b="0">
                          <a:effectLst/>
                          <a:latin typeface="Microsoft JhengHei" panose="020B0604030504040204" pitchFamily="34" charset="-120"/>
                          <a:ea typeface="Microsoft JhengHei" panose="020B0604030504040204" pitchFamily="34" charset="-120"/>
                        </a:rPr>
                        <a:t>API </a:t>
                      </a:r>
                      <a:r>
                        <a:rPr lang="zh-TW" altLang="en-US" sz="1200" b="0">
                          <a:effectLst/>
                          <a:latin typeface="Microsoft JhengHei" panose="020B0604030504040204" pitchFamily="34" charset="-120"/>
                          <a:ea typeface="Microsoft JhengHei" panose="020B0604030504040204" pitchFamily="34" charset="-120"/>
                        </a:rPr>
                        <a:t>可以透過它與模型能力互動</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81382660"/>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LLM Providers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LLM </a:t>
                      </a:r>
                      <a:r>
                        <a:rPr lang="zh-TW" altLang="en-US" sz="1200" b="0">
                          <a:effectLst/>
                          <a:latin typeface="Microsoft JhengHei" panose="020B0604030504040204" pitchFamily="34" charset="-120"/>
                          <a:ea typeface="Microsoft JhengHei" panose="020B0604030504040204" pitchFamily="34" charset="-120"/>
                        </a:rPr>
                        <a:t>供應商</a:t>
                      </a:r>
                      <a:r>
                        <a:rPr lang="en-US" altLang="zh-TW" sz="1200" b="0">
                          <a:effectLst/>
                          <a:latin typeface="Microsoft JhengHei" panose="020B0604030504040204" pitchFamily="34" charset="-120"/>
                          <a:ea typeface="Microsoft JhengHei" panose="020B0604030504040204" pitchFamily="34" charset="-120"/>
                        </a:rPr>
                        <a:t> (Azure OpenAI</a:t>
                      </a:r>
                      <a:r>
                        <a:rPr lang="zh-TW" altLang="en-US" sz="1200" b="0">
                          <a:effectLst/>
                          <a:latin typeface="Microsoft JhengHei" panose="020B0604030504040204" pitchFamily="34" charset="-120"/>
                          <a:ea typeface="Microsoft JhengHei" panose="020B0604030504040204" pitchFamily="34" charset="-120"/>
                        </a:rPr>
                        <a:t> </a:t>
                      </a:r>
                      <a:r>
                        <a:rPr lang="en-US" altLang="zh-TW" sz="1200" b="0">
                          <a:effectLst/>
                          <a:latin typeface="Microsoft JhengHei" panose="020B0604030504040204" pitchFamily="34" charset="-120"/>
                          <a:ea typeface="Microsoft JhengHei" panose="020B0604030504040204" pitchFamily="34" charset="-120"/>
                        </a:rPr>
                        <a:t>/ </a:t>
                      </a:r>
                      <a:r>
                        <a:rPr lang="en-US" altLang="zh-TW" sz="1200" b="0" err="1">
                          <a:effectLst/>
                          <a:latin typeface="Microsoft JhengHei" panose="020B0604030504040204" pitchFamily="34" charset="-120"/>
                          <a:ea typeface="Microsoft JhengHei" panose="020B0604030504040204" pitchFamily="34" charset="-120"/>
                        </a:rPr>
                        <a:t>LiteLLM</a:t>
                      </a:r>
                      <a:r>
                        <a:rPr lang="en-US" altLang="zh-TW" sz="1200" b="0">
                          <a:effectLst/>
                          <a:latin typeface="Microsoft JhengHei" panose="020B0604030504040204" pitchFamily="34" charset="-120"/>
                          <a:ea typeface="Microsoft JhengHei" panose="020B0604030504040204" pitchFamily="34" charset="-120"/>
                        </a:rPr>
                        <a:t>)</a:t>
                      </a:r>
                      <a:endParaRPr lang="zh-TW" altLang="en-US"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提供文章判讀、摘要、分類、助理推理等 </a:t>
                      </a:r>
                      <a:r>
                        <a:rPr lang="en" sz="1200" b="0">
                          <a:effectLst/>
                          <a:latin typeface="Microsoft JhengHei" panose="020B0604030504040204" pitchFamily="34" charset="-120"/>
                          <a:ea typeface="Microsoft JhengHei" panose="020B0604030504040204" pitchFamily="34" charset="-120"/>
                        </a:rPr>
                        <a:t>AI </a:t>
                      </a:r>
                      <a:r>
                        <a:rPr lang="zh-TW" altLang="en-US" sz="1200" b="0">
                          <a:effectLst/>
                          <a:latin typeface="Microsoft JhengHei" panose="020B0604030504040204" pitchFamily="34" charset="-120"/>
                          <a:ea typeface="Microsoft JhengHei" panose="020B0604030504040204" pitchFamily="34" charset="-120"/>
                        </a:rPr>
                        <a:t>能力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4247835"/>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Data Sources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RSS、</a:t>
                      </a:r>
                      <a:r>
                        <a:rPr lang="zh-TW" altLang="en-US" sz="1200" b="0">
                          <a:effectLst/>
                          <a:latin typeface="Microsoft JhengHei" panose="020B0604030504040204" pitchFamily="34" charset="-120"/>
                          <a:ea typeface="Microsoft JhengHei" panose="020B0604030504040204" pitchFamily="34" charset="-120"/>
                        </a:rPr>
                        <a:t>搜尋來源、外部內容來源</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buNone/>
                      </a:pPr>
                      <a:r>
                        <a:rPr lang="zh-TW" altLang="en-US" sz="1200" b="0">
                          <a:effectLst/>
                          <a:latin typeface="Microsoft JhengHei" panose="020B0604030504040204" pitchFamily="34" charset="-120"/>
                          <a:ea typeface="Microsoft JhengHei" panose="020B0604030504040204" pitchFamily="34" charset="-120"/>
                        </a:rPr>
                        <a:t>系統擷取資訊的來源，提供文章或原始資料給 </a:t>
                      </a:r>
                      <a:r>
                        <a:rPr lang="en" sz="1200" b="0">
                          <a:effectLst/>
                          <a:latin typeface="Microsoft JhengHei" panose="020B0604030504040204" pitchFamily="34" charset="-120"/>
                          <a:ea typeface="Microsoft JhengHei" panose="020B0604030504040204" pitchFamily="34" charset="-120"/>
                        </a:rPr>
                        <a:t>API / Scheduler </a:t>
                      </a:r>
                      <a:r>
                        <a:rPr lang="zh-TW" altLang="en-US" sz="1200" b="0">
                          <a:effectLst/>
                          <a:latin typeface="Microsoft JhengHei" panose="020B0604030504040204" pitchFamily="34" charset="-120"/>
                          <a:ea typeface="Microsoft JhengHei" panose="020B0604030504040204" pitchFamily="34" charset="-120"/>
                        </a:rPr>
                        <a:t>處理</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37821277"/>
                  </a:ext>
                </a:extLst>
              </a:tr>
            </a:tbl>
          </a:graphicData>
        </a:graphic>
      </p:graphicFrame>
      <p:graphicFrame>
        <p:nvGraphicFramePr>
          <p:cNvPr id="8" name="表格 7">
            <a:extLst>
              <a:ext uri="{FF2B5EF4-FFF2-40B4-BE49-F238E27FC236}">
                <a16:creationId xmlns:a16="http://schemas.microsoft.com/office/drawing/2014/main" id="{99C5419B-25E2-F61E-F19F-3718BB4EA84F}"/>
              </a:ext>
            </a:extLst>
          </p:cNvPr>
          <p:cNvGraphicFramePr>
            <a:graphicFrameLocks noGrp="1"/>
          </p:cNvGraphicFramePr>
          <p:nvPr>
            <p:extLst>
              <p:ext uri="{D42A27DB-BD31-4B8C-83A1-F6EECF244321}">
                <p14:modId xmlns:p14="http://schemas.microsoft.com/office/powerpoint/2010/main" val="1159248397"/>
              </p:ext>
            </p:extLst>
          </p:nvPr>
        </p:nvGraphicFramePr>
        <p:xfrm>
          <a:off x="7947872" y="1003017"/>
          <a:ext cx="3393227" cy="2194560"/>
        </p:xfrm>
        <a:graphic>
          <a:graphicData uri="http://schemas.openxmlformats.org/drawingml/2006/table">
            <a:tbl>
              <a:tblPr/>
              <a:tblGrid>
                <a:gridCol w="1216343">
                  <a:extLst>
                    <a:ext uri="{9D8B030D-6E8A-4147-A177-3AD203B41FA5}">
                      <a16:colId xmlns:a16="http://schemas.microsoft.com/office/drawing/2014/main" val="911338968"/>
                    </a:ext>
                  </a:extLst>
                </a:gridCol>
                <a:gridCol w="2176884">
                  <a:extLst>
                    <a:ext uri="{9D8B030D-6E8A-4147-A177-3AD203B41FA5}">
                      <a16:colId xmlns:a16="http://schemas.microsoft.com/office/drawing/2014/main" val="1628092828"/>
                    </a:ext>
                  </a:extLst>
                </a:gridCol>
              </a:tblGrid>
              <a:tr h="230333">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技術堆疊</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zh-TW" altLang="en-US" sz="1200" b="1">
                          <a:solidFill>
                            <a:srgbClr val="000000"/>
                          </a:solidFill>
                          <a:effectLst/>
                          <a:latin typeface="Microsoft JhengHei" panose="020B0604030504040204" pitchFamily="34" charset="-120"/>
                          <a:ea typeface="Microsoft JhengHei" panose="020B0604030504040204" pitchFamily="34" charset="-120"/>
                        </a:rPr>
                        <a:t>工具 </a:t>
                      </a:r>
                      <a:r>
                        <a:rPr lang="en-US" altLang="zh-TW" sz="1200" b="1">
                          <a:solidFill>
                            <a:srgbClr val="000000"/>
                          </a:solidFill>
                          <a:effectLst/>
                          <a:latin typeface="Microsoft JhengHei" panose="020B0604030504040204" pitchFamily="34" charset="-120"/>
                          <a:ea typeface="Microsoft JhengHei" panose="020B0604030504040204" pitchFamily="34" charset="-120"/>
                        </a:rPr>
                        <a:t>/ </a:t>
                      </a:r>
                      <a:r>
                        <a:rPr lang="zh-TW" altLang="en-US" sz="1200" b="1">
                          <a:solidFill>
                            <a:srgbClr val="000000"/>
                          </a:solidFill>
                          <a:effectLst/>
                          <a:latin typeface="Microsoft JhengHei" panose="020B0604030504040204" pitchFamily="34" charset="-120"/>
                          <a:ea typeface="Microsoft JhengHei" panose="020B0604030504040204" pitchFamily="34" charset="-120"/>
                        </a:rPr>
                        <a:t>版本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66985401"/>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Programming</a:t>
                      </a:r>
                    </a:p>
                    <a:p>
                      <a:pPr>
                        <a:buNone/>
                      </a:pPr>
                      <a:r>
                        <a:rPr lang="en-US" sz="1200" b="0">
                          <a:effectLst/>
                          <a:latin typeface="Microsoft JhengHei" panose="020B0604030504040204" pitchFamily="34" charset="-120"/>
                          <a:ea typeface="Microsoft JhengHei" panose="020B0604030504040204" pitchFamily="34" charset="-120"/>
                        </a:rPr>
                        <a:t>Language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US" altLang="zh-TW" sz="1200" b="0">
                          <a:effectLst/>
                          <a:latin typeface="Microsoft JhengHei" panose="020B0604030504040204" pitchFamily="34" charset="-120"/>
                          <a:ea typeface="Microsoft JhengHei" panose="020B0604030504040204" pitchFamily="34" charset="-120"/>
                        </a:rPr>
                        <a:t>TypeScript / JavaScript</a:t>
                      </a:r>
                      <a:endParaRPr lang="zh-TW" altLang="en-US"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46321658"/>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Frontend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altLang="zh-TW" sz="1200" b="0">
                          <a:effectLst/>
                          <a:latin typeface="Microsoft JhengHei" panose="020B0604030504040204" pitchFamily="34" charset="-120"/>
                          <a:ea typeface="Microsoft JhengHei" panose="020B0604030504040204" pitchFamily="34" charset="-120"/>
                        </a:rPr>
                        <a:t>Angular 21</a:t>
                      </a:r>
                      <a:endParaRPr lang="en"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21789498"/>
                  </a:ext>
                </a:extLst>
              </a:tr>
              <a:tr h="230333">
                <a:tc>
                  <a:txBody>
                    <a:bodyPr/>
                    <a:lstStyle/>
                    <a:p>
                      <a:pPr>
                        <a:buNone/>
                      </a:pPr>
                      <a:r>
                        <a:rPr lang="en" sz="1200" b="0">
                          <a:effectLst/>
                          <a:latin typeface="Microsoft JhengHei" panose="020B0604030504040204" pitchFamily="34" charset="-120"/>
                          <a:ea typeface="Microsoft JhengHei" panose="020B0604030504040204" pitchFamily="34" charset="-120"/>
                        </a:rPr>
                        <a:t>Backend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Node.js 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67871296"/>
                  </a:ext>
                </a:extLst>
              </a:tr>
              <a:tr h="248668">
                <a:tc>
                  <a:txBody>
                    <a:bodyPr/>
                    <a:lstStyle/>
                    <a:p>
                      <a:pPr>
                        <a:buNone/>
                      </a:pPr>
                      <a:r>
                        <a:rPr lang="en" sz="1200" b="0">
                          <a:effectLst/>
                          <a:latin typeface="Microsoft JhengHei" panose="020B0604030504040204" pitchFamily="34" charset="-120"/>
                          <a:ea typeface="Microsoft JhengHei" panose="020B0604030504040204" pitchFamily="34" charset="-120"/>
                        </a:rPr>
                        <a:t>Database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200" b="0">
                          <a:effectLst/>
                          <a:latin typeface="Microsoft JhengHei" panose="020B0604030504040204" pitchFamily="34" charset="-120"/>
                          <a:ea typeface="Microsoft JhengHei" panose="020B0604030504040204" pitchFamily="34" charset="-120"/>
                        </a:rPr>
                        <a:t>MongoDB 8.0 </a:t>
                      </a:r>
                      <a:br>
                        <a:rPr lang="en-US" altLang="zh-TW" sz="1200" b="0">
                          <a:effectLst/>
                          <a:latin typeface="Microsoft JhengHei" panose="020B0604030504040204" pitchFamily="34" charset="-120"/>
                          <a:ea typeface="Microsoft JhengHei" panose="020B0604030504040204" pitchFamily="34" charset="-120"/>
                        </a:rPr>
                      </a:br>
                      <a:r>
                        <a:rPr lang="en-US" altLang="zh-TW" sz="1200" b="0">
                          <a:effectLst/>
                          <a:latin typeface="Microsoft JhengHei" panose="020B0604030504040204" pitchFamily="34" charset="-120"/>
                          <a:ea typeface="Microsoft JhengHei" panose="020B0604030504040204" pitchFamily="34" charset="-120"/>
                        </a:rPr>
                        <a:t>(Community Edition)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altLang="zh-TW" sz="1200" b="0">
                          <a:effectLst/>
                          <a:latin typeface="Microsoft JhengHei" panose="020B0604030504040204" pitchFamily="34" charset="-120"/>
                          <a:ea typeface="Microsoft JhengHei" panose="020B0604030504040204" pitchFamily="34" charset="-120"/>
                        </a:rPr>
                        <a:t>Redis 8.4 </a:t>
                      </a:r>
                      <a:r>
                        <a:rPr lang="en-US" altLang="zh-TW" sz="1200" b="0">
                          <a:effectLst/>
                          <a:latin typeface="Microsoft JhengHei" panose="020B0604030504040204" pitchFamily="34" charset="-120"/>
                          <a:ea typeface="Microsoft JhengHei" panose="020B0604030504040204" pitchFamily="34" charset="-120"/>
                        </a:rPr>
                        <a:t>(Open Source)</a:t>
                      </a:r>
                      <a:endParaRPr lang="en" altLang="zh-TW" sz="1200" b="0">
                        <a:effectLst/>
                        <a:latin typeface="Microsoft JhengHei" panose="020B0604030504040204" pitchFamily="34" charset="-120"/>
                        <a:ea typeface="Microsoft JhengHei"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63301864"/>
                  </a:ext>
                </a:extLst>
              </a:tr>
              <a:tr h="248668">
                <a:tc>
                  <a:txBody>
                    <a:bodyPr/>
                    <a:lstStyle/>
                    <a:p>
                      <a:pPr>
                        <a:buNone/>
                      </a:pPr>
                      <a:r>
                        <a:rPr lang="en" sz="1200" b="0">
                          <a:effectLst/>
                          <a:latin typeface="Microsoft JhengHei" panose="020B0604030504040204" pitchFamily="34" charset="-120"/>
                          <a:ea typeface="Microsoft JhengHei" panose="020B0604030504040204" pitchFamily="34" charset="-120"/>
                        </a:rPr>
                        <a:t>Platform / OS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buNone/>
                      </a:pPr>
                      <a:r>
                        <a:rPr lang="en" sz="1200" b="0">
                          <a:effectLst/>
                          <a:latin typeface="Microsoft JhengHei" panose="020B0604030504040204" pitchFamily="34" charset="-120"/>
                          <a:ea typeface="Microsoft JhengHei" panose="020B0604030504040204" pitchFamily="34" charset="-120"/>
                        </a:rPr>
                        <a:t>Linux Ubuntu 24.04 LTS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05455604"/>
                  </a:ext>
                </a:extLst>
              </a:tr>
            </a:tbl>
          </a:graphicData>
        </a:graphic>
      </p:graphicFrame>
    </p:spTree>
    <p:extLst>
      <p:ext uri="{BB962C8B-B14F-4D97-AF65-F5344CB8AC3E}">
        <p14:creationId xmlns:p14="http://schemas.microsoft.com/office/powerpoint/2010/main" val="3945464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字版面配置區 2">
            <a:extLst>
              <a:ext uri="{FF2B5EF4-FFF2-40B4-BE49-F238E27FC236}">
                <a16:creationId xmlns:a16="http://schemas.microsoft.com/office/drawing/2014/main" id="{4AC31464-733D-B883-8631-AE539D53F01C}"/>
              </a:ext>
            </a:extLst>
          </p:cNvPr>
          <p:cNvSpPr txBox="1">
            <a:spLocks/>
          </p:cNvSpPr>
          <p:nvPr/>
        </p:nvSpPr>
        <p:spPr>
          <a:xfrm>
            <a:off x="4364813" y="719138"/>
            <a:ext cx="6976287" cy="5401026"/>
          </a:xfrm>
          <a:prstGeom prst="rect">
            <a:avLst/>
          </a:prstGeom>
          <a:noFill/>
          <a:ln>
            <a:noFill/>
          </a:ln>
        </p:spPr>
        <p:txBody>
          <a:bodyPr spcFirstLastPara="1" wrap="square" lIns="88150" tIns="44050" rIns="88150" bIns="44050" anchor="t" anchorCtr="0">
            <a:noAutofit/>
          </a:bodyPr>
          <a:lstStyle>
            <a:defPPr marR="0" lvl="0" algn="l" rtl="0">
              <a:lnSpc>
                <a:spcPct val="100000"/>
              </a:lnSpc>
              <a:spcBef>
                <a:spcPts val="0"/>
              </a:spcBef>
              <a:spcAft>
                <a:spcPts val="0"/>
              </a:spcAft>
            </a:defPPr>
            <a:lvl1pPr marL="252000" marR="0" lvl="0" indent="-216000" algn="l" rtl="0">
              <a:lnSpc>
                <a:spcPct val="100000"/>
              </a:lnSpc>
              <a:spcBef>
                <a:spcPts val="600"/>
              </a:spcBef>
              <a:spcAft>
                <a:spcPts val="0"/>
              </a:spcAft>
              <a:buClrTx/>
              <a:buSzPct val="100000"/>
              <a:buFont typeface="標準系統字體"/>
              <a:buChar char="○"/>
              <a:defRPr sz="1600" b="0" i="0" u="none" strike="noStrike" cap="none">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sym typeface="Microsoft JhengHei"/>
              </a:defRPr>
            </a:lvl1pPr>
            <a:lvl2pPr marL="504000" marR="0" lvl="1" indent="-216000" algn="l" rtl="0">
              <a:lnSpc>
                <a:spcPct val="100000"/>
              </a:lnSpc>
              <a:spcBef>
                <a:spcPts val="600"/>
              </a:spcBef>
              <a:spcAft>
                <a:spcPts val="0"/>
              </a:spcAft>
              <a:buClrTx/>
              <a:buSzPct val="100000"/>
              <a:buFont typeface="標準系統字體"/>
              <a:buChar char="○"/>
              <a:defRPr sz="14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2pPr>
            <a:lvl3pPr marL="756000" marR="0" lvl="2" indent="-216000" algn="l" rtl="0">
              <a:lnSpc>
                <a:spcPct val="100000"/>
              </a:lnSpc>
              <a:spcBef>
                <a:spcPts val="600"/>
              </a:spcBef>
              <a:spcAft>
                <a:spcPts val="0"/>
              </a:spcAft>
              <a:buClrTx/>
              <a:buSzPct val="100000"/>
              <a:buFont typeface="標準系統字體"/>
              <a:buChar char="○"/>
              <a:defRPr sz="12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3pPr>
            <a:lvl4pPr marL="1008000" marR="0" lvl="3" indent="-216000" algn="l" rtl="0">
              <a:lnSpc>
                <a:spcPct val="100000"/>
              </a:lnSpc>
              <a:spcBef>
                <a:spcPts val="600"/>
              </a:spcBef>
              <a:spcAft>
                <a:spcPts val="0"/>
              </a:spcAft>
              <a:buClrTx/>
              <a:buSzPct val="100000"/>
              <a:buFont typeface="標準系統字體"/>
              <a:buChar char="○"/>
              <a:defRPr sz="10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4pPr>
            <a:lvl5pPr marL="1260000" marR="0" lvl="4" indent="-216000" algn="l" rtl="0">
              <a:lnSpc>
                <a:spcPct val="100000"/>
              </a:lnSpc>
              <a:spcBef>
                <a:spcPts val="600"/>
              </a:spcBef>
              <a:spcAft>
                <a:spcPts val="0"/>
              </a:spcAft>
              <a:buClrTx/>
              <a:buSzPct val="100000"/>
              <a:buFont typeface="標準系統字體"/>
              <a:buChar char="○"/>
              <a:defRPr sz="8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5pPr>
            <a:lvl6pPr marL="1512000" marR="0" lvl="5" indent="-216000" algn="l" rtl="0">
              <a:lnSpc>
                <a:spcPct val="100000"/>
              </a:lnSpc>
              <a:spcBef>
                <a:spcPts val="600"/>
              </a:spcBef>
              <a:spcAft>
                <a:spcPts val="0"/>
              </a:spcAft>
              <a:buClrTx/>
              <a:buSzPct val="100000"/>
              <a:buFont typeface="Microsoft JhengHei Light" panose="020B0304030504040204" pitchFamily="34" charset="-120"/>
              <a:buChar char="o"/>
              <a:defRPr sz="1600" b="0" i="0" u="none" strike="noStrike" cap="none">
                <a:solidFill>
                  <a:schemeClr val="tx1"/>
                </a:solidFill>
                <a:latin typeface="微軟正黑體" panose="020B0604030504040204" pitchFamily="34" charset="-120"/>
                <a:ea typeface="微軟正黑體" panose="020B0604030504040204" pitchFamily="34" charset="-120"/>
                <a:cs typeface="Roboto"/>
                <a:sym typeface="Roboto"/>
              </a:defRPr>
            </a:lvl6pPr>
            <a:lvl7pPr marL="3200400" marR="0" lvl="6"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7pPr>
            <a:lvl8pPr marL="3657600" marR="0" lvl="7" indent="-355600" algn="l" rtl="0">
              <a:lnSpc>
                <a:spcPct val="100000"/>
              </a:lnSpc>
              <a:spcBef>
                <a:spcPts val="1000"/>
              </a:spcBef>
              <a:spcAft>
                <a:spcPts val="0"/>
              </a:spcAft>
              <a:buClr>
                <a:srgbClr val="5489A3"/>
              </a:buClr>
              <a:buSzPts val="2000"/>
              <a:buFont typeface="Roboto"/>
              <a:buChar char="–"/>
              <a:defRPr sz="2000" b="0" i="0" u="none" strike="noStrike" cap="none">
                <a:solidFill>
                  <a:srgbClr val="5489A3"/>
                </a:solidFill>
                <a:latin typeface="Roboto"/>
                <a:ea typeface="Roboto"/>
                <a:cs typeface="Roboto"/>
                <a:sym typeface="Roboto"/>
              </a:defRPr>
            </a:lvl8pPr>
            <a:lvl9pPr marL="4114800" marR="0" lvl="8" indent="-355600" algn="l" rtl="0">
              <a:lnSpc>
                <a:spcPct val="100000"/>
              </a:lnSpc>
              <a:spcBef>
                <a:spcPts val="1000"/>
              </a:spcBef>
              <a:spcAft>
                <a:spcPts val="1000"/>
              </a:spcAft>
              <a:buClr>
                <a:srgbClr val="5489A3"/>
              </a:buClr>
              <a:buSzPts val="2000"/>
              <a:buFont typeface="Roboto"/>
              <a:buChar char="–"/>
              <a:defRPr sz="2000" b="0" i="0" u="none" strike="noStrike" cap="none">
                <a:solidFill>
                  <a:srgbClr val="5489A3"/>
                </a:solidFill>
                <a:latin typeface="Roboto"/>
                <a:ea typeface="Roboto"/>
                <a:cs typeface="Roboto"/>
                <a:sym typeface="Roboto"/>
              </a:defRPr>
            </a:lvl9pPr>
          </a:lstStyle>
          <a:p>
            <a:r>
              <a:rPr lang="en-US" altLang="zh-TW" b="1" err="1"/>
              <a:t>InfoGather</a:t>
            </a:r>
            <a:r>
              <a:rPr lang="en-US" altLang="zh-TW" b="1"/>
              <a:t> API</a:t>
            </a:r>
            <a:endParaRPr lang="zh-TW" altLang="en-US" b="1"/>
          </a:p>
        </p:txBody>
      </p:sp>
      <p:sp>
        <p:nvSpPr>
          <p:cNvPr id="2" name="標題 1">
            <a:extLst>
              <a:ext uri="{FF2B5EF4-FFF2-40B4-BE49-F238E27FC236}">
                <a16:creationId xmlns:a16="http://schemas.microsoft.com/office/drawing/2014/main" id="{FA0021C8-3737-1595-99DB-59DD215D8FD6}"/>
              </a:ext>
            </a:extLst>
          </p:cNvPr>
          <p:cNvSpPr>
            <a:spLocks noGrp="1"/>
          </p:cNvSpPr>
          <p:nvPr>
            <p:ph type="title"/>
          </p:nvPr>
        </p:nvSpPr>
        <p:spPr/>
        <p:txBody>
          <a:bodyPr/>
          <a:lstStyle/>
          <a:p>
            <a:r>
              <a:rPr lang="en-US" altLang="zh-TW" b="1" err="1"/>
              <a:t>InfoGather</a:t>
            </a:r>
            <a:r>
              <a:rPr lang="en-US" altLang="zh-TW" b="1"/>
              <a:t> </a:t>
            </a:r>
            <a:r>
              <a:rPr lang="zh-TW" altLang="en-US" b="1"/>
              <a:t>第三方套件列表</a:t>
            </a:r>
          </a:p>
        </p:txBody>
      </p:sp>
      <p:sp>
        <p:nvSpPr>
          <p:cNvPr id="3" name="文字版面配置區 2">
            <a:extLst>
              <a:ext uri="{FF2B5EF4-FFF2-40B4-BE49-F238E27FC236}">
                <a16:creationId xmlns:a16="http://schemas.microsoft.com/office/drawing/2014/main" id="{2B8C4D41-5438-4408-54CC-1C48CC03ED78}"/>
              </a:ext>
            </a:extLst>
          </p:cNvPr>
          <p:cNvSpPr>
            <a:spLocks noGrp="1"/>
          </p:cNvSpPr>
          <p:nvPr>
            <p:ph type="body" idx="1"/>
          </p:nvPr>
        </p:nvSpPr>
        <p:spPr>
          <a:xfrm>
            <a:off x="179388" y="719138"/>
            <a:ext cx="4413556" cy="5401026"/>
          </a:xfrm>
        </p:spPr>
        <p:txBody>
          <a:bodyPr/>
          <a:lstStyle/>
          <a:p>
            <a:r>
              <a:rPr lang="en-US" altLang="zh-TW" b="1" err="1"/>
              <a:t>InfoGather</a:t>
            </a:r>
            <a:r>
              <a:rPr lang="en-US" altLang="zh-TW" b="1"/>
              <a:t> Web</a:t>
            </a:r>
            <a:endParaRPr lang="zh-TW" altLang="en-US" b="1"/>
          </a:p>
        </p:txBody>
      </p:sp>
      <p:graphicFrame>
        <p:nvGraphicFramePr>
          <p:cNvPr id="10" name="表格 9">
            <a:extLst>
              <a:ext uri="{FF2B5EF4-FFF2-40B4-BE49-F238E27FC236}">
                <a16:creationId xmlns:a16="http://schemas.microsoft.com/office/drawing/2014/main" id="{7EE76454-7BE2-028E-4BA5-ECD53E772F7B}"/>
              </a:ext>
            </a:extLst>
          </p:cNvPr>
          <p:cNvGraphicFramePr>
            <a:graphicFrameLocks noGrp="1"/>
          </p:cNvGraphicFramePr>
          <p:nvPr>
            <p:extLst>
              <p:ext uri="{D42A27DB-BD31-4B8C-83A1-F6EECF244321}">
                <p14:modId xmlns:p14="http://schemas.microsoft.com/office/powerpoint/2010/main" val="1664954388"/>
              </p:ext>
            </p:extLst>
          </p:nvPr>
        </p:nvGraphicFramePr>
        <p:xfrm>
          <a:off x="546309" y="1187302"/>
          <a:ext cx="3852112" cy="3901440"/>
        </p:xfrm>
        <a:graphic>
          <a:graphicData uri="http://schemas.openxmlformats.org/drawingml/2006/table">
            <a:tbl>
              <a:tblPr>
                <a:tableStyleId>{91DB7C30-2B5D-4D34-8F22-85940E495A18}</a:tableStyleId>
              </a:tblPr>
              <a:tblGrid>
                <a:gridCol w="2232112">
                  <a:extLst>
                    <a:ext uri="{9D8B030D-6E8A-4147-A177-3AD203B41FA5}">
                      <a16:colId xmlns:a16="http://schemas.microsoft.com/office/drawing/2014/main" val="2024109259"/>
                    </a:ext>
                  </a:extLst>
                </a:gridCol>
                <a:gridCol w="720000">
                  <a:extLst>
                    <a:ext uri="{9D8B030D-6E8A-4147-A177-3AD203B41FA5}">
                      <a16:colId xmlns:a16="http://schemas.microsoft.com/office/drawing/2014/main" val="3166149084"/>
                    </a:ext>
                  </a:extLst>
                </a:gridCol>
                <a:gridCol w="900000">
                  <a:extLst>
                    <a:ext uri="{9D8B030D-6E8A-4147-A177-3AD203B41FA5}">
                      <a16:colId xmlns:a16="http://schemas.microsoft.com/office/drawing/2014/main" val="894622394"/>
                    </a:ext>
                  </a:extLst>
                </a:gridCol>
              </a:tblGrid>
              <a:tr h="234000">
                <a:tc>
                  <a:txBody>
                    <a:bodyPr/>
                    <a:lstStyle/>
                    <a:p>
                      <a:pPr>
                        <a:buNone/>
                      </a:pPr>
                      <a:r>
                        <a:rPr lang="zh-TW" altLang="en-US" sz="1000"/>
                        <a:t>名稱</a:t>
                      </a:r>
                    </a:p>
                  </a:txBody>
                  <a:tcPr marL="45720" marR="45720" anchor="ctr"/>
                </a:tc>
                <a:tc>
                  <a:txBody>
                    <a:bodyPr/>
                    <a:lstStyle/>
                    <a:p>
                      <a:pPr>
                        <a:buNone/>
                      </a:pPr>
                      <a:r>
                        <a:rPr lang="zh-TW" altLang="en-US" sz="1000"/>
                        <a:t>版本號</a:t>
                      </a:r>
                    </a:p>
                  </a:txBody>
                  <a:tcPr marL="45720" marR="45720" anchor="ctr"/>
                </a:tc>
                <a:tc>
                  <a:txBody>
                    <a:bodyPr/>
                    <a:lstStyle/>
                    <a:p>
                      <a:pPr>
                        <a:buNone/>
                      </a:pPr>
                      <a:r>
                        <a:rPr lang="zh-TW" altLang="en-US" sz="1000"/>
                        <a:t>許可證</a:t>
                      </a:r>
                    </a:p>
                  </a:txBody>
                  <a:tcPr marL="45720" marR="45720" anchor="ctr"/>
                </a:tc>
                <a:extLst>
                  <a:ext uri="{0D108BD9-81ED-4DB2-BD59-A6C34878D82A}">
                    <a16:rowId xmlns:a16="http://schemas.microsoft.com/office/drawing/2014/main" val="2045707637"/>
                  </a:ext>
                </a:extLst>
              </a:tr>
              <a:tr h="234000">
                <a:tc>
                  <a:txBody>
                    <a:bodyPr/>
                    <a:lstStyle/>
                    <a:p>
                      <a:pPr>
                        <a:buNone/>
                      </a:pPr>
                      <a:r>
                        <a:rPr lang="en" sz="1000"/>
                        <a:t>@angular/animations</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786154734"/>
                  </a:ext>
                </a:extLst>
              </a:tr>
              <a:tr h="234000">
                <a:tc>
                  <a:txBody>
                    <a:bodyPr/>
                    <a:lstStyle/>
                    <a:p>
                      <a:pPr>
                        <a:buNone/>
                      </a:pPr>
                      <a:r>
                        <a:rPr lang="en" sz="1000"/>
                        <a:t>@angular/</a:t>
                      </a:r>
                      <a:r>
                        <a:rPr lang="en" sz="1000" err="1"/>
                        <a:t>cdk</a:t>
                      </a:r>
                      <a:endParaRPr lang="en" sz="1000"/>
                    </a:p>
                  </a:txBody>
                  <a:tcPr marL="45720" marR="45720" anchor="ctr"/>
                </a:tc>
                <a:tc>
                  <a:txBody>
                    <a:bodyPr/>
                    <a:lstStyle/>
                    <a:p>
                      <a:pPr>
                        <a:buNone/>
                      </a:pPr>
                      <a:r>
                        <a:rPr lang="en-US" altLang="zh-TW" sz="1000"/>
                        <a:t>21.2.14</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832243209"/>
                  </a:ext>
                </a:extLst>
              </a:tr>
              <a:tr h="234000">
                <a:tc>
                  <a:txBody>
                    <a:bodyPr/>
                    <a:lstStyle/>
                    <a:p>
                      <a:pPr>
                        <a:buNone/>
                      </a:pPr>
                      <a:r>
                        <a:rPr lang="en" sz="1000"/>
                        <a:t>@angular/common</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08141719"/>
                  </a:ext>
                </a:extLst>
              </a:tr>
              <a:tr h="234000">
                <a:tc>
                  <a:txBody>
                    <a:bodyPr/>
                    <a:lstStyle/>
                    <a:p>
                      <a:pPr>
                        <a:buNone/>
                      </a:pPr>
                      <a:r>
                        <a:rPr lang="en" sz="1000"/>
                        <a:t>@angular/compiler</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4246296224"/>
                  </a:ext>
                </a:extLst>
              </a:tr>
              <a:tr h="234000">
                <a:tc>
                  <a:txBody>
                    <a:bodyPr/>
                    <a:lstStyle/>
                    <a:p>
                      <a:pPr>
                        <a:buNone/>
                      </a:pPr>
                      <a:r>
                        <a:rPr lang="en" sz="1000"/>
                        <a:t>@angular/core</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659014945"/>
                  </a:ext>
                </a:extLst>
              </a:tr>
              <a:tr h="234000">
                <a:tc>
                  <a:txBody>
                    <a:bodyPr/>
                    <a:lstStyle/>
                    <a:p>
                      <a:pPr>
                        <a:buNone/>
                      </a:pPr>
                      <a:r>
                        <a:rPr lang="en" sz="1000"/>
                        <a:t>@angular/forms</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254292137"/>
                  </a:ext>
                </a:extLst>
              </a:tr>
              <a:tr h="234000">
                <a:tc>
                  <a:txBody>
                    <a:bodyPr/>
                    <a:lstStyle/>
                    <a:p>
                      <a:pPr>
                        <a:buNone/>
                      </a:pPr>
                      <a:r>
                        <a:rPr lang="en" sz="1000"/>
                        <a:t>@angular/platform-browser</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445768026"/>
                  </a:ext>
                </a:extLst>
              </a:tr>
              <a:tr h="234000">
                <a:tc>
                  <a:txBody>
                    <a:bodyPr/>
                    <a:lstStyle/>
                    <a:p>
                      <a:pPr>
                        <a:buNone/>
                      </a:pPr>
                      <a:r>
                        <a:rPr lang="en" sz="1000"/>
                        <a:t>@angular/platform-browser-dynamic</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29697816"/>
                  </a:ext>
                </a:extLst>
              </a:tr>
              <a:tr h="234000">
                <a:tc>
                  <a:txBody>
                    <a:bodyPr/>
                    <a:lstStyle/>
                    <a:p>
                      <a:pPr>
                        <a:buNone/>
                      </a:pPr>
                      <a:r>
                        <a:rPr lang="en" sz="1000"/>
                        <a:t>@angular/router</a:t>
                      </a:r>
                    </a:p>
                  </a:txBody>
                  <a:tcPr marL="45720" marR="45720" anchor="ctr"/>
                </a:tc>
                <a:tc>
                  <a:txBody>
                    <a:bodyPr/>
                    <a:lstStyle/>
                    <a:p>
                      <a:pPr>
                        <a:buNone/>
                      </a:pPr>
                      <a:r>
                        <a:rPr lang="en-US" altLang="zh-TW" sz="1000"/>
                        <a:t>21.2.17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71082657"/>
                  </a:ext>
                </a:extLst>
              </a:tr>
              <a:tr h="234000">
                <a:tc>
                  <a:txBody>
                    <a:bodyPr/>
                    <a:lstStyle/>
                    <a:p>
                      <a:pPr>
                        <a:buNone/>
                      </a:pPr>
                      <a:r>
                        <a:rPr lang="en" sz="1000"/>
                        <a:t>@primeuix/themes</a:t>
                      </a:r>
                    </a:p>
                  </a:txBody>
                  <a:tcPr marL="45720" marR="45720" anchor="ctr"/>
                </a:tc>
                <a:tc>
                  <a:txBody>
                    <a:bodyPr/>
                    <a:lstStyle/>
                    <a:p>
                      <a:pPr>
                        <a:buNone/>
                      </a:pPr>
                      <a:r>
                        <a:rPr lang="en-US" altLang="zh-TW" sz="1000"/>
                        <a:t>2.0.3</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952193297"/>
                  </a:ext>
                </a:extLst>
              </a:tr>
              <a:tr h="234000">
                <a:tc>
                  <a:txBody>
                    <a:bodyPr/>
                    <a:lstStyle/>
                    <a:p>
                      <a:pPr>
                        <a:buNone/>
                      </a:pPr>
                      <a:r>
                        <a:rPr lang="en" sz="1000"/>
                        <a:t>marked</a:t>
                      </a:r>
                    </a:p>
                  </a:txBody>
                  <a:tcPr marL="45720" marR="45720" anchor="ctr"/>
                </a:tc>
                <a:tc>
                  <a:txBody>
                    <a:bodyPr/>
                    <a:lstStyle/>
                    <a:p>
                      <a:pPr>
                        <a:buNone/>
                      </a:pPr>
                      <a:r>
                        <a:rPr lang="en-US" altLang="zh-TW" sz="1000"/>
                        <a:t>18.0.2</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575934765"/>
                  </a:ext>
                </a:extLst>
              </a:tr>
              <a:tr h="234000">
                <a:tc>
                  <a:txBody>
                    <a:bodyPr/>
                    <a:lstStyle/>
                    <a:p>
                      <a:pPr>
                        <a:buNone/>
                      </a:pPr>
                      <a:r>
                        <a:rPr lang="en" sz="1000"/>
                        <a:t>primeicons</a:t>
                      </a:r>
                    </a:p>
                  </a:txBody>
                  <a:tcPr marL="45720" marR="45720" anchor="ctr"/>
                </a:tc>
                <a:tc>
                  <a:txBody>
                    <a:bodyPr/>
                    <a:lstStyle/>
                    <a:p>
                      <a:pPr>
                        <a:buNone/>
                      </a:pPr>
                      <a:r>
                        <a:rPr lang="en-US" altLang="zh-TW" sz="1000"/>
                        <a:t>7.0.0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960694290"/>
                  </a:ext>
                </a:extLst>
              </a:tr>
              <a:tr h="234000">
                <a:tc>
                  <a:txBody>
                    <a:bodyPr/>
                    <a:lstStyle/>
                    <a:p>
                      <a:pPr>
                        <a:buNone/>
                      </a:pPr>
                      <a:r>
                        <a:rPr lang="en" sz="1000"/>
                        <a:t>primeng</a:t>
                      </a:r>
                    </a:p>
                  </a:txBody>
                  <a:tcPr marL="45720" marR="45720" anchor="ctr"/>
                </a:tc>
                <a:tc>
                  <a:txBody>
                    <a:bodyPr/>
                    <a:lstStyle/>
                    <a:p>
                      <a:pPr>
                        <a:buNone/>
                      </a:pPr>
                      <a:r>
                        <a:rPr lang="en-US" altLang="zh-TW" sz="1000"/>
                        <a:t>21.1.7</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134615368"/>
                  </a:ext>
                </a:extLst>
              </a:tr>
              <a:tr h="234000">
                <a:tc>
                  <a:txBody>
                    <a:bodyPr/>
                    <a:lstStyle/>
                    <a:p>
                      <a:pPr>
                        <a:buNone/>
                      </a:pPr>
                      <a:r>
                        <a:rPr lang="en" sz="1000"/>
                        <a:t>rxjs</a:t>
                      </a:r>
                    </a:p>
                  </a:txBody>
                  <a:tcPr marL="45720" marR="45720" anchor="ctr"/>
                </a:tc>
                <a:tc>
                  <a:txBody>
                    <a:bodyPr/>
                    <a:lstStyle/>
                    <a:p>
                      <a:pPr>
                        <a:buNone/>
                      </a:pPr>
                      <a:r>
                        <a:rPr lang="en-US" altLang="zh-TW" sz="1000"/>
                        <a:t>7.8.1</a:t>
                      </a:r>
                      <a:endParaRPr lang="zh-TW" altLang="en-US" sz="1000"/>
                    </a:p>
                  </a:txBody>
                  <a:tcPr marL="45720" marR="45720" anchor="ctr"/>
                </a:tc>
                <a:tc>
                  <a:txBody>
                    <a:bodyPr/>
                    <a:lstStyle/>
                    <a:p>
                      <a:pPr>
                        <a:buNone/>
                      </a:pPr>
                      <a:r>
                        <a:rPr lang="en" sz="1000"/>
                        <a:t>Apache-2.0</a:t>
                      </a:r>
                    </a:p>
                  </a:txBody>
                  <a:tcPr marL="45720" marR="45720" anchor="ctr"/>
                </a:tc>
                <a:extLst>
                  <a:ext uri="{0D108BD9-81ED-4DB2-BD59-A6C34878D82A}">
                    <a16:rowId xmlns:a16="http://schemas.microsoft.com/office/drawing/2014/main" val="3796623001"/>
                  </a:ext>
                </a:extLst>
              </a:tr>
              <a:tr h="234000">
                <a:tc>
                  <a:txBody>
                    <a:bodyPr/>
                    <a:lstStyle/>
                    <a:p>
                      <a:pPr>
                        <a:buNone/>
                      </a:pPr>
                      <a:r>
                        <a:rPr lang="en" sz="1000"/>
                        <a:t>zone.js</a:t>
                      </a:r>
                    </a:p>
                  </a:txBody>
                  <a:tcPr marL="45720" marR="45720" anchor="ctr"/>
                </a:tc>
                <a:tc>
                  <a:txBody>
                    <a:bodyPr/>
                    <a:lstStyle/>
                    <a:p>
                      <a:pPr>
                        <a:buNone/>
                      </a:pPr>
                      <a:r>
                        <a:rPr lang="en-US" altLang="zh-TW" sz="1000"/>
                        <a:t>0.16.1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086442834"/>
                  </a:ext>
                </a:extLst>
              </a:tr>
            </a:tbl>
          </a:graphicData>
        </a:graphic>
      </p:graphicFrame>
      <p:graphicFrame>
        <p:nvGraphicFramePr>
          <p:cNvPr id="11" name="表格 10">
            <a:extLst>
              <a:ext uri="{FF2B5EF4-FFF2-40B4-BE49-F238E27FC236}">
                <a16:creationId xmlns:a16="http://schemas.microsoft.com/office/drawing/2014/main" id="{7B7FC56B-9E0D-24BA-1A68-C8E6F2BEBF3C}"/>
              </a:ext>
            </a:extLst>
          </p:cNvPr>
          <p:cNvGraphicFramePr>
            <a:graphicFrameLocks noGrp="1"/>
          </p:cNvGraphicFramePr>
          <p:nvPr>
            <p:extLst>
              <p:ext uri="{D42A27DB-BD31-4B8C-83A1-F6EECF244321}">
                <p14:modId xmlns:p14="http://schemas.microsoft.com/office/powerpoint/2010/main" val="2808508803"/>
              </p:ext>
            </p:extLst>
          </p:nvPr>
        </p:nvGraphicFramePr>
        <p:xfrm>
          <a:off x="4713064" y="1186066"/>
          <a:ext cx="3340141" cy="4876800"/>
        </p:xfrm>
        <a:graphic>
          <a:graphicData uri="http://schemas.openxmlformats.org/drawingml/2006/table">
            <a:tbl>
              <a:tblPr>
                <a:tableStyleId>{91DB7C30-2B5D-4D34-8F22-85940E495A18}</a:tableStyleId>
              </a:tblPr>
              <a:tblGrid>
                <a:gridCol w="1540141">
                  <a:extLst>
                    <a:ext uri="{9D8B030D-6E8A-4147-A177-3AD203B41FA5}">
                      <a16:colId xmlns:a16="http://schemas.microsoft.com/office/drawing/2014/main" val="2353047831"/>
                    </a:ext>
                  </a:extLst>
                </a:gridCol>
                <a:gridCol w="720000">
                  <a:extLst>
                    <a:ext uri="{9D8B030D-6E8A-4147-A177-3AD203B41FA5}">
                      <a16:colId xmlns:a16="http://schemas.microsoft.com/office/drawing/2014/main" val="373485315"/>
                    </a:ext>
                  </a:extLst>
                </a:gridCol>
                <a:gridCol w="1080000">
                  <a:extLst>
                    <a:ext uri="{9D8B030D-6E8A-4147-A177-3AD203B41FA5}">
                      <a16:colId xmlns:a16="http://schemas.microsoft.com/office/drawing/2014/main" val="4106785762"/>
                    </a:ext>
                  </a:extLst>
                </a:gridCol>
              </a:tblGrid>
              <a:tr h="234000">
                <a:tc>
                  <a:txBody>
                    <a:bodyPr/>
                    <a:lstStyle/>
                    <a:p>
                      <a:pPr>
                        <a:buNone/>
                      </a:pPr>
                      <a:r>
                        <a:rPr lang="zh-TW" altLang="en-US" sz="1000"/>
                        <a:t>名稱</a:t>
                      </a:r>
                    </a:p>
                  </a:txBody>
                  <a:tcPr marL="45720" marR="45720" anchor="ctr"/>
                </a:tc>
                <a:tc>
                  <a:txBody>
                    <a:bodyPr/>
                    <a:lstStyle/>
                    <a:p>
                      <a:pPr>
                        <a:buNone/>
                      </a:pPr>
                      <a:r>
                        <a:rPr lang="zh-TW" altLang="en-US" sz="1000"/>
                        <a:t>版本號</a:t>
                      </a:r>
                    </a:p>
                  </a:txBody>
                  <a:tcPr marL="45720" marR="45720" anchor="ctr"/>
                </a:tc>
                <a:tc>
                  <a:txBody>
                    <a:bodyPr/>
                    <a:lstStyle/>
                    <a:p>
                      <a:pPr>
                        <a:buNone/>
                      </a:pPr>
                      <a:r>
                        <a:rPr lang="zh-TW" altLang="en-US" sz="1000"/>
                        <a:t>許可證</a:t>
                      </a:r>
                    </a:p>
                  </a:txBody>
                  <a:tcPr marL="45720" marR="45720" anchor="ctr"/>
                </a:tc>
                <a:extLst>
                  <a:ext uri="{0D108BD9-81ED-4DB2-BD59-A6C34878D82A}">
                    <a16:rowId xmlns:a16="http://schemas.microsoft.com/office/drawing/2014/main" val="3581163796"/>
                  </a:ext>
                </a:extLst>
              </a:tr>
              <a:tr h="234000">
                <a:tc>
                  <a:txBody>
                    <a:bodyPr/>
                    <a:lstStyle/>
                    <a:p>
                      <a:pPr>
                        <a:buNone/>
                      </a:pPr>
                      <a:r>
                        <a:rPr lang="en" sz="1000"/>
                        <a:t>@bull-board/</a:t>
                      </a:r>
                      <a:r>
                        <a:rPr lang="en" sz="1000" err="1"/>
                        <a:t>api</a:t>
                      </a:r>
                      <a:endParaRPr lang="en" sz="1000"/>
                    </a:p>
                  </a:txBody>
                  <a:tcPr marL="45720" marR="45720" anchor="ctr"/>
                </a:tc>
                <a:tc>
                  <a:txBody>
                    <a:bodyPr/>
                    <a:lstStyle/>
                    <a:p>
                      <a:pPr>
                        <a:buNone/>
                      </a:pPr>
                      <a:r>
                        <a:rPr lang="en-US" altLang="zh-TW" sz="1000"/>
                        <a:t>6.13.0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116081141"/>
                  </a:ext>
                </a:extLst>
              </a:tr>
              <a:tr h="234000">
                <a:tc>
                  <a:txBody>
                    <a:bodyPr/>
                    <a:lstStyle/>
                    <a:p>
                      <a:pPr>
                        <a:buNone/>
                      </a:pPr>
                      <a:r>
                        <a:rPr lang="en" sz="1000"/>
                        <a:t>@bull-board/express</a:t>
                      </a:r>
                    </a:p>
                  </a:txBody>
                  <a:tcPr marL="45720" marR="45720" anchor="ctr"/>
                </a:tc>
                <a:tc>
                  <a:txBody>
                    <a:bodyPr/>
                    <a:lstStyle/>
                    <a:p>
                      <a:pPr>
                        <a:buNone/>
                      </a:pPr>
                      <a:r>
                        <a:rPr lang="en-US" altLang="zh-TW" sz="1000"/>
                        <a:t>6.13.0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672551227"/>
                  </a:ext>
                </a:extLst>
              </a:tr>
              <a:tr h="234000">
                <a:tc>
                  <a:txBody>
                    <a:bodyPr/>
                    <a:lstStyle/>
                    <a:p>
                      <a:pPr>
                        <a:buNone/>
                      </a:pPr>
                      <a:r>
                        <a:rPr lang="en" sz="1000"/>
                        <a:t>@</a:t>
                      </a:r>
                      <a:r>
                        <a:rPr lang="en" sz="1000" err="1"/>
                        <a:t>github</a:t>
                      </a:r>
                      <a:r>
                        <a:rPr lang="en" sz="1000"/>
                        <a:t>/copilot-</a:t>
                      </a:r>
                      <a:r>
                        <a:rPr lang="en" sz="1000" err="1"/>
                        <a:t>sdk</a:t>
                      </a:r>
                      <a:endParaRPr lang="en" sz="1000"/>
                    </a:p>
                  </a:txBody>
                  <a:tcPr marL="45720" marR="45720" anchor="ctr"/>
                </a:tc>
                <a:tc>
                  <a:txBody>
                    <a:bodyPr/>
                    <a:lstStyle/>
                    <a:p>
                      <a:pPr>
                        <a:buNone/>
                      </a:pPr>
                      <a:r>
                        <a:rPr lang="en-US" altLang="zh-TW" sz="1000"/>
                        <a:t>0.3.0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512624252"/>
                  </a:ext>
                </a:extLst>
              </a:tr>
              <a:tr h="234000">
                <a:tc>
                  <a:txBody>
                    <a:bodyPr/>
                    <a:lstStyle/>
                    <a:p>
                      <a:pPr>
                        <a:buNone/>
                      </a:pPr>
                      <a:r>
                        <a:rPr lang="en" sz="1000"/>
                        <a:t>@</a:t>
                      </a:r>
                      <a:r>
                        <a:rPr lang="en" sz="1000" err="1"/>
                        <a:t>keyv</a:t>
                      </a:r>
                      <a:r>
                        <a:rPr lang="en" sz="1000"/>
                        <a:t>/</a:t>
                      </a:r>
                      <a:r>
                        <a:rPr lang="en" sz="1000" err="1"/>
                        <a:t>redis</a:t>
                      </a:r>
                      <a:endParaRPr lang="en" sz="1000"/>
                    </a:p>
                  </a:txBody>
                  <a:tcPr marL="45720" marR="45720" anchor="ctr"/>
                </a:tc>
                <a:tc>
                  <a:txBody>
                    <a:bodyPr/>
                    <a:lstStyle/>
                    <a:p>
                      <a:pPr>
                        <a:buNone/>
                      </a:pPr>
                      <a:r>
                        <a:rPr lang="en-US" altLang="zh-TW" sz="1000"/>
                        <a:t>5.1.6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573002309"/>
                  </a:ext>
                </a:extLst>
              </a:tr>
              <a:tr h="234000">
                <a:tc>
                  <a:txBody>
                    <a:bodyPr/>
                    <a:lstStyle/>
                    <a:p>
                      <a:pPr>
                        <a:buNone/>
                      </a:pPr>
                      <a:r>
                        <a:rPr lang="en" sz="1000"/>
                        <a:t>@</a:t>
                      </a:r>
                      <a:r>
                        <a:rPr lang="en" sz="1000" err="1"/>
                        <a:t>nestjs</a:t>
                      </a:r>
                      <a:r>
                        <a:rPr lang="en" sz="1000"/>
                        <a:t>/</a:t>
                      </a:r>
                      <a:r>
                        <a:rPr lang="en" sz="1000" err="1"/>
                        <a:t>axios</a:t>
                      </a:r>
                      <a:endParaRPr lang="en" sz="1000"/>
                    </a:p>
                  </a:txBody>
                  <a:tcPr marL="45720" marR="45720" anchor="ctr"/>
                </a:tc>
                <a:tc>
                  <a:txBody>
                    <a:bodyPr/>
                    <a:lstStyle/>
                    <a:p>
                      <a:pPr>
                        <a:buNone/>
                      </a:pPr>
                      <a:r>
                        <a:rPr lang="en-US" altLang="zh-TW" sz="1000"/>
                        <a:t>4.0.1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187372359"/>
                  </a:ext>
                </a:extLst>
              </a:tr>
              <a:tr h="234000">
                <a:tc>
                  <a:txBody>
                    <a:bodyPr/>
                    <a:lstStyle/>
                    <a:p>
                      <a:pPr>
                        <a:buNone/>
                      </a:pPr>
                      <a:r>
                        <a:rPr lang="en" sz="1000"/>
                        <a:t>@</a:t>
                      </a:r>
                      <a:r>
                        <a:rPr lang="en" sz="1000" err="1"/>
                        <a:t>nestjs</a:t>
                      </a:r>
                      <a:r>
                        <a:rPr lang="en" sz="1000"/>
                        <a:t>/</a:t>
                      </a:r>
                      <a:r>
                        <a:rPr lang="en" sz="1000" err="1"/>
                        <a:t>bullmq</a:t>
                      </a:r>
                      <a:endParaRPr lang="en" sz="1000"/>
                    </a:p>
                  </a:txBody>
                  <a:tcPr marL="45720" marR="45720" anchor="ctr"/>
                </a:tc>
                <a:tc>
                  <a:txBody>
                    <a:bodyPr/>
                    <a:lstStyle/>
                    <a:p>
                      <a:pPr>
                        <a:buNone/>
                      </a:pPr>
                      <a:r>
                        <a:rPr lang="en-US" altLang="zh-TW" sz="1000"/>
                        <a:t>11.0.3</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78696822"/>
                  </a:ext>
                </a:extLst>
              </a:tr>
              <a:tr h="234000">
                <a:tc>
                  <a:txBody>
                    <a:bodyPr/>
                    <a:lstStyle/>
                    <a:p>
                      <a:pPr>
                        <a:buNone/>
                      </a:pPr>
                      <a:r>
                        <a:rPr lang="en" sz="1000"/>
                        <a:t>@</a:t>
                      </a:r>
                      <a:r>
                        <a:rPr lang="en" sz="1000" err="1"/>
                        <a:t>nestjs</a:t>
                      </a:r>
                      <a:r>
                        <a:rPr lang="en" sz="1000"/>
                        <a:t>/cache-manager</a:t>
                      </a:r>
                    </a:p>
                  </a:txBody>
                  <a:tcPr marL="45720" marR="45720" anchor="ctr"/>
                </a:tc>
                <a:tc>
                  <a:txBody>
                    <a:bodyPr/>
                    <a:lstStyle/>
                    <a:p>
                      <a:pPr>
                        <a:buNone/>
                      </a:pPr>
                      <a:r>
                        <a:rPr lang="en-US" altLang="zh-TW" sz="1000"/>
                        <a:t>3.1.0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623657997"/>
                  </a:ext>
                </a:extLst>
              </a:tr>
              <a:tr h="234000">
                <a:tc>
                  <a:txBody>
                    <a:bodyPr/>
                    <a:lstStyle/>
                    <a:p>
                      <a:pPr>
                        <a:buNone/>
                      </a:pPr>
                      <a:r>
                        <a:rPr lang="en" sz="1000"/>
                        <a:t>@</a:t>
                      </a:r>
                      <a:r>
                        <a:rPr lang="en" sz="1000" err="1"/>
                        <a:t>nestjs</a:t>
                      </a:r>
                      <a:r>
                        <a:rPr lang="en" sz="1000"/>
                        <a:t>/common</a:t>
                      </a:r>
                    </a:p>
                  </a:txBody>
                  <a:tcPr marL="45720" marR="45720" anchor="ctr"/>
                </a:tc>
                <a:tc>
                  <a:txBody>
                    <a:bodyPr/>
                    <a:lstStyle/>
                    <a:p>
                      <a:pPr>
                        <a:buNone/>
                      </a:pPr>
                      <a:r>
                        <a:rPr lang="en-US" altLang="zh-TW" sz="1000"/>
                        <a:t>11.1.6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741359053"/>
                  </a:ext>
                </a:extLst>
              </a:tr>
              <a:tr h="234000">
                <a:tc>
                  <a:txBody>
                    <a:bodyPr/>
                    <a:lstStyle/>
                    <a:p>
                      <a:pPr>
                        <a:buNone/>
                      </a:pPr>
                      <a:r>
                        <a:rPr lang="en" sz="1000"/>
                        <a:t>@</a:t>
                      </a:r>
                      <a:r>
                        <a:rPr lang="en" sz="1000" err="1"/>
                        <a:t>nestjs</a:t>
                      </a:r>
                      <a:r>
                        <a:rPr lang="en" sz="1000"/>
                        <a:t>/config</a:t>
                      </a:r>
                    </a:p>
                  </a:txBody>
                  <a:tcPr marL="45720" marR="45720" anchor="ctr"/>
                </a:tc>
                <a:tc>
                  <a:txBody>
                    <a:bodyPr/>
                    <a:lstStyle/>
                    <a:p>
                      <a:pPr>
                        <a:buNone/>
                      </a:pPr>
                      <a:r>
                        <a:rPr lang="en-US" altLang="zh-TW" sz="1000"/>
                        <a:t>4.0.2</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921999833"/>
                  </a:ext>
                </a:extLst>
              </a:tr>
              <a:tr h="234000">
                <a:tc>
                  <a:txBody>
                    <a:bodyPr/>
                    <a:lstStyle/>
                    <a:p>
                      <a:pPr>
                        <a:buNone/>
                      </a:pPr>
                      <a:r>
                        <a:rPr lang="en" sz="1000"/>
                        <a:t>@</a:t>
                      </a:r>
                      <a:r>
                        <a:rPr lang="en" sz="1000" err="1"/>
                        <a:t>nestjs</a:t>
                      </a:r>
                      <a:r>
                        <a:rPr lang="en" sz="1000"/>
                        <a:t>/core</a:t>
                      </a:r>
                    </a:p>
                  </a:txBody>
                  <a:tcPr marL="45720" marR="45720" anchor="ctr"/>
                </a:tc>
                <a:tc>
                  <a:txBody>
                    <a:bodyPr/>
                    <a:lstStyle/>
                    <a:p>
                      <a:pPr>
                        <a:buNone/>
                      </a:pPr>
                      <a:r>
                        <a:rPr lang="en-US" altLang="zh-TW" sz="1000"/>
                        <a:t>11.1.6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483257713"/>
                  </a:ext>
                </a:extLst>
              </a:tr>
              <a:tr h="234000">
                <a:tc>
                  <a:txBody>
                    <a:bodyPr/>
                    <a:lstStyle/>
                    <a:p>
                      <a:pPr>
                        <a:buNone/>
                      </a:pPr>
                      <a:r>
                        <a:rPr lang="en" sz="1000"/>
                        <a:t>@</a:t>
                      </a:r>
                      <a:r>
                        <a:rPr lang="en" sz="1000" err="1"/>
                        <a:t>nestjs</a:t>
                      </a:r>
                      <a:r>
                        <a:rPr lang="en" sz="1000"/>
                        <a:t>/</a:t>
                      </a:r>
                      <a:r>
                        <a:rPr lang="en" sz="1000" err="1"/>
                        <a:t>jwt</a:t>
                      </a:r>
                      <a:endParaRPr lang="en" sz="1000"/>
                    </a:p>
                  </a:txBody>
                  <a:tcPr marL="45720" marR="45720" anchor="ctr"/>
                </a:tc>
                <a:tc>
                  <a:txBody>
                    <a:bodyPr/>
                    <a:lstStyle/>
                    <a:p>
                      <a:pPr>
                        <a:buNone/>
                      </a:pPr>
                      <a:r>
                        <a:rPr lang="en-US" altLang="zh-TW" sz="1000"/>
                        <a:t>11.0.0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50014764"/>
                  </a:ext>
                </a:extLst>
              </a:tr>
              <a:tr h="234000">
                <a:tc>
                  <a:txBody>
                    <a:bodyPr/>
                    <a:lstStyle/>
                    <a:p>
                      <a:pPr>
                        <a:buNone/>
                      </a:pPr>
                      <a:r>
                        <a:rPr lang="en" sz="1000"/>
                        <a:t>@</a:t>
                      </a:r>
                      <a:r>
                        <a:rPr lang="en" sz="1000" err="1"/>
                        <a:t>nestjs</a:t>
                      </a:r>
                      <a:r>
                        <a:rPr lang="en" sz="1000"/>
                        <a:t>/mapped-types</a:t>
                      </a:r>
                    </a:p>
                  </a:txBody>
                  <a:tcPr marL="45720" marR="45720" anchor="ctr"/>
                </a:tc>
                <a:tc>
                  <a:txBody>
                    <a:bodyPr/>
                    <a:lstStyle/>
                    <a:p>
                      <a:pPr>
                        <a:buNone/>
                      </a:pPr>
                      <a:r>
                        <a:rPr lang="en-US" altLang="zh-TW" sz="1000"/>
                        <a:t>2.1.0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999857377"/>
                  </a:ext>
                </a:extLst>
              </a:tr>
              <a:tr h="234000">
                <a:tc>
                  <a:txBody>
                    <a:bodyPr/>
                    <a:lstStyle/>
                    <a:p>
                      <a:pPr>
                        <a:buNone/>
                      </a:pPr>
                      <a:r>
                        <a:rPr lang="en" sz="1000"/>
                        <a:t>@</a:t>
                      </a:r>
                      <a:r>
                        <a:rPr lang="en" sz="1000" err="1"/>
                        <a:t>nestjs</a:t>
                      </a:r>
                      <a:r>
                        <a:rPr lang="en" sz="1000"/>
                        <a:t>/mongoose</a:t>
                      </a:r>
                    </a:p>
                  </a:txBody>
                  <a:tcPr marL="45720" marR="45720" anchor="ctr"/>
                </a:tc>
                <a:tc>
                  <a:txBody>
                    <a:bodyPr/>
                    <a:lstStyle/>
                    <a:p>
                      <a:pPr>
                        <a:buNone/>
                      </a:pPr>
                      <a:r>
                        <a:rPr lang="en-US" altLang="zh-TW" sz="1000"/>
                        <a:t>11.0.3</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772953980"/>
                  </a:ext>
                </a:extLst>
              </a:tr>
              <a:tr h="234000">
                <a:tc>
                  <a:txBody>
                    <a:bodyPr/>
                    <a:lstStyle/>
                    <a:p>
                      <a:pPr>
                        <a:buNone/>
                      </a:pPr>
                      <a:r>
                        <a:rPr lang="en" sz="1000"/>
                        <a:t>@</a:t>
                      </a:r>
                      <a:r>
                        <a:rPr lang="en" sz="1000" err="1"/>
                        <a:t>nestjs</a:t>
                      </a:r>
                      <a:r>
                        <a:rPr lang="en" sz="1000"/>
                        <a:t>/passport</a:t>
                      </a:r>
                    </a:p>
                  </a:txBody>
                  <a:tcPr marL="45720" marR="45720" anchor="ctr"/>
                </a:tc>
                <a:tc>
                  <a:txBody>
                    <a:bodyPr/>
                    <a:lstStyle/>
                    <a:p>
                      <a:pPr>
                        <a:buNone/>
                      </a:pPr>
                      <a:r>
                        <a:rPr lang="en-US" altLang="zh-TW" sz="1000"/>
                        <a:t>11.0.5</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844704028"/>
                  </a:ext>
                </a:extLst>
              </a:tr>
              <a:tr h="234000">
                <a:tc>
                  <a:txBody>
                    <a:bodyPr/>
                    <a:lstStyle/>
                    <a:p>
                      <a:pPr>
                        <a:buNone/>
                      </a:pPr>
                      <a:r>
                        <a:rPr lang="en" sz="1000"/>
                        <a:t>@</a:t>
                      </a:r>
                      <a:r>
                        <a:rPr lang="en" sz="1000" err="1"/>
                        <a:t>nestjs</a:t>
                      </a:r>
                      <a:r>
                        <a:rPr lang="en" sz="1000"/>
                        <a:t>/platform-express</a:t>
                      </a:r>
                    </a:p>
                  </a:txBody>
                  <a:tcPr marL="45720" marR="45720" anchor="ctr"/>
                </a:tc>
                <a:tc>
                  <a:txBody>
                    <a:bodyPr/>
                    <a:lstStyle/>
                    <a:p>
                      <a:pPr>
                        <a:buNone/>
                      </a:pPr>
                      <a:r>
                        <a:rPr lang="en-US" altLang="zh-TW" sz="1000"/>
                        <a:t>11.1.6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098502452"/>
                  </a:ext>
                </a:extLst>
              </a:tr>
              <a:tr h="234000">
                <a:tc>
                  <a:txBody>
                    <a:bodyPr/>
                    <a:lstStyle/>
                    <a:p>
                      <a:pPr>
                        <a:buNone/>
                      </a:pPr>
                      <a:r>
                        <a:rPr lang="en" sz="1000"/>
                        <a:t>@</a:t>
                      </a:r>
                      <a:r>
                        <a:rPr lang="en" sz="1000" err="1"/>
                        <a:t>nestjs</a:t>
                      </a:r>
                      <a:r>
                        <a:rPr lang="en" sz="1000"/>
                        <a:t>/schedule</a:t>
                      </a:r>
                    </a:p>
                  </a:txBody>
                  <a:tcPr marL="45720" marR="45720" anchor="ctr"/>
                </a:tc>
                <a:tc>
                  <a:txBody>
                    <a:bodyPr/>
                    <a:lstStyle/>
                    <a:p>
                      <a:pPr>
                        <a:buNone/>
                      </a:pPr>
                      <a:r>
                        <a:rPr lang="en-US" altLang="zh-TW" sz="1000"/>
                        <a:t>6.0.0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057582456"/>
                  </a:ext>
                </a:extLst>
              </a:tr>
              <a:tr h="234000">
                <a:tc>
                  <a:txBody>
                    <a:bodyPr/>
                    <a:lstStyle/>
                    <a:p>
                      <a:pPr>
                        <a:buNone/>
                      </a:pPr>
                      <a:r>
                        <a:rPr lang="en" sz="1000"/>
                        <a:t>@</a:t>
                      </a:r>
                      <a:r>
                        <a:rPr lang="en" sz="1000" err="1"/>
                        <a:t>nestjs</a:t>
                      </a:r>
                      <a:r>
                        <a:rPr lang="en" sz="1000"/>
                        <a:t>/serve-static</a:t>
                      </a:r>
                    </a:p>
                  </a:txBody>
                  <a:tcPr marL="45720" marR="45720" anchor="ctr"/>
                </a:tc>
                <a:tc>
                  <a:txBody>
                    <a:bodyPr/>
                    <a:lstStyle/>
                    <a:p>
                      <a:pPr>
                        <a:buNone/>
                      </a:pPr>
                      <a:r>
                        <a:rPr lang="en-US" altLang="zh-TW" sz="1000"/>
                        <a:t>5.0.3</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242371836"/>
                  </a:ext>
                </a:extLst>
              </a:tr>
              <a:tr h="234000">
                <a:tc>
                  <a:txBody>
                    <a:bodyPr/>
                    <a:lstStyle/>
                    <a:p>
                      <a:pPr>
                        <a:buNone/>
                      </a:pPr>
                      <a:r>
                        <a:rPr lang="en" sz="1000"/>
                        <a:t>@</a:t>
                      </a:r>
                      <a:r>
                        <a:rPr lang="en" sz="1000" err="1"/>
                        <a:t>nestjs</a:t>
                      </a:r>
                      <a:r>
                        <a:rPr lang="en" sz="1000"/>
                        <a:t>/swagger</a:t>
                      </a:r>
                    </a:p>
                  </a:txBody>
                  <a:tcPr marL="45720" marR="45720" anchor="ctr"/>
                </a:tc>
                <a:tc>
                  <a:txBody>
                    <a:bodyPr/>
                    <a:lstStyle/>
                    <a:p>
                      <a:pPr>
                        <a:buNone/>
                      </a:pPr>
                      <a:r>
                        <a:rPr lang="en-US" altLang="zh-TW" sz="1000"/>
                        <a:t>11.2.0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015574081"/>
                  </a:ext>
                </a:extLst>
              </a:tr>
              <a:tr h="234000">
                <a:tc>
                  <a:txBody>
                    <a:bodyPr/>
                    <a:lstStyle/>
                    <a:p>
                      <a:pPr>
                        <a:buNone/>
                      </a:pPr>
                      <a:r>
                        <a:rPr lang="en" sz="1000"/>
                        <a:t>@</a:t>
                      </a:r>
                      <a:r>
                        <a:rPr lang="en" sz="1000" err="1"/>
                        <a:t>nestjs</a:t>
                      </a:r>
                      <a:r>
                        <a:rPr lang="en" sz="1000"/>
                        <a:t>/terminus</a:t>
                      </a:r>
                    </a:p>
                  </a:txBody>
                  <a:tcPr marL="45720" marR="45720" anchor="ctr"/>
                </a:tc>
                <a:tc>
                  <a:txBody>
                    <a:bodyPr/>
                    <a:lstStyle/>
                    <a:p>
                      <a:pPr>
                        <a:buNone/>
                      </a:pPr>
                      <a:r>
                        <a:rPr lang="en-US" altLang="zh-TW" sz="1000"/>
                        <a:t>11.1.1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907583359"/>
                  </a:ext>
                </a:extLst>
              </a:tr>
            </a:tbl>
          </a:graphicData>
        </a:graphic>
      </p:graphicFrame>
      <p:graphicFrame>
        <p:nvGraphicFramePr>
          <p:cNvPr id="14" name="表格 13">
            <a:extLst>
              <a:ext uri="{FF2B5EF4-FFF2-40B4-BE49-F238E27FC236}">
                <a16:creationId xmlns:a16="http://schemas.microsoft.com/office/drawing/2014/main" id="{19460D69-416B-C50E-9A01-5B55EC14C1D1}"/>
              </a:ext>
            </a:extLst>
          </p:cNvPr>
          <p:cNvGraphicFramePr>
            <a:graphicFrameLocks noGrp="1"/>
          </p:cNvGraphicFramePr>
          <p:nvPr/>
        </p:nvGraphicFramePr>
        <p:xfrm>
          <a:off x="8173326" y="1187302"/>
          <a:ext cx="2800853" cy="3657600"/>
        </p:xfrm>
        <a:graphic>
          <a:graphicData uri="http://schemas.openxmlformats.org/drawingml/2006/table">
            <a:tbl>
              <a:tblPr>
                <a:tableStyleId>{91DB7C30-2B5D-4D34-8F22-85940E495A18}</a:tableStyleId>
              </a:tblPr>
              <a:tblGrid>
                <a:gridCol w="1144853">
                  <a:extLst>
                    <a:ext uri="{9D8B030D-6E8A-4147-A177-3AD203B41FA5}">
                      <a16:colId xmlns:a16="http://schemas.microsoft.com/office/drawing/2014/main" val="1751360819"/>
                    </a:ext>
                  </a:extLst>
                </a:gridCol>
                <a:gridCol w="720000">
                  <a:extLst>
                    <a:ext uri="{9D8B030D-6E8A-4147-A177-3AD203B41FA5}">
                      <a16:colId xmlns:a16="http://schemas.microsoft.com/office/drawing/2014/main" val="1301956888"/>
                    </a:ext>
                  </a:extLst>
                </a:gridCol>
                <a:gridCol w="936000">
                  <a:extLst>
                    <a:ext uri="{9D8B030D-6E8A-4147-A177-3AD203B41FA5}">
                      <a16:colId xmlns:a16="http://schemas.microsoft.com/office/drawing/2014/main" val="3705334990"/>
                    </a:ext>
                  </a:extLst>
                </a:gridCol>
              </a:tblGrid>
              <a:tr h="234000">
                <a:tc>
                  <a:txBody>
                    <a:bodyPr/>
                    <a:lstStyle/>
                    <a:p>
                      <a:pPr>
                        <a:buNone/>
                      </a:pPr>
                      <a:r>
                        <a:rPr lang="zh-TW" altLang="en-US" sz="1000"/>
                        <a:t>名稱</a:t>
                      </a:r>
                    </a:p>
                  </a:txBody>
                  <a:tcPr marL="45720" marR="45720" anchor="ctr"/>
                </a:tc>
                <a:tc>
                  <a:txBody>
                    <a:bodyPr/>
                    <a:lstStyle/>
                    <a:p>
                      <a:pPr>
                        <a:buNone/>
                      </a:pPr>
                      <a:r>
                        <a:rPr lang="zh-TW" altLang="en-US" sz="1000"/>
                        <a:t>版本號</a:t>
                      </a:r>
                    </a:p>
                  </a:txBody>
                  <a:tcPr marL="45720" marR="45720" anchor="ctr"/>
                </a:tc>
                <a:tc>
                  <a:txBody>
                    <a:bodyPr/>
                    <a:lstStyle/>
                    <a:p>
                      <a:pPr>
                        <a:buNone/>
                      </a:pPr>
                      <a:r>
                        <a:rPr lang="zh-TW" altLang="en-US" sz="1000"/>
                        <a:t>許可證</a:t>
                      </a:r>
                    </a:p>
                  </a:txBody>
                  <a:tcPr marL="45720" marR="45720" anchor="ctr"/>
                </a:tc>
                <a:extLst>
                  <a:ext uri="{0D108BD9-81ED-4DB2-BD59-A6C34878D82A}">
                    <a16:rowId xmlns:a16="http://schemas.microsoft.com/office/drawing/2014/main" val="493957840"/>
                  </a:ext>
                </a:extLst>
              </a:tr>
              <a:tr h="234000">
                <a:tc>
                  <a:txBody>
                    <a:bodyPr/>
                    <a:lstStyle/>
                    <a:p>
                      <a:pPr>
                        <a:buNone/>
                      </a:pPr>
                      <a:r>
                        <a:rPr lang="en" sz="1000" err="1"/>
                        <a:t>ajv</a:t>
                      </a:r>
                      <a:endParaRPr lang="en" sz="1000"/>
                    </a:p>
                  </a:txBody>
                  <a:tcPr marL="45720" marR="45720" anchor="ctr"/>
                </a:tc>
                <a:tc>
                  <a:txBody>
                    <a:bodyPr/>
                    <a:lstStyle/>
                    <a:p>
                      <a:pPr>
                        <a:buNone/>
                      </a:pPr>
                      <a:r>
                        <a:rPr lang="en-US" altLang="zh-TW" sz="1000"/>
                        <a:t>8.18.0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013935731"/>
                  </a:ext>
                </a:extLst>
              </a:tr>
              <a:tr h="234000">
                <a:tc>
                  <a:txBody>
                    <a:bodyPr/>
                    <a:lstStyle/>
                    <a:p>
                      <a:pPr>
                        <a:buNone/>
                      </a:pPr>
                      <a:r>
                        <a:rPr lang="en" sz="1000" err="1"/>
                        <a:t>ajv</a:t>
                      </a:r>
                      <a:r>
                        <a:rPr lang="en" sz="1000"/>
                        <a:t>-formats</a:t>
                      </a:r>
                    </a:p>
                  </a:txBody>
                  <a:tcPr marL="45720" marR="45720" anchor="ctr"/>
                </a:tc>
                <a:tc>
                  <a:txBody>
                    <a:bodyPr/>
                    <a:lstStyle/>
                    <a:p>
                      <a:pPr>
                        <a:buNone/>
                      </a:pPr>
                      <a:r>
                        <a:rPr lang="en-US" altLang="zh-TW" sz="1000"/>
                        <a:t>3.0.1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744604350"/>
                  </a:ext>
                </a:extLst>
              </a:tr>
              <a:tr h="234000">
                <a:tc>
                  <a:txBody>
                    <a:bodyPr/>
                    <a:lstStyle/>
                    <a:p>
                      <a:pPr>
                        <a:buNone/>
                      </a:pPr>
                      <a:r>
                        <a:rPr lang="en" sz="1000" err="1"/>
                        <a:t>bcrypt</a:t>
                      </a:r>
                      <a:endParaRPr lang="en" sz="1000"/>
                    </a:p>
                  </a:txBody>
                  <a:tcPr marL="45720" marR="45720" anchor="ctr"/>
                </a:tc>
                <a:tc>
                  <a:txBody>
                    <a:bodyPr/>
                    <a:lstStyle/>
                    <a:p>
                      <a:pPr>
                        <a:buNone/>
                      </a:pPr>
                      <a:r>
                        <a:rPr lang="en-US" altLang="zh-TW" sz="1000"/>
                        <a:t>6.0.0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987741664"/>
                  </a:ext>
                </a:extLst>
              </a:tr>
              <a:tr h="234000">
                <a:tc>
                  <a:txBody>
                    <a:bodyPr/>
                    <a:lstStyle/>
                    <a:p>
                      <a:pPr>
                        <a:buNone/>
                      </a:pPr>
                      <a:r>
                        <a:rPr lang="en" sz="1000" err="1"/>
                        <a:t>bullmq</a:t>
                      </a:r>
                      <a:endParaRPr lang="en" sz="1000"/>
                    </a:p>
                  </a:txBody>
                  <a:tcPr marL="45720" marR="45720" anchor="ctr"/>
                </a:tc>
                <a:tc>
                  <a:txBody>
                    <a:bodyPr/>
                    <a:lstStyle/>
                    <a:p>
                      <a:pPr>
                        <a:buNone/>
                      </a:pPr>
                      <a:r>
                        <a:rPr lang="en-US" altLang="zh-TW" sz="1000"/>
                        <a:t>5.58.5</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947758140"/>
                  </a:ext>
                </a:extLst>
              </a:tr>
              <a:tr h="234000">
                <a:tc>
                  <a:txBody>
                    <a:bodyPr/>
                    <a:lstStyle/>
                    <a:p>
                      <a:pPr>
                        <a:buNone/>
                      </a:pPr>
                      <a:r>
                        <a:rPr lang="en" sz="1000"/>
                        <a:t>class-transformer</a:t>
                      </a:r>
                    </a:p>
                  </a:txBody>
                  <a:tcPr marL="45720" marR="45720" anchor="ctr"/>
                </a:tc>
                <a:tc>
                  <a:txBody>
                    <a:bodyPr/>
                    <a:lstStyle/>
                    <a:p>
                      <a:pPr>
                        <a:buNone/>
                      </a:pPr>
                      <a:r>
                        <a:rPr lang="en-US" altLang="zh-TW" sz="1000"/>
                        <a:t>0.5.1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61471314"/>
                  </a:ext>
                </a:extLst>
              </a:tr>
              <a:tr h="234000">
                <a:tc>
                  <a:txBody>
                    <a:bodyPr/>
                    <a:lstStyle/>
                    <a:p>
                      <a:pPr>
                        <a:buNone/>
                      </a:pPr>
                      <a:r>
                        <a:rPr lang="en" sz="1000"/>
                        <a:t>class-validator</a:t>
                      </a:r>
                    </a:p>
                  </a:txBody>
                  <a:tcPr marL="45720" marR="45720" anchor="ctr"/>
                </a:tc>
                <a:tc>
                  <a:txBody>
                    <a:bodyPr/>
                    <a:lstStyle/>
                    <a:p>
                      <a:pPr>
                        <a:buNone/>
                      </a:pPr>
                      <a:r>
                        <a:rPr lang="en-US" altLang="zh-TW" sz="1000"/>
                        <a:t>0.14.2</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971087823"/>
                  </a:ext>
                </a:extLst>
              </a:tr>
              <a:tr h="234000">
                <a:tc>
                  <a:txBody>
                    <a:bodyPr/>
                    <a:lstStyle/>
                    <a:p>
                      <a:pPr>
                        <a:buNone/>
                      </a:pPr>
                      <a:r>
                        <a:rPr lang="en" sz="1000" err="1"/>
                        <a:t>dotenv</a:t>
                      </a:r>
                      <a:endParaRPr lang="en" sz="1000"/>
                    </a:p>
                  </a:txBody>
                  <a:tcPr marL="45720" marR="45720" anchor="ctr"/>
                </a:tc>
                <a:tc>
                  <a:txBody>
                    <a:bodyPr/>
                    <a:lstStyle/>
                    <a:p>
                      <a:pPr>
                        <a:buNone/>
                      </a:pPr>
                      <a:r>
                        <a:rPr lang="en-US" altLang="zh-TW" sz="1000"/>
                        <a:t>17.2.3</a:t>
                      </a:r>
                      <a:endParaRPr lang="zh-TW" altLang="en-US" sz="1000"/>
                    </a:p>
                  </a:txBody>
                  <a:tcPr marL="45720" marR="45720" anchor="ctr"/>
                </a:tc>
                <a:tc>
                  <a:txBody>
                    <a:bodyPr/>
                    <a:lstStyle/>
                    <a:p>
                      <a:pPr>
                        <a:buNone/>
                      </a:pPr>
                      <a:r>
                        <a:rPr lang="en" sz="1000"/>
                        <a:t>BSD-2-Clause</a:t>
                      </a:r>
                    </a:p>
                  </a:txBody>
                  <a:tcPr marL="45720" marR="45720" anchor="ctr"/>
                </a:tc>
                <a:extLst>
                  <a:ext uri="{0D108BD9-81ED-4DB2-BD59-A6C34878D82A}">
                    <a16:rowId xmlns:a16="http://schemas.microsoft.com/office/drawing/2014/main" val="3075078176"/>
                  </a:ext>
                </a:extLst>
              </a:tr>
              <a:tr h="234000">
                <a:tc>
                  <a:txBody>
                    <a:bodyPr/>
                    <a:lstStyle/>
                    <a:p>
                      <a:pPr>
                        <a:buNone/>
                      </a:pPr>
                      <a:r>
                        <a:rPr lang="en" sz="1000"/>
                        <a:t>express</a:t>
                      </a:r>
                    </a:p>
                  </a:txBody>
                  <a:tcPr marL="45720" marR="45720" anchor="ctr"/>
                </a:tc>
                <a:tc>
                  <a:txBody>
                    <a:bodyPr/>
                    <a:lstStyle/>
                    <a:p>
                      <a:pPr>
                        <a:buNone/>
                      </a:pPr>
                      <a:r>
                        <a:rPr lang="en-US" altLang="zh-TW" sz="1000"/>
                        <a:t>5.2.1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52086228"/>
                  </a:ext>
                </a:extLst>
              </a:tr>
              <a:tr h="234000">
                <a:tc>
                  <a:txBody>
                    <a:bodyPr/>
                    <a:lstStyle/>
                    <a:p>
                      <a:pPr>
                        <a:buNone/>
                      </a:pPr>
                      <a:r>
                        <a:rPr lang="en" sz="1000" err="1"/>
                        <a:t>ioredis</a:t>
                      </a:r>
                      <a:endParaRPr lang="en" sz="1000"/>
                    </a:p>
                  </a:txBody>
                  <a:tcPr marL="45720" marR="45720" anchor="ctr"/>
                </a:tc>
                <a:tc>
                  <a:txBody>
                    <a:bodyPr/>
                    <a:lstStyle/>
                    <a:p>
                      <a:pPr>
                        <a:buNone/>
                      </a:pPr>
                      <a:r>
                        <a:rPr lang="en-US" altLang="zh-TW" sz="1000"/>
                        <a:t>5.7.0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3471331057"/>
                  </a:ext>
                </a:extLst>
              </a:tr>
              <a:tr h="234000">
                <a:tc>
                  <a:txBody>
                    <a:bodyPr/>
                    <a:lstStyle/>
                    <a:p>
                      <a:pPr>
                        <a:buNone/>
                      </a:pPr>
                      <a:r>
                        <a:rPr lang="en" sz="1000"/>
                        <a:t>mongoose</a:t>
                      </a:r>
                    </a:p>
                  </a:txBody>
                  <a:tcPr marL="45720" marR="45720" anchor="ctr"/>
                </a:tc>
                <a:tc>
                  <a:txBody>
                    <a:bodyPr/>
                    <a:lstStyle/>
                    <a:p>
                      <a:pPr>
                        <a:buNone/>
                      </a:pPr>
                      <a:r>
                        <a:rPr lang="en-US" altLang="zh-TW" sz="1000"/>
                        <a:t>8.18.1</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724013241"/>
                  </a:ext>
                </a:extLst>
              </a:tr>
              <a:tr h="234000">
                <a:tc>
                  <a:txBody>
                    <a:bodyPr/>
                    <a:lstStyle/>
                    <a:p>
                      <a:pPr>
                        <a:buNone/>
                      </a:pPr>
                      <a:r>
                        <a:rPr lang="en" sz="1000"/>
                        <a:t>passport-</a:t>
                      </a:r>
                      <a:r>
                        <a:rPr lang="en" sz="1000" err="1"/>
                        <a:t>microsoft</a:t>
                      </a:r>
                      <a:endParaRPr lang="en" sz="1000"/>
                    </a:p>
                  </a:txBody>
                  <a:tcPr marL="45720" marR="45720" anchor="ctr"/>
                </a:tc>
                <a:tc>
                  <a:txBody>
                    <a:bodyPr/>
                    <a:lstStyle/>
                    <a:p>
                      <a:pPr>
                        <a:buNone/>
                      </a:pPr>
                      <a:r>
                        <a:rPr lang="en-US" altLang="zh-TW" sz="1000"/>
                        <a:t>2.1.0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526565388"/>
                  </a:ext>
                </a:extLst>
              </a:tr>
              <a:tr h="234000">
                <a:tc>
                  <a:txBody>
                    <a:bodyPr/>
                    <a:lstStyle/>
                    <a:p>
                      <a:pPr>
                        <a:buNone/>
                      </a:pPr>
                      <a:r>
                        <a:rPr lang="en" sz="1000" err="1"/>
                        <a:t>rss</a:t>
                      </a:r>
                      <a:r>
                        <a:rPr lang="en" sz="1000"/>
                        <a:t>-parser</a:t>
                      </a:r>
                    </a:p>
                  </a:txBody>
                  <a:tcPr marL="45720" marR="45720" anchor="ctr"/>
                </a:tc>
                <a:tc>
                  <a:txBody>
                    <a:bodyPr/>
                    <a:lstStyle/>
                    <a:p>
                      <a:pPr>
                        <a:buNone/>
                      </a:pPr>
                      <a:r>
                        <a:rPr lang="en-US" altLang="zh-TW" sz="1000"/>
                        <a:t>3.13.0</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1242839389"/>
                  </a:ext>
                </a:extLst>
              </a:tr>
              <a:tr h="234000">
                <a:tc>
                  <a:txBody>
                    <a:bodyPr/>
                    <a:lstStyle/>
                    <a:p>
                      <a:pPr>
                        <a:buNone/>
                      </a:pPr>
                      <a:r>
                        <a:rPr lang="en" sz="1000" err="1"/>
                        <a:t>rxjs</a:t>
                      </a:r>
                      <a:endParaRPr lang="en" sz="1000"/>
                    </a:p>
                  </a:txBody>
                  <a:tcPr marL="45720" marR="45720" anchor="ctr"/>
                </a:tc>
                <a:tc>
                  <a:txBody>
                    <a:bodyPr/>
                    <a:lstStyle/>
                    <a:p>
                      <a:pPr>
                        <a:buNone/>
                      </a:pPr>
                      <a:r>
                        <a:rPr lang="en-US" altLang="zh-TW" sz="1000"/>
                        <a:t>7.8.1</a:t>
                      </a:r>
                      <a:endParaRPr lang="zh-TW" altLang="en-US" sz="1000"/>
                    </a:p>
                  </a:txBody>
                  <a:tcPr marL="45720" marR="45720" anchor="ctr"/>
                </a:tc>
                <a:tc>
                  <a:txBody>
                    <a:bodyPr/>
                    <a:lstStyle/>
                    <a:p>
                      <a:pPr>
                        <a:buNone/>
                      </a:pPr>
                      <a:r>
                        <a:rPr lang="en" sz="1000"/>
                        <a:t>Apache-2.0</a:t>
                      </a:r>
                    </a:p>
                  </a:txBody>
                  <a:tcPr marL="45720" marR="45720" anchor="ctr"/>
                </a:tc>
                <a:extLst>
                  <a:ext uri="{0D108BD9-81ED-4DB2-BD59-A6C34878D82A}">
                    <a16:rowId xmlns:a16="http://schemas.microsoft.com/office/drawing/2014/main" val="1789334872"/>
                  </a:ext>
                </a:extLst>
              </a:tr>
              <a:tr h="234000">
                <a:tc>
                  <a:txBody>
                    <a:bodyPr/>
                    <a:lstStyle/>
                    <a:p>
                      <a:pPr>
                        <a:buNone/>
                      </a:pPr>
                      <a:r>
                        <a:rPr lang="en" sz="1000" err="1"/>
                        <a:t>zod</a:t>
                      </a:r>
                      <a:endParaRPr lang="en" sz="1000"/>
                    </a:p>
                  </a:txBody>
                  <a:tcPr marL="45720" marR="45720" anchor="ctr"/>
                </a:tc>
                <a:tc>
                  <a:txBody>
                    <a:bodyPr/>
                    <a:lstStyle/>
                    <a:p>
                      <a:pPr>
                        <a:buNone/>
                      </a:pPr>
                      <a:r>
                        <a:rPr lang="en-US" altLang="zh-TW" sz="1000"/>
                        <a:t>4.3.6</a:t>
                      </a:r>
                      <a:endParaRPr lang="zh-TW" altLang="en-US" sz="1000"/>
                    </a:p>
                  </a:txBody>
                  <a:tcPr marL="45720" marR="45720" anchor="ctr"/>
                </a:tc>
                <a:tc>
                  <a:txBody>
                    <a:bodyPr/>
                    <a:lstStyle/>
                    <a:p>
                      <a:pPr>
                        <a:buNone/>
                      </a:pPr>
                      <a:r>
                        <a:rPr lang="en" sz="1000"/>
                        <a:t>MIT</a:t>
                      </a:r>
                    </a:p>
                  </a:txBody>
                  <a:tcPr marL="45720" marR="45720" anchor="ctr"/>
                </a:tc>
                <a:extLst>
                  <a:ext uri="{0D108BD9-81ED-4DB2-BD59-A6C34878D82A}">
                    <a16:rowId xmlns:a16="http://schemas.microsoft.com/office/drawing/2014/main" val="295826564"/>
                  </a:ext>
                </a:extLst>
              </a:tr>
            </a:tbl>
          </a:graphicData>
        </a:graphic>
      </p:graphicFrame>
    </p:spTree>
    <p:extLst>
      <p:ext uri="{BB962C8B-B14F-4D97-AF65-F5344CB8AC3E}">
        <p14:creationId xmlns:p14="http://schemas.microsoft.com/office/powerpoint/2010/main" val="200946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88D135-E0E0-E099-651D-7D7831B74D37}"/>
              </a:ext>
            </a:extLst>
          </p:cNvPr>
          <p:cNvSpPr>
            <a:spLocks noGrp="1"/>
          </p:cNvSpPr>
          <p:nvPr>
            <p:ph type="title"/>
          </p:nvPr>
        </p:nvSpPr>
        <p:spPr/>
        <p:txBody>
          <a:bodyPr/>
          <a:lstStyle/>
          <a:p>
            <a:r>
              <a:rPr lang="zh-TW" altLang="en-US" b="1"/>
              <a:t>容器化部署與資源規劃</a:t>
            </a:r>
          </a:p>
        </p:txBody>
      </p:sp>
      <p:sp>
        <p:nvSpPr>
          <p:cNvPr id="3" name="文字版面配置區 2">
            <a:extLst>
              <a:ext uri="{FF2B5EF4-FFF2-40B4-BE49-F238E27FC236}">
                <a16:creationId xmlns:a16="http://schemas.microsoft.com/office/drawing/2014/main" id="{3D88E7C2-CB70-D860-1A4B-1F2D022691D4}"/>
              </a:ext>
            </a:extLst>
          </p:cNvPr>
          <p:cNvSpPr>
            <a:spLocks noGrp="1"/>
          </p:cNvSpPr>
          <p:nvPr>
            <p:ph type="body" idx="1"/>
          </p:nvPr>
        </p:nvSpPr>
        <p:spPr/>
        <p:txBody>
          <a:bodyPr/>
          <a:lstStyle/>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r>
              <a:rPr lang="zh-TW" altLang="en-US"/>
              <a:t>採單機容器化部署，簡化架構與維運；各服務維持獨立容器，保留後續擴充及上雲彈性。</a:t>
            </a:r>
          </a:p>
        </p:txBody>
      </p:sp>
      <p:graphicFrame>
        <p:nvGraphicFramePr>
          <p:cNvPr id="4" name="表格 3">
            <a:extLst>
              <a:ext uri="{FF2B5EF4-FFF2-40B4-BE49-F238E27FC236}">
                <a16:creationId xmlns:a16="http://schemas.microsoft.com/office/drawing/2014/main" id="{FCF3003A-38F1-C079-5913-AE794B8AA0C6}"/>
              </a:ext>
            </a:extLst>
          </p:cNvPr>
          <p:cNvGraphicFramePr>
            <a:graphicFrameLocks noGrp="1"/>
          </p:cNvGraphicFramePr>
          <p:nvPr>
            <p:extLst>
              <p:ext uri="{D42A27DB-BD31-4B8C-83A1-F6EECF244321}">
                <p14:modId xmlns:p14="http://schemas.microsoft.com/office/powerpoint/2010/main" val="2053174794"/>
              </p:ext>
            </p:extLst>
          </p:nvPr>
        </p:nvGraphicFramePr>
        <p:xfrm>
          <a:off x="270244" y="1000602"/>
          <a:ext cx="10980001" cy="4438579"/>
        </p:xfrm>
        <a:graphic>
          <a:graphicData uri="http://schemas.openxmlformats.org/drawingml/2006/table">
            <a:tbl>
              <a:tblPr>
                <a:tableStyleId>{91DB7C30-2B5D-4D34-8F22-85940E495A18}</a:tableStyleId>
              </a:tblPr>
              <a:tblGrid>
                <a:gridCol w="1698363">
                  <a:extLst>
                    <a:ext uri="{9D8B030D-6E8A-4147-A177-3AD203B41FA5}">
                      <a16:colId xmlns:a16="http://schemas.microsoft.com/office/drawing/2014/main" val="521773667"/>
                    </a:ext>
                  </a:extLst>
                </a:gridCol>
                <a:gridCol w="3047927">
                  <a:extLst>
                    <a:ext uri="{9D8B030D-6E8A-4147-A177-3AD203B41FA5}">
                      <a16:colId xmlns:a16="http://schemas.microsoft.com/office/drawing/2014/main" val="2888683622"/>
                    </a:ext>
                  </a:extLst>
                </a:gridCol>
                <a:gridCol w="3047927">
                  <a:extLst>
                    <a:ext uri="{9D8B030D-6E8A-4147-A177-3AD203B41FA5}">
                      <a16:colId xmlns:a16="http://schemas.microsoft.com/office/drawing/2014/main" val="4026531551"/>
                    </a:ext>
                  </a:extLst>
                </a:gridCol>
                <a:gridCol w="3185784">
                  <a:extLst>
                    <a:ext uri="{9D8B030D-6E8A-4147-A177-3AD203B41FA5}">
                      <a16:colId xmlns:a16="http://schemas.microsoft.com/office/drawing/2014/main" val="62599918"/>
                    </a:ext>
                  </a:extLst>
                </a:gridCol>
              </a:tblGrid>
              <a:tr h="281618">
                <a:tc>
                  <a:txBody>
                    <a:bodyPr/>
                    <a:lstStyle/>
                    <a:p>
                      <a:pPr rtl="0"/>
                      <a:r>
                        <a:rPr lang="zh-TW" altLang="en-US" sz="1600"/>
                        <a:t>服務角色</a:t>
                      </a:r>
                    </a:p>
                  </a:txBody>
                  <a:tcPr marL="84485" marR="84485" marT="42243" marB="42243" anchor="ctr"/>
                </a:tc>
                <a:tc>
                  <a:txBody>
                    <a:bodyPr/>
                    <a:lstStyle/>
                    <a:p>
                      <a:pPr rtl="0"/>
                      <a:r>
                        <a:rPr lang="zh-TW" altLang="en-US" sz="1600"/>
                        <a:t>測試環境</a:t>
                      </a:r>
                    </a:p>
                  </a:txBody>
                  <a:tcPr marL="84485" marR="84485" marT="42243" marB="42243" anchor="ctr"/>
                </a:tc>
                <a:tc>
                  <a:txBody>
                    <a:bodyPr/>
                    <a:lstStyle/>
                    <a:p>
                      <a:pPr rtl="0"/>
                      <a:r>
                        <a:rPr lang="zh-TW" altLang="en-US" sz="1600"/>
                        <a:t>正式環境</a:t>
                      </a:r>
                    </a:p>
                  </a:txBody>
                  <a:tcPr marL="84485" marR="84485" marT="42243" marB="42243" anchor="ctr"/>
                </a:tc>
                <a:tc>
                  <a:txBody>
                    <a:bodyPr/>
                    <a:lstStyle/>
                    <a:p>
                      <a:pPr rtl="0"/>
                      <a:r>
                        <a:rPr lang="zh-TW" altLang="en-US" sz="1600"/>
                        <a:t>說明</a:t>
                      </a:r>
                    </a:p>
                  </a:txBody>
                  <a:tcPr marL="84485" marR="84485" marT="42243" marB="42243" anchor="ctr"/>
                </a:tc>
                <a:extLst>
                  <a:ext uri="{0D108BD9-81ED-4DB2-BD59-A6C34878D82A}">
                    <a16:rowId xmlns:a16="http://schemas.microsoft.com/office/drawing/2014/main" val="2844098206"/>
                  </a:ext>
                </a:extLst>
              </a:tr>
              <a:tr h="478751">
                <a:tc>
                  <a:txBody>
                    <a:bodyPr/>
                    <a:lstStyle/>
                    <a:p>
                      <a:pPr rtl="0"/>
                      <a:r>
                        <a:rPr lang="en-US" sz="1600"/>
                        <a:t>VM </a:t>
                      </a:r>
                      <a:r>
                        <a:rPr lang="zh-TW" altLang="en-US" sz="1600"/>
                        <a:t>規格</a:t>
                      </a:r>
                    </a:p>
                  </a:txBody>
                  <a:tcPr marL="84485" marR="84485" marT="42243" marB="42243" anchor="ctr"/>
                </a:tc>
                <a:tc>
                  <a:txBody>
                    <a:bodyPr/>
                    <a:lstStyle/>
                    <a:p>
                      <a:pPr rtl="0"/>
                      <a:r>
                        <a:rPr lang="en-US" altLang="zh-TW" sz="1600"/>
                        <a:t>8 </a:t>
                      </a:r>
                      <a:r>
                        <a:rPr lang="en-US" sz="1600"/>
                        <a:t>vCPU／16 GB／500 GB SSD</a:t>
                      </a:r>
                    </a:p>
                  </a:txBody>
                  <a:tcPr marL="84485" marR="84485" marT="42243" marB="42243" anchor="ctr"/>
                </a:tc>
                <a:tc>
                  <a:txBody>
                    <a:bodyPr/>
                    <a:lstStyle/>
                    <a:p>
                      <a:pPr rtl="0"/>
                      <a:r>
                        <a:rPr lang="en-US" altLang="zh-TW" sz="1600"/>
                        <a:t>16 </a:t>
                      </a:r>
                      <a:r>
                        <a:rPr lang="en-US" sz="1600"/>
                        <a:t>vCPU／32 GB／1 TB SSD</a:t>
                      </a:r>
                    </a:p>
                  </a:txBody>
                  <a:tcPr marL="84485" marR="84485" marT="42243" marB="42243" anchor="ctr"/>
                </a:tc>
                <a:tc>
                  <a:txBody>
                    <a:bodyPr/>
                    <a:lstStyle/>
                    <a:p>
                      <a:pPr rtl="0"/>
                      <a:endParaRPr lang="en-US" altLang="zh-TW" sz="1600"/>
                    </a:p>
                  </a:txBody>
                  <a:tcPr marL="84485" marR="84485" marT="42243" marB="42243" anchor="ctr"/>
                </a:tc>
                <a:extLst>
                  <a:ext uri="{0D108BD9-81ED-4DB2-BD59-A6C34878D82A}">
                    <a16:rowId xmlns:a16="http://schemas.microsoft.com/office/drawing/2014/main" val="1963060502"/>
                  </a:ext>
                </a:extLst>
              </a:tr>
              <a:tr h="478751">
                <a:tc>
                  <a:txBody>
                    <a:bodyPr/>
                    <a:lstStyle/>
                    <a:p>
                      <a:pPr rtl="0"/>
                      <a:r>
                        <a:rPr lang="zh-TW" altLang="en-US" sz="1600"/>
                        <a:t>入口／</a:t>
                      </a:r>
                      <a:r>
                        <a:rPr lang="en-US" sz="1600"/>
                        <a:t>Web</a:t>
                      </a:r>
                    </a:p>
                  </a:txBody>
                  <a:tcPr marL="84485" marR="84485" marT="42243" marB="42243" anchor="ctr"/>
                </a:tc>
                <a:tc>
                  <a:txBody>
                    <a:bodyPr/>
                    <a:lstStyle/>
                    <a:p>
                      <a:pPr rtl="0"/>
                      <a:r>
                        <a:rPr lang="en-US" sz="1600"/>
                        <a:t>Nginx × 1</a:t>
                      </a:r>
                    </a:p>
                  </a:txBody>
                  <a:tcPr marL="84485" marR="84485" marT="42243" marB="42243" anchor="ctr"/>
                </a:tc>
                <a:tc>
                  <a:txBody>
                    <a:bodyPr/>
                    <a:lstStyle/>
                    <a:p>
                      <a:pPr rtl="0"/>
                      <a:r>
                        <a:rPr lang="en-US" sz="1600"/>
                        <a:t>Nginx × 1</a:t>
                      </a:r>
                    </a:p>
                  </a:txBody>
                  <a:tcPr marL="84485" marR="84485" marT="42243" marB="42243" anchor="ctr"/>
                </a:tc>
                <a:tc>
                  <a:txBody>
                    <a:bodyPr/>
                    <a:lstStyle/>
                    <a:p>
                      <a:pPr rtl="0"/>
                      <a:r>
                        <a:rPr lang="en-US" sz="1600"/>
                        <a:t>Web </a:t>
                      </a:r>
                      <a:r>
                        <a:rPr lang="zh-TW" altLang="en-US" sz="1600"/>
                        <a:t>靜態檔、</a:t>
                      </a:r>
                      <a:r>
                        <a:rPr lang="en-US" sz="1600"/>
                        <a:t>TLS、API Reverse Proxy</a:t>
                      </a:r>
                    </a:p>
                  </a:txBody>
                  <a:tcPr marL="84485" marR="84485" marT="42243" marB="42243" anchor="ctr"/>
                </a:tc>
                <a:extLst>
                  <a:ext uri="{0D108BD9-81ED-4DB2-BD59-A6C34878D82A}">
                    <a16:rowId xmlns:a16="http://schemas.microsoft.com/office/drawing/2014/main" val="1902626372"/>
                  </a:ext>
                </a:extLst>
              </a:tr>
              <a:tr h="478751">
                <a:tc>
                  <a:txBody>
                    <a:bodyPr/>
                    <a:lstStyle/>
                    <a:p>
                      <a:pPr rtl="0"/>
                      <a:r>
                        <a:rPr lang="en-US" sz="1600"/>
                        <a:t>API</a:t>
                      </a:r>
                    </a:p>
                  </a:txBody>
                  <a:tcPr marL="84485" marR="84485" marT="42243" marB="42243" anchor="ctr"/>
                </a:tc>
                <a:tc>
                  <a:txBody>
                    <a:bodyPr/>
                    <a:lstStyle/>
                    <a:p>
                      <a:pPr rtl="0"/>
                      <a:r>
                        <a:rPr lang="en-US" sz="1600"/>
                        <a:t>App × 1</a:t>
                      </a:r>
                    </a:p>
                  </a:txBody>
                  <a:tcPr marL="84485" marR="84485" marT="42243" marB="42243" anchor="ctr"/>
                </a:tc>
                <a:tc>
                  <a:txBody>
                    <a:bodyPr/>
                    <a:lstStyle/>
                    <a:p>
                      <a:pPr rtl="0"/>
                      <a:r>
                        <a:rPr lang="en-US" sz="1600"/>
                        <a:t>App × 1</a:t>
                      </a:r>
                    </a:p>
                  </a:txBody>
                  <a:tcPr marL="84485" marR="84485" marT="42243" marB="42243" anchor="ctr"/>
                </a:tc>
                <a:tc>
                  <a:txBody>
                    <a:bodyPr/>
                    <a:lstStyle/>
                    <a:p>
                      <a:pPr rtl="0"/>
                      <a:r>
                        <a:rPr lang="en-US" altLang="zh-TW" sz="1600"/>
                        <a:t>REST API</a:t>
                      </a:r>
                      <a:r>
                        <a:rPr lang="zh-TW" altLang="en-US" sz="1600"/>
                        <a:t>、</a:t>
                      </a:r>
                      <a:r>
                        <a:rPr lang="en-US" altLang="zh-TW" sz="1600"/>
                        <a:t>SSE</a:t>
                      </a:r>
                      <a:r>
                        <a:rPr lang="zh-TW" altLang="en-US" sz="1600"/>
                        <a:t>、權限與業務邏輯</a:t>
                      </a:r>
                    </a:p>
                  </a:txBody>
                  <a:tcPr marL="84485" marR="84485" marT="42243" marB="42243" anchor="ctr"/>
                </a:tc>
                <a:extLst>
                  <a:ext uri="{0D108BD9-81ED-4DB2-BD59-A6C34878D82A}">
                    <a16:rowId xmlns:a16="http://schemas.microsoft.com/office/drawing/2014/main" val="4131342900"/>
                  </a:ext>
                </a:extLst>
              </a:tr>
              <a:tr h="478751">
                <a:tc>
                  <a:txBody>
                    <a:bodyPr/>
                    <a:lstStyle/>
                    <a:p>
                      <a:pPr rtl="0"/>
                      <a:r>
                        <a:rPr lang="en-US" sz="1600"/>
                        <a:t>Worker</a:t>
                      </a:r>
                    </a:p>
                  </a:txBody>
                  <a:tcPr marL="84485" marR="84485" marT="42243" marB="42243" anchor="ctr"/>
                </a:tc>
                <a:tc>
                  <a:txBody>
                    <a:bodyPr/>
                    <a:lstStyle/>
                    <a:p>
                      <a:pPr rtl="0"/>
                      <a:r>
                        <a:rPr lang="en-US" sz="1600"/>
                        <a:t>Worker × 4</a:t>
                      </a:r>
                    </a:p>
                  </a:txBody>
                  <a:tcPr marL="84485" marR="84485" marT="42243" marB="42243" anchor="ctr"/>
                </a:tc>
                <a:tc>
                  <a:txBody>
                    <a:bodyPr/>
                    <a:lstStyle/>
                    <a:p>
                      <a:pPr rtl="0"/>
                      <a:r>
                        <a:rPr lang="en-US" sz="1600"/>
                        <a:t>Worker × 8</a:t>
                      </a:r>
                    </a:p>
                  </a:txBody>
                  <a:tcPr marL="84485" marR="84485" marT="42243" marB="42243" anchor="ctr"/>
                </a:tc>
                <a:tc>
                  <a:txBody>
                    <a:bodyPr/>
                    <a:lstStyle/>
                    <a:p>
                      <a:pPr rtl="0"/>
                      <a:r>
                        <a:rPr lang="zh-TW" altLang="en-US" sz="1600"/>
                        <a:t>執行資料擷取、文章分析、</a:t>
                      </a:r>
                      <a:r>
                        <a:rPr lang="en-US" sz="1600"/>
                        <a:t>Assistant </a:t>
                      </a:r>
                      <a:r>
                        <a:rPr lang="zh-TW" altLang="en-US" sz="1600"/>
                        <a:t>與 </a:t>
                      </a:r>
                      <a:r>
                        <a:rPr lang="en-US" sz="1600"/>
                        <a:t>Brief </a:t>
                      </a:r>
                      <a:r>
                        <a:rPr lang="zh-TW" altLang="en-US" sz="1600"/>
                        <a:t>工作</a:t>
                      </a:r>
                    </a:p>
                  </a:txBody>
                  <a:tcPr marL="84485" marR="84485" marT="42243" marB="42243" anchor="ctr"/>
                </a:tc>
                <a:extLst>
                  <a:ext uri="{0D108BD9-81ED-4DB2-BD59-A6C34878D82A}">
                    <a16:rowId xmlns:a16="http://schemas.microsoft.com/office/drawing/2014/main" val="3518452601"/>
                  </a:ext>
                </a:extLst>
              </a:tr>
              <a:tr h="478751">
                <a:tc>
                  <a:txBody>
                    <a:bodyPr/>
                    <a:lstStyle/>
                    <a:p>
                      <a:pPr rtl="0"/>
                      <a:r>
                        <a:rPr lang="en-US" sz="1600"/>
                        <a:t>Scheduler</a:t>
                      </a:r>
                    </a:p>
                  </a:txBody>
                  <a:tcPr marL="84485" marR="84485" marT="42243" marB="42243" anchor="ctr"/>
                </a:tc>
                <a:tc>
                  <a:txBody>
                    <a:bodyPr/>
                    <a:lstStyle/>
                    <a:p>
                      <a:pPr rtl="0"/>
                      <a:r>
                        <a:rPr lang="en-US" sz="1600"/>
                        <a:t>Scheduler × 1</a:t>
                      </a:r>
                    </a:p>
                  </a:txBody>
                  <a:tcPr marL="84485" marR="84485" marT="42243" marB="42243" anchor="ctr"/>
                </a:tc>
                <a:tc>
                  <a:txBody>
                    <a:bodyPr/>
                    <a:lstStyle/>
                    <a:p>
                      <a:pPr rtl="0"/>
                      <a:r>
                        <a:rPr lang="en-US" sz="1600"/>
                        <a:t>Scheduler × 1</a:t>
                      </a:r>
                    </a:p>
                  </a:txBody>
                  <a:tcPr marL="84485" marR="84485" marT="42243" marB="42243" anchor="ctr"/>
                </a:tc>
                <a:tc>
                  <a:txBody>
                    <a:bodyPr/>
                    <a:lstStyle/>
                    <a:p>
                      <a:pPr rtl="0"/>
                      <a:r>
                        <a:rPr lang="zh-TW" altLang="en-US" sz="1600"/>
                        <a:t>維持單一副本，避免重複排程</a:t>
                      </a:r>
                    </a:p>
                  </a:txBody>
                  <a:tcPr marL="84485" marR="84485" marT="42243" marB="42243" anchor="ctr"/>
                </a:tc>
                <a:extLst>
                  <a:ext uri="{0D108BD9-81ED-4DB2-BD59-A6C34878D82A}">
                    <a16:rowId xmlns:a16="http://schemas.microsoft.com/office/drawing/2014/main" val="4216584267"/>
                  </a:ext>
                </a:extLst>
              </a:tr>
              <a:tr h="478751">
                <a:tc>
                  <a:txBody>
                    <a:bodyPr/>
                    <a:lstStyle/>
                    <a:p>
                      <a:pPr rtl="0"/>
                      <a:r>
                        <a:rPr lang="en-US" sz="1600"/>
                        <a:t>MongoDB</a:t>
                      </a:r>
                    </a:p>
                  </a:txBody>
                  <a:tcPr marL="84485" marR="84485" marT="42243" marB="42243" anchor="ctr"/>
                </a:tc>
                <a:tc>
                  <a:txBody>
                    <a:bodyPr/>
                    <a:lstStyle/>
                    <a:p>
                      <a:pPr rtl="0"/>
                      <a:r>
                        <a:rPr lang="en-US" sz="1600"/>
                        <a:t>MongoDB × 1</a:t>
                      </a:r>
                    </a:p>
                  </a:txBody>
                  <a:tcPr marL="84485" marR="84485" marT="42243" marB="42243" anchor="ctr"/>
                </a:tc>
                <a:tc>
                  <a:txBody>
                    <a:bodyPr/>
                    <a:lstStyle/>
                    <a:p>
                      <a:pPr rtl="0"/>
                      <a:r>
                        <a:rPr lang="en-US" sz="1600"/>
                        <a:t>MongoDB × 1</a:t>
                      </a:r>
                    </a:p>
                  </a:txBody>
                  <a:tcPr marL="84485" marR="84485" marT="42243" marB="42243" anchor="ctr"/>
                </a:tc>
                <a:tc>
                  <a:txBody>
                    <a:bodyPr/>
                    <a:lstStyle/>
                    <a:p>
                      <a:pPr rtl="0"/>
                      <a:r>
                        <a:rPr lang="zh-TW" altLang="en-US" sz="1600"/>
                        <a:t>單節點部署，使用持久化儲存</a:t>
                      </a:r>
                    </a:p>
                  </a:txBody>
                  <a:tcPr marL="84485" marR="84485" marT="42243" marB="42243" anchor="ctr"/>
                </a:tc>
                <a:extLst>
                  <a:ext uri="{0D108BD9-81ED-4DB2-BD59-A6C34878D82A}">
                    <a16:rowId xmlns:a16="http://schemas.microsoft.com/office/drawing/2014/main" val="3831632503"/>
                  </a:ext>
                </a:extLst>
              </a:tr>
              <a:tr h="478751">
                <a:tc>
                  <a:txBody>
                    <a:bodyPr/>
                    <a:lstStyle/>
                    <a:p>
                      <a:pPr rtl="0"/>
                      <a:r>
                        <a:rPr lang="en-US" sz="1600"/>
                        <a:t>Redis</a:t>
                      </a:r>
                    </a:p>
                  </a:txBody>
                  <a:tcPr marL="84485" marR="84485" marT="42243" marB="42243" anchor="ctr"/>
                </a:tc>
                <a:tc>
                  <a:txBody>
                    <a:bodyPr/>
                    <a:lstStyle/>
                    <a:p>
                      <a:pPr rtl="0"/>
                      <a:r>
                        <a:rPr lang="en-US" sz="1600"/>
                        <a:t>Redis × 1</a:t>
                      </a:r>
                    </a:p>
                  </a:txBody>
                  <a:tcPr marL="84485" marR="84485" marT="42243" marB="42243" anchor="ctr"/>
                </a:tc>
                <a:tc>
                  <a:txBody>
                    <a:bodyPr/>
                    <a:lstStyle/>
                    <a:p>
                      <a:pPr rtl="0"/>
                      <a:r>
                        <a:rPr lang="en-US" sz="1600"/>
                        <a:t>Redis × 1</a:t>
                      </a:r>
                    </a:p>
                  </a:txBody>
                  <a:tcPr marL="84485" marR="84485" marT="42243" marB="42243" anchor="ctr"/>
                </a:tc>
                <a:tc>
                  <a:txBody>
                    <a:bodyPr/>
                    <a:lstStyle/>
                    <a:p>
                      <a:pPr rtl="0"/>
                      <a:r>
                        <a:rPr lang="en-US" altLang="zh-TW" sz="1600" err="1"/>
                        <a:t>BullMQ</a:t>
                      </a:r>
                      <a:r>
                        <a:rPr lang="en-US" altLang="zh-TW" sz="1600"/>
                        <a:t> Queue </a:t>
                      </a:r>
                      <a:r>
                        <a:rPr lang="zh-TW" altLang="en-US" sz="1600"/>
                        <a:t>與工作狀態儲存</a:t>
                      </a:r>
                    </a:p>
                  </a:txBody>
                  <a:tcPr marL="84485" marR="84485" marT="42243" marB="42243" anchor="ctr"/>
                </a:tc>
                <a:extLst>
                  <a:ext uri="{0D108BD9-81ED-4DB2-BD59-A6C34878D82A}">
                    <a16:rowId xmlns:a16="http://schemas.microsoft.com/office/drawing/2014/main" val="1005151821"/>
                  </a:ext>
                </a:extLst>
              </a:tr>
              <a:tr h="478751">
                <a:tc>
                  <a:txBody>
                    <a:bodyPr/>
                    <a:lstStyle/>
                    <a:p>
                      <a:pPr rtl="0"/>
                      <a:r>
                        <a:rPr lang="en-US" sz="1600"/>
                        <a:t>Copilot Runtime</a:t>
                      </a:r>
                    </a:p>
                  </a:txBody>
                  <a:tcPr marL="84485" marR="84485" marT="42243" marB="42243" anchor="ctr"/>
                </a:tc>
                <a:tc>
                  <a:txBody>
                    <a:bodyPr/>
                    <a:lstStyle/>
                    <a:p>
                      <a:pPr rtl="0"/>
                      <a:r>
                        <a:rPr lang="en-US" sz="1600"/>
                        <a:t>Copilot CLI × 1</a:t>
                      </a:r>
                    </a:p>
                  </a:txBody>
                  <a:tcPr marL="84485" marR="84485" marT="42243" marB="42243" anchor="ctr"/>
                </a:tc>
                <a:tc>
                  <a:txBody>
                    <a:bodyPr/>
                    <a:lstStyle/>
                    <a:p>
                      <a:pPr rtl="0"/>
                      <a:r>
                        <a:rPr lang="en-US" sz="1600"/>
                        <a:t>Copilot CLI × 1</a:t>
                      </a:r>
                    </a:p>
                  </a:txBody>
                  <a:tcPr marL="84485" marR="84485" marT="42243" marB="42243" anchor="ctr"/>
                </a:tc>
                <a:tc>
                  <a:txBody>
                    <a:bodyPr/>
                    <a:lstStyle/>
                    <a:p>
                      <a:pPr rtl="0"/>
                      <a:r>
                        <a:rPr lang="zh-TW" altLang="en-US" sz="1600"/>
                        <a:t>與 </a:t>
                      </a:r>
                      <a:r>
                        <a:rPr lang="en-US" sz="1600" err="1"/>
                        <a:t>API、Worker</a:t>
                      </a:r>
                      <a:r>
                        <a:rPr lang="en-US" sz="1600"/>
                        <a:t> </a:t>
                      </a:r>
                      <a:r>
                        <a:rPr lang="zh-TW" altLang="en-US" sz="1600"/>
                        <a:t>使用獨立容器</a:t>
                      </a:r>
                    </a:p>
                  </a:txBody>
                  <a:tcPr marL="84485" marR="84485" marT="42243" marB="42243" anchor="ctr"/>
                </a:tc>
                <a:extLst>
                  <a:ext uri="{0D108BD9-81ED-4DB2-BD59-A6C34878D82A}">
                    <a16:rowId xmlns:a16="http://schemas.microsoft.com/office/drawing/2014/main" val="791066944"/>
                  </a:ext>
                </a:extLst>
              </a:tr>
            </a:tbl>
          </a:graphicData>
        </a:graphic>
      </p:graphicFrame>
    </p:spTree>
    <p:extLst>
      <p:ext uri="{BB962C8B-B14F-4D97-AF65-F5344CB8AC3E}">
        <p14:creationId xmlns:p14="http://schemas.microsoft.com/office/powerpoint/2010/main" val="3433655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33EFD04F-C60D-D72F-C1C3-BA0395F3A71F}"/>
              </a:ext>
            </a:extLst>
          </p:cNvPr>
          <p:cNvGraphicFramePr>
            <a:graphicFrameLocks noGrp="1"/>
          </p:cNvGraphicFramePr>
          <p:nvPr>
            <p:extLst>
              <p:ext uri="{D42A27DB-BD31-4B8C-83A1-F6EECF244321}">
                <p14:modId xmlns:p14="http://schemas.microsoft.com/office/powerpoint/2010/main" val="283494558"/>
              </p:ext>
            </p:extLst>
          </p:nvPr>
        </p:nvGraphicFramePr>
        <p:xfrm>
          <a:off x="179388" y="1470763"/>
          <a:ext cx="11161711" cy="4447454"/>
        </p:xfrm>
        <a:graphic>
          <a:graphicData uri="http://schemas.openxmlformats.org/drawingml/2006/table">
            <a:tbl>
              <a:tblPr firstRow="1" bandRow="1">
                <a:tableStyleId>{5C22544A-7EE6-4342-B048-85BDC9FD1C3A}</a:tableStyleId>
              </a:tblPr>
              <a:tblGrid>
                <a:gridCol w="1181705">
                  <a:extLst>
                    <a:ext uri="{9D8B030D-6E8A-4147-A177-3AD203B41FA5}">
                      <a16:colId xmlns:a16="http://schemas.microsoft.com/office/drawing/2014/main" val="3424903512"/>
                    </a:ext>
                  </a:extLst>
                </a:gridCol>
                <a:gridCol w="4003041">
                  <a:extLst>
                    <a:ext uri="{9D8B030D-6E8A-4147-A177-3AD203B41FA5}">
                      <a16:colId xmlns:a16="http://schemas.microsoft.com/office/drawing/2014/main" val="1956526871"/>
                    </a:ext>
                  </a:extLst>
                </a:gridCol>
                <a:gridCol w="1208293">
                  <a:extLst>
                    <a:ext uri="{9D8B030D-6E8A-4147-A177-3AD203B41FA5}">
                      <a16:colId xmlns:a16="http://schemas.microsoft.com/office/drawing/2014/main" val="998222031"/>
                    </a:ext>
                  </a:extLst>
                </a:gridCol>
                <a:gridCol w="1192941">
                  <a:extLst>
                    <a:ext uri="{9D8B030D-6E8A-4147-A177-3AD203B41FA5}">
                      <a16:colId xmlns:a16="http://schemas.microsoft.com/office/drawing/2014/main" val="2167803055"/>
                    </a:ext>
                  </a:extLst>
                </a:gridCol>
                <a:gridCol w="1237957">
                  <a:extLst>
                    <a:ext uri="{9D8B030D-6E8A-4147-A177-3AD203B41FA5}">
                      <a16:colId xmlns:a16="http://schemas.microsoft.com/office/drawing/2014/main" val="1372042385"/>
                    </a:ext>
                  </a:extLst>
                </a:gridCol>
                <a:gridCol w="1078716">
                  <a:extLst>
                    <a:ext uri="{9D8B030D-6E8A-4147-A177-3AD203B41FA5}">
                      <a16:colId xmlns:a16="http://schemas.microsoft.com/office/drawing/2014/main" val="1207937882"/>
                    </a:ext>
                  </a:extLst>
                </a:gridCol>
                <a:gridCol w="1259058">
                  <a:extLst>
                    <a:ext uri="{9D8B030D-6E8A-4147-A177-3AD203B41FA5}">
                      <a16:colId xmlns:a16="http://schemas.microsoft.com/office/drawing/2014/main" val="2232799323"/>
                    </a:ext>
                  </a:extLst>
                </a:gridCol>
              </a:tblGrid>
              <a:tr h="968495">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大項</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品項</a:t>
                      </a:r>
                      <a:r>
                        <a:rPr lang="en-US" altLang="zh-TW" sz="1300">
                          <a:solidFill>
                            <a:schemeClr val="bg1"/>
                          </a:solidFill>
                          <a:latin typeface="微軟正黑體" panose="020B0604030504040204" pitchFamily="34" charset="-120"/>
                          <a:ea typeface="微軟正黑體" panose="020B0604030504040204" pitchFamily="34" charset="-120"/>
                        </a:rPr>
                        <a:t>/</a:t>
                      </a:r>
                      <a:r>
                        <a:rPr lang="zh-TW" altLang="en-US" sz="1300">
                          <a:solidFill>
                            <a:schemeClr val="bg1"/>
                          </a:solidFill>
                          <a:latin typeface="微軟正黑體" panose="020B0604030504040204" pitchFamily="34" charset="-120"/>
                          <a:ea typeface="微軟正黑體" panose="020B0604030504040204" pitchFamily="34" charset="-120"/>
                        </a:rPr>
                        <a:t>單位</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單價</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en-US" altLang="zh-TW" sz="1300">
                          <a:solidFill>
                            <a:schemeClr val="bg1"/>
                          </a:solidFill>
                          <a:latin typeface="微軟正黑體" panose="020B0604030504040204" pitchFamily="34" charset="-120"/>
                          <a:ea typeface="微軟正黑體" panose="020B0604030504040204" pitchFamily="34" charset="-120"/>
                        </a:rPr>
                        <a:t>(</a:t>
                      </a:r>
                      <a:r>
                        <a:rPr lang="zh-TW" altLang="en-US" sz="1300">
                          <a:solidFill>
                            <a:schemeClr val="bg1"/>
                          </a:solidFill>
                          <a:latin typeface="微軟正黑體" panose="020B0604030504040204" pitchFamily="34" charset="-120"/>
                          <a:ea typeface="微軟正黑體" panose="020B0604030504040204" pitchFamily="34" charset="-120"/>
                        </a:rPr>
                        <a:t>新台幣萬元</a:t>
                      </a:r>
                      <a:r>
                        <a:rPr lang="en-US" altLang="zh-TW" sz="1300">
                          <a:solidFill>
                            <a:schemeClr val="bg1"/>
                          </a:solidFill>
                          <a:latin typeface="微軟正黑體" panose="020B0604030504040204" pitchFamily="34" charset="-120"/>
                          <a:ea typeface="微軟正黑體" panose="020B0604030504040204" pitchFamily="34" charset="-120"/>
                        </a:rPr>
                        <a:t>)</a:t>
                      </a:r>
                      <a:endParaRPr lang="zh-TW" altLang="en-US" sz="1300">
                        <a:solidFill>
                          <a:schemeClr val="bg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測試環境</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zh-TW" altLang="en-US" sz="1300">
                          <a:solidFill>
                            <a:schemeClr val="bg1"/>
                          </a:solidFill>
                          <a:latin typeface="微軟正黑體" panose="020B0604030504040204" pitchFamily="34" charset="-120"/>
                          <a:ea typeface="微軟正黑體" panose="020B0604030504040204" pitchFamily="34" charset="-120"/>
                        </a:rPr>
                        <a:t>申請單位數</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金額</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en-US" altLang="zh-TW" sz="1300">
                          <a:solidFill>
                            <a:schemeClr val="bg1"/>
                          </a:solidFill>
                          <a:latin typeface="微軟正黑體" panose="020B0604030504040204" pitchFamily="34" charset="-120"/>
                          <a:ea typeface="微軟正黑體" panose="020B0604030504040204" pitchFamily="34" charset="-120"/>
                        </a:rPr>
                        <a:t>(</a:t>
                      </a:r>
                      <a:r>
                        <a:rPr lang="zh-TW" altLang="en-US" sz="1300">
                          <a:solidFill>
                            <a:schemeClr val="bg1"/>
                          </a:solidFill>
                          <a:latin typeface="微軟正黑體" panose="020B0604030504040204" pitchFamily="34" charset="-120"/>
                          <a:ea typeface="微軟正黑體" panose="020B0604030504040204" pitchFamily="34" charset="-120"/>
                        </a:rPr>
                        <a:t>新台幣萬元</a:t>
                      </a:r>
                      <a:r>
                        <a:rPr lang="en-US" altLang="zh-TW" sz="1300">
                          <a:solidFill>
                            <a:schemeClr val="bg1"/>
                          </a:solidFill>
                          <a:latin typeface="微軟正黑體" panose="020B0604030504040204" pitchFamily="34" charset="-120"/>
                          <a:ea typeface="微軟正黑體" panose="020B0604030504040204" pitchFamily="34" charset="-120"/>
                        </a:rPr>
                        <a:t>)</a:t>
                      </a:r>
                      <a:endParaRPr lang="zh-TW" altLang="en-US" sz="1300">
                        <a:solidFill>
                          <a:schemeClr val="bg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正式環境</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zh-TW" altLang="en-US" sz="1300">
                          <a:solidFill>
                            <a:schemeClr val="bg1"/>
                          </a:solidFill>
                          <a:latin typeface="微軟正黑體" panose="020B0604030504040204" pitchFamily="34" charset="-120"/>
                          <a:ea typeface="微軟正黑體" panose="020B0604030504040204" pitchFamily="34" charset="-120"/>
                        </a:rPr>
                        <a:t>申請單位數</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zh-TW" altLang="en-US" sz="1300">
                          <a:solidFill>
                            <a:schemeClr val="bg1"/>
                          </a:solidFill>
                          <a:latin typeface="微軟正黑體" panose="020B0604030504040204" pitchFamily="34" charset="-120"/>
                          <a:ea typeface="微軟正黑體" panose="020B0604030504040204" pitchFamily="34" charset="-120"/>
                        </a:rPr>
                        <a:t>金額</a:t>
                      </a:r>
                      <a:endParaRPr lang="en-US" altLang="zh-TW" sz="1300">
                        <a:solidFill>
                          <a:schemeClr val="bg1"/>
                        </a:solidFill>
                        <a:latin typeface="微軟正黑體" panose="020B0604030504040204" pitchFamily="34" charset="-120"/>
                        <a:ea typeface="微軟正黑體" panose="020B0604030504040204" pitchFamily="34" charset="-120"/>
                      </a:endParaRPr>
                    </a:p>
                    <a:p>
                      <a:pPr algn="ctr"/>
                      <a:r>
                        <a:rPr lang="en-US" altLang="zh-TW" sz="1300">
                          <a:solidFill>
                            <a:schemeClr val="bg1"/>
                          </a:solidFill>
                          <a:latin typeface="微軟正黑體" panose="020B0604030504040204" pitchFamily="34" charset="-120"/>
                          <a:ea typeface="微軟正黑體" panose="020B0604030504040204" pitchFamily="34" charset="-120"/>
                        </a:rPr>
                        <a:t>(</a:t>
                      </a:r>
                      <a:r>
                        <a:rPr lang="zh-TW" altLang="en-US" sz="1300">
                          <a:solidFill>
                            <a:schemeClr val="bg1"/>
                          </a:solidFill>
                          <a:latin typeface="微軟正黑體" panose="020B0604030504040204" pitchFamily="34" charset="-120"/>
                          <a:ea typeface="微軟正黑體" panose="020B0604030504040204" pitchFamily="34" charset="-120"/>
                        </a:rPr>
                        <a:t>新台幣萬元</a:t>
                      </a:r>
                      <a:r>
                        <a:rPr lang="en-US" altLang="zh-TW" sz="1300">
                          <a:solidFill>
                            <a:schemeClr val="bg1"/>
                          </a:solidFill>
                          <a:latin typeface="微軟正黑體" panose="020B0604030504040204" pitchFamily="34" charset="-120"/>
                          <a:ea typeface="微軟正黑體" panose="020B0604030504040204" pitchFamily="34" charset="-120"/>
                        </a:rPr>
                        <a:t>)</a:t>
                      </a:r>
                      <a:endParaRPr lang="zh-TW" altLang="en-US" sz="1300">
                        <a:solidFill>
                          <a:schemeClr val="bg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3400936685"/>
                  </a:ext>
                </a:extLst>
              </a:tr>
              <a:tr h="552198">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1.</a:t>
                      </a:r>
                      <a:r>
                        <a:rPr lang="zh-TW" altLang="en-US" sz="1300">
                          <a:solidFill>
                            <a:schemeClr val="tx1"/>
                          </a:solidFill>
                          <a:latin typeface="微軟正黑體" panose="020B0604030504040204" pitchFamily="34" charset="-120"/>
                          <a:ea typeface="微軟正黑體" panose="020B0604030504040204" pitchFamily="34" charset="-120"/>
                        </a:rPr>
                        <a:t>虛擬主機</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a:solidFill>
                            <a:schemeClr val="tx1"/>
                          </a:solidFill>
                          <a:latin typeface="微軟正黑體" panose="020B0604030504040204" pitchFamily="34" charset="-120"/>
                          <a:ea typeface="微軟正黑體" panose="020B0604030504040204" pitchFamily="34" charset="-120"/>
                        </a:rPr>
                        <a:t>VM 2core/4G</a:t>
                      </a:r>
                      <a:r>
                        <a:rPr lang="zh-TW" altLang="en-US" sz="1300">
                          <a:solidFill>
                            <a:schemeClr val="tx1"/>
                          </a:solidFill>
                          <a:latin typeface="微軟正黑體" panose="020B0604030504040204" pitchFamily="34" charset="-120"/>
                          <a:ea typeface="微軟正黑體" panose="020B0604030504040204" pitchFamily="34" charset="-120"/>
                        </a:rPr>
                        <a:t> </a:t>
                      </a:r>
                      <a:r>
                        <a:rPr lang="en-US" altLang="zh-TW" sz="1300">
                          <a:solidFill>
                            <a:schemeClr val="tx1"/>
                          </a:solidFill>
                          <a:latin typeface="微軟正黑體" panose="020B0604030504040204" pitchFamily="34" charset="-120"/>
                          <a:ea typeface="微軟正黑體" panose="020B0604030504040204" pitchFamily="34" charset="-120"/>
                        </a:rPr>
                        <a:t>(</a:t>
                      </a:r>
                      <a:r>
                        <a:rPr lang="zh-TW" altLang="en-US" sz="1300">
                          <a:solidFill>
                            <a:schemeClr val="tx1"/>
                          </a:solidFill>
                          <a:latin typeface="微軟正黑體" panose="020B0604030504040204" pitchFamily="34" charset="-120"/>
                          <a:ea typeface="微軟正黑體" panose="020B0604030504040204" pitchFamily="34" charset="-120"/>
                        </a:rPr>
                        <a:t>依</a:t>
                      </a:r>
                      <a:r>
                        <a:rPr lang="en-US" altLang="zh-TW" sz="1300">
                          <a:solidFill>
                            <a:schemeClr val="tx1"/>
                          </a:solidFill>
                          <a:latin typeface="微軟正黑體" panose="020B0604030504040204" pitchFamily="34" charset="-120"/>
                          <a:ea typeface="微軟正黑體" panose="020B0604030504040204" pitchFamily="34" charset="-120"/>
                        </a:rPr>
                        <a:t>CPU</a:t>
                      </a:r>
                      <a:r>
                        <a:rPr lang="zh-TW" altLang="en-US" sz="1300">
                          <a:solidFill>
                            <a:schemeClr val="tx1"/>
                          </a:solidFill>
                          <a:latin typeface="微軟正黑體" panose="020B0604030504040204" pitchFamily="34" charset="-120"/>
                          <a:ea typeface="微軟正黑體" panose="020B0604030504040204" pitchFamily="34" charset="-120"/>
                        </a:rPr>
                        <a:t>或</a:t>
                      </a:r>
                      <a:r>
                        <a:rPr lang="en-US" altLang="zh-TW" sz="1300">
                          <a:solidFill>
                            <a:schemeClr val="tx1"/>
                          </a:solidFill>
                          <a:latin typeface="微軟正黑體" panose="020B0604030504040204" pitchFamily="34" charset="-120"/>
                          <a:ea typeface="微軟正黑體" panose="020B0604030504040204" pitchFamily="34" charset="-120"/>
                        </a:rPr>
                        <a:t>RAM</a:t>
                      </a:r>
                      <a:r>
                        <a:rPr lang="zh-TW" altLang="en-US" sz="1300">
                          <a:solidFill>
                            <a:schemeClr val="tx1"/>
                          </a:solidFill>
                          <a:latin typeface="微軟正黑體" panose="020B0604030504040204" pitchFamily="34" charset="-120"/>
                          <a:ea typeface="微軟正黑體" panose="020B0604030504040204" pitchFamily="34" charset="-120"/>
                        </a:rPr>
                        <a:t>之倍數取大者類推</a:t>
                      </a:r>
                      <a:r>
                        <a:rPr lang="en-US" altLang="zh-TW" sz="1300">
                          <a:solidFill>
                            <a:schemeClr val="tx1"/>
                          </a:solidFill>
                          <a:latin typeface="微軟正黑體" panose="020B0604030504040204" pitchFamily="34" charset="-120"/>
                          <a:ea typeface="微軟正黑體" panose="020B0604030504040204" pitchFamily="34" charset="-120"/>
                        </a:rPr>
                        <a:t>)</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3.5</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4</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14</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8</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28</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3768789830"/>
                  </a:ext>
                </a:extLst>
              </a:tr>
              <a:tr h="344224">
                <a:tc rowSpan="3">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2.</a:t>
                      </a:r>
                      <a:r>
                        <a:rPr lang="zh-TW" altLang="en-US" sz="1300">
                          <a:solidFill>
                            <a:schemeClr val="tx1"/>
                          </a:solidFill>
                          <a:latin typeface="微軟正黑體" panose="020B0604030504040204" pitchFamily="34" charset="-120"/>
                          <a:ea typeface="微軟正黑體" panose="020B0604030504040204" pitchFamily="34" charset="-120"/>
                        </a:rPr>
                        <a:t>作業系統</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a:solidFill>
                            <a:schemeClr val="tx1"/>
                          </a:solidFill>
                          <a:effectLst/>
                          <a:latin typeface="微軟正黑體" panose="020B0604030504040204" pitchFamily="34" charset="-120"/>
                          <a:ea typeface="微軟正黑體" panose="020B0604030504040204" pitchFamily="34" charset="-120"/>
                        </a:rPr>
                        <a:t>Windows</a:t>
                      </a:r>
                      <a:r>
                        <a:rPr lang="zh-TW" altLang="en-US" sz="1300" b="0">
                          <a:solidFill>
                            <a:schemeClr val="tx1"/>
                          </a:solidFill>
                          <a:effectLst/>
                          <a:latin typeface="微軟正黑體" panose="020B0604030504040204" pitchFamily="34" charset="-120"/>
                          <a:ea typeface="微軟正黑體" panose="020B0604030504040204" pitchFamily="34" charset="-120"/>
                        </a:rPr>
                        <a:t> </a:t>
                      </a:r>
                      <a:r>
                        <a:rPr lang="en-US" altLang="zh-TW" sz="1300" b="0">
                          <a:solidFill>
                            <a:schemeClr val="tx1"/>
                          </a:solidFill>
                          <a:effectLst/>
                          <a:latin typeface="微軟正黑體" panose="020B0604030504040204" pitchFamily="34" charset="-120"/>
                          <a:ea typeface="微軟正黑體" panose="020B0604030504040204" pitchFamily="34" charset="-120"/>
                        </a:rPr>
                        <a:t>VM</a:t>
                      </a:r>
                      <a:r>
                        <a:rPr lang="zh-TW" altLang="en-US" sz="1300" b="0">
                          <a:solidFill>
                            <a:schemeClr val="tx1"/>
                          </a:solidFill>
                          <a:effectLst/>
                          <a:latin typeface="微軟正黑體" panose="020B0604030504040204" pitchFamily="34" charset="-120"/>
                          <a:ea typeface="微軟正黑體" panose="020B0604030504040204" pitchFamily="34" charset="-120"/>
                        </a:rPr>
                        <a:t> </a:t>
                      </a:r>
                      <a:r>
                        <a:rPr lang="en-US" altLang="zh-TW" sz="1300" b="0">
                          <a:solidFill>
                            <a:schemeClr val="tx1"/>
                          </a:solidFill>
                          <a:effectLst/>
                          <a:latin typeface="微軟正黑體" panose="020B0604030504040204" pitchFamily="34" charset="-120"/>
                          <a:ea typeface="微軟正黑體" panose="020B0604030504040204" pitchFamily="34" charset="-120"/>
                        </a:rPr>
                        <a:t>OS</a:t>
                      </a:r>
                      <a:r>
                        <a:rPr lang="zh-TW" altLang="en-US" sz="1300" b="0">
                          <a:solidFill>
                            <a:schemeClr val="tx1"/>
                          </a:solidFill>
                          <a:effectLst/>
                          <a:latin typeface="微軟正黑體" panose="020B0604030504040204" pitchFamily="34" charset="-120"/>
                          <a:ea typeface="微軟正黑體" panose="020B0604030504040204" pitchFamily="34" charset="-120"/>
                        </a:rPr>
                        <a:t> </a:t>
                      </a:r>
                      <a:r>
                        <a:rPr lang="en-US" altLang="zh-TW" sz="1300" b="0">
                          <a:solidFill>
                            <a:schemeClr val="tx1"/>
                          </a:solidFill>
                          <a:effectLst/>
                          <a:latin typeface="微軟正黑體" panose="020B0604030504040204" pitchFamily="34" charset="-120"/>
                          <a:ea typeface="微軟正黑體" panose="020B0604030504040204" pitchFamily="34" charset="-120"/>
                        </a:rPr>
                        <a:t>License/</a:t>
                      </a:r>
                      <a:r>
                        <a:rPr lang="zh-TW" altLang="en-US" sz="1300" b="0">
                          <a:solidFill>
                            <a:schemeClr val="tx1"/>
                          </a:solidFill>
                          <a:effectLst/>
                          <a:latin typeface="微軟正黑體" panose="020B0604030504040204" pitchFamily="34" charset="-120"/>
                          <a:ea typeface="微軟正黑體" panose="020B0604030504040204" pitchFamily="34" charset="-120"/>
                        </a:rPr>
                        <a:t>套</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rPr>
                        <a:t>3.2</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646665172"/>
                  </a:ext>
                </a:extLst>
              </a:tr>
              <a:tr h="344224">
                <a:tc vMerge="1">
                  <a:txBody>
                    <a:bodyPr/>
                    <a:lstStyle/>
                    <a:p>
                      <a:pPr algn="ctr"/>
                      <a:endParaRPr lang="zh-TW" altLang="en-US" sz="200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300" b="0">
                          <a:solidFill>
                            <a:schemeClr val="tx1"/>
                          </a:solidFill>
                          <a:effectLst/>
                          <a:latin typeface="微軟正黑體" panose="020B0604030504040204" pitchFamily="34" charset="-120"/>
                          <a:ea typeface="微軟正黑體" panose="020B0604030504040204" pitchFamily="34" charset="-120"/>
                        </a:rPr>
                        <a:t> </a:t>
                      </a:r>
                      <a:r>
                        <a:rPr lang="en-US" altLang="zh-TW" sz="1300" b="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r>
                        <a:rPr lang="zh-TW" altLang="en-US" sz="1300" b="0">
                          <a:solidFill>
                            <a:schemeClr val="tx1"/>
                          </a:solidFill>
                          <a:effectLst/>
                          <a:latin typeface="微軟正黑體" panose="020B0604030504040204" pitchFamily="34" charset="-120"/>
                          <a:ea typeface="微軟正黑體" panose="020B0604030504040204" pitchFamily="34" charset="-120"/>
                        </a:rPr>
                        <a:t>套</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4</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4062185961"/>
                  </a:ext>
                </a:extLst>
              </a:tr>
              <a:tr h="344224">
                <a:tc vMerge="1">
                  <a:txBody>
                    <a:bodyPr/>
                    <a:lstStyle/>
                    <a:p>
                      <a:pPr algn="ctr"/>
                      <a:endParaRPr lang="zh-TW" altLang="en-US" sz="200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VM OS</a:t>
                      </a:r>
                      <a:r>
                        <a:rPr lang="zh-TW" altLang="en-US"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1300" b="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r>
                        <a:rPr lang="zh-TW" altLang="en-US" sz="1300" b="0">
                          <a:solidFill>
                            <a:schemeClr val="tx1"/>
                          </a:solidFill>
                          <a:effectLst/>
                          <a:latin typeface="微軟正黑體" panose="020B0604030504040204" pitchFamily="34" charset="-120"/>
                          <a:ea typeface="微軟正黑體" panose="020B0604030504040204" pitchFamily="34" charset="-120"/>
                        </a:rPr>
                        <a:t>套</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3</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707062184"/>
                  </a:ext>
                </a:extLst>
              </a:tr>
              <a:tr h="344224">
                <a:tc rowSpan="2">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3.</a:t>
                      </a:r>
                      <a:r>
                        <a:rPr lang="zh-TW" altLang="en-US" sz="1300">
                          <a:solidFill>
                            <a:schemeClr val="tx1"/>
                          </a:solidFill>
                          <a:latin typeface="微軟正黑體" panose="020B0604030504040204" pitchFamily="34" charset="-120"/>
                          <a:ea typeface="微軟正黑體" panose="020B0604030504040204" pitchFamily="34" charset="-120"/>
                        </a:rPr>
                        <a:t>儲存空間</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rPr>
                        <a:t>Unity SSD</a:t>
                      </a:r>
                      <a:r>
                        <a:rPr lang="zh-TW" altLang="zh-TW" sz="1300" b="0" kern="100">
                          <a:solidFill>
                            <a:schemeClr val="tx1"/>
                          </a:solidFill>
                          <a:effectLst/>
                          <a:latin typeface="微軟正黑體" panose="020B0604030504040204" pitchFamily="34" charset="-120"/>
                          <a:ea typeface="微軟正黑體" panose="020B0604030504040204" pitchFamily="34" charset="-120"/>
                        </a:rPr>
                        <a:t>快速磁碟</a:t>
                      </a:r>
                      <a:r>
                        <a:rPr lang="en-US" altLang="zh-TW" sz="1300" b="0" kern="100">
                          <a:solidFill>
                            <a:schemeClr val="tx1"/>
                          </a:solidFill>
                          <a:effectLst/>
                          <a:latin typeface="微軟正黑體" panose="020B0604030504040204" pitchFamily="34" charset="-120"/>
                          <a:ea typeface="微軟正黑體" panose="020B0604030504040204" pitchFamily="34" charset="-120"/>
                        </a:rPr>
                        <a:t> 1TB</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16</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16</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16</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1831443901"/>
                  </a:ext>
                </a:extLst>
              </a:tr>
              <a:tr h="344224">
                <a:tc vMerge="1">
                  <a:txBody>
                    <a:bodyPr/>
                    <a:lstStyle/>
                    <a:p>
                      <a:pPr algn="ctr"/>
                      <a:endParaRPr lang="zh-TW" altLang="en-US" sz="200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rPr>
                        <a:t>DD</a:t>
                      </a:r>
                      <a:r>
                        <a:rPr lang="zh-TW" altLang="zh-TW" sz="1300" b="0" kern="100">
                          <a:solidFill>
                            <a:schemeClr val="tx1"/>
                          </a:solidFill>
                          <a:effectLst/>
                          <a:latin typeface="微軟正黑體" panose="020B0604030504040204" pitchFamily="34" charset="-120"/>
                          <a:ea typeface="微軟正黑體" panose="020B0604030504040204" pitchFamily="34" charset="-120"/>
                        </a:rPr>
                        <a:t>備份空間</a:t>
                      </a:r>
                      <a:r>
                        <a:rPr lang="en-US" altLang="zh-TW" sz="1300" b="0" kern="100">
                          <a:solidFill>
                            <a:schemeClr val="tx1"/>
                          </a:solidFill>
                          <a:effectLst/>
                          <a:latin typeface="微軟正黑體" panose="020B0604030504040204" pitchFamily="34" charset="-120"/>
                          <a:ea typeface="微軟正黑體" panose="020B0604030504040204" pitchFamily="34" charset="-120"/>
                        </a:rPr>
                        <a:t> 1TB</a:t>
                      </a:r>
                      <a:r>
                        <a:rPr lang="zh-TW" altLang="en-US" sz="1300" b="0" kern="100">
                          <a:solidFill>
                            <a:schemeClr val="tx1"/>
                          </a:solidFill>
                          <a:effectLst/>
                          <a:latin typeface="微軟正黑體" panose="020B0604030504040204" pitchFamily="34" charset="-120"/>
                          <a:ea typeface="微軟正黑體" panose="020B0604030504040204" pitchFamily="34" charset="-120"/>
                        </a:rPr>
                        <a:t> </a:t>
                      </a:r>
                      <a:r>
                        <a:rPr lang="en-US" altLang="zh-TW" sz="1300" b="0" kern="100">
                          <a:solidFill>
                            <a:schemeClr val="tx1"/>
                          </a:solidFill>
                          <a:effectLst/>
                          <a:latin typeface="微軟正黑體" panose="020B0604030504040204" pitchFamily="34" charset="-120"/>
                          <a:ea typeface="微軟正黑體" panose="020B0604030504040204" pitchFamily="34" charset="-120"/>
                        </a:rPr>
                        <a:t>(DD</a:t>
                      </a:r>
                      <a:r>
                        <a:rPr lang="zh-TW" altLang="en-US" sz="1300" b="0" kern="100">
                          <a:solidFill>
                            <a:schemeClr val="tx1"/>
                          </a:solidFill>
                          <a:effectLst/>
                          <a:latin typeface="微軟正黑體" panose="020B0604030504040204" pitchFamily="34" charset="-120"/>
                          <a:ea typeface="微軟正黑體" panose="020B0604030504040204" pitchFamily="34" charset="-120"/>
                        </a:rPr>
                        <a:t>與使用空間</a:t>
                      </a:r>
                      <a:r>
                        <a:rPr lang="en-US" altLang="zh-TW" sz="1300" b="0" kern="100">
                          <a:solidFill>
                            <a:schemeClr val="tx1"/>
                          </a:solidFill>
                          <a:effectLst/>
                          <a:latin typeface="微軟正黑體" panose="020B0604030504040204" pitchFamily="34" charset="-120"/>
                          <a:ea typeface="微軟正黑體" panose="020B0604030504040204" pitchFamily="34" charset="-120"/>
                        </a:rPr>
                        <a:t>1:1)</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14.5</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14.5</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a:solidFill>
                            <a:schemeClr val="tx1"/>
                          </a:solidFill>
                          <a:latin typeface="微軟正黑體" panose="020B0604030504040204" pitchFamily="34" charset="-120"/>
                          <a:ea typeface="微軟正黑體" panose="020B0604030504040204" pitchFamily="34" charset="-120"/>
                        </a:rPr>
                        <a:t>14.5</a:t>
                      </a:r>
                      <a:endParaRPr lang="zh-TW" altLang="en-US"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4108702817"/>
                  </a:ext>
                </a:extLst>
              </a:tr>
              <a:tr h="451701">
                <a:tc rowSpan="2">
                  <a:txBody>
                    <a:bodyPr/>
                    <a:lstStyle/>
                    <a:p>
                      <a:pPr algn="ctr"/>
                      <a:r>
                        <a:rPr lang="en-US" altLang="zh-TW" sz="1300">
                          <a:solidFill>
                            <a:schemeClr val="tx1"/>
                          </a:solidFill>
                          <a:latin typeface="微軟正黑體" panose="020B0604030504040204" pitchFamily="34" charset="-120"/>
                          <a:ea typeface="微軟正黑體" panose="020B0604030504040204" pitchFamily="34" charset="-120"/>
                        </a:rPr>
                        <a:t>4.</a:t>
                      </a:r>
                      <a:r>
                        <a:rPr lang="zh-TW" altLang="en-US" sz="1300">
                          <a:solidFill>
                            <a:schemeClr val="tx1"/>
                          </a:solidFill>
                          <a:latin typeface="微軟正黑體" panose="020B0604030504040204" pitchFamily="34" charset="-120"/>
                          <a:ea typeface="微軟正黑體" panose="020B0604030504040204" pitchFamily="34" charset="-120"/>
                        </a:rPr>
                        <a:t>其他授權</a:t>
                      </a:r>
                      <a:endParaRPr lang="en-US" altLang="zh-TW" sz="1300">
                        <a:solidFill>
                          <a:schemeClr val="tx1"/>
                        </a:solidFill>
                        <a:latin typeface="微軟正黑體" panose="020B0604030504040204" pitchFamily="34" charset="-120"/>
                        <a:ea typeface="微軟正黑體" panose="020B0604030504040204" pitchFamily="34" charset="-12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300" b="0" kern="10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300" b="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Premium</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2.2</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algn="ct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2101228533"/>
                  </a:ext>
                </a:extLst>
              </a:tr>
              <a:tr h="344224">
                <a:tc vMerge="1">
                  <a:txBody>
                    <a:bodyPr/>
                    <a:lstStyle/>
                    <a:p>
                      <a:pPr algn="ctr"/>
                      <a:endParaRPr lang="zh-TW" altLang="en-US" sz="200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RedHat </a:t>
                      </a:r>
                      <a:r>
                        <a:rPr lang="en-US" altLang="zh-TW" sz="1300" b="0" kern="100" err="1">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Jboss</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 ENT 1 core </a:t>
                      </a:r>
                      <a:r>
                        <a:rPr lang="en-US" altLang="zh-TW" sz="1300" b="0">
                          <a:solidFill>
                            <a:schemeClr val="tx1"/>
                          </a:solidFill>
                          <a:effectLst/>
                          <a:latin typeface="微軟正黑體" panose="020B0604030504040204" pitchFamily="34" charset="-120"/>
                          <a:ea typeface="微軟正黑體" panose="020B0604030504040204" pitchFamily="34" charset="-120"/>
                        </a:rPr>
                        <a:t>License </a:t>
                      </a: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Std</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1.9</a:t>
                      </a:r>
                      <a:endParaRPr 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zh-TW" sz="13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6118" marR="661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FF7"/>
                    </a:solidFill>
                  </a:tcPr>
                </a:tc>
                <a:extLst>
                  <a:ext uri="{0D108BD9-81ED-4DB2-BD59-A6C34878D82A}">
                    <a16:rowId xmlns:a16="http://schemas.microsoft.com/office/drawing/2014/main" val="6667684"/>
                  </a:ext>
                </a:extLst>
              </a:tr>
              <a:tr h="409716">
                <a:tc gridSpan="3">
                  <a:txBody>
                    <a:bodyPr/>
                    <a:lstStyle/>
                    <a:p>
                      <a:pPr algn="ctr"/>
                      <a:r>
                        <a:rPr lang="zh-TW" altLang="en-US" sz="1300" b="1">
                          <a:solidFill>
                            <a:schemeClr val="tx1"/>
                          </a:solidFill>
                          <a:latin typeface="微軟正黑體" panose="020B0604030504040204" pitchFamily="34" charset="-120"/>
                          <a:ea typeface="微軟正黑體" panose="020B0604030504040204" pitchFamily="34" charset="-120"/>
                        </a:rPr>
                        <a:t>隱形成本總金額</a:t>
                      </a:r>
                      <a:r>
                        <a:rPr lang="en-US" altLang="zh-TW" sz="1300" b="1">
                          <a:solidFill>
                            <a:schemeClr val="tx1"/>
                          </a:solidFill>
                          <a:latin typeface="微軟正黑體" panose="020B0604030504040204" pitchFamily="34" charset="-120"/>
                          <a:ea typeface="微軟正黑體" panose="020B0604030504040204" pitchFamily="34" charset="-120"/>
                        </a:rPr>
                        <a:t>(</a:t>
                      </a:r>
                      <a:r>
                        <a:rPr lang="zh-TW" altLang="en-US" sz="1300" b="1">
                          <a:solidFill>
                            <a:schemeClr val="tx1"/>
                          </a:solidFill>
                          <a:latin typeface="微軟正黑體" panose="020B0604030504040204" pitchFamily="34" charset="-120"/>
                          <a:ea typeface="微軟正黑體" panose="020B0604030504040204" pitchFamily="34" charset="-120"/>
                        </a:rPr>
                        <a:t>萬元</a:t>
                      </a:r>
                      <a:r>
                        <a:rPr lang="en-US" altLang="zh-TW" sz="1300" b="1">
                          <a:solidFill>
                            <a:schemeClr val="tx1"/>
                          </a:solidFill>
                          <a:latin typeface="微軟正黑體" panose="020B0604030504040204" pitchFamily="34" charset="-120"/>
                          <a:ea typeface="微軟正黑體" panose="020B0604030504040204" pitchFamily="34" charset="-120"/>
                        </a:rPr>
                        <a:t>)</a:t>
                      </a: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TW" sz="1200" b="0"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kern="1200">
                          <a:solidFill>
                            <a:prstClr val="black"/>
                          </a:solidFill>
                          <a:latin typeface="微軟正黑體" panose="020B0604030504040204" pitchFamily="34" charset="-120"/>
                          <a:ea typeface="微軟正黑體" panose="020B0604030504040204" pitchFamily="34" charset="-120"/>
                          <a:cs typeface="+mn-cs"/>
                        </a:rPr>
                        <a:t>47.5</a:t>
                      </a:r>
                      <a:endParaRPr lang="zh-TW" altLang="zh-TW" sz="1300" b="1"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300" b="1"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61.5</a:t>
                      </a:r>
                      <a:endParaRPr lang="zh-TW" altLang="zh-TW" sz="1300" b="1"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zh-TW" sz="1300" b="1" kern="10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88157" marR="88157" marT="44079" marB="440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90946243"/>
                  </a:ext>
                </a:extLst>
              </a:tr>
            </a:tbl>
          </a:graphicData>
        </a:graphic>
      </p:graphicFrame>
      <p:sp>
        <p:nvSpPr>
          <p:cNvPr id="5" name="文字方塊 4">
            <a:extLst>
              <a:ext uri="{FF2B5EF4-FFF2-40B4-BE49-F238E27FC236}">
                <a16:creationId xmlns:a16="http://schemas.microsoft.com/office/drawing/2014/main" id="{14D8B6F1-411B-B429-A445-D659C837A2D9}"/>
              </a:ext>
            </a:extLst>
          </p:cNvPr>
          <p:cNvSpPr txBox="1"/>
          <p:nvPr/>
        </p:nvSpPr>
        <p:spPr>
          <a:xfrm>
            <a:off x="179388" y="875009"/>
            <a:ext cx="8166369" cy="389017"/>
          </a:xfrm>
          <a:prstGeom prst="rect">
            <a:avLst/>
          </a:prstGeom>
          <a:noFill/>
        </p:spPr>
        <p:txBody>
          <a:bodyPr wrap="square" rtlCol="0">
            <a:spAutoFit/>
          </a:bodyPr>
          <a:lstStyle/>
          <a:p>
            <a:pPr marL="260186" indent="-260186" defTabSz="881573" fontAlgn="base">
              <a:spcBef>
                <a:spcPct val="0"/>
              </a:spcBef>
              <a:spcAft>
                <a:spcPts val="1157"/>
              </a:spcAft>
              <a:buClrTx/>
              <a:buFont typeface="Arial" panose="020B0604020202020204" pitchFamily="34" charset="0"/>
              <a:buChar char="•"/>
            </a:pPr>
            <a:r>
              <a:rPr lang="zh-TW" altLang="en-US" sz="1928" kern="1200">
                <a:solidFill>
                  <a:prstClr val="black"/>
                </a:solidFill>
                <a:latin typeface="微軟正黑體" panose="020B0604030504040204" pitchFamily="34" charset="-120"/>
                <a:ea typeface="微軟正黑體" panose="020B0604030504040204" pitchFamily="34" charset="-120"/>
                <a:cs typeface="+mn-cs"/>
              </a:rPr>
              <a:t>測試環境共 </a:t>
            </a:r>
            <a:r>
              <a:rPr lang="en-US" altLang="zh-TW" sz="1928" kern="1200">
                <a:solidFill>
                  <a:prstClr val="black"/>
                </a:solidFill>
                <a:latin typeface="微軟正黑體" panose="020B0604030504040204" pitchFamily="34" charset="-120"/>
                <a:ea typeface="微軟正黑體" panose="020B0604030504040204" pitchFamily="34" charset="-120"/>
                <a:cs typeface="+mn-cs"/>
              </a:rPr>
              <a:t>47.5 </a:t>
            </a:r>
            <a:r>
              <a:rPr lang="zh-TW" altLang="en-US" sz="1928" kern="1200">
                <a:solidFill>
                  <a:prstClr val="black"/>
                </a:solidFill>
                <a:latin typeface="微軟正黑體" panose="020B0604030504040204" pitchFamily="34" charset="-120"/>
                <a:ea typeface="微軟正黑體" panose="020B0604030504040204" pitchFamily="34" charset="-120"/>
                <a:cs typeface="+mn-cs"/>
              </a:rPr>
              <a:t>萬元；正式</a:t>
            </a:r>
            <a:r>
              <a:rPr lang="zh-TW" altLang="en-US" sz="1928" kern="1200">
                <a:solidFill>
                  <a:prstClr val="black"/>
                </a:solidFill>
                <a:latin typeface="微軟正黑體" panose="020B0604030504040204" pitchFamily="34" charset="-120"/>
                <a:ea typeface="微軟正黑體" panose="020B0604030504040204" pitchFamily="34" charset="-120"/>
              </a:rPr>
              <a:t>環境共 </a:t>
            </a:r>
            <a:r>
              <a:rPr lang="en-US" altLang="zh-TW" sz="1928" kern="1200">
                <a:solidFill>
                  <a:prstClr val="black"/>
                </a:solidFill>
                <a:latin typeface="微軟正黑體" panose="020B0604030504040204" pitchFamily="34" charset="-120"/>
                <a:ea typeface="微軟正黑體" panose="020B0604030504040204" pitchFamily="34" charset="-120"/>
              </a:rPr>
              <a:t>61.5 </a:t>
            </a:r>
            <a:r>
              <a:rPr lang="zh-TW" altLang="en-US" sz="1928" kern="1200">
                <a:solidFill>
                  <a:prstClr val="black"/>
                </a:solidFill>
                <a:latin typeface="微軟正黑體" panose="020B0604030504040204" pitchFamily="34" charset="-120"/>
                <a:ea typeface="微軟正黑體" panose="020B0604030504040204" pitchFamily="34" charset="-120"/>
              </a:rPr>
              <a:t>萬元</a:t>
            </a:r>
            <a:endParaRPr lang="zh-TW" altLang="en-US" sz="1928" kern="1200">
              <a:solidFill>
                <a:prstClr val="black"/>
              </a:solidFill>
              <a:latin typeface="微軟正黑體" panose="020B0604030504040204" pitchFamily="34" charset="-120"/>
              <a:ea typeface="微軟正黑體" panose="020B0604030504040204" pitchFamily="34" charset="-120"/>
              <a:cs typeface="+mn-cs"/>
            </a:endParaRPr>
          </a:p>
        </p:txBody>
      </p:sp>
      <p:sp>
        <p:nvSpPr>
          <p:cNvPr id="9" name="標題 1">
            <a:extLst>
              <a:ext uri="{FF2B5EF4-FFF2-40B4-BE49-F238E27FC236}">
                <a16:creationId xmlns:a16="http://schemas.microsoft.com/office/drawing/2014/main" id="{209F02C8-0DE4-D70B-FB97-1145C4B41A37}"/>
              </a:ext>
            </a:extLst>
          </p:cNvPr>
          <p:cNvSpPr txBox="1">
            <a:spLocks/>
          </p:cNvSpPr>
          <p:nvPr/>
        </p:nvSpPr>
        <p:spPr>
          <a:xfrm>
            <a:off x="179388" y="128272"/>
            <a:ext cx="11161712" cy="540000"/>
          </a:xfrm>
          <a:prstGeom prst="rect">
            <a:avLst/>
          </a:prstGeom>
          <a:noFill/>
          <a:ln>
            <a:noFill/>
          </a:ln>
        </p:spPr>
        <p:txBody>
          <a:bodyPr spcFirstLastPara="1" wrap="square" lIns="88150" tIns="44050" rIns="88150" bIns="440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200"/>
              <a:buFont typeface="Arial"/>
              <a:buNone/>
              <a:defRPr sz="3200"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3200"/>
              <a:buFont typeface="Arial"/>
              <a:buNone/>
              <a:defRPr sz="3200" b="1"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3200"/>
              <a:buFont typeface="Arial"/>
              <a:buNone/>
              <a:tabLst/>
              <a:defRPr/>
            </a:pPr>
            <a:r>
              <a:rPr kumimoji="0" lang="zh-TW" altLang="en-US" sz="3200" b="1" i="0" u="none" strike="noStrike" kern="0" cap="none" spc="0" normalizeH="0" baseline="0" noProof="0">
                <a:ln>
                  <a:noFill/>
                </a:ln>
                <a:solidFill>
                  <a:srgbClr val="000000"/>
                </a:solidFill>
                <a:effectLst/>
                <a:uLnTx/>
                <a:uFillTx/>
                <a:latin typeface="Microsoft JhengHei"/>
                <a:ea typeface="Microsoft JhengHei"/>
                <a:sym typeface="Microsoft JhengHei"/>
              </a:rPr>
              <a:t>地端系統隱形成本估算</a:t>
            </a:r>
          </a:p>
        </p:txBody>
      </p:sp>
    </p:spTree>
    <p:extLst>
      <p:ext uri="{BB962C8B-B14F-4D97-AF65-F5344CB8AC3E}">
        <p14:creationId xmlns:p14="http://schemas.microsoft.com/office/powerpoint/2010/main" val="239240391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L="495822" indent="-495822"/>
            <a:r>
              <a:rPr lang="zh-TW" altLang="en-US"/>
              <a:t>雲適性評估</a:t>
            </a:r>
          </a:p>
        </p:txBody>
      </p:sp>
      <p:sp>
        <p:nvSpPr>
          <p:cNvPr id="3" name="文字方塊 2">
            <a:extLst>
              <a:ext uri="{FF2B5EF4-FFF2-40B4-BE49-F238E27FC236}">
                <a16:creationId xmlns:a16="http://schemas.microsoft.com/office/drawing/2014/main" id="{5AAE6FCD-7354-66FD-9B36-2B3948CCE8CC}"/>
              </a:ext>
            </a:extLst>
          </p:cNvPr>
          <p:cNvSpPr txBox="1"/>
          <p:nvPr/>
        </p:nvSpPr>
        <p:spPr>
          <a:xfrm>
            <a:off x="9366411" y="43717"/>
            <a:ext cx="2153239" cy="731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039" b="0" i="0" u="none" strike="noStrike" kern="0" cap="none" spc="0" normalizeH="0" baseline="0" noProof="0">
                <a:ln>
                  <a:noFill/>
                </a:ln>
                <a:solidFill>
                  <a:srgbClr val="000000"/>
                </a:solidFill>
                <a:effectLst/>
                <a:uLnTx/>
                <a:uFillTx/>
                <a:latin typeface="Calibri" panose="020F0502020204030204" pitchFamily="34" charset="0"/>
                <a:ea typeface="標楷體" panose="03000509000000000000" pitchFamily="65" charset="-120"/>
                <a:cs typeface="Calibri" panose="020F0502020204030204" pitchFamily="34" charset="0"/>
                <a:sym typeface="Arial"/>
              </a:rPr>
              <a:t>[</a:t>
            </a:r>
            <a:r>
              <a:rPr kumimoji="0" lang="zh-TW" altLang="en-US" sz="1039" b="0" i="0" u="none" strike="noStrike" kern="0" cap="none" spc="0" normalizeH="0" baseline="0" noProof="0">
                <a:ln>
                  <a:noFill/>
                </a:ln>
                <a:solidFill>
                  <a:srgbClr val="000000"/>
                </a:solidFill>
                <a:effectLst/>
                <a:uLnTx/>
                <a:uFillTx/>
                <a:latin typeface="Calibri" panose="020F0502020204030204" pitchFamily="34" charset="0"/>
                <a:ea typeface="標楷體" panose="03000509000000000000" pitchFamily="65" charset="-120"/>
                <a:cs typeface="Calibri" panose="020F0502020204030204" pitchFamily="34" charset="0"/>
                <a:sym typeface="Arial"/>
              </a:rPr>
              <a:t>條件</a:t>
            </a:r>
            <a:r>
              <a:rPr kumimoji="0" lang="en-US" altLang="zh-TW" sz="1039" b="0" i="0" u="none" strike="noStrike" kern="0" cap="none" spc="0" normalizeH="0" baseline="0" noProof="0">
                <a:ln>
                  <a:noFill/>
                </a:ln>
                <a:solidFill>
                  <a:srgbClr val="000000"/>
                </a:solidFill>
                <a:effectLst/>
                <a:uLnTx/>
                <a:uFillTx/>
                <a:latin typeface="Calibri" panose="020F0502020204030204" pitchFamily="34" charset="0"/>
                <a:ea typeface="標楷體" panose="03000509000000000000" pitchFamily="65" charset="-120"/>
                <a:cs typeface="Calibri" panose="020F0502020204030204" pitchFamily="34" charset="0"/>
                <a:sym typeface="Arial"/>
              </a:rPr>
              <a:t>]</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zh-TW" altLang="en-US" sz="1039" b="0" i="0" u="none" strike="noStrike" kern="0" cap="none" spc="0" normalizeH="0" baseline="0" noProof="0">
                <a:ln>
                  <a:noFill/>
                </a:ln>
                <a:solidFill>
                  <a:srgbClr val="000000"/>
                </a:solidFill>
                <a:effectLst/>
                <a:uLnTx/>
                <a:uFillTx/>
                <a:latin typeface="Calibri" panose="020F0502020204030204" pitchFamily="34" charset="0"/>
                <a:ea typeface="標楷體" panose="03000509000000000000" pitchFamily="65" charset="-120"/>
                <a:cs typeface="Calibri" panose="020F0502020204030204" pitchFamily="34" charset="0"/>
                <a:sym typeface="Arial"/>
              </a:rPr>
              <a:t>軟硬體設備增購、架構重大調整或全新建置時，應進行雲適性評估</a:t>
            </a:r>
          </a:p>
        </p:txBody>
      </p:sp>
      <p:graphicFrame>
        <p:nvGraphicFramePr>
          <p:cNvPr id="4" name="表格 3">
            <a:extLst>
              <a:ext uri="{FF2B5EF4-FFF2-40B4-BE49-F238E27FC236}">
                <a16:creationId xmlns:a16="http://schemas.microsoft.com/office/drawing/2014/main" id="{6A22D829-0E64-FFC2-6E48-33FF143E298C}"/>
              </a:ext>
            </a:extLst>
          </p:cNvPr>
          <p:cNvGraphicFramePr>
            <a:graphicFrameLocks noGrp="1"/>
          </p:cNvGraphicFramePr>
          <p:nvPr/>
        </p:nvGraphicFramePr>
        <p:xfrm>
          <a:off x="180891" y="786180"/>
          <a:ext cx="11226748" cy="2519484"/>
        </p:xfrm>
        <a:graphic>
          <a:graphicData uri="http://schemas.openxmlformats.org/drawingml/2006/table">
            <a:tbl>
              <a:tblPr/>
              <a:tblGrid>
                <a:gridCol w="1156695">
                  <a:extLst>
                    <a:ext uri="{9D8B030D-6E8A-4147-A177-3AD203B41FA5}">
                      <a16:colId xmlns:a16="http://schemas.microsoft.com/office/drawing/2014/main" val="2578881589"/>
                    </a:ext>
                  </a:extLst>
                </a:gridCol>
                <a:gridCol w="680409">
                  <a:extLst>
                    <a:ext uri="{9D8B030D-6E8A-4147-A177-3AD203B41FA5}">
                      <a16:colId xmlns:a16="http://schemas.microsoft.com/office/drawing/2014/main" val="2280598523"/>
                    </a:ext>
                  </a:extLst>
                </a:gridCol>
                <a:gridCol w="680409">
                  <a:extLst>
                    <a:ext uri="{9D8B030D-6E8A-4147-A177-3AD203B41FA5}">
                      <a16:colId xmlns:a16="http://schemas.microsoft.com/office/drawing/2014/main" val="645903716"/>
                    </a:ext>
                  </a:extLst>
                </a:gridCol>
                <a:gridCol w="2721636">
                  <a:extLst>
                    <a:ext uri="{9D8B030D-6E8A-4147-A177-3AD203B41FA5}">
                      <a16:colId xmlns:a16="http://schemas.microsoft.com/office/drawing/2014/main" val="2723199412"/>
                    </a:ext>
                  </a:extLst>
                </a:gridCol>
                <a:gridCol w="884532">
                  <a:extLst>
                    <a:ext uri="{9D8B030D-6E8A-4147-A177-3AD203B41FA5}">
                      <a16:colId xmlns:a16="http://schemas.microsoft.com/office/drawing/2014/main" val="3815007272"/>
                    </a:ext>
                  </a:extLst>
                </a:gridCol>
                <a:gridCol w="544327">
                  <a:extLst>
                    <a:ext uri="{9D8B030D-6E8A-4147-A177-3AD203B41FA5}">
                      <a16:colId xmlns:a16="http://schemas.microsoft.com/office/drawing/2014/main" val="3157112975"/>
                    </a:ext>
                  </a:extLst>
                </a:gridCol>
                <a:gridCol w="544327">
                  <a:extLst>
                    <a:ext uri="{9D8B030D-6E8A-4147-A177-3AD203B41FA5}">
                      <a16:colId xmlns:a16="http://schemas.microsoft.com/office/drawing/2014/main" val="2509131032"/>
                    </a:ext>
                  </a:extLst>
                </a:gridCol>
                <a:gridCol w="612368">
                  <a:extLst>
                    <a:ext uri="{9D8B030D-6E8A-4147-A177-3AD203B41FA5}">
                      <a16:colId xmlns:a16="http://schemas.microsoft.com/office/drawing/2014/main" val="3816143125"/>
                    </a:ext>
                  </a:extLst>
                </a:gridCol>
                <a:gridCol w="1088654">
                  <a:extLst>
                    <a:ext uri="{9D8B030D-6E8A-4147-A177-3AD203B41FA5}">
                      <a16:colId xmlns:a16="http://schemas.microsoft.com/office/drawing/2014/main" val="2242317364"/>
                    </a:ext>
                  </a:extLst>
                </a:gridCol>
                <a:gridCol w="1292777">
                  <a:extLst>
                    <a:ext uri="{9D8B030D-6E8A-4147-A177-3AD203B41FA5}">
                      <a16:colId xmlns:a16="http://schemas.microsoft.com/office/drawing/2014/main" val="1859327443"/>
                    </a:ext>
                  </a:extLst>
                </a:gridCol>
                <a:gridCol w="1020614">
                  <a:extLst>
                    <a:ext uri="{9D8B030D-6E8A-4147-A177-3AD203B41FA5}">
                      <a16:colId xmlns:a16="http://schemas.microsoft.com/office/drawing/2014/main" val="3640953331"/>
                    </a:ext>
                  </a:extLst>
                </a:gridCol>
              </a:tblGrid>
              <a:tr h="1300640">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說明業務情境與目的，若有多種業務情境及目的，請協助列點說明，若業務端有未來業務情境規劃，也請協助列出，作為後續整體評估依據。</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說明業務包含範圍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說明業務主要類型</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核心業務系統（直接支持關鍵業務流程，如財務、訂單處理，停機影響收入或客戶滿意度）</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2.</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重要輔助系統（支持次要業務流程，如內部報表、人力資源管理，停機有影響但可容忍）</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3.</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一般業務系統（日常運營支援，如郵件系統，影響有限）</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4.</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次要系統（非業務核心，如測試環境，停機無重大影響）</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5.</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非必要系統（可棄用或極少使用，如舊檔案系統）</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請說明系統服務之對象。若需特別說明，請補充於業務目的說明欄位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請提供使用此應用系統的用戶量</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請說明是否含個資儲存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請說明含個資數據的範圍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請分別以基本資料、特種資料、帳戶資料、信用資料等舉例說明。若無個資，請填 無個資。</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請說明個資是否有作去識別化儲存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請說明個資是否有加密儲存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20503884"/>
                  </a:ext>
                </a:extLst>
              </a:tr>
              <a:tr h="350215">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業務目的說明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業務範圍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業務類型</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系統基本資訊說明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用戶類型</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系統用戶數</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是否有個資</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個資範圍</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個資欄位說明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個資是否有去識別化儲存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個資是否有加密儲存</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057217130"/>
                  </a:ext>
                </a:extLst>
              </a:tr>
              <a:tr h="868629">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作為內部一站式的公開資料蒐集整合者，</a:t>
                      </a:r>
                    </a:p>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提升資料蒐集效率與決策品質，累積公司知識資產以釋放高價值人力。</a:t>
                      </a: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國內外、金銀證皆可用</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BU</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蒐集外部資料</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重要輔助系統</a:t>
                      </a: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endParaRPr lang="zh-TW" altLang="en-US"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僅內部同仁</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目前近兩百人，用戶數不設限</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1" i="0" u="none" strike="noStrike">
                          <a:solidFill>
                            <a:srgbClr val="000000"/>
                          </a:solidFill>
                          <a:effectLst/>
                          <a:latin typeface="微軟正黑體" panose="020B0604030504040204" pitchFamily="34" charset="-120"/>
                          <a:ea typeface="微軟正黑體" panose="020B0604030504040204" pitchFamily="34" charset="-120"/>
                        </a:rPr>
                        <a:t>無</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65630" rtl="0" eaLnBrk="1" fontAlgn="ctr" latinLnBrk="0" hangingPunct="1">
                        <a:lnSpc>
                          <a:spcPct val="100000"/>
                        </a:lnSpc>
                        <a:spcBef>
                          <a:spcPts val="0"/>
                        </a:spcBef>
                        <a:spcAft>
                          <a:spcPts val="0"/>
                        </a:spcAft>
                        <a:buClrTx/>
                        <a:buSzTx/>
                        <a:buFontTx/>
                        <a:buNone/>
                        <a:tabLst/>
                        <a:defRPr/>
                      </a:pPr>
                      <a:r>
                        <a:rPr lang="en-US" altLang="zh-TW" sz="900" b="1" i="0" u="none" strike="noStrike">
                          <a:solidFill>
                            <a:srgbClr val="000000"/>
                          </a:solidFill>
                          <a:effectLst/>
                          <a:latin typeface="微軟正黑體" panose="020B0604030504040204" pitchFamily="34" charset="-120"/>
                          <a:ea typeface="微軟正黑體" panose="020B0604030504040204" pitchFamily="34" charset="-120"/>
                        </a:rPr>
                        <a:t>-</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65630" rtl="0" eaLnBrk="1" fontAlgn="ctr" latinLnBrk="0" hangingPunct="1">
                        <a:lnSpc>
                          <a:spcPct val="100000"/>
                        </a:lnSpc>
                        <a:spcBef>
                          <a:spcPts val="0"/>
                        </a:spcBef>
                        <a:spcAft>
                          <a:spcPts val="0"/>
                        </a:spcAft>
                        <a:buClrTx/>
                        <a:buSzTx/>
                        <a:buFontTx/>
                        <a:buNone/>
                        <a:tabLst/>
                        <a:defRPr/>
                      </a:pPr>
                      <a:r>
                        <a:rPr lang="en-US" altLang="zh-TW" sz="900" b="1" i="0" u="none" strike="noStrike">
                          <a:solidFill>
                            <a:srgbClr val="000000"/>
                          </a:solidFill>
                          <a:effectLst/>
                          <a:latin typeface="微軟正黑體" panose="020B0604030504040204" pitchFamily="34" charset="-120"/>
                          <a:ea typeface="微軟正黑體" panose="020B0604030504040204" pitchFamily="34" charset="-120"/>
                        </a:rPr>
                        <a:t>-</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900" b="1" i="0" u="none" strike="noStrike">
                          <a:solidFill>
                            <a:srgbClr val="000000"/>
                          </a:solidFill>
                          <a:effectLst/>
                          <a:latin typeface="微軟正黑體" panose="020B0604030504040204" pitchFamily="34" charset="-120"/>
                          <a:ea typeface="微軟正黑體" panose="020B0604030504040204" pitchFamily="34" charset="-120"/>
                        </a:rPr>
                        <a:t>-</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900" b="1" i="0" u="none" strike="noStrike">
                          <a:solidFill>
                            <a:srgbClr val="000000"/>
                          </a:solidFill>
                          <a:effectLst/>
                          <a:latin typeface="微軟正黑體" panose="020B0604030504040204" pitchFamily="34" charset="-120"/>
                          <a:ea typeface="微軟正黑體" panose="020B0604030504040204" pitchFamily="34" charset="-120"/>
                        </a:rPr>
                        <a:t>-</a:t>
                      </a:r>
                      <a:endParaRPr lang="zh-TW" altLang="en-US" sz="900" b="1"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7936964"/>
                  </a:ext>
                </a:extLst>
              </a:tr>
            </a:tbl>
          </a:graphicData>
        </a:graphic>
      </p:graphicFrame>
      <p:graphicFrame>
        <p:nvGraphicFramePr>
          <p:cNvPr id="5" name="表格 4">
            <a:extLst>
              <a:ext uri="{FF2B5EF4-FFF2-40B4-BE49-F238E27FC236}">
                <a16:creationId xmlns:a16="http://schemas.microsoft.com/office/drawing/2014/main" id="{4AA8387D-2FB4-6978-F7F3-A9ECA5A23BB7}"/>
              </a:ext>
            </a:extLst>
          </p:cNvPr>
          <p:cNvGraphicFramePr>
            <a:graphicFrameLocks noGrp="1"/>
          </p:cNvGraphicFramePr>
          <p:nvPr>
            <p:extLst>
              <p:ext uri="{D42A27DB-BD31-4B8C-83A1-F6EECF244321}">
                <p14:modId xmlns:p14="http://schemas.microsoft.com/office/powerpoint/2010/main" val="401181976"/>
              </p:ext>
            </p:extLst>
          </p:nvPr>
        </p:nvGraphicFramePr>
        <p:xfrm>
          <a:off x="180891" y="3444210"/>
          <a:ext cx="11226748" cy="2614686"/>
        </p:xfrm>
        <a:graphic>
          <a:graphicData uri="http://schemas.openxmlformats.org/drawingml/2006/table">
            <a:tbl>
              <a:tblPr/>
              <a:tblGrid>
                <a:gridCol w="1748834">
                  <a:extLst>
                    <a:ext uri="{9D8B030D-6E8A-4147-A177-3AD203B41FA5}">
                      <a16:colId xmlns:a16="http://schemas.microsoft.com/office/drawing/2014/main" val="2575353526"/>
                    </a:ext>
                  </a:extLst>
                </a:gridCol>
                <a:gridCol w="1494112">
                  <a:extLst>
                    <a:ext uri="{9D8B030D-6E8A-4147-A177-3AD203B41FA5}">
                      <a16:colId xmlns:a16="http://schemas.microsoft.com/office/drawing/2014/main" val="4284705586"/>
                    </a:ext>
                  </a:extLst>
                </a:gridCol>
                <a:gridCol w="1961735">
                  <a:extLst>
                    <a:ext uri="{9D8B030D-6E8A-4147-A177-3AD203B41FA5}">
                      <a16:colId xmlns:a16="http://schemas.microsoft.com/office/drawing/2014/main" val="319794349"/>
                    </a:ext>
                  </a:extLst>
                </a:gridCol>
                <a:gridCol w="1611969">
                  <a:extLst>
                    <a:ext uri="{9D8B030D-6E8A-4147-A177-3AD203B41FA5}">
                      <a16:colId xmlns:a16="http://schemas.microsoft.com/office/drawing/2014/main" val="2163566380"/>
                    </a:ext>
                  </a:extLst>
                </a:gridCol>
                <a:gridCol w="1931319">
                  <a:extLst>
                    <a:ext uri="{9D8B030D-6E8A-4147-A177-3AD203B41FA5}">
                      <a16:colId xmlns:a16="http://schemas.microsoft.com/office/drawing/2014/main" val="3683638272"/>
                    </a:ext>
                  </a:extLst>
                </a:gridCol>
                <a:gridCol w="2478779">
                  <a:extLst>
                    <a:ext uri="{9D8B030D-6E8A-4147-A177-3AD203B41FA5}">
                      <a16:colId xmlns:a16="http://schemas.microsoft.com/office/drawing/2014/main" val="3056431330"/>
                    </a:ext>
                  </a:extLst>
                </a:gridCol>
              </a:tblGrid>
              <a:tr h="1419970">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請說明與其他系統整合資訊或相依性說明。如</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b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 1 -&gt; AP2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代表</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提供</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API</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給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使用。</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AP1 -&gt; DB2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批次</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即時</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代表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AP1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會批次</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即時使用</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DB1&lt;-&gt;DB2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代表適用</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LinkServer</a:t>
                      </a:r>
                      <a:b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DB1 -&gt; DB2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代表</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拋檔給</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DB2</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情境</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請依系統架構、軟體、開發工具框架、應用系統服務複雜度、業務使用場景、資料運用處理等面向，進行使用雲端適用性評估說明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請具體說明可行性評估原因，如有現成雲端解決方案可以使用，或可以運用既有雲端服務進行某些功能實作等。</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2.</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以</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PaaS/SaaS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應用為主，</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IaaS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為輔</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3.</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範圍可以詳細說明如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Web</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GPU</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資源、行銷活動、批次作業或其他功能等</a:t>
                      </a:r>
                      <a:b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4.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若評估無法上雲，也請具體說明評估不可行的原因。</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若系統具潛在上雲可以產生的效益說明。如解決痛點，可以動態擴容解決硬體資源不足問題，可以減少資源閒置問題，可以動態擴展資源，可以調整為現代化架構，可以更容易擴展新功能、專注應用系統本身架構功能、可以支持新業務場景等等</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。若無，請填 無。</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請說明不適合上雲的評估具體原因。如系統穩定，無新功能需求、系統已進入不維護模式、系統剛更調整、系統綁特殊硬體、系統開發架構老舊、系統即時性要求高等。若無，請填 無。</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說明若系統上雲會遭遇的上雲障礙並舉實例說明。如相依系統過多，系統架構需調整、系統需大幅調整、倚賴軟體無雲端相容版本、無雲端架構能力、對雲端各項服務不熟悉、現行廠商無雲端導入能力、系統間的資料傳輸量大、雲端</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SLA</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保證、硬體相依等。</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20503884"/>
                  </a:ext>
                </a:extLst>
              </a:tr>
              <a:tr h="329598">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系統整合及相依性說明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上雲可行性自我評估</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可行性評估方案與範圍說明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可產生效益說明</a:t>
                      </a:r>
                      <a:endParaRPr lang="en-US" altLang="zh-TW" sz="1100" b="1"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r>
                        <a:rPr lang="en-US" altLang="zh-TW" sz="1100" b="1"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含解決痛點</a:t>
                      </a:r>
                      <a:r>
                        <a:rPr lang="en-US" altLang="zh-TW" sz="1100" b="1" i="0" u="none" strike="noStrike">
                          <a:solidFill>
                            <a:srgbClr val="000000"/>
                          </a:solidFill>
                          <a:effectLst/>
                          <a:latin typeface="微軟正黑體" panose="020B0604030504040204" pitchFamily="34" charset="-120"/>
                          <a:ea typeface="微軟正黑體" panose="020B0604030504040204" pitchFamily="34" charset="-120"/>
                        </a:rPr>
                        <a:t>)</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上雲無法產生效益原因說明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上雲障礙評估說明</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057217130"/>
                  </a:ext>
                </a:extLst>
              </a:tr>
              <a:tr h="854831">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本系統為資料蒐集整合平台，包含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Angular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前端、</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NestJS</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API</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MongoDB</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Redis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BullMQ</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背景任務，並串接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RSS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、網頁搜尋及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Infominer</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LLM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請求則透過地端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轉送至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Azure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OpenAI</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可行性高。系統已採前後端分離、背景任務佇列化、環境變數設定與容器化架構，適合部署於雲端容器平台或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Kubernetes</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a:latin typeface="微軟正黑體" panose="020B0604030504040204" pitchFamily="34" charset="-120"/>
                          <a:ea typeface="微軟正黑體" panose="020B0604030504040204" pitchFamily="34" charset="-120"/>
                        </a:rPr>
                        <a:t>目前已建置地端 </a:t>
                      </a:r>
                      <a:r>
                        <a:rPr lang="en-US" altLang="zh-TW" sz="900">
                          <a:latin typeface="微軟正黑體" panose="020B0604030504040204" pitchFamily="34" charset="-120"/>
                          <a:ea typeface="微軟正黑體" panose="020B0604030504040204" pitchFamily="34" charset="-120"/>
                        </a:rPr>
                        <a:t>PoC </a:t>
                      </a:r>
                      <a:r>
                        <a:rPr lang="zh-TW" altLang="en-US" sz="900">
                          <a:latin typeface="微軟正黑體" panose="020B0604030504040204" pitchFamily="34" charset="-120"/>
                          <a:ea typeface="微軟正黑體" panose="020B0604030504040204" pitchFamily="34" charset="-120"/>
                        </a:rPr>
                        <a:t>環境，雲端部署可採 </a:t>
                      </a:r>
                      <a:r>
                        <a:rPr lang="en-US" altLang="zh-TW" sz="900">
                          <a:latin typeface="微軟正黑體" panose="020B0604030504040204" pitchFamily="34" charset="-120"/>
                          <a:ea typeface="微軟正黑體" panose="020B0604030504040204" pitchFamily="34" charset="-120"/>
                        </a:rPr>
                        <a:t>PaaS</a:t>
                      </a:r>
                      <a:r>
                        <a:rPr lang="zh-TW" altLang="en-US" sz="900">
                          <a:latin typeface="微軟正黑體" panose="020B0604030504040204" pitchFamily="34" charset="-120"/>
                          <a:ea typeface="微軟正黑體" panose="020B0604030504040204" pitchFamily="34" charset="-120"/>
                        </a:rPr>
                        <a:t>／</a:t>
                      </a:r>
                      <a:r>
                        <a:rPr lang="en-US" altLang="zh-TW" sz="900">
                          <a:latin typeface="微軟正黑體" panose="020B0604030504040204" pitchFamily="34" charset="-120"/>
                          <a:ea typeface="微軟正黑體" panose="020B0604030504040204" pitchFamily="34" charset="-120"/>
                        </a:rPr>
                        <a:t>SaaS </a:t>
                      </a:r>
                      <a:r>
                        <a:rPr lang="zh-TW" altLang="en-US" sz="900">
                          <a:latin typeface="微軟正黑體" panose="020B0604030504040204" pitchFamily="34" charset="-120"/>
                          <a:ea typeface="微軟正黑體" panose="020B0604030504040204" pitchFamily="34" charset="-120"/>
                        </a:rPr>
                        <a:t>為主、</a:t>
                      </a:r>
                      <a:r>
                        <a:rPr lang="en-US" altLang="zh-TW" sz="900">
                          <a:latin typeface="微軟正黑體" panose="020B0604030504040204" pitchFamily="34" charset="-120"/>
                          <a:ea typeface="微軟正黑體" panose="020B0604030504040204" pitchFamily="34" charset="-120"/>
                        </a:rPr>
                        <a:t>IaaS </a:t>
                      </a:r>
                      <a:r>
                        <a:rPr lang="zh-TW" altLang="en-US" sz="900">
                          <a:latin typeface="微軟正黑體" panose="020B0604030504040204" pitchFamily="34" charset="-120"/>
                          <a:ea typeface="微軟正黑體" panose="020B0604030504040204" pitchFamily="34" charset="-120"/>
                        </a:rPr>
                        <a:t>為輔。評估範圍涵蓋前端部署、</a:t>
                      </a:r>
                      <a:r>
                        <a:rPr lang="en-US" altLang="zh-TW" sz="900">
                          <a:latin typeface="微軟正黑體" panose="020B0604030504040204" pitchFamily="34" charset="-120"/>
                          <a:ea typeface="微軟正黑體" panose="020B0604030504040204" pitchFamily="34" charset="-120"/>
                        </a:rPr>
                        <a:t>API </a:t>
                      </a:r>
                      <a:r>
                        <a:rPr lang="zh-TW" altLang="en-US" sz="900">
                          <a:latin typeface="微軟正黑體" panose="020B0604030504040204" pitchFamily="34" charset="-120"/>
                          <a:ea typeface="微軟正黑體" panose="020B0604030504040204" pitchFamily="34" charset="-120"/>
                        </a:rPr>
                        <a:t>容器化、</a:t>
                      </a:r>
                      <a:r>
                        <a:rPr lang="en-US" altLang="zh-TW" sz="900">
                          <a:latin typeface="微軟正黑體" panose="020B0604030504040204" pitchFamily="34" charset="-120"/>
                          <a:ea typeface="微軟正黑體" panose="020B0604030504040204" pitchFamily="34" charset="-120"/>
                        </a:rPr>
                        <a:t>MongoDB </a:t>
                      </a:r>
                      <a:r>
                        <a:rPr lang="zh-TW" altLang="en-US" sz="900">
                          <a:latin typeface="微軟正黑體" panose="020B0604030504040204" pitchFamily="34" charset="-120"/>
                          <a:ea typeface="微軟正黑體" panose="020B0604030504040204" pitchFamily="34" charset="-120"/>
                        </a:rPr>
                        <a:t>與 </a:t>
                      </a:r>
                      <a:r>
                        <a:rPr lang="en-US" altLang="zh-TW" sz="900">
                          <a:latin typeface="微軟正黑體" panose="020B0604030504040204" pitchFamily="34" charset="-120"/>
                          <a:ea typeface="微軟正黑體" panose="020B0604030504040204" pitchFamily="34" charset="-120"/>
                        </a:rPr>
                        <a:t>Redis </a:t>
                      </a:r>
                      <a:r>
                        <a:rPr lang="zh-TW" altLang="en-US" sz="900">
                          <a:latin typeface="微軟正黑體" panose="020B0604030504040204" pitchFamily="34" charset="-120"/>
                          <a:ea typeface="微軟正黑體" panose="020B0604030504040204" pitchFamily="34" charset="-120"/>
                        </a:rPr>
                        <a:t>代管</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Secret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管理、監控告警、備份與復原。</a:t>
                      </a: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可提升部署效率、擴充性、可用性及維運穩定性，並降低基礎設施管理負擔。資料擷取、</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LLM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分析與排程任務亦可依負載彈性擴充。</a:t>
                      </a:r>
                      <a:endParaRPr lang="en-US" altLang="zh-TW" sz="900" b="0" i="0" u="none" strike="noStrike">
                        <a:solidFill>
                          <a:srgbClr val="000000"/>
                        </a:solidFill>
                        <a:effectLst/>
                        <a:latin typeface="微軟正黑體" panose="020B0604030504040204" pitchFamily="34" charset="-120"/>
                        <a:ea typeface="微軟正黑體" panose="020B0604030504040204" pitchFamily="34" charset="-120"/>
                      </a:endParaRP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目前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僅部署於地端。</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InfoGather</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部署至雲端後，</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LLM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請求仍須先由雲端傳回地端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，再轉送至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Azure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OpenAI</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，造成雲地流量折返，增加專線頻寬占用與網路延遲，因而無法充分發揮上雲效益。</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主要障礙包括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尚未建置雲端環境，以及部分業務所需資料來源（如政府機關網站）可能限制境外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IP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存取。若部署於海外 </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Azure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區域，除增加雲地流量折返外，亦可能影響資料取得，須同步評估 </a:t>
                      </a:r>
                      <a:r>
                        <a:rPr lang="en-US" altLang="zh-TW" sz="900" b="0" i="0" u="none" strike="noStrike" err="1">
                          <a:solidFill>
                            <a:srgbClr val="000000"/>
                          </a:solidFill>
                          <a:effectLst/>
                          <a:latin typeface="微軟正黑體" panose="020B0604030504040204" pitchFamily="34" charset="-120"/>
                          <a:ea typeface="微軟正黑體" panose="020B0604030504040204" pitchFamily="34" charset="-120"/>
                        </a:rPr>
                        <a:t>LiteLLM</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部署、</a:t>
                      </a:r>
                      <a:r>
                        <a:rPr lang="en-US" altLang="zh-TW" sz="900" b="0" i="0" u="none" strike="noStrike">
                          <a:solidFill>
                            <a:srgbClr val="000000"/>
                          </a:solidFill>
                          <a:effectLst/>
                          <a:latin typeface="微軟正黑體" panose="020B0604030504040204" pitchFamily="34" charset="-120"/>
                          <a:ea typeface="微軟正黑體" panose="020B0604030504040204" pitchFamily="34" charset="-120"/>
                        </a:rPr>
                        <a:t>Azure </a:t>
                      </a:r>
                      <a:r>
                        <a:rPr lang="zh-TW" altLang="en-US" sz="900" b="0" i="0" u="none" strike="noStrike">
                          <a:solidFill>
                            <a:srgbClr val="000000"/>
                          </a:solidFill>
                          <a:effectLst/>
                          <a:latin typeface="微軟正黑體" panose="020B0604030504040204" pitchFamily="34" charset="-120"/>
                          <a:ea typeface="微軟正黑體" panose="020B0604030504040204" pitchFamily="34" charset="-120"/>
                        </a:rPr>
                        <a:t>區域及對外出口方案。</a:t>
                      </a:r>
                    </a:p>
                  </a:txBody>
                  <a:tcPr marL="4605" marR="4605" marT="46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7936964"/>
                  </a:ext>
                </a:extLst>
              </a:tr>
            </a:tbl>
          </a:graphicData>
        </a:graphic>
      </p:graphicFrame>
    </p:spTree>
    <p:extLst>
      <p:ext uri="{BB962C8B-B14F-4D97-AF65-F5344CB8AC3E}">
        <p14:creationId xmlns:p14="http://schemas.microsoft.com/office/powerpoint/2010/main" val="346348370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C2781B8E-1D7D-2C51-50DF-FFF31AE28442}"/>
              </a:ext>
            </a:extLst>
          </p:cNvPr>
          <p:cNvSpPr>
            <a:spLocks noGrp="1"/>
          </p:cNvSpPr>
          <p:nvPr>
            <p:ph type="title"/>
          </p:nvPr>
        </p:nvSpPr>
        <p:spPr/>
        <p:txBody>
          <a:bodyPr/>
          <a:lstStyle/>
          <a:p>
            <a:r>
              <a:rPr lang="en-US" altLang="zh-TW" b="1">
                <a:solidFill>
                  <a:schemeClr val="tx1"/>
                </a:solidFill>
              </a:rPr>
              <a:t>Azure </a:t>
            </a:r>
            <a:r>
              <a:rPr lang="zh-TW" altLang="en-US" b="1">
                <a:solidFill>
                  <a:schemeClr val="tx1"/>
                </a:solidFill>
              </a:rPr>
              <a:t>雲端架構規劃</a:t>
            </a:r>
          </a:p>
        </p:txBody>
      </p:sp>
      <p:pic>
        <p:nvPicPr>
          <p:cNvPr id="9" name="圖片 8" descr="一張含有 文字, 螢幕擷取畫面, 圖表, 數字 的圖片&#10;&#10;自動產生的描述">
            <a:extLst>
              <a:ext uri="{FF2B5EF4-FFF2-40B4-BE49-F238E27FC236}">
                <a16:creationId xmlns:a16="http://schemas.microsoft.com/office/drawing/2014/main" id="{9071D138-4B10-1EFC-7F20-B86A716DFDF2}"/>
              </a:ext>
            </a:extLst>
          </p:cNvPr>
          <p:cNvPicPr>
            <a:picLocks noChangeAspect="1"/>
          </p:cNvPicPr>
          <p:nvPr/>
        </p:nvPicPr>
        <p:blipFill>
          <a:blip r:embed="rId3"/>
          <a:stretch>
            <a:fillRect/>
          </a:stretch>
        </p:blipFill>
        <p:spPr>
          <a:xfrm>
            <a:off x="270244" y="922917"/>
            <a:ext cx="10980000" cy="4880000"/>
          </a:xfrm>
          <a:prstGeom prst="rect">
            <a:avLst/>
          </a:prstGeom>
        </p:spPr>
      </p:pic>
    </p:spTree>
    <p:extLst>
      <p:ext uri="{BB962C8B-B14F-4D97-AF65-F5344CB8AC3E}">
        <p14:creationId xmlns:p14="http://schemas.microsoft.com/office/powerpoint/2010/main" val="294336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31E1AB-E57D-A4FA-A85C-A3BA08D70FCE}"/>
              </a:ext>
            </a:extLst>
          </p:cNvPr>
          <p:cNvSpPr>
            <a:spLocks noGrp="1"/>
          </p:cNvSpPr>
          <p:nvPr>
            <p:ph type="title"/>
          </p:nvPr>
        </p:nvSpPr>
        <p:spPr/>
        <p:txBody>
          <a:bodyPr/>
          <a:lstStyle/>
          <a:p>
            <a:r>
              <a:rPr lang="en-US" altLang="zh-TW" b="1"/>
              <a:t>Azure </a:t>
            </a:r>
            <a:r>
              <a:rPr lang="en-US" altLang="zh-TW" b="1" err="1"/>
              <a:t>DocumentDB</a:t>
            </a:r>
            <a:r>
              <a:rPr lang="en-US" altLang="zh-TW" b="1"/>
              <a:t> </a:t>
            </a:r>
            <a:r>
              <a:rPr lang="zh-TW" altLang="en-US" b="1"/>
              <a:t>與儲存量估算</a:t>
            </a:r>
          </a:p>
        </p:txBody>
      </p:sp>
      <p:sp>
        <p:nvSpPr>
          <p:cNvPr id="3" name="文字版面配置區 2">
            <a:extLst>
              <a:ext uri="{FF2B5EF4-FFF2-40B4-BE49-F238E27FC236}">
                <a16:creationId xmlns:a16="http://schemas.microsoft.com/office/drawing/2014/main" id="{9FA49990-1B89-BF49-11B0-68F881F84F52}"/>
              </a:ext>
            </a:extLst>
          </p:cNvPr>
          <p:cNvSpPr>
            <a:spLocks noGrp="1"/>
          </p:cNvSpPr>
          <p:nvPr>
            <p:ph type="body" idx="1"/>
          </p:nvPr>
        </p:nvSpPr>
        <p:spPr>
          <a:xfrm>
            <a:off x="179388" y="719138"/>
            <a:ext cx="11032563" cy="5401026"/>
          </a:xfrm>
        </p:spPr>
        <p:txBody>
          <a:bodyPr/>
          <a:lstStyle/>
          <a:p>
            <a:r>
              <a:rPr lang="en-US" altLang="zh-TW" err="1"/>
              <a:t>DocumentDB</a:t>
            </a:r>
            <a:r>
              <a:rPr lang="en-US" altLang="zh-TW"/>
              <a:t> </a:t>
            </a:r>
            <a:r>
              <a:rPr lang="zh-TW" altLang="en-US"/>
              <a:t>建議規格：</a:t>
            </a:r>
            <a:r>
              <a:rPr lang="en-US" altLang="zh-TW"/>
              <a:t>M40 + 256 GiB + HA</a:t>
            </a:r>
          </a:p>
          <a:p>
            <a:r>
              <a:rPr lang="en-US" altLang="zh-TW" err="1"/>
              <a:t>InfoGather</a:t>
            </a:r>
            <a:r>
              <a:rPr lang="en-US" altLang="zh-TW"/>
              <a:t> </a:t>
            </a:r>
            <a:r>
              <a:rPr lang="zh-TW" altLang="en-US"/>
              <a:t>使用 </a:t>
            </a:r>
            <a:r>
              <a:rPr lang="en-US" altLang="zh-TW"/>
              <a:t>MongoDB-compatible document model</a:t>
            </a:r>
            <a:r>
              <a:rPr lang="zh-TW" altLang="en-US"/>
              <a:t>，正式估算以 </a:t>
            </a:r>
            <a:r>
              <a:rPr lang="en-US" altLang="zh-TW"/>
              <a:t>Azure </a:t>
            </a:r>
            <a:r>
              <a:rPr lang="en-US" altLang="zh-TW" err="1"/>
              <a:t>DocumentDB</a:t>
            </a:r>
            <a:r>
              <a:rPr lang="en-US" altLang="zh-TW"/>
              <a:t> </a:t>
            </a:r>
            <a:r>
              <a:rPr lang="zh-TW" altLang="en-US"/>
              <a:t>為基準</a:t>
            </a:r>
            <a:endParaRPr lang="en-US" altLang="zh-TW"/>
          </a:p>
          <a:p>
            <a:r>
              <a:rPr lang="en-US" altLang="zh-TW"/>
              <a:t>12 </a:t>
            </a:r>
            <a:r>
              <a:rPr lang="zh-TW" altLang="en-US"/>
              <a:t>個月資料量估算</a:t>
            </a:r>
            <a:endParaRPr lang="en-US" altLang="zh-TW"/>
          </a:p>
          <a:p>
            <a:endParaRPr lang="en-US" altLang="zh-TW"/>
          </a:p>
          <a:p>
            <a:endParaRPr lang="en-US" altLang="zh-TW"/>
          </a:p>
          <a:p>
            <a:endParaRPr lang="en-US" altLang="zh-TW"/>
          </a:p>
          <a:p>
            <a:endParaRPr lang="en-US" altLang="zh-TW"/>
          </a:p>
          <a:p>
            <a:endParaRPr lang="en-US" altLang="zh-TW"/>
          </a:p>
          <a:p>
            <a:endParaRPr lang="en-US" altLang="zh-TW"/>
          </a:p>
          <a:p>
            <a:r>
              <a:rPr lang="zh-TW" altLang="en-US"/>
              <a:t>建議規格</a:t>
            </a:r>
            <a:endParaRPr lang="en-US" altLang="zh-TW"/>
          </a:p>
          <a:p>
            <a:endParaRPr lang="en-US" altLang="zh-TW"/>
          </a:p>
          <a:p>
            <a:endParaRPr lang="en-US" altLang="zh-TW"/>
          </a:p>
          <a:p>
            <a:endParaRPr lang="en-US" altLang="zh-TW"/>
          </a:p>
          <a:p>
            <a:endParaRPr lang="en-US" altLang="zh-TW"/>
          </a:p>
          <a:p>
            <a:pPr lvl="1"/>
            <a:endParaRPr lang="en-US" altLang="zh-TW"/>
          </a:p>
        </p:txBody>
      </p:sp>
      <p:graphicFrame>
        <p:nvGraphicFramePr>
          <p:cNvPr id="4" name="表格 3">
            <a:extLst>
              <a:ext uri="{FF2B5EF4-FFF2-40B4-BE49-F238E27FC236}">
                <a16:creationId xmlns:a16="http://schemas.microsoft.com/office/drawing/2014/main" id="{DA941373-EDA5-1A45-D1BA-D3D6208A2566}"/>
              </a:ext>
            </a:extLst>
          </p:cNvPr>
          <p:cNvGraphicFramePr>
            <a:graphicFrameLocks noGrp="1"/>
          </p:cNvGraphicFramePr>
          <p:nvPr>
            <p:extLst>
              <p:ext uri="{D42A27DB-BD31-4B8C-83A1-F6EECF244321}">
                <p14:modId xmlns:p14="http://schemas.microsoft.com/office/powerpoint/2010/main" val="2222079746"/>
              </p:ext>
            </p:extLst>
          </p:nvPr>
        </p:nvGraphicFramePr>
        <p:xfrm>
          <a:off x="532855" y="1875516"/>
          <a:ext cx="9936162" cy="1737360"/>
        </p:xfrm>
        <a:graphic>
          <a:graphicData uri="http://schemas.openxmlformats.org/drawingml/2006/table">
            <a:tbl>
              <a:tblPr>
                <a:tableStyleId>{91DB7C30-2B5D-4D34-8F22-85940E495A18}</a:tableStyleId>
              </a:tblPr>
              <a:tblGrid>
                <a:gridCol w="3312054">
                  <a:extLst>
                    <a:ext uri="{9D8B030D-6E8A-4147-A177-3AD203B41FA5}">
                      <a16:colId xmlns:a16="http://schemas.microsoft.com/office/drawing/2014/main" val="3775193921"/>
                    </a:ext>
                  </a:extLst>
                </a:gridCol>
                <a:gridCol w="3312054">
                  <a:extLst>
                    <a:ext uri="{9D8B030D-6E8A-4147-A177-3AD203B41FA5}">
                      <a16:colId xmlns:a16="http://schemas.microsoft.com/office/drawing/2014/main" val="2047344480"/>
                    </a:ext>
                  </a:extLst>
                </a:gridCol>
                <a:gridCol w="3312054">
                  <a:extLst>
                    <a:ext uri="{9D8B030D-6E8A-4147-A177-3AD203B41FA5}">
                      <a16:colId xmlns:a16="http://schemas.microsoft.com/office/drawing/2014/main" val="3705370016"/>
                    </a:ext>
                  </a:extLst>
                </a:gridCol>
              </a:tblGrid>
              <a:tr h="0">
                <a:tc>
                  <a:txBody>
                    <a:bodyPr/>
                    <a:lstStyle/>
                    <a:p>
                      <a:pPr algn="l"/>
                      <a:r>
                        <a:rPr lang="zh-TW" altLang="en-US">
                          <a:effectLst/>
                        </a:rPr>
                        <a:t>資料類型</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估算方式</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en-US" altLang="zh-TW">
                          <a:effectLst/>
                        </a:rPr>
                        <a:t>12 </a:t>
                      </a:r>
                      <a:r>
                        <a:rPr lang="zh-TW" altLang="en-US">
                          <a:effectLst/>
                        </a:rPr>
                        <a:t>個月估算</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14879733"/>
                  </a:ext>
                </a:extLst>
              </a:tr>
              <a:tr h="0">
                <a:tc>
                  <a:txBody>
                    <a:bodyPr/>
                    <a:lstStyle/>
                    <a:p>
                      <a:pPr algn="l"/>
                      <a:r>
                        <a:rPr lang="en-US">
                          <a:effectLst/>
                        </a:rPr>
                        <a:t>Articles + text index</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300,000 × 12 × 10 KB × 2.5</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85-90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30579901"/>
                  </a:ext>
                </a:extLst>
              </a:tr>
              <a:tr h="0">
                <a:tc>
                  <a:txBody>
                    <a:bodyPr/>
                    <a:lstStyle/>
                    <a:p>
                      <a:pPr algn="l"/>
                      <a:r>
                        <a:rPr lang="en-US">
                          <a:effectLst/>
                        </a:rPr>
                        <a:t>AssistantArticle</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300,000 × 12 × 5 × 2 KB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35-40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34694744"/>
                  </a:ext>
                </a:extLst>
              </a:tr>
              <a:tr h="0">
                <a:tc>
                  <a:txBody>
                    <a:bodyPr/>
                    <a:lstStyle/>
                    <a:p>
                      <a:pPr algn="l"/>
                      <a:r>
                        <a:rPr lang="en-US">
                          <a:effectLst/>
                        </a:rPr>
                        <a:t>LLM usage events</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1.5</a:t>
                      </a:r>
                      <a:r>
                        <a:rPr lang="en-US">
                          <a:effectLst/>
                        </a:rPr>
                        <a:t>M+ calls/</a:t>
                      </a:r>
                      <a:r>
                        <a:rPr lang="zh-TW" altLang="en-US">
                          <a:effectLst/>
                        </a:rPr>
                        <a:t>月 </a:t>
                      </a:r>
                      <a:r>
                        <a:rPr lang="en-US" altLang="zh-TW">
                          <a:effectLst/>
                        </a:rPr>
                        <a:t>× 12</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18-25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95251837"/>
                  </a:ext>
                </a:extLst>
              </a:tr>
              <a:tr h="278013">
                <a:tc>
                  <a:txBody>
                    <a:bodyPr/>
                    <a:lstStyle/>
                    <a:p>
                      <a:pPr algn="l"/>
                      <a:r>
                        <a:rPr lang="en-US">
                          <a:effectLst/>
                        </a:rPr>
                        <a:t>Brief / settings / metadata</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operational buffer</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10-20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75522921"/>
                  </a:ext>
                </a:extLst>
              </a:tr>
              <a:tr h="0">
                <a:tc>
                  <a:txBody>
                    <a:bodyPr/>
                    <a:lstStyle/>
                    <a:p>
                      <a:pPr algn="l"/>
                      <a:r>
                        <a:rPr lang="zh-TW" altLang="en-US">
                          <a:effectLst/>
                        </a:rPr>
                        <a:t>合計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endParaRPr lang="zh-TW" altLang="en-US">
                        <a:effectLst/>
                      </a:endParaRP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150-180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2923216622"/>
                  </a:ext>
                </a:extLst>
              </a:tr>
            </a:tbl>
          </a:graphicData>
        </a:graphic>
      </p:graphicFrame>
      <p:graphicFrame>
        <p:nvGraphicFramePr>
          <p:cNvPr id="5" name="表格 4">
            <a:extLst>
              <a:ext uri="{FF2B5EF4-FFF2-40B4-BE49-F238E27FC236}">
                <a16:creationId xmlns:a16="http://schemas.microsoft.com/office/drawing/2014/main" id="{8549B866-55A0-85A3-8660-1FB2FD4E80DC}"/>
              </a:ext>
            </a:extLst>
          </p:cNvPr>
          <p:cNvGraphicFramePr>
            <a:graphicFrameLocks noGrp="1"/>
          </p:cNvGraphicFramePr>
          <p:nvPr>
            <p:extLst>
              <p:ext uri="{D42A27DB-BD31-4B8C-83A1-F6EECF244321}">
                <p14:modId xmlns:p14="http://schemas.microsoft.com/office/powerpoint/2010/main" val="1389395430"/>
              </p:ext>
            </p:extLst>
          </p:nvPr>
        </p:nvGraphicFramePr>
        <p:xfrm>
          <a:off x="532855" y="4045354"/>
          <a:ext cx="9936162" cy="1447800"/>
        </p:xfrm>
        <a:graphic>
          <a:graphicData uri="http://schemas.openxmlformats.org/drawingml/2006/table">
            <a:tbl>
              <a:tblPr>
                <a:tableStyleId>{91DB7C30-2B5D-4D34-8F22-85940E495A18}</a:tableStyleId>
              </a:tblPr>
              <a:tblGrid>
                <a:gridCol w="3312054">
                  <a:extLst>
                    <a:ext uri="{9D8B030D-6E8A-4147-A177-3AD203B41FA5}">
                      <a16:colId xmlns:a16="http://schemas.microsoft.com/office/drawing/2014/main" val="3016512245"/>
                    </a:ext>
                  </a:extLst>
                </a:gridCol>
                <a:gridCol w="3312054">
                  <a:extLst>
                    <a:ext uri="{9D8B030D-6E8A-4147-A177-3AD203B41FA5}">
                      <a16:colId xmlns:a16="http://schemas.microsoft.com/office/drawing/2014/main" val="2551441438"/>
                    </a:ext>
                  </a:extLst>
                </a:gridCol>
                <a:gridCol w="3312054">
                  <a:extLst>
                    <a:ext uri="{9D8B030D-6E8A-4147-A177-3AD203B41FA5}">
                      <a16:colId xmlns:a16="http://schemas.microsoft.com/office/drawing/2014/main" val="1040670769"/>
                    </a:ext>
                  </a:extLst>
                </a:gridCol>
              </a:tblGrid>
              <a:tr h="0">
                <a:tc>
                  <a:txBody>
                    <a:bodyPr/>
                    <a:lstStyle/>
                    <a:p>
                      <a:pPr algn="l"/>
                      <a:r>
                        <a:rPr lang="zh-TW" altLang="en-US">
                          <a:effectLst/>
                        </a:rPr>
                        <a:t>情境</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建議規格</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月費估算</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935213767"/>
                  </a:ext>
                </a:extLst>
              </a:tr>
              <a:tr h="0">
                <a:tc>
                  <a:txBody>
                    <a:bodyPr/>
                    <a:lstStyle/>
                    <a:p>
                      <a:pPr algn="l"/>
                      <a:r>
                        <a:rPr lang="en-US">
                          <a:effectLst/>
                        </a:rPr>
                        <a:t>UAT / Pilot</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de-DE">
                          <a:effectLst/>
                        </a:rPr>
                        <a:t>M20 + 64 GiB 或 M30 + 128 GiB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$63-$115/</a:t>
                      </a:r>
                      <a:r>
                        <a:rPr lang="zh-TW" altLang="en-US">
                          <a:effectLst/>
                        </a:rPr>
                        <a:t>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2586696140"/>
                  </a:ext>
                </a:extLst>
              </a:tr>
              <a:tr h="0">
                <a:tc>
                  <a:txBody>
                    <a:bodyPr/>
                    <a:lstStyle/>
                    <a:p>
                      <a:pPr algn="l"/>
                      <a:r>
                        <a:rPr lang="en-US">
                          <a:effectLst/>
                        </a:rPr>
                        <a:t>Production base</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M40 + 256 GiB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$230/</a:t>
                      </a:r>
                      <a:r>
                        <a:rPr lang="zh-TW" altLang="en-US">
                          <a:effectLst/>
                        </a:rPr>
                        <a:t>月，未含 </a:t>
                      </a:r>
                      <a:r>
                        <a:rPr lang="en-US">
                          <a:effectLst/>
                        </a:rPr>
                        <a:t>HA</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06851373"/>
                  </a:ext>
                </a:extLst>
              </a:tr>
              <a:tr h="0">
                <a:tc>
                  <a:txBody>
                    <a:bodyPr/>
                    <a:lstStyle/>
                    <a:p>
                      <a:pPr algn="l"/>
                      <a:r>
                        <a:rPr lang="en-US">
                          <a:effectLst/>
                        </a:rPr>
                        <a:t>Production HA</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M40 + 256 GiB + HA placeholder</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$430-$460/</a:t>
                      </a:r>
                      <a:r>
                        <a:rPr lang="zh-TW" altLang="en-US">
                          <a:effectLst/>
                        </a:rPr>
                        <a:t>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2413554572"/>
                  </a:ext>
                </a:extLst>
              </a:tr>
              <a:tr h="0">
                <a:tc>
                  <a:txBody>
                    <a:bodyPr/>
                    <a:lstStyle/>
                    <a:p>
                      <a:pPr algn="l"/>
                      <a:r>
                        <a:rPr lang="zh-TW" altLang="en-US">
                          <a:effectLst/>
                        </a:rPr>
                        <a:t>高查詢併發 </a:t>
                      </a:r>
                      <a:r>
                        <a:rPr lang="en-US" altLang="zh-TW">
                          <a:effectLst/>
                        </a:rPr>
                        <a:t>/ </a:t>
                      </a:r>
                      <a:r>
                        <a:rPr lang="zh-TW" altLang="en-US">
                          <a:effectLst/>
                        </a:rPr>
                        <a:t>長留存</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M50 + 256 GiB </a:t>
                      </a:r>
                      <a:r>
                        <a:rPr lang="zh-TW" altLang="en-US">
                          <a:effectLst/>
                        </a:rPr>
                        <a:t>以上</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$432/</a:t>
                      </a:r>
                      <a:r>
                        <a:rPr lang="zh-TW" altLang="en-US">
                          <a:effectLst/>
                        </a:rPr>
                        <a:t>月起，未含 </a:t>
                      </a:r>
                      <a:r>
                        <a:rPr lang="en-US">
                          <a:effectLst/>
                        </a:rPr>
                        <a:t>HA</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09283697"/>
                  </a:ext>
                </a:extLst>
              </a:tr>
            </a:tbl>
          </a:graphicData>
        </a:graphic>
      </p:graphicFrame>
    </p:spTree>
    <p:extLst>
      <p:ext uri="{BB962C8B-B14F-4D97-AF65-F5344CB8AC3E}">
        <p14:creationId xmlns:p14="http://schemas.microsoft.com/office/powerpoint/2010/main" val="2910746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386F31-35DC-BF40-F0BF-4E4659908F1B}"/>
              </a:ext>
            </a:extLst>
          </p:cNvPr>
          <p:cNvSpPr>
            <a:spLocks noGrp="1"/>
          </p:cNvSpPr>
          <p:nvPr>
            <p:ph type="title"/>
          </p:nvPr>
        </p:nvSpPr>
        <p:spPr/>
        <p:txBody>
          <a:bodyPr/>
          <a:lstStyle/>
          <a:p>
            <a:r>
              <a:rPr lang="en-US" altLang="zh-TW" b="1"/>
              <a:t>Redis Queue / Cache </a:t>
            </a:r>
            <a:r>
              <a:rPr lang="zh-TW" altLang="en-US" b="1"/>
              <a:t>容量估算</a:t>
            </a:r>
          </a:p>
        </p:txBody>
      </p:sp>
      <p:sp>
        <p:nvSpPr>
          <p:cNvPr id="3" name="文字版面配置區 2">
            <a:extLst>
              <a:ext uri="{FF2B5EF4-FFF2-40B4-BE49-F238E27FC236}">
                <a16:creationId xmlns:a16="http://schemas.microsoft.com/office/drawing/2014/main" id="{B211597F-EB9A-0996-12D6-0ABCBA7CDE16}"/>
              </a:ext>
            </a:extLst>
          </p:cNvPr>
          <p:cNvSpPr>
            <a:spLocks noGrp="1"/>
          </p:cNvSpPr>
          <p:nvPr>
            <p:ph type="body" idx="1"/>
          </p:nvPr>
        </p:nvSpPr>
        <p:spPr>
          <a:xfrm>
            <a:off x="179388" y="719137"/>
            <a:ext cx="11161712" cy="5689037"/>
          </a:xfrm>
        </p:spPr>
        <p:txBody>
          <a:bodyPr/>
          <a:lstStyle/>
          <a:p>
            <a:r>
              <a:rPr lang="en-US" altLang="zh-TW"/>
              <a:t>Redis </a:t>
            </a:r>
            <a:r>
              <a:rPr lang="zh-TW" altLang="en-US"/>
              <a:t>建議規格：</a:t>
            </a:r>
            <a:r>
              <a:rPr lang="en-US" altLang="zh-TW"/>
              <a:t>Azure Managed Redis M10 HA</a:t>
            </a:r>
          </a:p>
          <a:p>
            <a:r>
              <a:rPr lang="en-US" altLang="zh-TW" err="1"/>
              <a:t>InfoGather</a:t>
            </a:r>
            <a:r>
              <a:rPr lang="en-US" altLang="zh-TW"/>
              <a:t> Redis </a:t>
            </a:r>
            <a:r>
              <a:rPr lang="zh-TW" altLang="en-US"/>
              <a:t>主要用於 </a:t>
            </a:r>
            <a:r>
              <a:rPr lang="en-US" altLang="zh-TW" err="1"/>
              <a:t>BullMQ</a:t>
            </a:r>
            <a:r>
              <a:rPr lang="en-US" altLang="zh-TW"/>
              <a:t> queue</a:t>
            </a:r>
            <a:r>
              <a:rPr lang="zh-TW" altLang="en-US"/>
              <a:t>、</a:t>
            </a:r>
            <a:r>
              <a:rPr lang="en-US" altLang="zh-TW"/>
              <a:t>job metadata</a:t>
            </a:r>
            <a:r>
              <a:rPr lang="zh-TW" altLang="en-US"/>
              <a:t>、短期 </a:t>
            </a:r>
            <a:r>
              <a:rPr lang="en-US" altLang="zh-TW"/>
              <a:t>job retention</a:t>
            </a:r>
            <a:r>
              <a:rPr lang="zh-TW" altLang="en-US"/>
              <a:t>、</a:t>
            </a:r>
            <a:r>
              <a:rPr lang="en-US" altLang="zh-TW"/>
              <a:t>session/cache buffer</a:t>
            </a:r>
          </a:p>
          <a:p>
            <a:r>
              <a:rPr lang="zh-TW" altLang="en-US"/>
              <a:t>估算邏輯</a:t>
            </a:r>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r>
              <a:rPr lang="zh-TW" altLang="en-US"/>
              <a:t>建議規格</a:t>
            </a:r>
            <a:endParaRPr lang="en-US" altLang="zh-TW"/>
          </a:p>
          <a:p>
            <a:endParaRPr lang="en-US" altLang="zh-TW"/>
          </a:p>
          <a:p>
            <a:endParaRPr lang="en-US" altLang="zh-TW"/>
          </a:p>
          <a:p>
            <a:pPr marL="36000" indent="0">
              <a:buNone/>
            </a:pPr>
            <a:endParaRPr lang="en-US" altLang="zh-TW"/>
          </a:p>
          <a:p>
            <a:endParaRPr lang="en-US" altLang="zh-TW"/>
          </a:p>
          <a:p>
            <a:endParaRPr lang="en-US" altLang="zh-TW"/>
          </a:p>
          <a:p>
            <a:endParaRPr lang="zh-TW" altLang="en-US"/>
          </a:p>
        </p:txBody>
      </p:sp>
      <p:graphicFrame>
        <p:nvGraphicFramePr>
          <p:cNvPr id="4" name="表格 3">
            <a:extLst>
              <a:ext uri="{FF2B5EF4-FFF2-40B4-BE49-F238E27FC236}">
                <a16:creationId xmlns:a16="http://schemas.microsoft.com/office/drawing/2014/main" id="{6A22218B-129F-3AF1-22B7-69B870668F72}"/>
              </a:ext>
            </a:extLst>
          </p:cNvPr>
          <p:cNvGraphicFramePr>
            <a:graphicFrameLocks noGrp="1"/>
          </p:cNvGraphicFramePr>
          <p:nvPr>
            <p:extLst>
              <p:ext uri="{D42A27DB-BD31-4B8C-83A1-F6EECF244321}">
                <p14:modId xmlns:p14="http://schemas.microsoft.com/office/powerpoint/2010/main" val="2772029226"/>
              </p:ext>
            </p:extLst>
          </p:nvPr>
        </p:nvGraphicFramePr>
        <p:xfrm>
          <a:off x="532856" y="1812622"/>
          <a:ext cx="5881592" cy="2026920"/>
        </p:xfrm>
        <a:graphic>
          <a:graphicData uri="http://schemas.openxmlformats.org/drawingml/2006/table">
            <a:tbl>
              <a:tblPr>
                <a:tableStyleId>{91DB7C30-2B5D-4D34-8F22-85940E495A18}</a:tableStyleId>
              </a:tblPr>
              <a:tblGrid>
                <a:gridCol w="2940796">
                  <a:extLst>
                    <a:ext uri="{9D8B030D-6E8A-4147-A177-3AD203B41FA5}">
                      <a16:colId xmlns:a16="http://schemas.microsoft.com/office/drawing/2014/main" val="702794920"/>
                    </a:ext>
                  </a:extLst>
                </a:gridCol>
                <a:gridCol w="2940796">
                  <a:extLst>
                    <a:ext uri="{9D8B030D-6E8A-4147-A177-3AD203B41FA5}">
                      <a16:colId xmlns:a16="http://schemas.microsoft.com/office/drawing/2014/main" val="1021647179"/>
                    </a:ext>
                  </a:extLst>
                </a:gridCol>
              </a:tblGrid>
              <a:tr h="0">
                <a:tc>
                  <a:txBody>
                    <a:bodyPr/>
                    <a:lstStyle/>
                    <a:p>
                      <a:pPr algn="l"/>
                      <a:r>
                        <a:rPr lang="zh-TW" altLang="en-US">
                          <a:effectLst/>
                        </a:rPr>
                        <a:t>項目</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估算</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563776107"/>
                  </a:ext>
                </a:extLst>
              </a:tr>
              <a:tr h="0">
                <a:tc>
                  <a:txBody>
                    <a:bodyPr/>
                    <a:lstStyle/>
                    <a:p>
                      <a:pPr algn="l"/>
                      <a:r>
                        <a:rPr lang="zh-TW" altLang="en-US">
                          <a:effectLst/>
                        </a:rPr>
                        <a:t>尖峰同時排隊文章數</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rPr>
                        <a:t>10,000 </a:t>
                      </a:r>
                      <a:r>
                        <a:rPr lang="zh-TW" altLang="en-US">
                          <a:effectLst/>
                        </a:rPr>
                        <a:t>篇</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05886733"/>
                  </a:ext>
                </a:extLst>
              </a:tr>
              <a:tr h="0">
                <a:tc>
                  <a:txBody>
                    <a:bodyPr/>
                    <a:lstStyle/>
                    <a:p>
                      <a:pPr algn="l"/>
                      <a:r>
                        <a:rPr lang="zh-TW" altLang="en-US">
                          <a:effectLst/>
                        </a:rPr>
                        <a:t>平均文章大小</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10 KB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34761240"/>
                  </a:ext>
                </a:extLst>
              </a:tr>
              <a:tr h="0">
                <a:tc>
                  <a:txBody>
                    <a:bodyPr/>
                    <a:lstStyle/>
                    <a:p>
                      <a:pPr algn="l"/>
                      <a:r>
                        <a:rPr lang="en-US">
                          <a:effectLst/>
                        </a:rPr>
                        <a:t>Raw queue payload</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100 </a:t>
                      </a:r>
                      <a:r>
                        <a:rPr lang="en-US">
                          <a:effectLst/>
                        </a:rPr>
                        <a:t>MB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3713717"/>
                  </a:ext>
                </a:extLst>
              </a:tr>
              <a:tr h="0">
                <a:tc>
                  <a:txBody>
                    <a:bodyPr/>
                    <a:lstStyle/>
                    <a:p>
                      <a:pPr algn="l"/>
                      <a:r>
                        <a:rPr lang="en-US">
                          <a:effectLst/>
                        </a:rPr>
                        <a:t>Redis / BullMQ overhead</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3x-5x</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61211189"/>
                  </a:ext>
                </a:extLst>
              </a:tr>
              <a:tr h="0">
                <a:tc>
                  <a:txBody>
                    <a:bodyPr/>
                    <a:lstStyle/>
                    <a:p>
                      <a:pPr algn="l"/>
                      <a:r>
                        <a:rPr lang="zh-TW" altLang="en-US">
                          <a:effectLst/>
                        </a:rPr>
                        <a:t>加上 </a:t>
                      </a:r>
                      <a:r>
                        <a:rPr lang="en-US">
                          <a:effectLst/>
                        </a:rPr>
                        <a:t>retention / cache / buffer</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2-4 </a:t>
                      </a:r>
                      <a:r>
                        <a:rPr lang="en-US">
                          <a:effectLst/>
                        </a:rPr>
                        <a:t>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53648962"/>
                  </a:ext>
                </a:extLst>
              </a:tr>
              <a:tr h="0">
                <a:tc>
                  <a:txBody>
                    <a:bodyPr/>
                    <a:lstStyle/>
                    <a:p>
                      <a:pPr algn="l"/>
                      <a:r>
                        <a:rPr lang="zh-TW" altLang="en-US">
                          <a:effectLst/>
                        </a:rPr>
                        <a:t>建議正式環境預留</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6-8 GB+</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00276927"/>
                  </a:ext>
                </a:extLst>
              </a:tr>
            </a:tbl>
          </a:graphicData>
        </a:graphic>
      </p:graphicFrame>
      <p:graphicFrame>
        <p:nvGraphicFramePr>
          <p:cNvPr id="5" name="表格 4">
            <a:extLst>
              <a:ext uri="{FF2B5EF4-FFF2-40B4-BE49-F238E27FC236}">
                <a16:creationId xmlns:a16="http://schemas.microsoft.com/office/drawing/2014/main" id="{75A3D432-B1F3-D501-A247-57B2D2A602BE}"/>
              </a:ext>
            </a:extLst>
          </p:cNvPr>
          <p:cNvGraphicFramePr>
            <a:graphicFrameLocks noGrp="1"/>
          </p:cNvGraphicFramePr>
          <p:nvPr>
            <p:extLst>
              <p:ext uri="{D42A27DB-BD31-4B8C-83A1-F6EECF244321}">
                <p14:modId xmlns:p14="http://schemas.microsoft.com/office/powerpoint/2010/main" val="1204680904"/>
              </p:ext>
            </p:extLst>
          </p:nvPr>
        </p:nvGraphicFramePr>
        <p:xfrm>
          <a:off x="532856" y="4400733"/>
          <a:ext cx="5738712" cy="868680"/>
        </p:xfrm>
        <a:graphic>
          <a:graphicData uri="http://schemas.openxmlformats.org/drawingml/2006/table">
            <a:tbl>
              <a:tblPr>
                <a:tableStyleId>{91DB7C30-2B5D-4D34-8F22-85940E495A18}</a:tableStyleId>
              </a:tblPr>
              <a:tblGrid>
                <a:gridCol w="1011238">
                  <a:extLst>
                    <a:ext uri="{9D8B030D-6E8A-4147-A177-3AD203B41FA5}">
                      <a16:colId xmlns:a16="http://schemas.microsoft.com/office/drawing/2014/main" val="1228809570"/>
                    </a:ext>
                  </a:extLst>
                </a:gridCol>
                <a:gridCol w="2174875">
                  <a:extLst>
                    <a:ext uri="{9D8B030D-6E8A-4147-A177-3AD203B41FA5}">
                      <a16:colId xmlns:a16="http://schemas.microsoft.com/office/drawing/2014/main" val="3547400085"/>
                    </a:ext>
                  </a:extLst>
                </a:gridCol>
                <a:gridCol w="2552599">
                  <a:extLst>
                    <a:ext uri="{9D8B030D-6E8A-4147-A177-3AD203B41FA5}">
                      <a16:colId xmlns:a16="http://schemas.microsoft.com/office/drawing/2014/main" val="2895625558"/>
                    </a:ext>
                  </a:extLst>
                </a:gridCol>
              </a:tblGrid>
              <a:tr h="0">
                <a:tc>
                  <a:txBody>
                    <a:bodyPr/>
                    <a:lstStyle/>
                    <a:p>
                      <a:pPr algn="l"/>
                      <a:r>
                        <a:rPr lang="zh-TW" altLang="en-US">
                          <a:effectLst/>
                        </a:rPr>
                        <a:t>環境</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建議規格</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effectLst/>
                        </a:rPr>
                        <a:t>月費估算</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01430016"/>
                  </a:ext>
                </a:extLst>
              </a:tr>
              <a:tr h="0">
                <a:tc>
                  <a:txBody>
                    <a:bodyPr/>
                    <a:lstStyle/>
                    <a:p>
                      <a:pPr algn="l"/>
                      <a:r>
                        <a:rPr lang="en-US">
                          <a:effectLst/>
                        </a:rPr>
                        <a:t>Test / UAT</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M10 single node</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effectLst/>
                        </a:rPr>
                        <a:t>約 </a:t>
                      </a:r>
                      <a:r>
                        <a:rPr lang="en-US" altLang="zh-TW">
                          <a:effectLst/>
                        </a:rPr>
                        <a:t>$201.48/</a:t>
                      </a:r>
                      <a:r>
                        <a:rPr lang="zh-TW" altLang="en-US">
                          <a:effectLst/>
                        </a:rPr>
                        <a:t>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1901989760"/>
                  </a:ext>
                </a:extLst>
              </a:tr>
              <a:tr h="107805">
                <a:tc>
                  <a:txBody>
                    <a:bodyPr/>
                    <a:lstStyle/>
                    <a:p>
                      <a:pPr algn="l"/>
                      <a:r>
                        <a:rPr lang="en-US">
                          <a:effectLst/>
                        </a:rPr>
                        <a:t>Production</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effectLst/>
                        </a:rPr>
                        <a:t>M10 HA，12 GB memory</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a:effectLst/>
                        </a:rPr>
                        <a:t>約 </a:t>
                      </a:r>
                      <a:r>
                        <a:rPr lang="en-US" altLang="zh-TW">
                          <a:effectLst/>
                        </a:rPr>
                        <a:t>$402.96/</a:t>
                      </a:r>
                      <a:r>
                        <a:rPr lang="zh-TW" altLang="en-US">
                          <a:effectLst/>
                        </a:rPr>
                        <a:t>月</a:t>
                      </a:r>
                    </a:p>
                  </a:txBody>
                  <a:tcPr marL="57150" marR="57150" marT="38100" marB="381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F00"/>
                    </a:solidFill>
                  </a:tcPr>
                </a:tc>
                <a:extLst>
                  <a:ext uri="{0D108BD9-81ED-4DB2-BD59-A6C34878D82A}">
                    <a16:rowId xmlns:a16="http://schemas.microsoft.com/office/drawing/2014/main" val="341189195"/>
                  </a:ext>
                </a:extLst>
              </a:tr>
            </a:tbl>
          </a:graphicData>
        </a:graphic>
      </p:graphicFrame>
    </p:spTree>
    <p:extLst>
      <p:ext uri="{BB962C8B-B14F-4D97-AF65-F5344CB8AC3E}">
        <p14:creationId xmlns:p14="http://schemas.microsoft.com/office/powerpoint/2010/main" val="4161764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B9228D-FFD8-9984-E551-CDF7F4A48315}"/>
              </a:ext>
            </a:extLst>
          </p:cNvPr>
          <p:cNvSpPr>
            <a:spLocks noGrp="1"/>
          </p:cNvSpPr>
          <p:nvPr>
            <p:ph type="title"/>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3200"/>
              <a:buFont typeface="Arial"/>
              <a:buNone/>
              <a:tabLst/>
              <a:defRPr/>
            </a:pPr>
            <a:r>
              <a:rPr kumimoji="0" lang="zh-TW" altLang="en-US" sz="3200" b="1" i="0" u="none" strike="noStrike" kern="0" cap="none" spc="0" normalizeH="0" baseline="0" noProof="0">
                <a:ln>
                  <a:noFill/>
                </a:ln>
                <a:solidFill>
                  <a:srgbClr val="000000"/>
                </a:solidFill>
                <a:effectLst/>
                <a:uLnTx/>
                <a:uFillTx/>
                <a:latin typeface="Microsoft JhengHei"/>
                <a:ea typeface="Microsoft JhengHei"/>
                <a:sym typeface="Microsoft JhengHei"/>
              </a:rPr>
              <a:t>雲端環境成本估算</a:t>
            </a:r>
          </a:p>
        </p:txBody>
      </p:sp>
      <p:sp>
        <p:nvSpPr>
          <p:cNvPr id="6" name="文字方塊 5">
            <a:extLst>
              <a:ext uri="{FF2B5EF4-FFF2-40B4-BE49-F238E27FC236}">
                <a16:creationId xmlns:a16="http://schemas.microsoft.com/office/drawing/2014/main" id="{876A87B3-8867-E1B9-AE01-373FCC6A2AB9}"/>
              </a:ext>
            </a:extLst>
          </p:cNvPr>
          <p:cNvSpPr txBox="1"/>
          <p:nvPr/>
        </p:nvSpPr>
        <p:spPr>
          <a:xfrm>
            <a:off x="270244" y="5378829"/>
            <a:ext cx="8193269" cy="523220"/>
          </a:xfrm>
          <a:prstGeom prst="rect">
            <a:avLst/>
          </a:prstGeom>
          <a:noFill/>
        </p:spPr>
        <p:txBody>
          <a:bodyPr wrap="none" rtlCol="0">
            <a:spAutoFit/>
          </a:bodyPr>
          <a:lstStyle/>
          <a:p>
            <a:pPr marL="285750" indent="-285750">
              <a:buFont typeface="Arial" panose="020B0604020202020204" pitchFamily="34" charset="0"/>
              <a:buChar char="•"/>
            </a:pPr>
            <a:r>
              <a:rPr lang="zh-TW" altLang="en-US">
                <a:latin typeface="微軟正黑體" panose="020B0604030504040204" pitchFamily="34" charset="-120"/>
                <a:ea typeface="微軟正黑體" panose="020B0604030504040204" pitchFamily="34" charset="-120"/>
              </a:rPr>
              <a:t>常駐 </a:t>
            </a:r>
            <a:r>
              <a:rPr lang="en-US" altLang="zh-TW">
                <a:latin typeface="微軟正黑體" panose="020B0604030504040204" pitchFamily="34" charset="-120"/>
                <a:ea typeface="微軟正黑體" panose="020B0604030504040204" pitchFamily="34" charset="-120"/>
              </a:rPr>
              <a:t>Container apps instance</a:t>
            </a:r>
            <a:r>
              <a:rPr lang="zh-TW" altLang="en-US">
                <a:latin typeface="微軟正黑體" panose="020B0604030504040204" pitchFamily="34" charset="-120"/>
                <a:ea typeface="微軟正黑體" panose="020B0604030504040204" pitchFamily="34" charset="-120"/>
              </a:rPr>
              <a:t> 以 </a:t>
            </a:r>
            <a:r>
              <a:rPr lang="en-US" altLang="zh-TW">
                <a:latin typeface="微軟正黑體" panose="020B0604030504040204" pitchFamily="34" charset="-120"/>
                <a:ea typeface="微軟正黑體" panose="020B0604030504040204" pitchFamily="34" charset="-120"/>
              </a:rPr>
              <a:t>minimum</a:t>
            </a:r>
            <a:r>
              <a:rPr lang="zh-TW" altLang="en-US">
                <a:latin typeface="微軟正黑體" panose="020B0604030504040204" pitchFamily="34" charset="-120"/>
                <a:ea typeface="微軟正黑體" panose="020B0604030504040204" pitchFamily="34" charset="-120"/>
              </a:rPr>
              <a:t> 數量計算，如以 </a:t>
            </a:r>
            <a:r>
              <a:rPr lang="en-US" altLang="zh-TW">
                <a:latin typeface="微軟正黑體" panose="020B0604030504040204" pitchFamily="34" charset="-120"/>
                <a:ea typeface="微軟正黑體" panose="020B0604030504040204" pitchFamily="34" charset="-120"/>
              </a:rPr>
              <a:t>maximum</a:t>
            </a:r>
            <a:r>
              <a:rPr lang="zh-TW" altLang="en-US">
                <a:latin typeface="微軟正黑體" panose="020B0604030504040204" pitchFamily="34" charset="-120"/>
                <a:ea typeface="微軟正黑體" panose="020B0604030504040204" pitchFamily="34" charset="-120"/>
              </a:rPr>
              <a:t> 數量計算，成本會再上調</a:t>
            </a:r>
          </a:p>
          <a:p>
            <a:pPr marL="285750" indent="-285750">
              <a:buFont typeface="Arial" panose="020B0604020202020204" pitchFamily="34" charset="0"/>
              <a:buChar char="•"/>
            </a:pPr>
            <a:r>
              <a:rPr lang="zh-TW" altLang="en-US">
                <a:latin typeface="微軟正黑體" panose="020B0604030504040204" pitchFamily="34" charset="-120"/>
                <a:ea typeface="微軟正黑體" panose="020B0604030504040204" pitchFamily="34" charset="-120"/>
              </a:rPr>
              <a:t>雲端輸出回地端 </a:t>
            </a:r>
            <a:r>
              <a:rPr lang="en-US" altLang="zh-TW">
                <a:latin typeface="微軟正黑體" panose="020B0604030504040204" pitchFamily="34" charset="-120"/>
                <a:ea typeface="微軟正黑體" panose="020B0604030504040204" pitchFamily="34" charset="-120"/>
              </a:rPr>
              <a:t>Lite LLM Gateway</a:t>
            </a:r>
            <a:r>
              <a:rPr lang="zh-TW" altLang="en-US">
                <a:latin typeface="微軟正黑體" panose="020B0604030504040204" pitchFamily="34" charset="-120"/>
                <a:ea typeface="微軟正黑體" panose="020B0604030504040204" pitchFamily="34" charset="-120"/>
              </a:rPr>
              <a:t> 流量以 </a:t>
            </a:r>
            <a:r>
              <a:rPr lang="en-US" altLang="zh-TW">
                <a:latin typeface="微軟正黑體" panose="020B0604030504040204" pitchFamily="34" charset="-120"/>
                <a:ea typeface="微軟正黑體" panose="020B0604030504040204" pitchFamily="34" charset="-120"/>
              </a:rPr>
              <a:t>500GB</a:t>
            </a:r>
            <a:r>
              <a:rPr lang="zh-TW" altLang="en-US">
                <a:latin typeface="微軟正黑體" panose="020B0604030504040204" pitchFamily="34" charset="-120"/>
                <a:ea typeface="微軟正黑體" panose="020B0604030504040204" pitchFamily="34" charset="-120"/>
              </a:rPr>
              <a:t> 計算</a:t>
            </a:r>
          </a:p>
        </p:txBody>
      </p:sp>
      <p:graphicFrame>
        <p:nvGraphicFramePr>
          <p:cNvPr id="7" name="表格 6">
            <a:extLst>
              <a:ext uri="{FF2B5EF4-FFF2-40B4-BE49-F238E27FC236}">
                <a16:creationId xmlns:a16="http://schemas.microsoft.com/office/drawing/2014/main" id="{0A11CD5D-760B-9A7C-8214-A21AE880CA95}"/>
              </a:ext>
            </a:extLst>
          </p:cNvPr>
          <p:cNvGraphicFramePr>
            <a:graphicFrameLocks noGrp="1"/>
          </p:cNvGraphicFramePr>
          <p:nvPr>
            <p:extLst>
              <p:ext uri="{D42A27DB-BD31-4B8C-83A1-F6EECF244321}">
                <p14:modId xmlns:p14="http://schemas.microsoft.com/office/powerpoint/2010/main" val="4269251533"/>
              </p:ext>
            </p:extLst>
          </p:nvPr>
        </p:nvGraphicFramePr>
        <p:xfrm>
          <a:off x="270244" y="839736"/>
          <a:ext cx="10980000" cy="4374880"/>
        </p:xfrm>
        <a:graphic>
          <a:graphicData uri="http://schemas.openxmlformats.org/drawingml/2006/table">
            <a:tbl>
              <a:tblPr/>
              <a:tblGrid>
                <a:gridCol w="2196000">
                  <a:extLst>
                    <a:ext uri="{9D8B030D-6E8A-4147-A177-3AD203B41FA5}">
                      <a16:colId xmlns:a16="http://schemas.microsoft.com/office/drawing/2014/main" val="3376963766"/>
                    </a:ext>
                  </a:extLst>
                </a:gridCol>
                <a:gridCol w="2196000">
                  <a:extLst>
                    <a:ext uri="{9D8B030D-6E8A-4147-A177-3AD203B41FA5}">
                      <a16:colId xmlns:a16="http://schemas.microsoft.com/office/drawing/2014/main" val="1750379513"/>
                    </a:ext>
                  </a:extLst>
                </a:gridCol>
                <a:gridCol w="2196000">
                  <a:extLst>
                    <a:ext uri="{9D8B030D-6E8A-4147-A177-3AD203B41FA5}">
                      <a16:colId xmlns:a16="http://schemas.microsoft.com/office/drawing/2014/main" val="800973050"/>
                    </a:ext>
                  </a:extLst>
                </a:gridCol>
                <a:gridCol w="2196000">
                  <a:extLst>
                    <a:ext uri="{9D8B030D-6E8A-4147-A177-3AD203B41FA5}">
                      <a16:colId xmlns:a16="http://schemas.microsoft.com/office/drawing/2014/main" val="641835599"/>
                    </a:ext>
                  </a:extLst>
                </a:gridCol>
                <a:gridCol w="2196000">
                  <a:extLst>
                    <a:ext uri="{9D8B030D-6E8A-4147-A177-3AD203B41FA5}">
                      <a16:colId xmlns:a16="http://schemas.microsoft.com/office/drawing/2014/main" val="3584681169"/>
                    </a:ext>
                  </a:extLst>
                </a:gridCol>
              </a:tblGrid>
              <a:tr h="414781">
                <a:tc>
                  <a:txBody>
                    <a:bodyPr/>
                    <a:lstStyle/>
                    <a:p>
                      <a:pPr algn="ctr" fontAlgn="t"/>
                      <a:r>
                        <a:rPr lang="en-US" sz="1400" b="1" i="0" u="none" strike="noStrike">
                          <a:effectLst/>
                          <a:latin typeface="微軟正黑體" panose="020B0604030504040204" pitchFamily="34" charset="-120"/>
                          <a:ea typeface="微軟正黑體" panose="020B0604030504040204" pitchFamily="34" charset="-120"/>
                        </a:rPr>
                        <a:t>Service category</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tc>
                  <a:txBody>
                    <a:bodyPr/>
                    <a:lstStyle/>
                    <a:p>
                      <a:pPr algn="ctr" fontAlgn="t"/>
                      <a:r>
                        <a:rPr lang="en-US" sz="1400" b="1" i="0" u="none" strike="noStrike">
                          <a:effectLst/>
                          <a:latin typeface="微軟正黑體" panose="020B0604030504040204" pitchFamily="34" charset="-120"/>
                          <a:ea typeface="微軟正黑體" panose="020B0604030504040204" pitchFamily="34" charset="-120"/>
                        </a:rPr>
                        <a:t>Service type</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tc>
                  <a:txBody>
                    <a:bodyPr/>
                    <a:lstStyle/>
                    <a:p>
                      <a:pPr algn="ctr" fontAlgn="t"/>
                      <a:r>
                        <a:rPr lang="en-US" sz="1400" b="1" i="0" u="none" strike="noStrike">
                          <a:effectLst/>
                          <a:latin typeface="微軟正黑體" panose="020B0604030504040204" pitchFamily="34" charset="-120"/>
                          <a:ea typeface="微軟正黑體" panose="020B0604030504040204" pitchFamily="34" charset="-120"/>
                        </a:rPr>
                        <a:t>Custom name</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tc>
                  <a:txBody>
                    <a:bodyPr/>
                    <a:lstStyle/>
                    <a:p>
                      <a:pPr algn="ctr" fontAlgn="t"/>
                      <a:r>
                        <a:rPr lang="zh-TW" altLang="en-US" sz="1400" b="1" i="0" u="none" strike="noStrike">
                          <a:effectLst/>
                          <a:latin typeface="微軟正黑體" panose="020B0604030504040204" pitchFamily="34" charset="-120"/>
                          <a:ea typeface="微軟正黑體" panose="020B0604030504040204" pitchFamily="34" charset="-120"/>
                        </a:rPr>
                        <a:t>測試環境</a:t>
                      </a:r>
                      <a:endParaRPr lang="en-US" altLang="zh-TW" sz="1400" b="1" i="0" u="none" strike="noStrike">
                        <a:effectLst/>
                        <a:latin typeface="微軟正黑體" panose="020B0604030504040204" pitchFamily="34" charset="-120"/>
                        <a:ea typeface="微軟正黑體" panose="020B0604030504040204" pitchFamily="34" charset="-120"/>
                      </a:endParaRPr>
                    </a:p>
                    <a:p>
                      <a:pPr algn="ctr" fontAlgn="t"/>
                      <a:r>
                        <a:rPr lang="en-US" sz="1400" b="1" i="0" u="none" strike="noStrike">
                          <a:effectLst/>
                          <a:latin typeface="微軟正黑體" panose="020B0604030504040204" pitchFamily="34" charset="-120"/>
                          <a:ea typeface="微軟正黑體" panose="020B0604030504040204" pitchFamily="34" charset="-120"/>
                        </a:rPr>
                        <a:t>Estimated monthly cost</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tc>
                  <a:txBody>
                    <a:bodyPr/>
                    <a:lstStyle/>
                    <a:p>
                      <a:pPr algn="ctr" fontAlgn="t"/>
                      <a:r>
                        <a:rPr lang="zh-TW" altLang="en-US" sz="1400" b="1" i="0" u="none" strike="noStrike">
                          <a:effectLst/>
                          <a:latin typeface="微軟正黑體" panose="020B0604030504040204" pitchFamily="34" charset="-120"/>
                          <a:ea typeface="微軟正黑體" panose="020B0604030504040204" pitchFamily="34" charset="-120"/>
                        </a:rPr>
                        <a:t>正式環境</a:t>
                      </a:r>
                      <a:endParaRPr lang="en-US" altLang="zh-TW" sz="1400" b="1" i="0" u="none" strike="noStrike">
                        <a:effectLst/>
                        <a:latin typeface="微軟正黑體" panose="020B0604030504040204" pitchFamily="34" charset="-120"/>
                        <a:ea typeface="微軟正黑體" panose="020B0604030504040204" pitchFamily="34" charset="-120"/>
                      </a:endParaRPr>
                    </a:p>
                    <a:p>
                      <a:pPr algn="ctr" fontAlgn="t"/>
                      <a:r>
                        <a:rPr lang="en-US" altLang="zh-TW" sz="1400" b="1" i="0" u="none" strike="noStrike">
                          <a:effectLst/>
                          <a:latin typeface="微軟正黑體" panose="020B0604030504040204" pitchFamily="34" charset="-120"/>
                          <a:ea typeface="微軟正黑體" panose="020B0604030504040204" pitchFamily="34" charset="-120"/>
                        </a:rPr>
                        <a:t>Estimated monthly cost</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DDEBF7"/>
                    </a:solidFill>
                  </a:tcPr>
                </a:tc>
                <a:extLst>
                  <a:ext uri="{0D108BD9-81ED-4DB2-BD59-A6C34878D82A}">
                    <a16:rowId xmlns:a16="http://schemas.microsoft.com/office/drawing/2014/main" val="1632234471"/>
                  </a:ext>
                </a:extLst>
              </a:tr>
              <a:tr h="43870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容器</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Apps(Web/API)</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NT$742.34</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NT$2,969.37</a:t>
                      </a:r>
                    </a:p>
                    <a:p>
                      <a:pPr algn="l" fontAlgn="t"/>
                      <a:endParaRPr 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221650476"/>
                  </a:ext>
                </a:extLst>
              </a:tr>
              <a:tr h="41478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容器</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Apps(Worker)</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NT$1,484.68</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NT$2,969.37</a:t>
                      </a: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75789482"/>
                  </a:ext>
                </a:extLst>
              </a:tr>
              <a:tr h="43870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容器</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Apps(Scheduler)</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NT$371.17</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NT$742.34</a:t>
                      </a: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50237235"/>
                  </a:ext>
                </a:extLst>
              </a:tr>
              <a:tr h="43870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容器</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Container Apps(Copilot Runtime)</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NT$742.34</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NT$1,484.68</a:t>
                      </a: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85745445"/>
                  </a:ext>
                </a:extLst>
              </a:tr>
              <a:tr h="41478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儲存體</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Storage Accounts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NT$95.54</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NT$346.63</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35655003"/>
                  </a:ext>
                </a:extLst>
              </a:tr>
              <a:tr h="41478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網路</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Bandwidth</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NT$1,506.53</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NT$1,506.53</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38708172"/>
                  </a:ext>
                </a:extLst>
              </a:tr>
              <a:tr h="414781">
                <a:tc>
                  <a:txBody>
                    <a:bodyPr/>
                    <a:lstStyle/>
                    <a:p>
                      <a:pPr algn="l" fontAlgn="t"/>
                      <a:r>
                        <a:rPr lang="zh-TW" altLang="en-US" sz="1400" b="0" i="0" u="none" strike="noStrike">
                          <a:effectLst/>
                          <a:latin typeface="微軟正黑體" panose="020B0604030504040204" pitchFamily="34" charset="-120"/>
                          <a:ea typeface="微軟正黑體" panose="020B0604030504040204" pitchFamily="34" charset="-120"/>
                        </a:rPr>
                        <a:t>資料庫</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Azure Managed Redis</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NT$6,430.74</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NT$12,861.48</a:t>
                      </a: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414001595"/>
                  </a:ext>
                </a:extLst>
              </a:tr>
              <a:tr h="414781">
                <a:tc>
                  <a:txBody>
                    <a:bodyPr/>
                    <a:lstStyle/>
                    <a:p>
                      <a:pPr algn="l" fontAlgn="t"/>
                      <a:endParaRPr 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a:latin typeface="微軟正黑體" panose="020B0604030504040204" pitchFamily="34" charset="-120"/>
                          <a:ea typeface="微軟正黑體" panose="020B0604030504040204" pitchFamily="34" charset="-120"/>
                        </a:rPr>
                        <a:t>Azure DocumentDB</a:t>
                      </a:r>
                      <a:endParaRPr lang="en-US" altLang="zh-TW"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NT$3</a:t>
                      </a:r>
                      <a:r>
                        <a:rPr lang="en-US" altLang="zh-TW" sz="1400">
                          <a:latin typeface="微軟正黑體" panose="020B0604030504040204" pitchFamily="34" charset="-120"/>
                          <a:ea typeface="微軟正黑體" panose="020B0604030504040204" pitchFamily="34" charset="-120"/>
                        </a:rPr>
                        <a:t>,712.89</a:t>
                      </a:r>
                      <a:endParaRPr 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NT$14,851.56</a:t>
                      </a: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42547605"/>
                  </a:ext>
                </a:extLst>
              </a:tr>
              <a:tr h="414781">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endParaRPr lang="zh-TW" alt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p>
                      <a:pPr algn="l" fontAlgn="t"/>
                      <a:r>
                        <a:rPr lang="en-US" sz="1400" b="0" i="0" u="none" strike="noStrike">
                          <a:effectLst/>
                          <a:latin typeface="微軟正黑體" panose="020B0604030504040204" pitchFamily="34" charset="-120"/>
                          <a:ea typeface="微軟正黑體" panose="020B0604030504040204" pitchFamily="34" charset="-120"/>
                        </a:rPr>
                        <a:t>NT$15</a:t>
                      </a:r>
                      <a:r>
                        <a:rPr lang="en-US" altLang="zh-TW" sz="1400" b="0">
                          <a:latin typeface="微軟正黑體" panose="020B0604030504040204" pitchFamily="34" charset="-120"/>
                          <a:ea typeface="微軟正黑體" panose="020B0604030504040204" pitchFamily="34" charset="-120"/>
                        </a:rPr>
                        <a:t>,086/</a:t>
                      </a:r>
                      <a:r>
                        <a:rPr lang="zh-TW" altLang="en-US" sz="1400" b="0">
                          <a:latin typeface="微軟正黑體" panose="020B0604030504040204" pitchFamily="34" charset="-120"/>
                          <a:ea typeface="微軟正黑體" panose="020B0604030504040204" pitchFamily="34" charset="-120"/>
                        </a:rPr>
                        <a:t>月 </a:t>
                      </a:r>
                      <a:r>
                        <a:rPr lang="en-US" altLang="zh-TW" sz="1400" b="0">
                          <a:latin typeface="微軟正黑體" panose="020B0604030504040204" pitchFamily="34" charset="-120"/>
                          <a:ea typeface="微軟正黑體" panose="020B0604030504040204" pitchFamily="34" charset="-120"/>
                        </a:rPr>
                        <a:t>in total</a:t>
                      </a:r>
                      <a:endParaRPr lang="en-US" sz="1400" b="0" i="0" u="none" strike="noStrike">
                        <a:effectLst/>
                        <a:latin typeface="微軟正黑體" panose="020B0604030504040204" pitchFamily="34" charset="-120"/>
                        <a:ea typeface="微軟正黑體" panose="020B0604030504040204" pitchFamily="34" charset="-120"/>
                      </a:endParaRPr>
                    </a:p>
                  </a:txBody>
                  <a:tcPr marL="5772" marR="5772" marT="5772" marB="27703">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FFFF00"/>
                    </a:solidFill>
                  </a:tcPr>
                </a:tc>
                <a:tc>
                  <a:txBody>
                    <a:bodyPr/>
                    <a:lstStyle/>
                    <a:p>
                      <a:pPr marL="0" marR="0" lvl="0" indent="0" algn="l" defTabSz="881573" rtl="0" eaLnBrk="1" fontAlgn="t" latinLnBrk="0" hangingPunct="1">
                        <a:lnSpc>
                          <a:spcPct val="100000"/>
                        </a:lnSpc>
                        <a:spcBef>
                          <a:spcPts val="0"/>
                        </a:spcBef>
                        <a:spcAft>
                          <a:spcPts val="0"/>
                        </a:spcAft>
                        <a:buClrTx/>
                        <a:buSzTx/>
                        <a:buFontTx/>
                        <a:buNone/>
                        <a:tabLst/>
                        <a:defRPr/>
                      </a:pPr>
                      <a:r>
                        <a:rPr lang="en-US" altLang="zh-TW" sz="1400" b="0" i="0" u="none" strike="noStrike">
                          <a:effectLst/>
                          <a:latin typeface="微軟正黑體" panose="020B0604030504040204" pitchFamily="34" charset="-120"/>
                          <a:ea typeface="微軟正黑體" panose="020B0604030504040204" pitchFamily="34" charset="-120"/>
                        </a:rPr>
                        <a:t>NT</a:t>
                      </a:r>
                      <a:r>
                        <a:rPr lang="en-US" altLang="zh-TW" sz="1400">
                          <a:latin typeface="微軟正黑體" panose="020B0604030504040204" pitchFamily="34" charset="-120"/>
                          <a:ea typeface="微軟正黑體" panose="020B0604030504040204" pitchFamily="34" charset="-120"/>
                        </a:rPr>
                        <a:t>$37,687/</a:t>
                      </a:r>
                      <a:r>
                        <a:rPr lang="zh-TW" altLang="en-US" sz="1400">
                          <a:latin typeface="微軟正黑體" panose="020B0604030504040204" pitchFamily="34" charset="-120"/>
                          <a:ea typeface="微軟正黑體" panose="020B0604030504040204" pitchFamily="34" charset="-120"/>
                        </a:rPr>
                        <a:t>月</a:t>
                      </a:r>
                      <a:r>
                        <a:rPr lang="en-US" altLang="zh-TW" sz="1400" b="0" i="0" u="none" strike="noStrike">
                          <a:effectLst/>
                          <a:latin typeface="微軟正黑體" panose="020B0604030504040204" pitchFamily="34" charset="-120"/>
                          <a:ea typeface="微軟正黑體" panose="020B0604030504040204" pitchFamily="34" charset="-120"/>
                        </a:rPr>
                        <a:t> in total</a:t>
                      </a:r>
                      <a:endParaRPr lang="zh-TW" altLang="en-US" sz="1400">
                        <a:latin typeface="微軟正黑體" panose="020B0604030504040204" pitchFamily="34" charset="-120"/>
                        <a:ea typeface="微軟正黑體" panose="020B0604030504040204" pitchFamily="34" charset="-120"/>
                      </a:endParaRPr>
                    </a:p>
                  </a:txBody>
                  <a:tcPr marL="6906" marR="6906" marT="6906" marB="33147">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rgbClr val="FFFF00"/>
                    </a:solidFill>
                  </a:tcPr>
                </a:tc>
                <a:extLst>
                  <a:ext uri="{0D108BD9-81ED-4DB2-BD59-A6C34878D82A}">
                    <a16:rowId xmlns:a16="http://schemas.microsoft.com/office/drawing/2014/main" val="1823920808"/>
                  </a:ext>
                </a:extLst>
              </a:tr>
            </a:tbl>
          </a:graphicData>
        </a:graphic>
      </p:graphicFrame>
    </p:spTree>
    <p:extLst>
      <p:ext uri="{BB962C8B-B14F-4D97-AF65-F5344CB8AC3E}">
        <p14:creationId xmlns:p14="http://schemas.microsoft.com/office/powerpoint/2010/main" val="237876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B9228D-FFD8-9984-E551-CDF7F4A48315}"/>
              </a:ext>
            </a:extLst>
          </p:cNvPr>
          <p:cNvSpPr>
            <a:spLocks noGrp="1"/>
          </p:cNvSpPr>
          <p:nvPr>
            <p:ph type="title"/>
          </p:nvPr>
        </p:nvSpPr>
        <p:spPr/>
        <p:txBody>
          <a:bodyPr/>
          <a:lstStyle/>
          <a:p>
            <a:r>
              <a:rPr lang="en-US" altLang="zh-TW" b="1">
                <a:solidFill>
                  <a:schemeClr val="tx1"/>
                </a:solidFill>
              </a:rPr>
              <a:t>LLM API </a:t>
            </a:r>
            <a:r>
              <a:rPr lang="zh-TW" altLang="en-US" b="1">
                <a:solidFill>
                  <a:schemeClr val="tx1"/>
                </a:solidFill>
              </a:rPr>
              <a:t>使用成本估算</a:t>
            </a:r>
            <a:endParaRPr lang="zh-TW" altLang="en-US"/>
          </a:p>
        </p:txBody>
      </p:sp>
      <p:sp>
        <p:nvSpPr>
          <p:cNvPr id="3" name="文字版面配置區 2">
            <a:extLst>
              <a:ext uri="{FF2B5EF4-FFF2-40B4-BE49-F238E27FC236}">
                <a16:creationId xmlns:a16="http://schemas.microsoft.com/office/drawing/2014/main" id="{02CE0A2F-9D19-19AE-CCFE-4E58F88A0822}"/>
              </a:ext>
            </a:extLst>
          </p:cNvPr>
          <p:cNvSpPr>
            <a:spLocks noGrp="1"/>
          </p:cNvSpPr>
          <p:nvPr>
            <p:ph type="body" idx="1"/>
          </p:nvPr>
        </p:nvSpPr>
        <p:spPr>
          <a:xfrm>
            <a:off x="179388" y="719138"/>
            <a:ext cx="5337555" cy="5401026"/>
          </a:xfrm>
        </p:spPr>
        <p:txBody>
          <a:bodyPr/>
          <a:lstStyle/>
          <a:p>
            <a:r>
              <a:rPr lang="zh-TW" altLang="en-US"/>
              <a:t>使用模型：</a:t>
            </a:r>
            <a:r>
              <a:rPr lang="en-US" altLang="zh-TW"/>
              <a:t>gpt-5-mini</a:t>
            </a:r>
          </a:p>
          <a:p>
            <a:r>
              <a:rPr lang="zh-TW" altLang="en-US"/>
              <a:t>估算基準：平均文章長度 </a:t>
            </a:r>
            <a:r>
              <a:rPr lang="en-US" altLang="zh-TW"/>
              <a:t>10 KB raw</a:t>
            </a:r>
            <a:r>
              <a:rPr lang="zh-TW" altLang="en-US"/>
              <a:t> </a:t>
            </a:r>
            <a:r>
              <a:rPr lang="en-US" altLang="zh-TW"/>
              <a:t>content</a:t>
            </a:r>
          </a:p>
          <a:p>
            <a:r>
              <a:rPr lang="zh-TW" altLang="en-US"/>
              <a:t>使用情境：</a:t>
            </a:r>
            <a:endParaRPr lang="en-US" altLang="zh-TW"/>
          </a:p>
          <a:p>
            <a:pPr lvl="1"/>
            <a:r>
              <a:rPr lang="zh-TW" altLang="en-US"/>
              <a:t>文章萃取：新文章入庫時，若來源沒有預先摘要，使用 </a:t>
            </a:r>
            <a:r>
              <a:rPr lang="en-US" altLang="zh-TW"/>
              <a:t>LLM </a:t>
            </a:r>
            <a:r>
              <a:rPr lang="zh-TW" altLang="en-US"/>
              <a:t>清洗內容、產生摘要與 </a:t>
            </a:r>
            <a:r>
              <a:rPr lang="en-US" altLang="zh-TW"/>
              <a:t>tags</a:t>
            </a:r>
          </a:p>
          <a:p>
            <a:pPr lvl="1"/>
            <a:r>
              <a:rPr lang="zh-TW" altLang="en-US"/>
              <a:t>資訊助手評估：每篇新文章會交給對應 </a:t>
            </a:r>
            <a:r>
              <a:rPr lang="en-US" altLang="zh-TW"/>
              <a:t>feed </a:t>
            </a:r>
            <a:r>
              <a:rPr lang="zh-TW" altLang="en-US"/>
              <a:t>的 </a:t>
            </a:r>
            <a:r>
              <a:rPr lang="en-US" altLang="zh-TW"/>
              <a:t>active assistants </a:t>
            </a:r>
            <a:r>
              <a:rPr lang="zh-TW" altLang="en-US"/>
              <a:t>評分</a:t>
            </a:r>
          </a:p>
          <a:p>
            <a:pPr lvl="1"/>
            <a:r>
              <a:rPr lang="zh-TW" altLang="en-US"/>
              <a:t>洞見彙報生成：使用已評估進資訊助手的文章摘要產生洞見報告</a:t>
            </a:r>
          </a:p>
          <a:p>
            <a:pPr lvl="1"/>
            <a:r>
              <a:rPr lang="zh-TW" altLang="en-US"/>
              <a:t>指令產生：協助使用者產生 </a:t>
            </a:r>
            <a:r>
              <a:rPr lang="en-US" altLang="zh-TW"/>
              <a:t>assistant </a:t>
            </a:r>
            <a:r>
              <a:rPr lang="zh-TW" altLang="en-US"/>
              <a:t>或 </a:t>
            </a:r>
            <a:r>
              <a:rPr lang="en-US" altLang="zh-TW"/>
              <a:t>brief instructions</a:t>
            </a:r>
          </a:p>
          <a:p>
            <a:pPr lvl="1"/>
            <a:r>
              <a:rPr lang="en-US" altLang="zh-TW"/>
              <a:t>AI Agent Chat</a:t>
            </a:r>
            <a:r>
              <a:rPr lang="zh-TW" altLang="en-US"/>
              <a:t>：使用者在 </a:t>
            </a:r>
            <a:r>
              <a:rPr lang="en-US" altLang="zh-TW"/>
              <a:t>Chat Panel </a:t>
            </a:r>
            <a:r>
              <a:rPr lang="zh-TW" altLang="en-US"/>
              <a:t>互動</a:t>
            </a:r>
          </a:p>
        </p:txBody>
      </p:sp>
      <p:graphicFrame>
        <p:nvGraphicFramePr>
          <p:cNvPr id="4" name="表格 3">
            <a:extLst>
              <a:ext uri="{FF2B5EF4-FFF2-40B4-BE49-F238E27FC236}">
                <a16:creationId xmlns:a16="http://schemas.microsoft.com/office/drawing/2014/main" id="{AAB4EA8D-8AF1-E805-AE21-793CE4B3D651}"/>
              </a:ext>
            </a:extLst>
          </p:cNvPr>
          <p:cNvGraphicFramePr>
            <a:graphicFrameLocks noGrp="1"/>
          </p:cNvGraphicFramePr>
          <p:nvPr/>
        </p:nvGraphicFramePr>
        <p:xfrm>
          <a:off x="5621768" y="2038142"/>
          <a:ext cx="5719332" cy="1828800"/>
        </p:xfrm>
        <a:graphic>
          <a:graphicData uri="http://schemas.openxmlformats.org/drawingml/2006/table">
            <a:tbl>
              <a:tblPr/>
              <a:tblGrid>
                <a:gridCol w="1400549">
                  <a:extLst>
                    <a:ext uri="{9D8B030D-6E8A-4147-A177-3AD203B41FA5}">
                      <a16:colId xmlns:a16="http://schemas.microsoft.com/office/drawing/2014/main" val="1271611222"/>
                    </a:ext>
                  </a:extLst>
                </a:gridCol>
                <a:gridCol w="2813539">
                  <a:extLst>
                    <a:ext uri="{9D8B030D-6E8A-4147-A177-3AD203B41FA5}">
                      <a16:colId xmlns:a16="http://schemas.microsoft.com/office/drawing/2014/main" val="3628880817"/>
                    </a:ext>
                  </a:extLst>
                </a:gridCol>
                <a:gridCol w="1505244">
                  <a:extLst>
                    <a:ext uri="{9D8B030D-6E8A-4147-A177-3AD203B41FA5}">
                      <a16:colId xmlns:a16="http://schemas.microsoft.com/office/drawing/2014/main" val="1561844201"/>
                    </a:ext>
                  </a:extLst>
                </a:gridCol>
              </a:tblGrid>
              <a:tr h="0">
                <a:tc>
                  <a:txBody>
                    <a:bodyPr/>
                    <a:lstStyle/>
                    <a:p>
                      <a:r>
                        <a:rPr lang="zh-TW" altLang="en-US">
                          <a:effectLst/>
                          <a:latin typeface="微軟正黑體" panose="020B0604030504040204" pitchFamily="34" charset="-120"/>
                          <a:ea typeface="微軟正黑體" panose="020B0604030504040204" pitchFamily="34" charset="-120"/>
                        </a:rPr>
                        <a:t>流程</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Token </a:t>
                      </a:r>
                      <a:r>
                        <a:rPr lang="zh-TW" altLang="en-US">
                          <a:effectLst/>
                          <a:latin typeface="微軟正黑體" panose="020B0604030504040204" pitchFamily="34" charset="-120"/>
                          <a:ea typeface="微軟正黑體" panose="020B0604030504040204" pitchFamily="34" charset="-120"/>
                        </a:rPr>
                        <a:t>假設</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單次成本</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841111712"/>
                  </a:ext>
                </a:extLst>
              </a:tr>
              <a:tr h="0">
                <a:tc>
                  <a:txBody>
                    <a:bodyPr/>
                    <a:lstStyle/>
                    <a:p>
                      <a:r>
                        <a:rPr lang="zh-TW" altLang="en-US">
                          <a:effectLst/>
                          <a:latin typeface="微軟正黑體" panose="020B0604030504040204" pitchFamily="34" charset="-120"/>
                          <a:ea typeface="微軟正黑體" panose="020B0604030504040204" pitchFamily="34" charset="-120"/>
                        </a:rPr>
                        <a:t>文章萃取</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3,600 input + 2,200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$0.0053</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07212422"/>
                  </a:ext>
                </a:extLst>
              </a:tr>
              <a:tr h="0">
                <a:tc>
                  <a:txBody>
                    <a:bodyPr/>
                    <a:lstStyle/>
                    <a:p>
                      <a:r>
                        <a:rPr lang="zh-TW" altLang="en-US">
                          <a:effectLst/>
                          <a:latin typeface="微軟正黑體" panose="020B0604030504040204" pitchFamily="34" charset="-120"/>
                          <a:ea typeface="微軟正黑體" panose="020B0604030504040204" pitchFamily="34" charset="-120"/>
                        </a:rPr>
                        <a:t>資訊助手評估</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3,000 input + 250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$0.00125</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13044863"/>
                  </a:ext>
                </a:extLst>
              </a:tr>
              <a:tr h="0">
                <a:tc>
                  <a:txBody>
                    <a:bodyPr/>
                    <a:lstStyle/>
                    <a:p>
                      <a:r>
                        <a:rPr lang="zh-TW" altLang="en-US">
                          <a:effectLst/>
                          <a:latin typeface="微軟正黑體" panose="020B0604030504040204" pitchFamily="34" charset="-120"/>
                          <a:ea typeface="微軟正黑體" panose="020B0604030504040204" pitchFamily="34" charset="-120"/>
                        </a:rPr>
                        <a:t>洞見彙報生成</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15,000 input + 2,000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$0.00775</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15560847"/>
                  </a:ext>
                </a:extLst>
              </a:tr>
              <a:tr h="0">
                <a:tc>
                  <a:txBody>
                    <a:bodyPr/>
                    <a:lstStyle/>
                    <a:p>
                      <a:r>
                        <a:rPr lang="zh-TW" altLang="en-US">
                          <a:effectLst/>
                          <a:latin typeface="微軟正黑體" panose="020B0604030504040204" pitchFamily="34" charset="-120"/>
                          <a:ea typeface="微軟正黑體" panose="020B0604030504040204" pitchFamily="34" charset="-120"/>
                        </a:rPr>
                        <a:t>指令產生</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1,000 input + 800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$0.00185</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78745993"/>
                  </a:ext>
                </a:extLst>
              </a:tr>
              <a:tr h="0">
                <a:tc>
                  <a:txBody>
                    <a:bodyPr/>
                    <a:lstStyle/>
                    <a:p>
                      <a:r>
                        <a:rPr lang="en-US">
                          <a:effectLst/>
                          <a:latin typeface="微軟正黑體" panose="020B0604030504040204" pitchFamily="34" charset="-120"/>
                          <a:ea typeface="微軟正黑體" panose="020B0604030504040204" pitchFamily="34" charset="-120"/>
                        </a:rPr>
                        <a:t>AI Agent Chat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en-US">
                          <a:effectLst/>
                          <a:latin typeface="微軟正黑體" panose="020B0604030504040204" pitchFamily="34" charset="-120"/>
                          <a:ea typeface="微軟正黑體" panose="020B0604030504040204" pitchFamily="34" charset="-120"/>
                        </a:rPr>
                        <a:t>6,000 input + 800 output</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約 </a:t>
                      </a:r>
                      <a:r>
                        <a:rPr lang="en-US" altLang="zh-TW">
                          <a:effectLst/>
                          <a:latin typeface="微軟正黑體" panose="020B0604030504040204" pitchFamily="34" charset="-120"/>
                          <a:ea typeface="微軟正黑體" panose="020B0604030504040204" pitchFamily="34" charset="-120"/>
                        </a:rPr>
                        <a:t>$0.0031</a:t>
                      </a:r>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33050688"/>
                  </a:ext>
                </a:extLst>
              </a:tr>
            </a:tbl>
          </a:graphicData>
        </a:graphic>
      </p:graphicFrame>
      <p:graphicFrame>
        <p:nvGraphicFramePr>
          <p:cNvPr id="5" name="表格 4">
            <a:extLst>
              <a:ext uri="{FF2B5EF4-FFF2-40B4-BE49-F238E27FC236}">
                <a16:creationId xmlns:a16="http://schemas.microsoft.com/office/drawing/2014/main" id="{207561C7-BCEE-2148-21AB-58822DE007E9}"/>
              </a:ext>
            </a:extLst>
          </p:cNvPr>
          <p:cNvGraphicFramePr>
            <a:graphicFrameLocks noGrp="1"/>
          </p:cNvGraphicFramePr>
          <p:nvPr/>
        </p:nvGraphicFramePr>
        <p:xfrm>
          <a:off x="292638" y="4140342"/>
          <a:ext cx="11048462" cy="1433286"/>
        </p:xfrm>
        <a:graphic>
          <a:graphicData uri="http://schemas.openxmlformats.org/drawingml/2006/table">
            <a:tbl>
              <a:tblPr/>
              <a:tblGrid>
                <a:gridCol w="1343025">
                  <a:extLst>
                    <a:ext uri="{9D8B030D-6E8A-4147-A177-3AD203B41FA5}">
                      <a16:colId xmlns:a16="http://schemas.microsoft.com/office/drawing/2014/main" val="4038552298"/>
                    </a:ext>
                  </a:extLst>
                </a:gridCol>
                <a:gridCol w="1386491">
                  <a:extLst>
                    <a:ext uri="{9D8B030D-6E8A-4147-A177-3AD203B41FA5}">
                      <a16:colId xmlns:a16="http://schemas.microsoft.com/office/drawing/2014/main" val="1361921364"/>
                    </a:ext>
                  </a:extLst>
                </a:gridCol>
                <a:gridCol w="1386491">
                  <a:extLst>
                    <a:ext uri="{9D8B030D-6E8A-4147-A177-3AD203B41FA5}">
                      <a16:colId xmlns:a16="http://schemas.microsoft.com/office/drawing/2014/main" val="2065603775"/>
                    </a:ext>
                  </a:extLst>
                </a:gridCol>
                <a:gridCol w="1386491">
                  <a:extLst>
                    <a:ext uri="{9D8B030D-6E8A-4147-A177-3AD203B41FA5}">
                      <a16:colId xmlns:a16="http://schemas.microsoft.com/office/drawing/2014/main" val="3761776379"/>
                    </a:ext>
                  </a:extLst>
                </a:gridCol>
                <a:gridCol w="1386491">
                  <a:extLst>
                    <a:ext uri="{9D8B030D-6E8A-4147-A177-3AD203B41FA5}">
                      <a16:colId xmlns:a16="http://schemas.microsoft.com/office/drawing/2014/main" val="136307269"/>
                    </a:ext>
                  </a:extLst>
                </a:gridCol>
                <a:gridCol w="1386491">
                  <a:extLst>
                    <a:ext uri="{9D8B030D-6E8A-4147-A177-3AD203B41FA5}">
                      <a16:colId xmlns:a16="http://schemas.microsoft.com/office/drawing/2014/main" val="2826593822"/>
                    </a:ext>
                  </a:extLst>
                </a:gridCol>
                <a:gridCol w="1386491">
                  <a:extLst>
                    <a:ext uri="{9D8B030D-6E8A-4147-A177-3AD203B41FA5}">
                      <a16:colId xmlns:a16="http://schemas.microsoft.com/office/drawing/2014/main" val="688023944"/>
                    </a:ext>
                  </a:extLst>
                </a:gridCol>
                <a:gridCol w="1386491">
                  <a:extLst>
                    <a:ext uri="{9D8B030D-6E8A-4147-A177-3AD203B41FA5}">
                      <a16:colId xmlns:a16="http://schemas.microsoft.com/office/drawing/2014/main" val="4096022901"/>
                    </a:ext>
                  </a:extLst>
                </a:gridCol>
              </a:tblGrid>
              <a:tr h="314286">
                <a:tc>
                  <a:txBody>
                    <a:bodyPr/>
                    <a:lstStyle/>
                    <a:p>
                      <a:pPr algn="l"/>
                      <a:endParaRPr lang="zh-TW" alt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月新文章數</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 </a:t>
                      </a:r>
                      <a:r>
                        <a:rPr lang="en-US">
                          <a:latin typeface="微軟正黑體" panose="020B0604030504040204" pitchFamily="34" charset="-120"/>
                          <a:ea typeface="微軟正黑體" panose="020B0604030504040204" pitchFamily="34" charset="-120"/>
                        </a:rPr>
                        <a:t>LLM </a:t>
                      </a:r>
                      <a:r>
                        <a:rPr lang="zh-TW" altLang="en-US">
                          <a:latin typeface="微軟正黑體" panose="020B0604030504040204" pitchFamily="34" charset="-120"/>
                          <a:ea typeface="微軟正黑體" panose="020B0604030504040204" pitchFamily="34" charset="-120"/>
                        </a:rPr>
                        <a:t>萃取比例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平均資訊助手評估數</a:t>
                      </a:r>
                      <a:endParaRPr lang="en-US">
                        <a:latin typeface="微軟正黑體" panose="020B0604030504040204" pitchFamily="34" charset="-120"/>
                        <a:ea typeface="微軟正黑體" panose="020B0604030504040204" pitchFamily="34"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文章萃取成本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資訊助手</a:t>
                      </a:r>
                      <a:endParaRPr lang="en-US" altLang="zh-TW">
                        <a:latin typeface="微軟正黑體" panose="020B0604030504040204" pitchFamily="34" charset="-120"/>
                        <a:ea typeface="微軟正黑體" panose="020B0604030504040204" pitchFamily="34" charset="-120"/>
                      </a:endParaRPr>
                    </a:p>
                    <a:p>
                      <a:pPr algn="l"/>
                      <a:r>
                        <a:rPr lang="zh-TW" altLang="en-US">
                          <a:latin typeface="微軟正黑體" panose="020B0604030504040204" pitchFamily="34" charset="-120"/>
                          <a:ea typeface="微軟正黑體" panose="020B0604030504040204" pitchFamily="34" charset="-120"/>
                        </a:rPr>
                        <a:t>評估成本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其他 </a:t>
                      </a:r>
                      <a:r>
                        <a:rPr lang="en-US">
                          <a:latin typeface="微軟正黑體" panose="020B0604030504040204" pitchFamily="34" charset="-120"/>
                          <a:ea typeface="微軟正黑體" panose="020B0604030504040204" pitchFamily="34" charset="-120"/>
                        </a:rPr>
                        <a:t>LLM </a:t>
                      </a:r>
                      <a:r>
                        <a:rPr lang="zh-TW" altLang="en-US">
                          <a:latin typeface="微軟正黑體" panose="020B0604030504040204" pitchFamily="34" charset="-120"/>
                          <a:ea typeface="微軟正黑體" panose="020B0604030504040204" pitchFamily="34" charset="-120"/>
                        </a:rPr>
                        <a:t>成本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zh-TW" altLang="en-US">
                          <a:latin typeface="微軟正黑體" panose="020B0604030504040204" pitchFamily="34" charset="-120"/>
                          <a:ea typeface="微軟正黑體" panose="020B0604030504040204" pitchFamily="34" charset="-120"/>
                        </a:rPr>
                        <a:t>預估月成本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692243047"/>
                  </a:ext>
                </a:extLst>
              </a:tr>
              <a:tr h="305042">
                <a:tc>
                  <a:txBody>
                    <a:bodyPr/>
                    <a:lstStyle/>
                    <a:p>
                      <a:pPr algn="l"/>
                      <a:r>
                        <a:rPr lang="zh-TW" altLang="en-US">
                          <a:effectLst/>
                          <a:latin typeface="微軟正黑體" panose="020B0604030504040204" pitchFamily="34" charset="-120"/>
                          <a:ea typeface="微軟正黑體" panose="020B0604030504040204" pitchFamily="34" charset="-120"/>
                        </a:rPr>
                        <a:t>近 </a:t>
                      </a:r>
                      <a:r>
                        <a:rPr lang="en-US" altLang="zh-TW">
                          <a:effectLst/>
                          <a:latin typeface="微軟正黑體" panose="020B0604030504040204" pitchFamily="34" charset="-120"/>
                          <a:ea typeface="微軟正黑體" panose="020B0604030504040204" pitchFamily="34" charset="-120"/>
                        </a:rPr>
                        <a:t>30 </a:t>
                      </a:r>
                      <a:r>
                        <a:rPr lang="zh-TW" altLang="en-US">
                          <a:effectLst/>
                          <a:latin typeface="微軟正黑體" panose="020B0604030504040204" pitchFamily="34" charset="-120"/>
                          <a:ea typeface="微軟正黑體" panose="020B0604030504040204" pitchFamily="34" charset="-120"/>
                        </a:rPr>
                        <a:t>天實際量</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179,188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3.16</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$48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$708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solidFill>
                            <a:srgbClr val="FF0000"/>
                          </a:solidFill>
                          <a:effectLst/>
                          <a:latin typeface="微軟正黑體" panose="020B0604030504040204" pitchFamily="34" charset="-120"/>
                          <a:ea typeface="微軟正黑體" panose="020B0604030504040204" pitchFamily="34" charset="-120"/>
                        </a:rPr>
                        <a:t>約 </a:t>
                      </a:r>
                      <a:r>
                        <a:rPr lang="en-US" altLang="zh-TW">
                          <a:solidFill>
                            <a:srgbClr val="FF0000"/>
                          </a:solidFill>
                          <a:effectLst/>
                          <a:latin typeface="微軟正黑體" panose="020B0604030504040204" pitchFamily="34" charset="-120"/>
                          <a:ea typeface="微軟正黑體" panose="020B0604030504040204" pitchFamily="34" charset="-120"/>
                        </a:rPr>
                        <a:t>$764/</a:t>
                      </a:r>
                      <a:r>
                        <a:rPr lang="zh-TW" altLang="en-US">
                          <a:solidFill>
                            <a:srgbClr val="FF0000"/>
                          </a:solidFill>
                          <a:effectLst/>
                          <a:latin typeface="微軟正黑體" panose="020B0604030504040204" pitchFamily="34" charset="-120"/>
                          <a:ea typeface="微軟正黑體" panose="020B0604030504040204" pitchFamily="34" charset="-120"/>
                        </a:rPr>
                        <a:t>月</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10377927"/>
                  </a:ext>
                </a:extLst>
              </a:tr>
              <a:tr h="305042">
                <a:tc>
                  <a:txBody>
                    <a:bodyPr/>
                    <a:lstStyle/>
                    <a:p>
                      <a:pPr algn="l"/>
                      <a:r>
                        <a:rPr lang="zh-TW" altLang="en-US">
                          <a:effectLst/>
                          <a:latin typeface="微軟正黑體" panose="020B0604030504040204" pitchFamily="34" charset="-120"/>
                          <a:ea typeface="微軟正黑體" panose="020B0604030504040204" pitchFamily="34" charset="-120"/>
                        </a:rPr>
                        <a:t>預算 </a:t>
                      </a:r>
                      <a:r>
                        <a:rPr lang="en-US">
                          <a:effectLst/>
                          <a:latin typeface="微軟正黑體" panose="020B0604030504040204" pitchFamily="34" charset="-120"/>
                          <a:ea typeface="微軟正黑體" panose="020B0604030504040204" pitchFamily="34" charset="-120"/>
                        </a:rPr>
                        <a:t>baseline</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200,000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3.2</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$53</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$800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$8</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solidFill>
                            <a:srgbClr val="FF0000"/>
                          </a:solidFill>
                          <a:effectLst/>
                          <a:latin typeface="微軟正黑體" panose="020B0604030504040204" pitchFamily="34" charset="-120"/>
                          <a:ea typeface="微軟正黑體" panose="020B0604030504040204" pitchFamily="34" charset="-120"/>
                        </a:rPr>
                        <a:t>約 </a:t>
                      </a:r>
                      <a:r>
                        <a:rPr lang="en-US" altLang="zh-TW">
                          <a:solidFill>
                            <a:srgbClr val="FF0000"/>
                          </a:solidFill>
                          <a:effectLst/>
                          <a:latin typeface="微軟正黑體" panose="020B0604030504040204" pitchFamily="34" charset="-120"/>
                          <a:ea typeface="微軟正黑體" panose="020B0604030504040204" pitchFamily="34" charset="-120"/>
                        </a:rPr>
                        <a:t>$861/</a:t>
                      </a:r>
                      <a:r>
                        <a:rPr lang="zh-TW" altLang="en-US">
                          <a:solidFill>
                            <a:srgbClr val="FF0000"/>
                          </a:solidFill>
                          <a:effectLst/>
                          <a:latin typeface="微軟正黑體" panose="020B0604030504040204" pitchFamily="34" charset="-120"/>
                          <a:ea typeface="微軟正黑體" panose="020B0604030504040204" pitchFamily="34" charset="-120"/>
                        </a:rPr>
                        <a:t>月</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69028971"/>
                  </a:ext>
                </a:extLst>
              </a:tr>
              <a:tr h="305042">
                <a:tc>
                  <a:txBody>
                    <a:bodyPr/>
                    <a:lstStyle/>
                    <a:p>
                      <a:pPr algn="l"/>
                      <a:r>
                        <a:rPr lang="en-US">
                          <a:effectLst/>
                          <a:latin typeface="微軟正黑體" panose="020B0604030504040204" pitchFamily="34" charset="-120"/>
                          <a:ea typeface="微軟正黑體" panose="020B0604030504040204" pitchFamily="34" charset="-120"/>
                        </a:rPr>
                        <a:t>BU </a:t>
                      </a:r>
                      <a:r>
                        <a:rPr lang="zh-TW" altLang="en-US">
                          <a:effectLst/>
                          <a:latin typeface="微軟正黑體" panose="020B0604030504040204" pitchFamily="34" charset="-120"/>
                          <a:ea typeface="微軟正黑體" panose="020B0604030504040204" pitchFamily="34" charset="-120"/>
                        </a:rPr>
                        <a:t>成長情境</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300,000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$80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$1,875</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en-US" altLang="zh-TW">
                          <a:effectLst/>
                          <a:latin typeface="微軟正黑體" panose="020B0604030504040204" pitchFamily="34" charset="-120"/>
                          <a:ea typeface="微軟正黑體" panose="020B0604030504040204" pitchFamily="34" charset="-120"/>
                        </a:rPr>
                        <a:t>$10</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l"/>
                      <a:r>
                        <a:rPr lang="zh-TW" altLang="en-US">
                          <a:solidFill>
                            <a:srgbClr val="FF0000"/>
                          </a:solidFill>
                          <a:effectLst/>
                          <a:latin typeface="微軟正黑體" panose="020B0604030504040204" pitchFamily="34" charset="-120"/>
                          <a:ea typeface="微軟正黑體" panose="020B0604030504040204" pitchFamily="34" charset="-120"/>
                        </a:rPr>
                        <a:t>約 </a:t>
                      </a:r>
                      <a:r>
                        <a:rPr lang="en-US" altLang="zh-TW">
                          <a:solidFill>
                            <a:srgbClr val="FF0000"/>
                          </a:solidFill>
                          <a:effectLst/>
                          <a:latin typeface="微軟正黑體" panose="020B0604030504040204" pitchFamily="34" charset="-120"/>
                          <a:ea typeface="微軟正黑體" panose="020B0604030504040204" pitchFamily="34" charset="-120"/>
                        </a:rPr>
                        <a:t>$1,965/</a:t>
                      </a:r>
                      <a:r>
                        <a:rPr lang="zh-TW" altLang="en-US">
                          <a:solidFill>
                            <a:srgbClr val="FF0000"/>
                          </a:solidFill>
                          <a:effectLst/>
                          <a:latin typeface="微軟正黑體" panose="020B0604030504040204" pitchFamily="34" charset="-120"/>
                          <a:ea typeface="微軟正黑體" panose="020B0604030504040204" pitchFamily="34" charset="-120"/>
                        </a:rPr>
                        <a:t>月</a:t>
                      </a:r>
                    </a:p>
                  </a:txBody>
                  <a:tcPr marL="57150" marR="5715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76393911"/>
                  </a:ext>
                </a:extLst>
              </a:tr>
            </a:tbl>
          </a:graphicData>
        </a:graphic>
      </p:graphicFrame>
      <p:sp>
        <p:nvSpPr>
          <p:cNvPr id="6" name="文字方塊 5">
            <a:extLst>
              <a:ext uri="{FF2B5EF4-FFF2-40B4-BE49-F238E27FC236}">
                <a16:creationId xmlns:a16="http://schemas.microsoft.com/office/drawing/2014/main" id="{876A87B3-8867-E1B9-AE01-373FCC6A2AB9}"/>
              </a:ext>
            </a:extLst>
          </p:cNvPr>
          <p:cNvSpPr txBox="1"/>
          <p:nvPr/>
        </p:nvSpPr>
        <p:spPr>
          <a:xfrm>
            <a:off x="292638" y="5679071"/>
            <a:ext cx="6702476" cy="307777"/>
          </a:xfrm>
          <a:prstGeom prst="rect">
            <a:avLst/>
          </a:prstGeom>
          <a:noFill/>
        </p:spPr>
        <p:txBody>
          <a:bodyPr wrap="none" rtlCol="0">
            <a:spAutoFit/>
          </a:bodyPr>
          <a:lstStyle/>
          <a:p>
            <a:r>
              <a:rPr lang="zh-TW" altLang="en-US"/>
              <a:t>註：在 </a:t>
            </a:r>
            <a:r>
              <a:rPr lang="en-US" altLang="zh-TW"/>
              <a:t>300,000 </a:t>
            </a:r>
            <a:r>
              <a:rPr lang="zh-TW" altLang="en-US"/>
              <a:t>篇</a:t>
            </a:r>
            <a:r>
              <a:rPr lang="en-US" altLang="zh-TW"/>
              <a:t>/</a:t>
            </a:r>
            <a:r>
              <a:rPr lang="zh-TW" altLang="en-US"/>
              <a:t>月情境下，每增加 </a:t>
            </a:r>
            <a:r>
              <a:rPr lang="en-US" altLang="zh-TW"/>
              <a:t>1 </a:t>
            </a:r>
            <a:r>
              <a:rPr lang="zh-TW" altLang="en-US"/>
              <a:t>個平均資訊助手評估數，約增加 </a:t>
            </a:r>
            <a:r>
              <a:rPr lang="en-US" altLang="zh-TW"/>
              <a:t>$375/</a:t>
            </a:r>
            <a:r>
              <a:rPr lang="zh-TW" altLang="en-US"/>
              <a:t>月。</a:t>
            </a:r>
          </a:p>
        </p:txBody>
      </p:sp>
    </p:spTree>
    <p:extLst>
      <p:ext uri="{BB962C8B-B14F-4D97-AF65-F5344CB8AC3E}">
        <p14:creationId xmlns:p14="http://schemas.microsoft.com/office/powerpoint/2010/main" val="1397353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E6169001-1B9D-D1B0-AE7B-502E10A670F8}"/>
              </a:ext>
            </a:extLst>
          </p:cNvPr>
          <p:cNvGraphicFramePr>
            <a:graphicFrameLocks noGrp="1"/>
          </p:cNvGraphicFramePr>
          <p:nvPr>
            <p:extLst>
              <p:ext uri="{D42A27DB-BD31-4B8C-83A1-F6EECF244321}">
                <p14:modId xmlns:p14="http://schemas.microsoft.com/office/powerpoint/2010/main" val="2005302000"/>
              </p:ext>
            </p:extLst>
          </p:nvPr>
        </p:nvGraphicFramePr>
        <p:xfrm>
          <a:off x="388144" y="1093730"/>
          <a:ext cx="4706937" cy="4619808"/>
        </p:xfrm>
        <a:graphic>
          <a:graphicData uri="http://schemas.openxmlformats.org/drawingml/2006/table">
            <a:tbl>
              <a:tblPr/>
              <a:tblGrid>
                <a:gridCol w="2686050">
                  <a:extLst>
                    <a:ext uri="{9D8B030D-6E8A-4147-A177-3AD203B41FA5}">
                      <a16:colId xmlns:a16="http://schemas.microsoft.com/office/drawing/2014/main" val="2545213879"/>
                    </a:ext>
                  </a:extLst>
                </a:gridCol>
                <a:gridCol w="2020887">
                  <a:extLst>
                    <a:ext uri="{9D8B030D-6E8A-4147-A177-3AD203B41FA5}">
                      <a16:colId xmlns:a16="http://schemas.microsoft.com/office/drawing/2014/main" val="310536545"/>
                    </a:ext>
                  </a:extLst>
                </a:gridCol>
              </a:tblGrid>
              <a:tr h="384984">
                <a:tc>
                  <a:txBody>
                    <a:bodyPr/>
                    <a:lstStyle/>
                    <a:p>
                      <a:pPr algn="l">
                        <a:buNone/>
                      </a:pPr>
                      <a:r>
                        <a:rPr lang="zh-TW" altLang="en-US" b="1">
                          <a:solidFill>
                            <a:srgbClr val="000000"/>
                          </a:solidFill>
                          <a:effectLst/>
                          <a:latin typeface="Microsoft JhengHei" panose="020B0604030504040204" pitchFamily="34" charset="-120"/>
                          <a:ea typeface="Microsoft JhengHei" panose="020B0604030504040204" pitchFamily="34" charset="-120"/>
                        </a:rPr>
                        <a:t>資料類型</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l">
                        <a:buNone/>
                      </a:pPr>
                      <a:r>
                        <a:rPr lang="zh-TW" altLang="en-US" b="1">
                          <a:solidFill>
                            <a:srgbClr val="000000"/>
                          </a:solidFill>
                          <a:effectLst/>
                          <a:latin typeface="Microsoft JhengHei" panose="020B0604030504040204" pitchFamily="34" charset="-120"/>
                          <a:ea typeface="Microsoft JhengHei" panose="020B0604030504040204" pitchFamily="34" charset="-120"/>
                        </a:rPr>
                        <a:t>數量 </a:t>
                      </a:r>
                      <a:r>
                        <a:rPr lang="en-US" altLang="zh-TW" b="1">
                          <a:solidFill>
                            <a:srgbClr val="000000"/>
                          </a:solidFill>
                          <a:effectLst/>
                          <a:latin typeface="Microsoft JhengHei" panose="020B0604030504040204" pitchFamily="34" charset="-120"/>
                          <a:ea typeface="Microsoft JhengHei" panose="020B0604030504040204" pitchFamily="34" charset="-120"/>
                        </a:rPr>
                        <a:t>/ </a:t>
                      </a:r>
                      <a:r>
                        <a:rPr lang="zh-TW" altLang="en-US" b="1">
                          <a:solidFill>
                            <a:srgbClr val="000000"/>
                          </a:solidFill>
                          <a:effectLst/>
                          <a:latin typeface="Microsoft JhengHei" panose="020B0604030504040204" pitchFamily="34" charset="-120"/>
                          <a:ea typeface="Microsoft JhengHei" panose="020B0604030504040204" pitchFamily="34" charset="-120"/>
                        </a:rPr>
                        <a:t>用量</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6846571"/>
                  </a:ext>
                </a:extLst>
              </a:tr>
              <a:tr h="384984">
                <a:tc>
                  <a:txBody>
                    <a:bodyPr/>
                    <a:lstStyle/>
                    <a:p>
                      <a:pPr algn="l">
                        <a:buNone/>
                      </a:pPr>
                      <a:r>
                        <a:rPr lang="en">
                          <a:effectLst/>
                          <a:latin typeface="Microsoft JhengHei" panose="020B0604030504040204" pitchFamily="34" charset="-120"/>
                          <a:ea typeface="Microsoft JhengHei" panose="020B0604030504040204" pitchFamily="34" charset="-120"/>
                        </a:rPr>
                        <a:t>MongoDB collections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30</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04105299"/>
                  </a:ext>
                </a:extLst>
              </a:tr>
              <a:tr h="384984">
                <a:tc>
                  <a:txBody>
                    <a:bodyPr/>
                    <a:lstStyle/>
                    <a:p>
                      <a:pPr algn="l">
                        <a:buNone/>
                      </a:pPr>
                      <a:r>
                        <a:rPr lang="en">
                          <a:effectLst/>
                          <a:latin typeface="Microsoft JhengHei" panose="020B0604030504040204" pitchFamily="34" charset="-120"/>
                          <a:ea typeface="Microsoft JhengHei" panose="020B0604030504040204" pitchFamily="34" charset="-120"/>
                        </a:rPr>
                        <a:t>MongoDB documents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2,442,302</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20722469"/>
                  </a:ext>
                </a:extLst>
              </a:tr>
              <a:tr h="384984">
                <a:tc>
                  <a:txBody>
                    <a:bodyPr/>
                    <a:lstStyle/>
                    <a:p>
                      <a:pPr algn="l">
                        <a:buNone/>
                      </a:pPr>
                      <a:r>
                        <a:rPr lang="en">
                          <a:effectLst/>
                          <a:latin typeface="Microsoft JhengHei" panose="020B0604030504040204" pitchFamily="34" charset="-120"/>
                          <a:ea typeface="Microsoft JhengHei" panose="020B0604030504040204" pitchFamily="34" charset="-120"/>
                        </a:rPr>
                        <a:t>MongoDB logical data</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1.913 GiB</a:t>
                      </a:r>
                      <a:endParaRPr lang="en">
                        <a:effectLst/>
                        <a:highlight>
                          <a:srgbClr val="FFFF00"/>
                        </a:highligh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175324792"/>
                  </a:ext>
                </a:extLst>
              </a:tr>
              <a:tr h="384984">
                <a:tc>
                  <a:txBody>
                    <a:bodyPr/>
                    <a:lstStyle/>
                    <a:p>
                      <a:pPr algn="l">
                        <a:buNone/>
                      </a:pPr>
                      <a:r>
                        <a:rPr lang="en">
                          <a:effectLst/>
                          <a:latin typeface="Microsoft JhengHei" panose="020B0604030504040204" pitchFamily="34" charset="-120"/>
                          <a:ea typeface="Microsoft JhengHei" panose="020B0604030504040204" pitchFamily="34" charset="-120"/>
                        </a:rPr>
                        <a:t>MongoDB storage + indexes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2.35 GiB</a:t>
                      </a:r>
                      <a:endParaRPr lang="en">
                        <a:effectLst/>
                        <a:highlight>
                          <a:srgbClr val="FFFF00"/>
                        </a:highligh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56835058"/>
                  </a:ext>
                </a:extLst>
              </a:tr>
              <a:tr h="384984">
                <a:tc>
                  <a:txBody>
                    <a:bodyPr/>
                    <a:lstStyle/>
                    <a:p>
                      <a:pPr algn="l">
                        <a:buNone/>
                      </a:pPr>
                      <a:r>
                        <a:rPr lang="zh-TW" altLang="en-US">
                          <a:effectLst/>
                          <a:latin typeface="Microsoft JhengHei" panose="020B0604030504040204" pitchFamily="34" charset="-120"/>
                          <a:ea typeface="Microsoft JhengHei" panose="020B0604030504040204" pitchFamily="34" charset="-120"/>
                        </a:rPr>
                        <a:t>使用者 </a:t>
                      </a:r>
                      <a:r>
                        <a:rPr lang="en-US" altLang="zh-TW">
                          <a:effectLst/>
                          <a:latin typeface="Microsoft JhengHei" panose="020B0604030504040204" pitchFamily="34" charset="-120"/>
                          <a:ea typeface="Microsoft JhengHei" panose="020B0604030504040204" pitchFamily="34" charset="-120"/>
                        </a:rPr>
                        <a:t>users</a:t>
                      </a:r>
                      <a:endParaRPr lang="zh-TW" altLang="en-US">
                        <a:effectLs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195</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989889354"/>
                  </a:ext>
                </a:extLst>
              </a:tr>
              <a:tr h="384984">
                <a:tc>
                  <a:txBody>
                    <a:bodyPr/>
                    <a:lstStyle/>
                    <a:p>
                      <a:pPr algn="l">
                        <a:buNone/>
                      </a:pPr>
                      <a:r>
                        <a:rPr lang="zh-TW" altLang="en-US">
                          <a:effectLst/>
                          <a:latin typeface="Microsoft JhengHei" panose="020B0604030504040204" pitchFamily="34" charset="-120"/>
                          <a:ea typeface="Microsoft JhengHei" panose="020B0604030504040204" pitchFamily="34" charset="-120"/>
                        </a:rPr>
                        <a:t>工作空間 </a:t>
                      </a:r>
                      <a:r>
                        <a:rPr lang="en-US" altLang="zh-TW">
                          <a:effectLst/>
                          <a:latin typeface="Microsoft JhengHei" panose="020B0604030504040204" pitchFamily="34" charset="-120"/>
                          <a:ea typeface="Microsoft JhengHei" panose="020B0604030504040204" pitchFamily="34" charset="-120"/>
                        </a:rPr>
                        <a:t>workspaces</a:t>
                      </a:r>
                      <a:endParaRPr lang="zh-TW" altLang="en-US">
                        <a:effectLs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29</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93033871"/>
                  </a:ext>
                </a:extLst>
              </a:tr>
              <a:tr h="384984">
                <a:tc>
                  <a:txBody>
                    <a:bodyPr/>
                    <a:lstStyle/>
                    <a:p>
                      <a:pPr algn="l">
                        <a:buNone/>
                      </a:pPr>
                      <a:r>
                        <a:rPr lang="zh-TW" altLang="en-US">
                          <a:effectLst/>
                          <a:latin typeface="Microsoft JhengHei" panose="020B0604030504040204" pitchFamily="34" charset="-120"/>
                          <a:ea typeface="Microsoft JhengHei" panose="020B0604030504040204" pitchFamily="34" charset="-120"/>
                        </a:rPr>
                        <a:t>資料來源 </a:t>
                      </a:r>
                      <a:r>
                        <a:rPr lang="en">
                          <a:effectLst/>
                          <a:latin typeface="Microsoft JhengHei" panose="020B0604030504040204" pitchFamily="34" charset="-120"/>
                          <a:ea typeface="Microsoft JhengHei" panose="020B0604030504040204" pitchFamily="34" charset="-120"/>
                        </a:rPr>
                        <a:t>feeds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205</a:t>
                      </a:r>
                      <a:r>
                        <a:rPr lang="zh-TW" altLang="en-US">
                          <a:effectLst/>
                          <a:latin typeface="Microsoft JhengHei" panose="020B0604030504040204" pitchFamily="34" charset="-120"/>
                          <a:ea typeface="Microsoft JhengHei" panose="020B0604030504040204" pitchFamily="34" charset="-120"/>
                        </a:rPr>
                        <a:t>，其中 </a:t>
                      </a:r>
                      <a:r>
                        <a:rPr lang="en-US" altLang="zh-TW">
                          <a:effectLst/>
                          <a:latin typeface="Microsoft JhengHei" panose="020B0604030504040204" pitchFamily="34" charset="-120"/>
                          <a:ea typeface="Microsoft JhengHei" panose="020B0604030504040204" pitchFamily="34" charset="-120"/>
                        </a:rPr>
                        <a:t>187 </a:t>
                      </a:r>
                      <a:r>
                        <a:rPr lang="en">
                          <a:effectLst/>
                          <a:latin typeface="Microsoft JhengHei" panose="020B0604030504040204" pitchFamily="34" charset="-120"/>
                          <a:ea typeface="Microsoft JhengHei" panose="020B0604030504040204" pitchFamily="34" charset="-120"/>
                        </a:rPr>
                        <a:t>active</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04882075"/>
                  </a:ext>
                </a:extLst>
              </a:tr>
              <a:tr h="384984">
                <a:tc>
                  <a:txBody>
                    <a:bodyPr/>
                    <a:lstStyle/>
                    <a:p>
                      <a:pPr algn="l">
                        <a:buNone/>
                      </a:pPr>
                      <a:r>
                        <a:rPr lang="zh-TW" altLang="en-US">
                          <a:effectLst/>
                          <a:latin typeface="Microsoft JhengHei" panose="020B0604030504040204" pitchFamily="34" charset="-120"/>
                          <a:ea typeface="Microsoft JhengHei" panose="020B0604030504040204" pitchFamily="34" charset="-120"/>
                        </a:rPr>
                        <a:t>資訊助手 </a:t>
                      </a:r>
                      <a:r>
                        <a:rPr lang="en">
                          <a:effectLst/>
                          <a:latin typeface="Microsoft JhengHei" panose="020B0604030504040204" pitchFamily="34" charset="-120"/>
                          <a:ea typeface="Microsoft JhengHei" panose="020B0604030504040204" pitchFamily="34" charset="-120"/>
                        </a:rPr>
                        <a:t>assistants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48</a:t>
                      </a:r>
                      <a:r>
                        <a:rPr lang="zh-TW" altLang="en-US">
                          <a:effectLst/>
                          <a:latin typeface="Microsoft JhengHei" panose="020B0604030504040204" pitchFamily="34" charset="-120"/>
                          <a:ea typeface="Microsoft JhengHei" panose="020B0604030504040204" pitchFamily="34" charset="-120"/>
                        </a:rPr>
                        <a:t>，其中 </a:t>
                      </a:r>
                      <a:r>
                        <a:rPr lang="en-US" altLang="zh-TW">
                          <a:effectLst/>
                          <a:latin typeface="Microsoft JhengHei" panose="020B0604030504040204" pitchFamily="34" charset="-120"/>
                          <a:ea typeface="Microsoft JhengHei" panose="020B0604030504040204" pitchFamily="34" charset="-120"/>
                        </a:rPr>
                        <a:t>42 </a:t>
                      </a:r>
                      <a:r>
                        <a:rPr lang="en">
                          <a:effectLst/>
                          <a:latin typeface="Microsoft JhengHei" panose="020B0604030504040204" pitchFamily="34" charset="-120"/>
                          <a:ea typeface="Microsoft JhengHei" panose="020B0604030504040204" pitchFamily="34" charset="-120"/>
                        </a:rPr>
                        <a:t>active</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87413197"/>
                  </a:ext>
                </a:extLst>
              </a:tr>
              <a:tr h="384984">
                <a:tc>
                  <a:txBody>
                    <a:bodyPr/>
                    <a:lstStyle/>
                    <a:p>
                      <a:pPr algn="l">
                        <a:buNone/>
                      </a:pPr>
                      <a:r>
                        <a:rPr lang="en" err="1">
                          <a:effectLst/>
                          <a:latin typeface="Microsoft JhengHei" panose="020B0604030504040204" pitchFamily="34" charset="-120"/>
                          <a:ea typeface="Microsoft JhengHei" panose="020B0604030504040204" pitchFamily="34" charset="-120"/>
                        </a:rPr>
                        <a:t>文章總數</a:t>
                      </a:r>
                      <a:r>
                        <a:rPr lang="zh-TW" altLang="en-US">
                          <a:effectLst/>
                          <a:latin typeface="Microsoft JhengHei" panose="020B0604030504040204" pitchFamily="34" charset="-120"/>
                          <a:ea typeface="Microsoft JhengHei" panose="020B0604030504040204" pitchFamily="34" charset="-120"/>
                        </a:rPr>
                        <a:t> </a:t>
                      </a:r>
                      <a:r>
                        <a:rPr lang="en">
                          <a:effectLst/>
                          <a:latin typeface="Microsoft JhengHei" panose="020B0604030504040204" pitchFamily="34" charset="-120"/>
                          <a:ea typeface="Microsoft JhengHei" panose="020B0604030504040204" pitchFamily="34" charset="-120"/>
                        </a:rPr>
                        <a:t>articles </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536,870</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410029300"/>
                  </a:ext>
                </a:extLst>
              </a:tr>
              <a:tr h="384984">
                <a:tc>
                  <a:txBody>
                    <a:bodyPr/>
                    <a:lstStyle/>
                    <a:p>
                      <a:pPr algn="l">
                        <a:buNone/>
                      </a:pPr>
                      <a:r>
                        <a:rPr lang="en" err="1">
                          <a:effectLst/>
                          <a:latin typeface="Microsoft JhengHei" panose="020B0604030504040204" pitchFamily="34" charset="-120"/>
                          <a:ea typeface="Microsoft JhengHei" panose="020B0604030504040204" pitchFamily="34" charset="-120"/>
                        </a:rPr>
                        <a:t>評估總數</a:t>
                      </a:r>
                      <a:r>
                        <a:rPr lang="zh-TW" altLang="en-US">
                          <a:effectLst/>
                          <a:latin typeface="Microsoft JhengHei" panose="020B0604030504040204" pitchFamily="34" charset="-120"/>
                          <a:ea typeface="Microsoft JhengHei" panose="020B0604030504040204" pitchFamily="34" charset="-120"/>
                        </a:rPr>
                        <a:t> </a:t>
                      </a:r>
                      <a:r>
                        <a:rPr lang="en" err="1">
                          <a:effectLst/>
                          <a:latin typeface="Microsoft JhengHei" panose="020B0604030504040204" pitchFamily="34" charset="-120"/>
                          <a:ea typeface="Microsoft JhengHei" panose="020B0604030504040204" pitchFamily="34" charset="-120"/>
                        </a:rPr>
                        <a:t>assistantarticles</a:t>
                      </a:r>
                      <a:endParaRPr lang="en">
                        <a:effectLst/>
                        <a:latin typeface="Microsoft JhengHei" panose="020B0604030504040204" pitchFamily="34" charset="-120"/>
                        <a:ea typeface="Microsoft JhengHei" panose="020B0604030504040204" pitchFamily="34" charset="-120"/>
                      </a:endParaRP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1,882,727</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07783756"/>
                  </a:ext>
                </a:extLst>
              </a:tr>
              <a:tr h="384984">
                <a:tc>
                  <a:txBody>
                    <a:bodyPr/>
                    <a:lstStyle/>
                    <a:p>
                      <a:pPr algn="l">
                        <a:buNone/>
                      </a:pPr>
                      <a:r>
                        <a:rPr lang="en" err="1">
                          <a:effectLst/>
                          <a:latin typeface="Microsoft JhengHei" panose="020B0604030504040204" pitchFamily="34" charset="-120"/>
                          <a:ea typeface="Microsoft JhengHei" panose="020B0604030504040204" pitchFamily="34" charset="-120"/>
                        </a:rPr>
                        <a:t>通知總數</a:t>
                      </a:r>
                      <a:r>
                        <a:rPr lang="zh-TW" altLang="en-US">
                          <a:effectLst/>
                          <a:latin typeface="Microsoft JhengHei" panose="020B0604030504040204" pitchFamily="34" charset="-120"/>
                          <a:ea typeface="Microsoft JhengHei" panose="020B0604030504040204" pitchFamily="34" charset="-120"/>
                        </a:rPr>
                        <a:t> </a:t>
                      </a:r>
                      <a:r>
                        <a:rPr lang="en">
                          <a:effectLst/>
                          <a:latin typeface="Microsoft JhengHei" panose="020B0604030504040204" pitchFamily="34" charset="-120"/>
                          <a:ea typeface="Microsoft JhengHei" panose="020B0604030504040204" pitchFamily="34" charset="-120"/>
                        </a:rPr>
                        <a:t>notifications</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buNone/>
                      </a:pPr>
                      <a:r>
                        <a:rPr lang="en-US" altLang="zh-TW">
                          <a:effectLst/>
                          <a:latin typeface="Microsoft JhengHei" panose="020B0604030504040204" pitchFamily="34" charset="-120"/>
                          <a:ea typeface="Microsoft JhengHei" panose="020B0604030504040204" pitchFamily="34" charset="-120"/>
                        </a:rPr>
                        <a:t>18,232</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199075771"/>
                  </a:ext>
                </a:extLst>
              </a:tr>
            </a:tbl>
          </a:graphicData>
        </a:graphic>
      </p:graphicFrame>
      <p:sp>
        <p:nvSpPr>
          <p:cNvPr id="4" name="標題 3">
            <a:extLst>
              <a:ext uri="{FF2B5EF4-FFF2-40B4-BE49-F238E27FC236}">
                <a16:creationId xmlns:a16="http://schemas.microsoft.com/office/drawing/2014/main" id="{A56B29AF-B826-A5C6-2084-7513F97C4D79}"/>
              </a:ext>
            </a:extLst>
          </p:cNvPr>
          <p:cNvSpPr>
            <a:spLocks noGrp="1"/>
          </p:cNvSpPr>
          <p:nvPr>
            <p:ph type="title"/>
          </p:nvPr>
        </p:nvSpPr>
        <p:spPr/>
        <p:txBody>
          <a:bodyPr/>
          <a:lstStyle/>
          <a:p>
            <a:r>
              <a:rPr lang="zh-TW" altLang="en-US" b="1" dirty="0">
                <a:solidFill>
                  <a:schemeClr val="tx1"/>
                </a:solidFill>
              </a:rPr>
              <a:t>平台資料規模現況</a:t>
            </a:r>
          </a:p>
        </p:txBody>
      </p:sp>
      <p:pic>
        <p:nvPicPr>
          <p:cNvPr id="5" name="圖片 4" descr="一張含有 文字, 圖表, 圓形, 螢幕擷取畫面 的圖片&#10;&#10;自動產生的描述">
            <a:extLst>
              <a:ext uri="{FF2B5EF4-FFF2-40B4-BE49-F238E27FC236}">
                <a16:creationId xmlns:a16="http://schemas.microsoft.com/office/drawing/2014/main" id="{C05AC363-D8EE-FE5A-EFB3-DC25D91745A8}"/>
              </a:ext>
            </a:extLst>
          </p:cNvPr>
          <p:cNvPicPr>
            <a:picLocks noChangeAspect="1"/>
          </p:cNvPicPr>
          <p:nvPr/>
        </p:nvPicPr>
        <p:blipFill>
          <a:blip r:embed="rId3"/>
          <a:stretch>
            <a:fillRect/>
          </a:stretch>
        </p:blipFill>
        <p:spPr>
          <a:xfrm>
            <a:off x="6706631" y="883634"/>
            <a:ext cx="3893121" cy="2520000"/>
          </a:xfrm>
          <a:prstGeom prst="rect">
            <a:avLst/>
          </a:prstGeom>
        </p:spPr>
      </p:pic>
      <p:pic>
        <p:nvPicPr>
          <p:cNvPr id="7" name="圖片 6" descr="一張含有 文字, 圖表, 圓形, 螢幕擷取畫面 的圖片&#10;&#10;自動產生的描述">
            <a:extLst>
              <a:ext uri="{FF2B5EF4-FFF2-40B4-BE49-F238E27FC236}">
                <a16:creationId xmlns:a16="http://schemas.microsoft.com/office/drawing/2014/main" id="{657F3810-3B5E-D416-F573-B5465A24D879}"/>
              </a:ext>
            </a:extLst>
          </p:cNvPr>
          <p:cNvPicPr>
            <a:picLocks noChangeAspect="1"/>
          </p:cNvPicPr>
          <p:nvPr/>
        </p:nvPicPr>
        <p:blipFill>
          <a:blip r:embed="rId4"/>
          <a:stretch>
            <a:fillRect/>
          </a:stretch>
        </p:blipFill>
        <p:spPr>
          <a:xfrm>
            <a:off x="6706631" y="3403634"/>
            <a:ext cx="3993919" cy="2520000"/>
          </a:xfrm>
          <a:prstGeom prst="rect">
            <a:avLst/>
          </a:prstGeom>
        </p:spPr>
      </p:pic>
    </p:spTree>
    <p:extLst>
      <p:ext uri="{BB962C8B-B14F-4D97-AF65-F5344CB8AC3E}">
        <p14:creationId xmlns:p14="http://schemas.microsoft.com/office/powerpoint/2010/main" val="4122854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18100139-75A2-C44E-4C80-EC6AD623AADF}"/>
              </a:ext>
            </a:extLst>
          </p:cNvPr>
          <p:cNvSpPr>
            <a:spLocks noGrp="1"/>
          </p:cNvSpPr>
          <p:nvPr>
            <p:ph type="title"/>
          </p:nvPr>
        </p:nvSpPr>
        <p:spPr/>
        <p:txBody>
          <a:bodyPr/>
          <a:lstStyle/>
          <a:p>
            <a:r>
              <a:rPr lang="zh-TW" altLang="en-US" b="1"/>
              <a:t>資料成長與治理方法</a:t>
            </a:r>
          </a:p>
        </p:txBody>
      </p:sp>
      <p:sp>
        <p:nvSpPr>
          <p:cNvPr id="5" name="文字版面配置區 4">
            <a:extLst>
              <a:ext uri="{FF2B5EF4-FFF2-40B4-BE49-F238E27FC236}">
                <a16:creationId xmlns:a16="http://schemas.microsoft.com/office/drawing/2014/main" id="{43339AE9-4C82-7CCA-5884-5E024DD75FC5}"/>
              </a:ext>
            </a:extLst>
          </p:cNvPr>
          <p:cNvSpPr>
            <a:spLocks noGrp="1"/>
          </p:cNvSpPr>
          <p:nvPr>
            <p:ph type="body" idx="1"/>
          </p:nvPr>
        </p:nvSpPr>
        <p:spPr/>
        <p:txBody>
          <a:bodyPr/>
          <a:lstStyle/>
          <a:p>
            <a:r>
              <a:rPr lang="zh-TW" altLang="en-US"/>
              <a:t>若維持目前速度，</a:t>
            </a:r>
            <a:r>
              <a:rPr lang="en-US" altLang="zh-TW"/>
              <a:t>12 </a:t>
            </a:r>
            <a:r>
              <a:rPr lang="zh-TW" altLang="en-US"/>
              <a:t>個月後主庫約 </a:t>
            </a:r>
            <a:r>
              <a:rPr lang="en-US" altLang="zh-TW"/>
              <a:t>11.57 GiB</a:t>
            </a:r>
            <a:r>
              <a:rPr lang="zh-TW" altLang="en-US"/>
              <a:t>；最值得優先治理的是低價值衍生資料。</a:t>
            </a:r>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endParaRPr lang="en-US" altLang="zh-TW"/>
          </a:p>
          <a:p>
            <a:pPr marL="36000" indent="0">
              <a:buNone/>
            </a:pPr>
            <a:endParaRPr lang="en-US" altLang="zh-TW"/>
          </a:p>
          <a:p>
            <a:r>
              <a:rPr lang="zh-TW" altLang="en-US" b="1"/>
              <a:t>資料保留策略</a:t>
            </a:r>
            <a:endParaRPr lang="en-US" altLang="zh-TW" b="1"/>
          </a:p>
          <a:p>
            <a:pPr lvl="1"/>
            <a:r>
              <a:rPr lang="en-US" altLang="zh-TW" b="1"/>
              <a:t>Assistant </a:t>
            </a:r>
            <a:r>
              <a:rPr lang="zh-TW" altLang="en-US" b="1"/>
              <a:t>評估資料</a:t>
            </a:r>
            <a:r>
              <a:rPr lang="zh-TW" altLang="en-US"/>
              <a:t>：未收錄且未人工覆核的評估結果保留 </a:t>
            </a:r>
            <a:r>
              <a:rPr lang="en-US" altLang="zh-TW"/>
              <a:t>90 </a:t>
            </a:r>
            <a:r>
              <a:rPr lang="zh-TW" altLang="en-US"/>
              <a:t>天後批次清理；已收錄結果保留 </a:t>
            </a:r>
            <a:r>
              <a:rPr lang="en-US" altLang="zh-TW"/>
              <a:t>365 </a:t>
            </a:r>
            <a:r>
              <a:rPr lang="zh-TW" altLang="en-US"/>
              <a:t>天，供後續回看與追蹤。</a:t>
            </a:r>
            <a:endParaRPr lang="en-US" altLang="zh-TW"/>
          </a:p>
          <a:p>
            <a:pPr lvl="1"/>
            <a:r>
              <a:rPr lang="zh-TW" altLang="en-US" b="1"/>
              <a:t>文章資料</a:t>
            </a:r>
            <a:r>
              <a:rPr lang="zh-TW" altLang="en-US"/>
              <a:t>：近 </a:t>
            </a:r>
            <a:r>
              <a:rPr lang="en-US" altLang="zh-TW"/>
              <a:t>180 </a:t>
            </a:r>
            <a:r>
              <a:rPr lang="zh-TW" altLang="en-US"/>
              <a:t>天文章保留於主庫並支援全文搜尋；</a:t>
            </a:r>
            <a:r>
              <a:rPr lang="en-US" altLang="zh-TW"/>
              <a:t>181 </a:t>
            </a:r>
            <a:r>
              <a:rPr lang="zh-TW" altLang="en-US"/>
              <a:t>至 </a:t>
            </a:r>
            <a:r>
              <a:rPr lang="en-US" altLang="zh-TW"/>
              <a:t>365 </a:t>
            </a:r>
            <a:r>
              <a:rPr lang="zh-TW" altLang="en-US"/>
              <a:t>天移轉至歸檔層，只保留必要欄位與關聯資訊。</a:t>
            </a:r>
          </a:p>
          <a:p>
            <a:pPr lvl="1"/>
            <a:r>
              <a:rPr lang="zh-TW" altLang="en-US" b="1"/>
              <a:t>通知與 </a:t>
            </a:r>
            <a:r>
              <a:rPr lang="en-US" altLang="zh-TW" b="1"/>
              <a:t>Agent </a:t>
            </a:r>
            <a:r>
              <a:rPr lang="zh-TW" altLang="en-US" b="1"/>
              <a:t>暫存資料</a:t>
            </a:r>
            <a:r>
              <a:rPr lang="zh-TW" altLang="en-US"/>
              <a:t>：已讀通知與已封存對話保留 </a:t>
            </a:r>
            <a:r>
              <a:rPr lang="en-US" altLang="zh-TW"/>
              <a:t>90 </a:t>
            </a:r>
            <a:r>
              <a:rPr lang="zh-TW" altLang="en-US"/>
              <a:t>天後清除；已過期提案 </a:t>
            </a:r>
            <a:r>
              <a:rPr lang="en-US" altLang="zh-TW"/>
              <a:t>14 </a:t>
            </a:r>
            <a:r>
              <a:rPr lang="zh-TW" altLang="en-US"/>
              <a:t>天內自動淘汰。</a:t>
            </a:r>
          </a:p>
        </p:txBody>
      </p:sp>
      <p:graphicFrame>
        <p:nvGraphicFramePr>
          <p:cNvPr id="7" name="表格 6">
            <a:extLst>
              <a:ext uri="{FF2B5EF4-FFF2-40B4-BE49-F238E27FC236}">
                <a16:creationId xmlns:a16="http://schemas.microsoft.com/office/drawing/2014/main" id="{3539D533-77DD-1FBB-6181-74C376012DF8}"/>
              </a:ext>
            </a:extLst>
          </p:cNvPr>
          <p:cNvGraphicFramePr>
            <a:graphicFrameLocks noGrp="1"/>
          </p:cNvGraphicFramePr>
          <p:nvPr>
            <p:extLst>
              <p:ext uri="{D42A27DB-BD31-4B8C-83A1-F6EECF244321}">
                <p14:modId xmlns:p14="http://schemas.microsoft.com/office/powerpoint/2010/main" val="3762802733"/>
              </p:ext>
            </p:extLst>
          </p:nvPr>
        </p:nvGraphicFramePr>
        <p:xfrm>
          <a:off x="509264" y="1378423"/>
          <a:ext cx="4706937" cy="2306472"/>
        </p:xfrm>
        <a:graphic>
          <a:graphicData uri="http://schemas.openxmlformats.org/drawingml/2006/table">
            <a:tbl>
              <a:tblPr/>
              <a:tblGrid>
                <a:gridCol w="2686050">
                  <a:extLst>
                    <a:ext uri="{9D8B030D-6E8A-4147-A177-3AD203B41FA5}">
                      <a16:colId xmlns:a16="http://schemas.microsoft.com/office/drawing/2014/main" val="2545213879"/>
                    </a:ext>
                  </a:extLst>
                </a:gridCol>
                <a:gridCol w="2020887">
                  <a:extLst>
                    <a:ext uri="{9D8B030D-6E8A-4147-A177-3AD203B41FA5}">
                      <a16:colId xmlns:a16="http://schemas.microsoft.com/office/drawing/2014/main" val="310536545"/>
                    </a:ext>
                  </a:extLst>
                </a:gridCol>
              </a:tblGrid>
              <a:tr h="329496">
                <a:tc>
                  <a:txBody>
                    <a:bodyPr/>
                    <a:lstStyle/>
                    <a:p>
                      <a:pPr algn="l">
                        <a:buNone/>
                      </a:pPr>
                      <a:r>
                        <a:rPr lang="zh-TW" altLang="en-US" b="1">
                          <a:solidFill>
                            <a:srgbClr val="000000"/>
                          </a:solidFill>
                          <a:effectLst/>
                          <a:latin typeface="微軟正黑體" panose="020B0604030504040204" pitchFamily="34" charset="-120"/>
                          <a:ea typeface="微軟正黑體" panose="020B0604030504040204" pitchFamily="34" charset="-120"/>
                        </a:rPr>
                        <a:t>指標</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l">
                        <a:buNone/>
                      </a:pPr>
                      <a:r>
                        <a:rPr lang="zh-TW" altLang="en-US" b="1">
                          <a:solidFill>
                            <a:srgbClr val="000000"/>
                          </a:solidFill>
                          <a:effectLst/>
                          <a:latin typeface="微軟正黑體" panose="020B0604030504040204" pitchFamily="34" charset="-120"/>
                          <a:ea typeface="微軟正黑體" panose="020B0604030504040204" pitchFamily="34" charset="-120"/>
                        </a:rPr>
                        <a:t>數量 </a:t>
                      </a:r>
                      <a:r>
                        <a:rPr lang="en-US" altLang="zh-TW" b="1">
                          <a:solidFill>
                            <a:srgbClr val="000000"/>
                          </a:solidFill>
                          <a:effectLst/>
                          <a:latin typeface="微軟正黑體" panose="020B0604030504040204" pitchFamily="34" charset="-120"/>
                          <a:ea typeface="微軟正黑體" panose="020B0604030504040204" pitchFamily="34" charset="-120"/>
                        </a:rPr>
                        <a:t>/ </a:t>
                      </a:r>
                      <a:r>
                        <a:rPr lang="zh-TW" altLang="en-US" b="1">
                          <a:solidFill>
                            <a:srgbClr val="000000"/>
                          </a:solidFill>
                          <a:effectLst/>
                          <a:latin typeface="微軟正黑體" panose="020B0604030504040204" pitchFamily="34" charset="-120"/>
                          <a:ea typeface="微軟正黑體" panose="020B0604030504040204" pitchFamily="34" charset="-120"/>
                        </a:rPr>
                        <a:t>用量</a:t>
                      </a:r>
                    </a:p>
                  </a:txBody>
                  <a:tcPr marL="123825" marR="123825" marT="57150" marB="571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66846571"/>
                  </a:ext>
                </a:extLst>
              </a:tr>
              <a:tr h="329496">
                <a:tc>
                  <a:txBody>
                    <a:bodyPr/>
                    <a:lstStyle/>
                    <a:p>
                      <a:r>
                        <a:rPr lang="zh-TW" altLang="en-US">
                          <a:effectLst/>
                          <a:latin typeface="微軟正黑體" panose="020B0604030504040204" pitchFamily="34" charset="-120"/>
                          <a:ea typeface="微軟正黑體" panose="020B0604030504040204" pitchFamily="34" charset="-120"/>
                        </a:rPr>
                        <a:t>近 </a:t>
                      </a:r>
                      <a:r>
                        <a:rPr lang="en-US" altLang="zh-TW">
                          <a:effectLst/>
                          <a:latin typeface="微軟正黑體" panose="020B0604030504040204" pitchFamily="34" charset="-120"/>
                          <a:ea typeface="微軟正黑體" panose="020B0604030504040204" pitchFamily="34" charset="-120"/>
                        </a:rPr>
                        <a:t>30 </a:t>
                      </a:r>
                      <a:r>
                        <a:rPr lang="zh-TW" altLang="en-US">
                          <a:effectLst/>
                          <a:latin typeface="微軟正黑體" panose="020B0604030504040204" pitchFamily="34" charset="-120"/>
                          <a:ea typeface="微軟正黑體" panose="020B0604030504040204" pitchFamily="34" charset="-120"/>
                        </a:rPr>
                        <a:t>天新增文章</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ltLang="zh-TW">
                          <a:effectLst/>
                          <a:latin typeface="微軟正黑體" panose="020B0604030504040204" pitchFamily="34" charset="-120"/>
                          <a:ea typeface="微軟正黑體" panose="020B0604030504040204" pitchFamily="34" charset="-120"/>
                        </a:rPr>
                        <a:t>179,188</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04105299"/>
                  </a:ext>
                </a:extLst>
              </a:tr>
              <a:tr h="329496">
                <a:tc>
                  <a:txBody>
                    <a:bodyPr/>
                    <a:lstStyle/>
                    <a:p>
                      <a:r>
                        <a:rPr lang="zh-TW" altLang="en-US">
                          <a:effectLst/>
                          <a:latin typeface="微軟正黑體" panose="020B0604030504040204" pitchFamily="34" charset="-120"/>
                          <a:ea typeface="微軟正黑體" panose="020B0604030504040204" pitchFamily="34" charset="-120"/>
                        </a:rPr>
                        <a:t>近 </a:t>
                      </a:r>
                      <a:r>
                        <a:rPr lang="en-US" altLang="zh-TW">
                          <a:effectLst/>
                          <a:latin typeface="微軟正黑體" panose="020B0604030504040204" pitchFamily="34" charset="-120"/>
                          <a:ea typeface="微軟正黑體" panose="020B0604030504040204" pitchFamily="34" charset="-120"/>
                        </a:rPr>
                        <a:t>30 </a:t>
                      </a:r>
                      <a:r>
                        <a:rPr lang="zh-TW" altLang="en-US">
                          <a:effectLst/>
                          <a:latin typeface="微軟正黑體" panose="020B0604030504040204" pitchFamily="34" charset="-120"/>
                          <a:ea typeface="微軟正黑體" panose="020B0604030504040204" pitchFamily="34" charset="-120"/>
                        </a:rPr>
                        <a:t>天新增評估</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ltLang="zh-TW">
                          <a:effectLst/>
                          <a:latin typeface="微軟正黑體" panose="020B0604030504040204" pitchFamily="34" charset="-120"/>
                          <a:ea typeface="微軟正黑體" panose="020B0604030504040204" pitchFamily="34" charset="-120"/>
                        </a:rPr>
                        <a:t>591,899</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20722469"/>
                  </a:ext>
                </a:extLst>
              </a:tr>
              <a:tr h="329496">
                <a:tc>
                  <a:txBody>
                    <a:bodyPr/>
                    <a:lstStyle/>
                    <a:p>
                      <a:r>
                        <a:rPr lang="zh-TW" altLang="en-US">
                          <a:effectLst/>
                          <a:latin typeface="微軟正黑體" panose="020B0604030504040204" pitchFamily="34" charset="-120"/>
                          <a:ea typeface="微軟正黑體" panose="020B0604030504040204" pitchFamily="34" charset="-120"/>
                        </a:rPr>
                        <a:t>近 </a:t>
                      </a:r>
                      <a:r>
                        <a:rPr lang="en-US" altLang="zh-TW">
                          <a:effectLst/>
                          <a:latin typeface="微軟正黑體" panose="020B0604030504040204" pitchFamily="34" charset="-120"/>
                          <a:ea typeface="微軟正黑體" panose="020B0604030504040204" pitchFamily="34" charset="-120"/>
                        </a:rPr>
                        <a:t>30 </a:t>
                      </a:r>
                      <a:r>
                        <a:rPr lang="zh-TW" altLang="en-US">
                          <a:effectLst/>
                          <a:latin typeface="微軟正黑體" panose="020B0604030504040204" pitchFamily="34" charset="-120"/>
                          <a:ea typeface="微軟正黑體" panose="020B0604030504040204" pitchFamily="34" charset="-120"/>
                        </a:rPr>
                        <a:t>天實體成長</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effectLst/>
                          <a:latin typeface="微軟正黑體" panose="020B0604030504040204" pitchFamily="34" charset="-120"/>
                          <a:ea typeface="微軟正黑體" panose="020B0604030504040204" pitchFamily="34" charset="-120"/>
                        </a:rPr>
                        <a:t>0.768 GiB</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175324792"/>
                  </a:ext>
                </a:extLst>
              </a:tr>
              <a:tr h="329496">
                <a:tc>
                  <a:txBody>
                    <a:bodyPr/>
                    <a:lstStyle/>
                    <a:p>
                      <a:r>
                        <a:rPr lang="en-US" altLang="zh-TW">
                          <a:effectLst/>
                          <a:latin typeface="微軟正黑體" panose="020B0604030504040204" pitchFamily="34" charset="-120"/>
                          <a:ea typeface="微軟正黑體" panose="020B0604030504040204" pitchFamily="34" charset="-120"/>
                        </a:rPr>
                        <a:t>6 </a:t>
                      </a:r>
                      <a:r>
                        <a:rPr lang="zh-TW" altLang="en-US">
                          <a:effectLst/>
                          <a:latin typeface="微軟正黑體" panose="020B0604030504040204" pitchFamily="34" charset="-120"/>
                          <a:ea typeface="微軟正黑體" panose="020B0604030504040204" pitchFamily="34" charset="-120"/>
                        </a:rPr>
                        <a:t>個月主庫推估</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effectLst/>
                          <a:latin typeface="微軟正黑體" panose="020B0604030504040204" pitchFamily="34" charset="-120"/>
                          <a:ea typeface="微軟正黑體" panose="020B0604030504040204" pitchFamily="34" charset="-120"/>
                        </a:rPr>
                        <a:t>6.96 GiB</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56835058"/>
                  </a:ext>
                </a:extLst>
              </a:tr>
              <a:tr h="329496">
                <a:tc>
                  <a:txBody>
                    <a:bodyPr/>
                    <a:lstStyle/>
                    <a:p>
                      <a:r>
                        <a:rPr lang="en-US" altLang="zh-TW">
                          <a:effectLst/>
                          <a:latin typeface="微軟正黑體" panose="020B0604030504040204" pitchFamily="34" charset="-120"/>
                          <a:ea typeface="微軟正黑體" panose="020B0604030504040204" pitchFamily="34" charset="-120"/>
                        </a:rPr>
                        <a:t>12 </a:t>
                      </a:r>
                      <a:r>
                        <a:rPr lang="zh-TW" altLang="en-US">
                          <a:effectLst/>
                          <a:latin typeface="微軟正黑體" panose="020B0604030504040204" pitchFamily="34" charset="-120"/>
                          <a:ea typeface="微軟正黑體" panose="020B0604030504040204" pitchFamily="34" charset="-120"/>
                        </a:rPr>
                        <a:t>個月主庫推估</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effectLst/>
                          <a:latin typeface="微軟正黑體" panose="020B0604030504040204" pitchFamily="34" charset="-120"/>
                          <a:ea typeface="微軟正黑體" panose="020B0604030504040204" pitchFamily="34" charset="-120"/>
                        </a:rPr>
                        <a:t>11.57 GiB</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989889354"/>
                  </a:ext>
                </a:extLst>
              </a:tr>
              <a:tr h="329496">
                <a:tc>
                  <a:txBody>
                    <a:bodyPr/>
                    <a:lstStyle/>
                    <a:p>
                      <a:r>
                        <a:rPr lang="en-US" altLang="zh-TW">
                          <a:effectLst/>
                          <a:latin typeface="微軟正黑體" panose="020B0604030504040204" pitchFamily="34" charset="-120"/>
                          <a:ea typeface="微軟正黑體" panose="020B0604030504040204" pitchFamily="34" charset="-120"/>
                        </a:rPr>
                        <a:t>12 </a:t>
                      </a:r>
                      <a:r>
                        <a:rPr lang="zh-TW" altLang="en-US">
                          <a:effectLst/>
                          <a:latin typeface="微軟正黑體" panose="020B0604030504040204" pitchFamily="34" charset="-120"/>
                          <a:ea typeface="微軟正黑體" panose="020B0604030504040204" pitchFamily="34" charset="-120"/>
                        </a:rPr>
                        <a:t>個月三副本推估</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r>
                        <a:rPr lang="en-US">
                          <a:effectLst/>
                          <a:latin typeface="微軟正黑體" panose="020B0604030504040204" pitchFamily="34" charset="-120"/>
                          <a:ea typeface="微軟正黑體" panose="020B0604030504040204" pitchFamily="34" charset="-120"/>
                        </a:rPr>
                        <a:t>34.71 GiB</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93033871"/>
                  </a:ext>
                </a:extLst>
              </a:tr>
            </a:tbl>
          </a:graphicData>
        </a:graphic>
      </p:graphicFrame>
      <p:pic>
        <p:nvPicPr>
          <p:cNvPr id="9" name="圖片 8" descr="一張含有 文字, 行, 繪圖, 螢幕擷取畫面 的圖片&#10;&#10;自動產生的描述">
            <a:extLst>
              <a:ext uri="{FF2B5EF4-FFF2-40B4-BE49-F238E27FC236}">
                <a16:creationId xmlns:a16="http://schemas.microsoft.com/office/drawing/2014/main" id="{3DB32979-7B73-16A0-B2A4-A82BE5E23785}"/>
              </a:ext>
            </a:extLst>
          </p:cNvPr>
          <p:cNvPicPr>
            <a:picLocks noChangeAspect="1"/>
          </p:cNvPicPr>
          <p:nvPr/>
        </p:nvPicPr>
        <p:blipFill>
          <a:blip r:embed="rId3"/>
          <a:stretch>
            <a:fillRect/>
          </a:stretch>
        </p:blipFill>
        <p:spPr>
          <a:xfrm>
            <a:off x="6304289" y="1201004"/>
            <a:ext cx="4032000" cy="2880000"/>
          </a:xfrm>
          <a:prstGeom prst="rect">
            <a:avLst/>
          </a:prstGeom>
        </p:spPr>
      </p:pic>
    </p:spTree>
    <p:extLst>
      <p:ext uri="{BB962C8B-B14F-4D97-AF65-F5344CB8AC3E}">
        <p14:creationId xmlns:p14="http://schemas.microsoft.com/office/powerpoint/2010/main" val="564026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B2B049FE-5FE7-9AC3-2858-F9A67CF4B7F7}"/>
            </a:ext>
          </a:extLst>
        </p:cNvPr>
        <p:cNvGrpSpPr/>
        <p:nvPr/>
      </p:nvGrpSpPr>
      <p:grpSpPr>
        <a:xfrm>
          <a:off x="0" y="0"/>
          <a:ext cx="0" cy="0"/>
          <a:chOff x="0" y="0"/>
          <a:chExt cx="0" cy="0"/>
        </a:xfrm>
      </p:grpSpPr>
      <p:sp>
        <p:nvSpPr>
          <p:cNvPr id="48" name="Google Shape;48;p3">
            <a:extLst>
              <a:ext uri="{FF2B5EF4-FFF2-40B4-BE49-F238E27FC236}">
                <a16:creationId xmlns:a16="http://schemas.microsoft.com/office/drawing/2014/main" id="{0A2BF44A-0434-7BCF-3D6E-FBE620A4318A}"/>
              </a:ext>
            </a:extLst>
          </p:cNvPr>
          <p:cNvSpPr txBox="1">
            <a:spLocks noGrp="1"/>
          </p:cNvSpPr>
          <p:nvPr>
            <p:ph type="title"/>
          </p:nvPr>
        </p:nvSpPr>
        <p:spPr>
          <a:xfrm>
            <a:off x="179388" y="90011"/>
            <a:ext cx="11161712" cy="540000"/>
          </a:xfrm>
          <a:prstGeom prst="rect">
            <a:avLst/>
          </a:prstGeom>
          <a:noFill/>
          <a:ln>
            <a:noFill/>
          </a:ln>
        </p:spPr>
        <p:txBody>
          <a:bodyPr spcFirstLastPara="1" wrap="square" lIns="88150" tIns="44050" rIns="88150" bIns="44050" anchor="ctr" anchorCtr="0">
            <a:noAutofit/>
          </a:bodyPr>
          <a:lstStyle/>
          <a:p>
            <a:pPr lvl="0"/>
            <a:r>
              <a:rPr lang="en-US" altLang="zh-TW" sz="2800" b="1" err="1"/>
              <a:t>InfoGather</a:t>
            </a:r>
            <a:r>
              <a:rPr lang="en-US" altLang="zh-TW" sz="2800" b="1"/>
              <a:t> </a:t>
            </a:r>
            <a:r>
              <a:rPr lang="zh-TW" altLang="en-US" sz="2800" b="1"/>
              <a:t>資料來源</a:t>
            </a:r>
            <a:r>
              <a:rPr lang="en-US" altLang="zh-TW" sz="2800" b="1"/>
              <a:t>(</a:t>
            </a:r>
            <a:r>
              <a:rPr lang="zh-TW" altLang="en-US" sz="2800" b="1"/>
              <a:t>外部資訊</a:t>
            </a:r>
            <a:r>
              <a:rPr lang="en-US" altLang="zh-TW" sz="2800" b="1"/>
              <a:t>)</a:t>
            </a:r>
            <a:endParaRPr lang="zh-TW" altLang="en-US" sz="2800"/>
          </a:p>
        </p:txBody>
      </p:sp>
      <p:sp>
        <p:nvSpPr>
          <p:cNvPr id="8" name="文字方塊 7">
            <a:extLst>
              <a:ext uri="{FF2B5EF4-FFF2-40B4-BE49-F238E27FC236}">
                <a16:creationId xmlns:a16="http://schemas.microsoft.com/office/drawing/2014/main" id="{3BFA337A-28EB-6D94-23B8-AB0A3D317ED9}"/>
              </a:ext>
            </a:extLst>
          </p:cNvPr>
          <p:cNvSpPr txBox="1"/>
          <p:nvPr/>
        </p:nvSpPr>
        <p:spPr>
          <a:xfrm>
            <a:off x="304800" y="794925"/>
            <a:ext cx="5840360" cy="307777"/>
          </a:xfrm>
          <a:prstGeom prst="rect">
            <a:avLst/>
          </a:prstGeom>
          <a:noFill/>
        </p:spPr>
        <p:txBody>
          <a:bodyPr wrap="square">
            <a:spAutoFit/>
          </a:bodyPr>
          <a:lstStyle/>
          <a:p>
            <a:pPr algn="l" rtl="0"/>
            <a:r>
              <a:rPr lang="zh-TW" altLang="en-US" b="1" i="0">
                <a:solidFill>
                  <a:srgbClr val="000000"/>
                </a:solidFill>
                <a:effectLst/>
                <a:latin typeface="微軟正黑體" panose="020B0604030504040204" pitchFamily="34" charset="-120"/>
                <a:ea typeface="微軟正黑體" panose="020B0604030504040204" pitchFamily="34" charset="-120"/>
              </a:rPr>
              <a:t>已事先和法遵同仁確認過相關規範，並依照建議以下列方式進行 </a:t>
            </a:r>
            <a:r>
              <a:rPr lang="en-US" altLang="zh-TW" b="1" i="0">
                <a:solidFill>
                  <a:srgbClr val="000000"/>
                </a:solidFill>
                <a:effectLst/>
                <a:latin typeface="微軟正黑體" panose="020B0604030504040204" pitchFamily="34" charset="-120"/>
                <a:ea typeface="微軟正黑體" panose="020B0604030504040204" pitchFamily="34" charset="-120"/>
              </a:rPr>
              <a:t>: </a:t>
            </a:r>
            <a:endParaRPr lang="zh-TW" altLang="en-US" b="1">
              <a:effectLst/>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018C5A6C-F992-C121-D247-E24F3FB4F96B}"/>
              </a:ext>
            </a:extLst>
          </p:cNvPr>
          <p:cNvSpPr txBox="1"/>
          <p:nvPr/>
        </p:nvSpPr>
        <p:spPr>
          <a:xfrm>
            <a:off x="304799" y="1108377"/>
            <a:ext cx="10815485" cy="2314864"/>
          </a:xfrm>
          <a:prstGeom prst="rect">
            <a:avLst/>
          </a:prstGeom>
          <a:noFill/>
        </p:spPr>
        <p:txBody>
          <a:bodyPr wrap="square">
            <a:spAutoFit/>
          </a:bodyPr>
          <a:lstStyle/>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僅爬取公開可存取之內容，尊重來源網站之 </a:t>
            </a:r>
            <a:r>
              <a:rPr lang="en-US" altLang="zh-TW" b="0" i="0">
                <a:solidFill>
                  <a:srgbClr val="000000"/>
                </a:solidFill>
                <a:effectLst/>
                <a:latin typeface="微軟正黑體" panose="020B0604030504040204" pitchFamily="34" charset="-120"/>
                <a:ea typeface="微軟正黑體" panose="020B0604030504040204" pitchFamily="34" charset="-120"/>
              </a:rPr>
              <a:t>robots.txt </a:t>
            </a:r>
            <a:r>
              <a:rPr lang="zh-TW" altLang="en-US" b="0" i="0">
                <a:solidFill>
                  <a:srgbClr val="000000"/>
                </a:solidFill>
                <a:effectLst/>
                <a:latin typeface="微軟正黑體" panose="020B0604030504040204" pitchFamily="34" charset="-120"/>
                <a:ea typeface="微軟正黑體" panose="020B0604030504040204" pitchFamily="34" charset="-120"/>
              </a:rPr>
              <a:t>與 </a:t>
            </a:r>
            <a:r>
              <a:rPr lang="en-US" altLang="zh-TW" b="0" i="0">
                <a:solidFill>
                  <a:srgbClr val="000000"/>
                </a:solidFill>
                <a:effectLst/>
                <a:latin typeface="微軟正黑體" panose="020B0604030504040204" pitchFamily="34" charset="-120"/>
                <a:ea typeface="微軟正黑體" panose="020B0604030504040204" pitchFamily="34" charset="-120"/>
              </a:rPr>
              <a:t>RSS </a:t>
            </a:r>
            <a:r>
              <a:rPr lang="zh-TW" altLang="en-US" b="0" i="0">
                <a:solidFill>
                  <a:srgbClr val="000000"/>
                </a:solidFill>
                <a:effectLst/>
                <a:latin typeface="微軟正黑體" panose="020B0604030504040204" pitchFamily="34" charset="-120"/>
                <a:ea typeface="微軟正黑體" panose="020B0604030504040204" pitchFamily="34" charset="-120"/>
              </a:rPr>
              <a:t>設定。若來源設定禁止擷取或自動化存取，立即停止</a:t>
            </a:r>
            <a:endParaRPr lang="en-US" altLang="zh-TW" b="0" i="0">
              <a:solidFill>
                <a:srgbClr val="000000"/>
              </a:solidFill>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a:latin typeface="微軟正黑體" panose="020B0604030504040204" pitchFamily="34" charset="-120"/>
                <a:ea typeface="微軟正黑體" panose="020B0604030504040204" pitchFamily="34" charset="-120"/>
              </a:rPr>
              <a:t>平台管理者會定期檢閱資料來源，若有違規，則會從系統上刪掉該資料來源或文章並通知使用者</a:t>
            </a:r>
            <a:endParaRPr lang="zh-TW" altLang="en-US">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內容處理僅提供簡短摘要（避免逐字重製，字數上限為 </a:t>
            </a:r>
            <a:r>
              <a:rPr lang="en-US" altLang="zh-TW" b="0" i="0">
                <a:solidFill>
                  <a:srgbClr val="000000"/>
                </a:solidFill>
                <a:effectLst/>
                <a:latin typeface="微軟正黑體" panose="020B0604030504040204" pitchFamily="34" charset="-120"/>
                <a:ea typeface="微軟正黑體" panose="020B0604030504040204" pitchFamily="34" charset="-120"/>
              </a:rPr>
              <a:t>200 </a:t>
            </a:r>
            <a:r>
              <a:rPr lang="zh-TW" altLang="en-US" b="0" i="0">
                <a:solidFill>
                  <a:srgbClr val="000000"/>
                </a:solidFill>
                <a:effectLst/>
                <a:latin typeface="微軟正黑體" panose="020B0604030504040204" pitchFamily="34" charset="-120"/>
                <a:ea typeface="微軟正黑體" panose="020B0604030504040204" pitchFamily="34" charset="-120"/>
              </a:rPr>
              <a:t>字）、每則摘要附上來源標示（網站名稱、原文連結）、不保存全文，前端頁面不提供使用者下載或複製功能</a:t>
            </a:r>
            <a:endParaRPr lang="zh-TW" altLang="en-US">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資料僅供公司內部研究與情報蒐集，不得外部散布</a:t>
            </a:r>
            <a:endParaRPr lang="zh-TW" altLang="en-US">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在風險控管上，配合永豐集團網路環境之黑名單機制，若條款變更禁止爬取，立即停用</a:t>
            </a:r>
            <a:endParaRPr lang="zh-TW" altLang="en-US">
              <a:effectLst/>
              <a:latin typeface="微軟正黑體" panose="020B0604030504040204" pitchFamily="34" charset="-120"/>
              <a:ea typeface="微軟正黑體" panose="020B0604030504040204" pitchFamily="34" charset="-120"/>
            </a:endParaRPr>
          </a:p>
          <a:p>
            <a:pPr marL="342900" lvl="1" indent="-342900">
              <a:lnSpc>
                <a:spcPct val="150000"/>
              </a:lnSpc>
              <a:buFont typeface="+mj-lt"/>
              <a:buAutoNum type="arabicPeriod"/>
            </a:pPr>
            <a:r>
              <a:rPr lang="zh-TW" altLang="en-US" b="0" i="0">
                <a:solidFill>
                  <a:srgbClr val="000000"/>
                </a:solidFill>
                <a:effectLst/>
                <a:latin typeface="微軟正黑體" panose="020B0604030504040204" pitchFamily="34" charset="-120"/>
                <a:ea typeface="微軟正黑體" panose="020B0604030504040204" pitchFamily="34" charset="-120"/>
              </a:rPr>
              <a:t>依循 </a:t>
            </a:r>
            <a:r>
              <a:rPr lang="en-US" altLang="zh-TW" b="0" i="0">
                <a:solidFill>
                  <a:srgbClr val="000000"/>
                </a:solidFill>
                <a:effectLst/>
                <a:latin typeface="微軟正黑體" panose="020B0604030504040204" pitchFamily="34" charset="-120"/>
                <a:ea typeface="微軟正黑體" panose="020B0604030504040204" pitchFamily="34" charset="-120"/>
              </a:rPr>
              <a:t>Googlebot </a:t>
            </a:r>
            <a:r>
              <a:rPr lang="zh-TW" altLang="en-US" b="0" i="0">
                <a:solidFill>
                  <a:srgbClr val="000000"/>
                </a:solidFill>
                <a:effectLst/>
                <a:latin typeface="微軟正黑體" panose="020B0604030504040204" pitchFamily="34" charset="-120"/>
                <a:ea typeface="微軟正黑體" panose="020B0604030504040204" pitchFamily="34" charset="-120"/>
              </a:rPr>
              <a:t>規範進行搜尋，不進行侵害著作權之行為，若發現來源網站內容涉及侵權，將立即移除連結並停止擷取</a:t>
            </a:r>
            <a:endParaRPr lang="zh-TW" altLang="en-US">
              <a:effectLst/>
              <a:latin typeface="微軟正黑體" panose="020B0604030504040204" pitchFamily="34" charset="-120"/>
              <a:ea typeface="微軟正黑體" panose="020B0604030504040204" pitchFamily="34" charset="-120"/>
            </a:endParaRPr>
          </a:p>
        </p:txBody>
      </p:sp>
      <p:grpSp>
        <p:nvGrpSpPr>
          <p:cNvPr id="17" name="群組 16">
            <a:extLst>
              <a:ext uri="{FF2B5EF4-FFF2-40B4-BE49-F238E27FC236}">
                <a16:creationId xmlns:a16="http://schemas.microsoft.com/office/drawing/2014/main" id="{72E5242A-C65F-DEB4-599E-924D5FEA8C24}"/>
              </a:ext>
            </a:extLst>
          </p:cNvPr>
          <p:cNvGrpSpPr/>
          <p:nvPr/>
        </p:nvGrpSpPr>
        <p:grpSpPr>
          <a:xfrm>
            <a:off x="1997612" y="3742005"/>
            <a:ext cx="7884715" cy="2152357"/>
            <a:chOff x="1639360" y="3276099"/>
            <a:chExt cx="8223261" cy="2203014"/>
          </a:xfrm>
        </p:grpSpPr>
        <p:sp>
          <p:nvSpPr>
            <p:cNvPr id="15" name="矩形: 圓角 14">
              <a:extLst>
                <a:ext uri="{FF2B5EF4-FFF2-40B4-BE49-F238E27FC236}">
                  <a16:creationId xmlns:a16="http://schemas.microsoft.com/office/drawing/2014/main" id="{AC540B7B-E028-2532-B12F-20121B5ACA64}"/>
                </a:ext>
              </a:extLst>
            </p:cNvPr>
            <p:cNvSpPr/>
            <p:nvPr/>
          </p:nvSpPr>
          <p:spPr>
            <a:xfrm>
              <a:off x="1639360" y="3276099"/>
              <a:ext cx="8146361" cy="220301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AD9CF1DA-52B5-9915-0B2B-4C9B24DDE3B8}"/>
                </a:ext>
              </a:extLst>
            </p:cNvPr>
            <p:cNvSpPr txBox="1"/>
            <p:nvPr/>
          </p:nvSpPr>
          <p:spPr>
            <a:xfrm>
              <a:off x="1849520" y="3416436"/>
              <a:ext cx="5910115" cy="278150"/>
            </a:xfrm>
            <a:prstGeom prst="rect">
              <a:avLst/>
            </a:prstGeom>
            <a:noFill/>
          </p:spPr>
          <p:txBody>
            <a:bodyPr wrap="square" lIns="91440" tIns="45720" rIns="91440" bIns="45720" anchor="t">
              <a:spAutoFit/>
            </a:bodyPr>
            <a:lstStyle/>
            <a:p>
              <a:pPr algn="l" rtl="0"/>
              <a:r>
                <a:rPr lang="zh-TW" altLang="en-US" b="1">
                  <a:latin typeface="微軟正黑體"/>
                  <a:ea typeface="微軟正黑體"/>
                </a:rPr>
                <a:t>外部公開</a:t>
              </a:r>
              <a:r>
                <a:rPr lang="zh-TW" altLang="en-US" b="1" i="0">
                  <a:solidFill>
                    <a:srgbClr val="000000"/>
                  </a:solidFill>
                  <a:effectLst/>
                  <a:latin typeface="微軟正黑體"/>
                  <a:ea typeface="微軟正黑體"/>
                </a:rPr>
                <a:t>資料蒐集範圍</a:t>
              </a:r>
              <a:endParaRPr lang="zh-TW" altLang="en-US">
                <a:effectLst/>
                <a:latin typeface="微軟正黑體"/>
                <a:ea typeface="微軟正黑體"/>
              </a:endParaRPr>
            </a:p>
          </p:txBody>
        </p:sp>
        <p:sp>
          <p:nvSpPr>
            <p:cNvPr id="14" name="文字方塊 13">
              <a:extLst>
                <a:ext uri="{FF2B5EF4-FFF2-40B4-BE49-F238E27FC236}">
                  <a16:creationId xmlns:a16="http://schemas.microsoft.com/office/drawing/2014/main" id="{EB05952F-65E5-BB3E-316C-E919F767CAEE}"/>
                </a:ext>
              </a:extLst>
            </p:cNvPr>
            <p:cNvSpPr txBox="1"/>
            <p:nvPr/>
          </p:nvSpPr>
          <p:spPr>
            <a:xfrm>
              <a:off x="1843169" y="3644665"/>
              <a:ext cx="8019452" cy="1629026"/>
            </a:xfrm>
            <a:prstGeom prst="rect">
              <a:avLst/>
            </a:prstGeom>
            <a:noFill/>
          </p:spPr>
          <p:txBody>
            <a:bodyPr wrap="square">
              <a:spAutoFit/>
            </a:bodyPr>
            <a:lstStyle/>
            <a:p>
              <a:pPr algn="l" rtl="0">
                <a:lnSpc>
                  <a:spcPct val="150000"/>
                </a:lnSpc>
              </a:pPr>
              <a:r>
                <a:rPr lang="zh-TW" altLang="en-US" b="0" i="0">
                  <a:solidFill>
                    <a:srgbClr val="000000"/>
                  </a:solidFill>
                  <a:effectLst/>
                  <a:latin typeface="微軟正黑體" panose="020B0604030504040204" pitchFamily="34" charset="-120"/>
                  <a:ea typeface="微軟正黑體" panose="020B0604030504040204" pitchFamily="34" charset="-120"/>
                </a:rPr>
                <a:t>只抓文章結構的公開內容，不會爬取圖片和需要下載的文件</a:t>
              </a:r>
              <a:r>
                <a:rPr lang="zh-TW" altLang="en-US">
                  <a:latin typeface="微軟正黑體" panose="020B0604030504040204" pitchFamily="34" charset="-120"/>
                  <a:ea typeface="微軟正黑體" panose="020B0604030504040204" pitchFamily="34" charset="-120"/>
                </a:rPr>
                <a:t>，</a:t>
              </a:r>
              <a:r>
                <a:rPr lang="zh-TW" altLang="en-US" b="0" i="0">
                  <a:solidFill>
                    <a:srgbClr val="000000"/>
                  </a:solidFill>
                  <a:effectLst/>
                  <a:latin typeface="微軟正黑體" panose="020B0604030504040204" pitchFamily="34" charset="-120"/>
                  <a:ea typeface="微軟正黑體" panose="020B0604030504040204" pitchFamily="34" charset="-120"/>
                </a:rPr>
                <a:t>類別如下 </a:t>
              </a:r>
              <a:r>
                <a:rPr lang="en-US" altLang="zh-TW" b="0" i="0">
                  <a:solidFill>
                    <a:srgbClr val="000000"/>
                  </a:solidFill>
                  <a:effectLst/>
                  <a:latin typeface="微軟正黑體" panose="020B0604030504040204" pitchFamily="34" charset="-120"/>
                  <a:ea typeface="微軟正黑體" panose="020B0604030504040204" pitchFamily="34" charset="-120"/>
                </a:rPr>
                <a:t>( </a:t>
              </a:r>
              <a:r>
                <a:rPr lang="zh-TW" altLang="en-US" b="0" i="0">
                  <a:solidFill>
                    <a:srgbClr val="000000"/>
                  </a:solidFill>
                  <a:effectLst/>
                  <a:latin typeface="微軟正黑體" panose="020B0604030504040204" pitchFamily="34" charset="-120"/>
                  <a:ea typeface="微軟正黑體" panose="020B0604030504040204" pitchFamily="34" charset="-120"/>
                </a:rPr>
                <a:t>無須註冊或登入 </a:t>
              </a:r>
              <a:r>
                <a:rPr lang="en-US" altLang="zh-TW" b="0" i="0">
                  <a:solidFill>
                    <a:srgbClr val="000000"/>
                  </a:solidFill>
                  <a:effectLst/>
                  <a:latin typeface="微軟正黑體" panose="020B0604030504040204" pitchFamily="34" charset="-120"/>
                  <a:ea typeface="微軟正黑體" panose="020B0604030504040204" pitchFamily="34" charset="-120"/>
                </a:rPr>
                <a:t>)</a:t>
              </a:r>
              <a:endParaRPr lang="zh-TW" altLang="en-US">
                <a:effectLst/>
                <a:latin typeface="微軟正黑體" panose="020B0604030504040204" pitchFamily="34" charset="-120"/>
                <a:ea typeface="微軟正黑體" panose="020B0604030504040204" pitchFamily="34" charset="-120"/>
              </a:endParaRPr>
            </a:p>
            <a:p>
              <a:pPr marL="742950" lvl="1" indent="-285750" algn="l" rtl="0">
                <a:lnSpc>
                  <a:spcPct val="150000"/>
                </a:lnSpc>
                <a:buFont typeface="Arial" panose="020B0604020202020204" pitchFamily="34" charset="0"/>
                <a:buChar char="•"/>
              </a:pPr>
              <a:r>
                <a:rPr lang="zh-TW" altLang="en-US" b="0" i="0">
                  <a:solidFill>
                    <a:srgbClr val="000000"/>
                  </a:solidFill>
                  <a:effectLst/>
                  <a:latin typeface="微軟正黑體" panose="020B0604030504040204" pitchFamily="34" charset="-120"/>
                  <a:ea typeface="微軟正黑體" panose="020B0604030504040204" pitchFamily="34" charset="-120"/>
                </a:rPr>
                <a:t>公司官網</a:t>
              </a:r>
              <a:r>
                <a:rPr lang="en-US" altLang="zh-TW" b="0" i="0">
                  <a:solidFill>
                    <a:srgbClr val="000000"/>
                  </a:solidFill>
                  <a:effectLst/>
                  <a:latin typeface="微軟正黑體" panose="020B0604030504040204" pitchFamily="34" charset="-120"/>
                  <a:ea typeface="微軟正黑體" panose="020B0604030504040204" pitchFamily="34" charset="-120"/>
                </a:rPr>
                <a:t>: </a:t>
              </a:r>
              <a:r>
                <a:rPr lang="zh-TW" altLang="en-US" b="0" i="0">
                  <a:solidFill>
                    <a:srgbClr val="000000"/>
                  </a:solidFill>
                  <a:effectLst/>
                  <a:latin typeface="微軟正黑體" panose="020B0604030504040204" pitchFamily="34" charset="-120"/>
                  <a:ea typeface="微軟正黑體" panose="020B0604030504040204" pitchFamily="34" charset="-120"/>
                </a:rPr>
                <a:t>企業新聞室、研究</a:t>
              </a:r>
              <a:r>
                <a:rPr lang="zh-TW" altLang="en-US">
                  <a:latin typeface="微軟正黑體" panose="020B0604030504040204" pitchFamily="34" charset="-120"/>
                  <a:ea typeface="微軟正黑體" panose="020B0604030504040204" pitchFamily="34" charset="-120"/>
                </a:rPr>
                <a:t>發布</a:t>
              </a:r>
              <a:r>
                <a:rPr lang="zh-TW" altLang="en-US" b="0" i="0">
                  <a:solidFill>
                    <a:srgbClr val="000000"/>
                  </a:solidFill>
                  <a:effectLst/>
                  <a:latin typeface="微軟正黑體" panose="020B0604030504040204" pitchFamily="34" charset="-120"/>
                  <a:ea typeface="微軟正黑體" panose="020B0604030504040204" pitchFamily="34" charset="-120"/>
                </a:rPr>
                <a:t>、媒體中心</a:t>
              </a:r>
              <a:endParaRPr lang="zh-TW" altLang="en-US">
                <a:effectLst/>
                <a:latin typeface="微軟正黑體" panose="020B0604030504040204" pitchFamily="34" charset="-120"/>
                <a:ea typeface="微軟正黑體" panose="020B0604030504040204" pitchFamily="34" charset="-120"/>
              </a:endParaRPr>
            </a:p>
            <a:p>
              <a:pPr marL="742950" lvl="1" indent="-285750" algn="l" rtl="0">
                <a:lnSpc>
                  <a:spcPct val="150000"/>
                </a:lnSpc>
                <a:buFont typeface="Arial" panose="020B0604020202020204" pitchFamily="34" charset="0"/>
                <a:buChar char="•"/>
              </a:pPr>
              <a:r>
                <a:rPr lang="zh-TW" altLang="en-US" b="0" i="0">
                  <a:solidFill>
                    <a:srgbClr val="000000"/>
                  </a:solidFill>
                  <a:effectLst/>
                  <a:latin typeface="微軟正黑體" panose="020B0604030504040204" pitchFamily="34" charset="-120"/>
                  <a:ea typeface="微軟正黑體" panose="020B0604030504040204" pitchFamily="34" charset="-120"/>
                </a:rPr>
                <a:t>政府、監管機構發布之官方資料</a:t>
              </a:r>
              <a:endParaRPr lang="zh-TW" altLang="en-US">
                <a:effectLst/>
                <a:latin typeface="微軟正黑體" panose="020B0604030504040204" pitchFamily="34" charset="-120"/>
                <a:ea typeface="微軟正黑體" panose="020B0604030504040204" pitchFamily="34" charset="-120"/>
              </a:endParaRPr>
            </a:p>
            <a:p>
              <a:pPr marL="742950" lvl="1" indent="-285750" algn="l" rtl="0">
                <a:lnSpc>
                  <a:spcPct val="150000"/>
                </a:lnSpc>
                <a:buFont typeface="Arial" panose="020B0604020202020204" pitchFamily="34" charset="0"/>
                <a:buChar char="•"/>
              </a:pPr>
              <a:r>
                <a:rPr lang="zh-TW" altLang="en-US" b="0" i="0">
                  <a:solidFill>
                    <a:srgbClr val="000000"/>
                  </a:solidFill>
                  <a:effectLst/>
                  <a:latin typeface="微軟正黑體" panose="020B0604030504040204" pitchFamily="34" charset="-120"/>
                  <a:ea typeface="微軟正黑體" panose="020B0604030504040204" pitchFamily="34" charset="-120"/>
                </a:rPr>
                <a:t>國際機構、研究</a:t>
              </a:r>
              <a:endParaRPr lang="zh-TW" altLang="en-US">
                <a:effectLst/>
                <a:latin typeface="微軟正黑體" panose="020B0604030504040204" pitchFamily="34" charset="-120"/>
                <a:ea typeface="微軟正黑體" panose="020B0604030504040204" pitchFamily="34" charset="-120"/>
              </a:endParaRPr>
            </a:p>
            <a:p>
              <a:pPr marL="742950" lvl="1" indent="-285750" algn="l" rtl="0">
                <a:lnSpc>
                  <a:spcPct val="150000"/>
                </a:lnSpc>
                <a:buFont typeface="Arial" panose="020B0604020202020204" pitchFamily="34" charset="0"/>
                <a:buChar char="•"/>
              </a:pPr>
              <a:r>
                <a:rPr lang="zh-TW" altLang="en-US" b="0" i="0">
                  <a:solidFill>
                    <a:srgbClr val="000000"/>
                  </a:solidFill>
                  <a:effectLst/>
                  <a:latin typeface="微軟正黑體" panose="020B0604030504040204" pitchFamily="34" charset="-120"/>
                  <a:ea typeface="微軟正黑體" panose="020B0604030504040204" pitchFamily="34" charset="-120"/>
                </a:rPr>
                <a:t>新聞媒體</a:t>
              </a:r>
              <a:r>
                <a:rPr lang="zh-TW" altLang="en-US">
                  <a:latin typeface="微軟正黑體" panose="020B0604030504040204" pitchFamily="34" charset="-120"/>
                  <a:ea typeface="微軟正黑體" panose="020B0604030504040204" pitchFamily="34" charset="-120"/>
                </a:rPr>
                <a:t>網站</a:t>
              </a:r>
              <a:endParaRPr lang="en-US" altLang="zh-TW">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1395450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8EF671-6601-EBB0-5B34-5BA92E85FA3B}"/>
              </a:ext>
            </a:extLst>
          </p:cNvPr>
          <p:cNvSpPr>
            <a:spLocks noGrp="1"/>
          </p:cNvSpPr>
          <p:nvPr>
            <p:ph type="title"/>
          </p:nvPr>
        </p:nvSpPr>
        <p:spPr/>
        <p:txBody>
          <a:bodyPr/>
          <a:lstStyle/>
          <a:p>
            <a:r>
              <a:rPr lang="en-US" altLang="zh-TW" sz="2800" b="1" err="1"/>
              <a:t>InfoGather</a:t>
            </a:r>
            <a:r>
              <a:rPr lang="en-US" altLang="zh-TW" sz="2800" b="1"/>
              <a:t> </a:t>
            </a:r>
            <a:r>
              <a:rPr lang="zh-TW" altLang="en-US" sz="2800" b="1"/>
              <a:t>資料來源</a:t>
            </a:r>
            <a:r>
              <a:rPr lang="en-US" altLang="zh-TW" sz="2800" b="1"/>
              <a:t>(</a:t>
            </a:r>
            <a:r>
              <a:rPr lang="zh-TW" altLang="en-US" sz="2800" b="1"/>
              <a:t>內部採購</a:t>
            </a:r>
            <a:r>
              <a:rPr lang="en-US" altLang="zh-TW" sz="2800" b="1"/>
              <a:t>)</a:t>
            </a:r>
            <a:endParaRPr lang="zh-TW" altLang="en-US" sz="2800" b="1"/>
          </a:p>
        </p:txBody>
      </p:sp>
      <p:sp>
        <p:nvSpPr>
          <p:cNvPr id="5" name="文字版面配置區 4">
            <a:extLst>
              <a:ext uri="{FF2B5EF4-FFF2-40B4-BE49-F238E27FC236}">
                <a16:creationId xmlns:a16="http://schemas.microsoft.com/office/drawing/2014/main" id="{5BAB5F01-D5BD-2A07-19D4-0A5F63D5C12D}"/>
              </a:ext>
            </a:extLst>
          </p:cNvPr>
          <p:cNvSpPr>
            <a:spLocks noGrp="1"/>
          </p:cNvSpPr>
          <p:nvPr>
            <p:ph type="body" idx="1"/>
          </p:nvPr>
        </p:nvSpPr>
        <p:spPr>
          <a:xfrm>
            <a:off x="179388" y="732390"/>
            <a:ext cx="11161712" cy="5401026"/>
          </a:xfrm>
        </p:spPr>
        <p:txBody>
          <a:bodyPr/>
          <a:lstStyle/>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spcAft>
                <a:spcPts val="600"/>
              </a:spcAft>
              <a:buNone/>
            </a:pPr>
            <a:endParaRPr lang="en-US" altLang="zh-TW"/>
          </a:p>
          <a:p>
            <a:pPr marL="36000" indent="0">
              <a:buNone/>
            </a:pPr>
            <a:endParaRPr lang="zh-TW" altLang="en-US"/>
          </a:p>
        </p:txBody>
      </p:sp>
      <p:sp>
        <p:nvSpPr>
          <p:cNvPr id="7" name="文字方塊 6">
            <a:extLst>
              <a:ext uri="{FF2B5EF4-FFF2-40B4-BE49-F238E27FC236}">
                <a16:creationId xmlns:a16="http://schemas.microsoft.com/office/drawing/2014/main" id="{BA9D4C96-28F4-7F40-5026-079F2FE54CD6}"/>
              </a:ext>
            </a:extLst>
          </p:cNvPr>
          <p:cNvSpPr txBox="1"/>
          <p:nvPr/>
        </p:nvSpPr>
        <p:spPr>
          <a:xfrm>
            <a:off x="265471" y="732390"/>
            <a:ext cx="11075629" cy="1154996"/>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zh-TW" altLang="en-US" sz="1600" b="0" i="0" u="none" strike="noStrike" kern="0" cap="none" spc="0" normalizeH="0" baseline="0" noProof="0">
                <a:ln>
                  <a:noFill/>
                </a:ln>
                <a:solidFill>
                  <a:srgbClr val="000000"/>
                </a:solidFill>
                <a:effectLst/>
                <a:uLnTx/>
                <a:uFillTx/>
                <a:latin typeface="Arial"/>
                <a:cs typeface="Arial"/>
                <a:sym typeface="Arial"/>
              </a:rPr>
              <a:t>目前已透過外部資料源調查表之資訊將金控、銀行和證券向大數軟體購買的大數 </a:t>
            </a:r>
            <a:r>
              <a:rPr kumimoji="0" lang="en-US" altLang="zh-TW" sz="1600" b="0" i="0" u="none" strike="noStrike" kern="0" cap="none" spc="0" normalizeH="0" baseline="0" noProof="0">
                <a:ln>
                  <a:noFill/>
                </a:ln>
                <a:solidFill>
                  <a:srgbClr val="000000"/>
                </a:solidFill>
                <a:effectLst/>
                <a:uLnTx/>
                <a:uFillTx/>
                <a:latin typeface="Arial"/>
                <a:cs typeface="Arial"/>
                <a:sym typeface="Arial"/>
              </a:rPr>
              <a:t>API </a:t>
            </a:r>
            <a:r>
              <a:rPr kumimoji="0" lang="zh-TW" altLang="en-US" sz="1600" b="0" i="0" u="none" strike="noStrike" kern="0" cap="none" spc="0" normalizeH="0" baseline="0" noProof="0">
                <a:ln>
                  <a:noFill/>
                </a:ln>
                <a:solidFill>
                  <a:srgbClr val="000000"/>
                </a:solidFill>
                <a:effectLst/>
                <a:uLnTx/>
                <a:uFillTx/>
                <a:latin typeface="Arial"/>
                <a:cs typeface="Arial"/>
                <a:sym typeface="Arial"/>
              </a:rPr>
              <a:t>串接於 </a:t>
            </a:r>
            <a:r>
              <a:rPr kumimoji="0" lang="en-US" altLang="zh-TW" sz="1600" b="0" i="0" u="none" strike="noStrike" kern="0" cap="none" spc="0" normalizeH="0" baseline="0" noProof="0" err="1">
                <a:ln>
                  <a:noFill/>
                </a:ln>
                <a:solidFill>
                  <a:srgbClr val="000000"/>
                </a:solidFill>
                <a:effectLst/>
                <a:uLnTx/>
                <a:uFillTx/>
                <a:latin typeface="Arial"/>
                <a:cs typeface="Arial"/>
                <a:sym typeface="Arial"/>
              </a:rPr>
              <a:t>InfoGather</a:t>
            </a:r>
            <a:r>
              <a:rPr kumimoji="0" lang="zh-TW" altLang="en-US" sz="1600" b="0" i="0" u="none" strike="noStrike" kern="0" cap="none" spc="0" normalizeH="0" baseline="0" noProof="0">
                <a:ln>
                  <a:noFill/>
                </a:ln>
                <a:solidFill>
                  <a:srgbClr val="000000"/>
                </a:solidFill>
                <a:effectLst/>
                <a:uLnTx/>
                <a:uFillTx/>
                <a:latin typeface="Arial"/>
                <a:cs typeface="Arial"/>
                <a:sym typeface="Arial"/>
              </a:rPr>
              <a:t> 平台，資料來源包含國內外的新聞網站，確認其合約沒有限制不能用 </a:t>
            </a:r>
            <a:r>
              <a:rPr kumimoji="0" lang="en-US" altLang="zh-TW" sz="1600" b="0" i="0" u="none" strike="noStrike" kern="0" cap="none" spc="0" normalizeH="0" baseline="0" noProof="0">
                <a:ln>
                  <a:noFill/>
                </a:ln>
                <a:solidFill>
                  <a:srgbClr val="000000"/>
                </a:solidFill>
                <a:effectLst/>
                <a:uLnTx/>
                <a:uFillTx/>
                <a:latin typeface="Arial"/>
                <a:cs typeface="Arial"/>
                <a:sym typeface="Arial"/>
              </a:rPr>
              <a:t>GAI</a:t>
            </a:r>
            <a:r>
              <a:rPr kumimoji="0" lang="zh-TW" altLang="en-US" sz="1600" b="0" i="0" u="none" strike="noStrike" kern="0" cap="none" spc="0" normalizeH="0" baseline="0" noProof="0">
                <a:ln>
                  <a:noFill/>
                </a:ln>
                <a:solidFill>
                  <a:srgbClr val="000000"/>
                </a:solidFill>
                <a:effectLst/>
                <a:uLnTx/>
                <a:uFillTx/>
                <a:latin typeface="Arial"/>
                <a:cs typeface="Arial"/>
                <a:sym typeface="Arial"/>
              </a:rPr>
              <a:t> 去處理收回來的資料，並留存與廠商的信件確認</a:t>
            </a:r>
            <a:endParaRPr kumimoji="0" lang="en-US" altLang="zh-TW" sz="1600" b="0" i="0" u="none" strike="noStrike" kern="0" cap="none" spc="0" normalizeH="0" baseline="0" noProof="0">
              <a:ln>
                <a:noFill/>
              </a:ln>
              <a:solidFill>
                <a:srgbClr val="FF0000"/>
              </a:solidFill>
              <a:effectLst/>
              <a:uLnTx/>
              <a:uFillTx/>
              <a:latin typeface="Arial"/>
              <a:cs typeface="Arial"/>
              <a:sym typeface="Arial"/>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zh-TW" altLang="en-US" sz="1600" b="0" i="0" u="none" strike="noStrike" kern="0" cap="none" spc="0" normalizeH="0" baseline="0" noProof="0">
                <a:ln>
                  <a:noFill/>
                </a:ln>
                <a:solidFill>
                  <a:srgbClr val="000000"/>
                </a:solidFill>
                <a:effectLst/>
                <a:uLnTx/>
                <a:uFillTx/>
                <a:latin typeface="Arial"/>
                <a:cs typeface="Arial"/>
                <a:sym typeface="Arial"/>
              </a:rPr>
              <a:t>其他單位若有串接需求則須自行確認廠商規定和法律規範，確認後再進一步討論技術串接細節與權限控管設定</a:t>
            </a:r>
            <a:endParaRPr kumimoji="0" lang="en-US" altLang="zh-TW" sz="1600" b="0" i="0" u="none" strike="noStrike" kern="0" cap="none" spc="0" normalizeH="0" baseline="0" noProof="0">
              <a:ln>
                <a:noFill/>
              </a:ln>
              <a:solidFill>
                <a:srgbClr val="000000"/>
              </a:solidFill>
              <a:effectLst/>
              <a:uLnTx/>
              <a:uFillTx/>
              <a:latin typeface="Arial"/>
              <a:cs typeface="Arial"/>
              <a:sym typeface="Arial"/>
            </a:endParaRPr>
          </a:p>
        </p:txBody>
      </p:sp>
      <p:pic>
        <p:nvPicPr>
          <p:cNvPr id="4" name="圖片 3" descr="一張含有 文字, 數字, 字型, 行 的圖片&#10;&#10;自動產生的描述">
            <a:extLst>
              <a:ext uri="{FF2B5EF4-FFF2-40B4-BE49-F238E27FC236}">
                <a16:creationId xmlns:a16="http://schemas.microsoft.com/office/drawing/2014/main" id="{ADDE2797-3DEC-2C81-FDD1-B65805051DC1}"/>
              </a:ext>
            </a:extLst>
          </p:cNvPr>
          <p:cNvPicPr>
            <a:picLocks noChangeAspect="1"/>
          </p:cNvPicPr>
          <p:nvPr/>
        </p:nvPicPr>
        <p:blipFill>
          <a:blip r:embed="rId3"/>
          <a:srcRect b="8283"/>
          <a:stretch>
            <a:fillRect/>
          </a:stretch>
        </p:blipFill>
        <p:spPr>
          <a:xfrm>
            <a:off x="111628" y="2664984"/>
            <a:ext cx="11297231" cy="2690833"/>
          </a:xfrm>
          <a:prstGeom prst="rect">
            <a:avLst/>
          </a:prstGeom>
        </p:spPr>
      </p:pic>
    </p:spTree>
    <p:extLst>
      <p:ext uri="{BB962C8B-B14F-4D97-AF65-F5344CB8AC3E}">
        <p14:creationId xmlns:p14="http://schemas.microsoft.com/office/powerpoint/2010/main" val="3265497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一張含有 文字, 螢幕擷取畫面, 字型, 軟體 的圖片&#10;&#10;自動產生的描述">
            <a:extLst>
              <a:ext uri="{FF2B5EF4-FFF2-40B4-BE49-F238E27FC236}">
                <a16:creationId xmlns:a16="http://schemas.microsoft.com/office/drawing/2014/main" id="{E6BE23FC-64DB-2B15-D2B3-801C0FD2A56E}"/>
              </a:ext>
            </a:extLst>
          </p:cNvPr>
          <p:cNvPicPr>
            <a:picLocks noChangeAspect="1"/>
          </p:cNvPicPr>
          <p:nvPr/>
        </p:nvPicPr>
        <p:blipFill>
          <a:blip r:embed="rId3"/>
          <a:stretch>
            <a:fillRect/>
          </a:stretch>
        </p:blipFill>
        <p:spPr>
          <a:xfrm>
            <a:off x="179387" y="1444838"/>
            <a:ext cx="9278341" cy="4579947"/>
          </a:xfrm>
          <a:prstGeom prst="rect">
            <a:avLst/>
          </a:prstGeom>
        </p:spPr>
      </p:pic>
      <p:sp>
        <p:nvSpPr>
          <p:cNvPr id="2" name="標題 1">
            <a:extLst>
              <a:ext uri="{FF2B5EF4-FFF2-40B4-BE49-F238E27FC236}">
                <a16:creationId xmlns:a16="http://schemas.microsoft.com/office/drawing/2014/main" id="{F78EF671-6601-EBB0-5B34-5BA92E85FA3B}"/>
              </a:ext>
            </a:extLst>
          </p:cNvPr>
          <p:cNvSpPr>
            <a:spLocks noGrp="1"/>
          </p:cNvSpPr>
          <p:nvPr>
            <p:ph type="title"/>
          </p:nvPr>
        </p:nvSpPr>
        <p:spPr/>
        <p:txBody>
          <a:bodyPr/>
          <a:lstStyle/>
          <a:p>
            <a:r>
              <a:rPr lang="zh-TW" altLang="en-US" b="1"/>
              <a:t>權限控管設計示意</a:t>
            </a:r>
          </a:p>
        </p:txBody>
      </p:sp>
      <p:sp>
        <p:nvSpPr>
          <p:cNvPr id="5" name="文字版面配置區 4">
            <a:extLst>
              <a:ext uri="{FF2B5EF4-FFF2-40B4-BE49-F238E27FC236}">
                <a16:creationId xmlns:a16="http://schemas.microsoft.com/office/drawing/2014/main" id="{5BAB5F01-D5BD-2A07-19D4-0A5F63D5C12D}"/>
              </a:ext>
            </a:extLst>
          </p:cNvPr>
          <p:cNvSpPr>
            <a:spLocks noGrp="1"/>
          </p:cNvSpPr>
          <p:nvPr>
            <p:ph type="body" idx="1"/>
          </p:nvPr>
        </p:nvSpPr>
        <p:spPr>
          <a:xfrm>
            <a:off x="179388" y="615510"/>
            <a:ext cx="11161712" cy="811638"/>
          </a:xfrm>
        </p:spPr>
        <p:txBody>
          <a:bodyPr/>
          <a:lstStyle/>
          <a:p>
            <a:r>
              <a:rPr lang="zh-TW" altLang="en-US"/>
              <a:t>系統會留下使用者在平台上操作的 </a:t>
            </a:r>
            <a:r>
              <a:rPr lang="en-US" altLang="zh-TW"/>
              <a:t>log </a:t>
            </a:r>
            <a:r>
              <a:rPr lang="zh-TW" altLang="en-US"/>
              <a:t>紀錄，包含新增</a:t>
            </a:r>
            <a:r>
              <a:rPr lang="en-US" altLang="zh-TW"/>
              <a:t>/</a:t>
            </a:r>
            <a:r>
              <a:rPr lang="zh-TW" altLang="en-US"/>
              <a:t>更新</a:t>
            </a:r>
            <a:r>
              <a:rPr lang="en-US" altLang="zh-TW"/>
              <a:t>/</a:t>
            </a:r>
            <a:r>
              <a:rPr lang="zh-TW" altLang="en-US"/>
              <a:t>刪除資料來源與資訊助手與時間</a:t>
            </a:r>
            <a:endParaRPr lang="en-US" altLang="zh-TW"/>
          </a:p>
          <a:p>
            <a:r>
              <a:rPr lang="zh-TW" altLang="en-US"/>
              <a:t>可透過連接器管理各單位可授權的資料來源，以及已購買外部來源的 </a:t>
            </a:r>
            <a:r>
              <a:rPr lang="en-US" altLang="zh-TW"/>
              <a:t>API</a:t>
            </a:r>
            <a:r>
              <a:rPr lang="zh-TW" altLang="en-US"/>
              <a:t> </a:t>
            </a:r>
            <a:r>
              <a:rPr lang="en-US" altLang="zh-TW"/>
              <a:t>Key</a:t>
            </a:r>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buNone/>
            </a:pPr>
            <a:endParaRPr lang="en-US" altLang="zh-TW"/>
          </a:p>
          <a:p>
            <a:pPr marL="36000" indent="0">
              <a:spcAft>
                <a:spcPts val="600"/>
              </a:spcAft>
              <a:buNone/>
            </a:pPr>
            <a:endParaRPr lang="en-US" altLang="zh-TW"/>
          </a:p>
          <a:p>
            <a:pPr marL="36000" indent="0" algn="just">
              <a:buNone/>
            </a:pPr>
            <a:endParaRPr lang="zh-TW" altLang="en-US"/>
          </a:p>
        </p:txBody>
      </p:sp>
      <p:sp>
        <p:nvSpPr>
          <p:cNvPr id="9" name="框架 8">
            <a:extLst>
              <a:ext uri="{FF2B5EF4-FFF2-40B4-BE49-F238E27FC236}">
                <a16:creationId xmlns:a16="http://schemas.microsoft.com/office/drawing/2014/main" id="{5651E7AC-88F5-2296-EDDF-AA23D74F3066}"/>
              </a:ext>
            </a:extLst>
          </p:cNvPr>
          <p:cNvSpPr/>
          <p:nvPr/>
        </p:nvSpPr>
        <p:spPr>
          <a:xfrm>
            <a:off x="229768" y="4735086"/>
            <a:ext cx="3094546" cy="600501"/>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2" name="框架 11">
            <a:extLst>
              <a:ext uri="{FF2B5EF4-FFF2-40B4-BE49-F238E27FC236}">
                <a16:creationId xmlns:a16="http://schemas.microsoft.com/office/drawing/2014/main" id="{762B0AB7-D064-F039-A8F1-43739463B538}"/>
              </a:ext>
            </a:extLst>
          </p:cNvPr>
          <p:cNvSpPr/>
          <p:nvPr/>
        </p:nvSpPr>
        <p:spPr>
          <a:xfrm>
            <a:off x="8015955" y="2376209"/>
            <a:ext cx="529840" cy="221712"/>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pic>
        <p:nvPicPr>
          <p:cNvPr id="8" name="圖片 7" descr="一張含有 文字, 螢幕擷取畫面, 軟體, 數字 的圖片&#10;&#10;自動產生的描述">
            <a:extLst>
              <a:ext uri="{FF2B5EF4-FFF2-40B4-BE49-F238E27FC236}">
                <a16:creationId xmlns:a16="http://schemas.microsoft.com/office/drawing/2014/main" id="{9CE31C67-B5EE-1614-F8BB-8C178D25029C}"/>
              </a:ext>
            </a:extLst>
          </p:cNvPr>
          <p:cNvPicPr>
            <a:picLocks noChangeAspect="1"/>
          </p:cNvPicPr>
          <p:nvPr/>
        </p:nvPicPr>
        <p:blipFill>
          <a:blip r:embed="rId4"/>
          <a:stretch>
            <a:fillRect/>
          </a:stretch>
        </p:blipFill>
        <p:spPr>
          <a:xfrm>
            <a:off x="8449271" y="3285961"/>
            <a:ext cx="2838089" cy="2856340"/>
          </a:xfrm>
          <a:prstGeom prst="rect">
            <a:avLst/>
          </a:prstGeom>
        </p:spPr>
      </p:pic>
      <p:sp>
        <p:nvSpPr>
          <p:cNvPr id="13" name="框架 12">
            <a:extLst>
              <a:ext uri="{FF2B5EF4-FFF2-40B4-BE49-F238E27FC236}">
                <a16:creationId xmlns:a16="http://schemas.microsoft.com/office/drawing/2014/main" id="{82F3358D-19F8-1477-1B99-12E6E3CD6723}"/>
              </a:ext>
            </a:extLst>
          </p:cNvPr>
          <p:cNvSpPr/>
          <p:nvPr/>
        </p:nvSpPr>
        <p:spPr>
          <a:xfrm>
            <a:off x="8356099" y="3722344"/>
            <a:ext cx="2985001" cy="738715"/>
          </a:xfrm>
          <a:prstGeom prst="frame">
            <a:avLst>
              <a:gd name="adj1" fmla="val 8288"/>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010987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D72899-B19C-3786-211E-279AF6683BAE}"/>
              </a:ext>
            </a:extLst>
          </p:cNvPr>
          <p:cNvSpPr>
            <a:spLocks noGrp="1"/>
          </p:cNvSpPr>
          <p:nvPr>
            <p:ph type="title"/>
          </p:nvPr>
        </p:nvSpPr>
        <p:spPr/>
        <p:txBody>
          <a:bodyPr/>
          <a:lstStyle/>
          <a:p>
            <a:r>
              <a:rPr lang="en-US" altLang="zh-TW" sz="2800" b="1">
                <a:solidFill>
                  <a:schemeClr val="tx1"/>
                </a:solidFill>
              </a:rPr>
              <a:t>API</a:t>
            </a:r>
            <a:r>
              <a:rPr lang="zh-TW" altLang="en-US" sz="2800" b="1">
                <a:solidFill>
                  <a:schemeClr val="tx1"/>
                </a:solidFill>
              </a:rPr>
              <a:t> </a:t>
            </a:r>
            <a:r>
              <a:rPr lang="en-US" altLang="zh-TW" sz="2800" b="1">
                <a:solidFill>
                  <a:schemeClr val="tx1"/>
                </a:solidFill>
              </a:rPr>
              <a:t>Key </a:t>
            </a:r>
            <a:r>
              <a:rPr lang="zh-TW" altLang="en-US" sz="2800" b="1">
                <a:solidFill>
                  <a:schemeClr val="tx1"/>
                </a:solidFill>
              </a:rPr>
              <a:t>管理機制與未來規劃</a:t>
            </a:r>
          </a:p>
        </p:txBody>
      </p:sp>
      <p:sp>
        <p:nvSpPr>
          <p:cNvPr id="3" name="文字版面配置區 2">
            <a:extLst>
              <a:ext uri="{FF2B5EF4-FFF2-40B4-BE49-F238E27FC236}">
                <a16:creationId xmlns:a16="http://schemas.microsoft.com/office/drawing/2014/main" id="{ECEE298B-ECF5-2F02-4E2D-2B72B1B022CE}"/>
              </a:ext>
            </a:extLst>
          </p:cNvPr>
          <p:cNvSpPr>
            <a:spLocks noGrp="1"/>
          </p:cNvSpPr>
          <p:nvPr>
            <p:ph type="body" idx="1"/>
          </p:nvPr>
        </p:nvSpPr>
        <p:spPr/>
        <p:txBody>
          <a:bodyPr/>
          <a:lstStyle/>
          <a:p>
            <a:r>
              <a:rPr lang="zh-TW" altLang="en-US" sz="1800" b="1"/>
              <a:t>已和金融技術部確認證券須和金控銀行分開</a:t>
            </a:r>
            <a:endParaRPr lang="en-US" altLang="zh-TW" sz="1800" b="1"/>
          </a:p>
          <a:p>
            <a:pPr lvl="1"/>
            <a:r>
              <a:rPr lang="zh-TW" altLang="en-US" sz="1600"/>
              <a:t>目前已申請 </a:t>
            </a:r>
            <a:r>
              <a:rPr lang="en-US" altLang="zh-TW" sz="1600" err="1"/>
              <a:t>InfoGather</a:t>
            </a:r>
            <a:r>
              <a:rPr lang="en-US" altLang="zh-TW" sz="1600"/>
              <a:t> </a:t>
            </a:r>
            <a:r>
              <a:rPr lang="zh-TW" altLang="en-US" sz="1600"/>
              <a:t>專屬 </a:t>
            </a:r>
            <a:r>
              <a:rPr lang="en-US" altLang="zh-TW" sz="1600"/>
              <a:t>API</a:t>
            </a:r>
            <a:r>
              <a:rPr lang="zh-TW" altLang="en-US" sz="1600"/>
              <a:t> </a:t>
            </a:r>
            <a:r>
              <a:rPr lang="en-US" altLang="zh-TW" sz="1600"/>
              <a:t>Key</a:t>
            </a:r>
            <a:r>
              <a:rPr lang="zh-TW" altLang="en-US" sz="1600"/>
              <a:t>，每月 </a:t>
            </a:r>
            <a:r>
              <a:rPr lang="en-US" altLang="zh-TW" sz="1600"/>
              <a:t>1000/USD</a:t>
            </a:r>
            <a:r>
              <a:rPr lang="zh-TW" altLang="en-US" sz="1600"/>
              <a:t>，供金控與銀行單位使用</a:t>
            </a:r>
            <a:endParaRPr lang="en-US" altLang="zh-TW" sz="1600"/>
          </a:p>
          <a:p>
            <a:pPr lvl="1"/>
            <a:r>
              <a:rPr lang="zh-TW" altLang="en-US" sz="1600"/>
              <a:t>已提單向證券資訊處申請 </a:t>
            </a:r>
            <a:r>
              <a:rPr lang="en-US" altLang="zh-TW" sz="1600" err="1"/>
              <a:t>InfoGather</a:t>
            </a:r>
            <a:r>
              <a:rPr lang="en-US" altLang="zh-TW" sz="1600"/>
              <a:t> </a:t>
            </a:r>
            <a:r>
              <a:rPr lang="zh-TW" altLang="en-US" sz="1600"/>
              <a:t>專屬 </a:t>
            </a:r>
            <a:r>
              <a:rPr lang="en-US" altLang="zh-TW" sz="1600"/>
              <a:t>API</a:t>
            </a:r>
            <a:r>
              <a:rPr lang="zh-TW" altLang="en-US" sz="1600"/>
              <a:t> </a:t>
            </a:r>
            <a:r>
              <a:rPr lang="en-US" altLang="zh-TW" sz="1600"/>
              <a:t>Key</a:t>
            </a:r>
            <a:r>
              <a:rPr lang="zh-TW" altLang="en-US" sz="1600"/>
              <a:t> ，每月 </a:t>
            </a:r>
            <a:r>
              <a:rPr lang="en-US" altLang="zh-TW" sz="1600"/>
              <a:t>100/USD</a:t>
            </a:r>
          </a:p>
          <a:p>
            <a:r>
              <a:rPr lang="zh-TW" altLang="en-US" sz="1800"/>
              <a:t>平台管理者可於介面設定 </a:t>
            </a:r>
            <a:r>
              <a:rPr lang="en-US" altLang="zh-TW" sz="1800"/>
              <a:t>API</a:t>
            </a:r>
            <a:r>
              <a:rPr lang="zh-TW" altLang="en-US" sz="1800"/>
              <a:t> </a:t>
            </a:r>
            <a:r>
              <a:rPr lang="en-US" altLang="zh-TW" sz="1800"/>
              <a:t>Key </a:t>
            </a:r>
            <a:r>
              <a:rPr lang="zh-TW" altLang="en-US" sz="1800"/>
              <a:t>以管控權限與確認各 </a:t>
            </a:r>
            <a:r>
              <a:rPr lang="en-US" altLang="zh-TW" sz="1800"/>
              <a:t>BU</a:t>
            </a:r>
            <a:r>
              <a:rPr lang="zh-TW" altLang="en-US" sz="1800"/>
              <a:t> 使用狀況</a:t>
            </a:r>
            <a:endParaRPr lang="en-US" altLang="zh-TW" sz="1800"/>
          </a:p>
        </p:txBody>
      </p:sp>
      <p:pic>
        <p:nvPicPr>
          <p:cNvPr id="5" name="圖片 4">
            <a:extLst>
              <a:ext uri="{FF2B5EF4-FFF2-40B4-BE49-F238E27FC236}">
                <a16:creationId xmlns:a16="http://schemas.microsoft.com/office/drawing/2014/main" id="{B76E5F4A-C465-DEC8-7407-ADBED0262615}"/>
              </a:ext>
            </a:extLst>
          </p:cNvPr>
          <p:cNvPicPr>
            <a:picLocks noChangeAspect="1"/>
          </p:cNvPicPr>
          <p:nvPr/>
        </p:nvPicPr>
        <p:blipFill>
          <a:blip r:embed="rId3"/>
          <a:stretch>
            <a:fillRect/>
          </a:stretch>
        </p:blipFill>
        <p:spPr>
          <a:xfrm>
            <a:off x="1820678" y="2225417"/>
            <a:ext cx="8365539" cy="37354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79426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專案時程規劃</a:t>
            </a:r>
          </a:p>
        </p:txBody>
      </p:sp>
      <p:sp>
        <p:nvSpPr>
          <p:cNvPr id="2" name="矩形 1">
            <a:extLst>
              <a:ext uri="{FF2B5EF4-FFF2-40B4-BE49-F238E27FC236}">
                <a16:creationId xmlns:a16="http://schemas.microsoft.com/office/drawing/2014/main" id="{52ABF558-6905-0766-B141-AF1065DD9878}"/>
              </a:ext>
            </a:extLst>
          </p:cNvPr>
          <p:cNvSpPr/>
          <p:nvPr/>
        </p:nvSpPr>
        <p:spPr bwMode="auto">
          <a:xfrm>
            <a:off x="383838" y="1700813"/>
            <a:ext cx="10711997" cy="71238"/>
          </a:xfrm>
          <a:prstGeom prst="rect">
            <a:avLst/>
          </a:prstGeom>
          <a:solidFill>
            <a:schemeClr val="tx2">
              <a:lumMod val="75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88157" tIns="44079" rIns="88157" bIns="44079" numCol="1" rtlCol="0" anchor="ctr" anchorCtr="0" compatLnSpc="1">
            <a:prstTxWarp prst="textNoShape">
              <a:avLst/>
            </a:prstTxWarp>
          </a:bodyPr>
          <a:lstStyle/>
          <a:p>
            <a:pPr defTabSz="881573" fontAlgn="base">
              <a:spcBef>
                <a:spcPct val="0"/>
              </a:spcBef>
              <a:spcAft>
                <a:spcPct val="0"/>
              </a:spcAft>
              <a:buClrTx/>
              <a:defRPr/>
            </a:pPr>
            <a:endParaRPr lang="zh-TW" altLang="en-US" sz="1543" b="1" kern="1200">
              <a:solidFill>
                <a:prstClr val="white"/>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8FCF2818-AF14-3B2E-6B5C-1DF3426E9A08}"/>
              </a:ext>
            </a:extLst>
          </p:cNvPr>
          <p:cNvSpPr txBox="1"/>
          <p:nvPr/>
        </p:nvSpPr>
        <p:spPr>
          <a:xfrm>
            <a:off x="650221" y="1198185"/>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2026/06</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7" name="文字方塊 6">
            <a:extLst>
              <a:ext uri="{FF2B5EF4-FFF2-40B4-BE49-F238E27FC236}">
                <a16:creationId xmlns:a16="http://schemas.microsoft.com/office/drawing/2014/main" id="{8718F71D-BAE2-1F11-0D61-FAD9E27B6F1A}"/>
              </a:ext>
            </a:extLst>
          </p:cNvPr>
          <p:cNvSpPr txBox="1"/>
          <p:nvPr/>
        </p:nvSpPr>
        <p:spPr>
          <a:xfrm>
            <a:off x="2232552" y="1199505"/>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2026/07</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9" name="文字方塊 8">
            <a:extLst>
              <a:ext uri="{FF2B5EF4-FFF2-40B4-BE49-F238E27FC236}">
                <a16:creationId xmlns:a16="http://schemas.microsoft.com/office/drawing/2014/main" id="{54B37EE2-2D6C-08F8-A859-2D117AE19B1C}"/>
              </a:ext>
            </a:extLst>
          </p:cNvPr>
          <p:cNvSpPr txBox="1"/>
          <p:nvPr/>
        </p:nvSpPr>
        <p:spPr>
          <a:xfrm>
            <a:off x="5269155" y="1200043"/>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2026/09</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11" name="文字方塊 10">
            <a:extLst>
              <a:ext uri="{FF2B5EF4-FFF2-40B4-BE49-F238E27FC236}">
                <a16:creationId xmlns:a16="http://schemas.microsoft.com/office/drawing/2014/main" id="{E72532CC-1D6C-D17F-FB9B-A5F381B4026D}"/>
              </a:ext>
            </a:extLst>
          </p:cNvPr>
          <p:cNvSpPr txBox="1"/>
          <p:nvPr/>
        </p:nvSpPr>
        <p:spPr>
          <a:xfrm>
            <a:off x="1111260" y="1902157"/>
            <a:ext cx="391810" cy="2169120"/>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系統分析與設計</a:t>
            </a:r>
          </a:p>
        </p:txBody>
      </p:sp>
      <p:sp>
        <p:nvSpPr>
          <p:cNvPr id="12" name="文字方塊 11">
            <a:extLst>
              <a:ext uri="{FF2B5EF4-FFF2-40B4-BE49-F238E27FC236}">
                <a16:creationId xmlns:a16="http://schemas.microsoft.com/office/drawing/2014/main" id="{5F8CB608-B79A-C1D6-537F-307F2A063948}"/>
              </a:ext>
            </a:extLst>
          </p:cNvPr>
          <p:cNvSpPr txBox="1"/>
          <p:nvPr/>
        </p:nvSpPr>
        <p:spPr>
          <a:xfrm>
            <a:off x="6692043" y="1202675"/>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2026/10</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13" name="文字方塊 12">
            <a:extLst>
              <a:ext uri="{FF2B5EF4-FFF2-40B4-BE49-F238E27FC236}">
                <a16:creationId xmlns:a16="http://schemas.microsoft.com/office/drawing/2014/main" id="{9D729A8E-3973-E63B-093C-AA087AD0674E}"/>
              </a:ext>
            </a:extLst>
          </p:cNvPr>
          <p:cNvSpPr txBox="1"/>
          <p:nvPr/>
        </p:nvSpPr>
        <p:spPr>
          <a:xfrm>
            <a:off x="719450" y="1881776"/>
            <a:ext cx="391810" cy="1279068"/>
          </a:xfrm>
          <a:prstGeom prst="rect">
            <a:avLst/>
          </a:prstGeom>
          <a:noFill/>
        </p:spPr>
        <p:txBody>
          <a:bodyPr wrap="square" rtlCol="0" anchor="t">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系統開發</a:t>
            </a:r>
          </a:p>
        </p:txBody>
      </p:sp>
      <p:sp>
        <p:nvSpPr>
          <p:cNvPr id="14" name="文字方塊 13">
            <a:extLst>
              <a:ext uri="{FF2B5EF4-FFF2-40B4-BE49-F238E27FC236}">
                <a16:creationId xmlns:a16="http://schemas.microsoft.com/office/drawing/2014/main" id="{F8B3A752-76F3-6BD8-3DF1-21FF55FA9BC8}"/>
              </a:ext>
            </a:extLst>
          </p:cNvPr>
          <p:cNvSpPr txBox="1"/>
          <p:nvPr/>
        </p:nvSpPr>
        <p:spPr>
          <a:xfrm>
            <a:off x="7987760" y="1197413"/>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2026/11</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15" name="文字方塊 14">
            <a:extLst>
              <a:ext uri="{FF2B5EF4-FFF2-40B4-BE49-F238E27FC236}">
                <a16:creationId xmlns:a16="http://schemas.microsoft.com/office/drawing/2014/main" id="{C27E7539-B884-4D9A-B211-1A25E7A50845}"/>
              </a:ext>
            </a:extLst>
          </p:cNvPr>
          <p:cNvSpPr txBox="1"/>
          <p:nvPr/>
        </p:nvSpPr>
        <p:spPr>
          <a:xfrm>
            <a:off x="8273918" y="1837793"/>
            <a:ext cx="391810" cy="1279068"/>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系統測試</a:t>
            </a:r>
          </a:p>
        </p:txBody>
      </p:sp>
      <p:sp>
        <p:nvSpPr>
          <p:cNvPr id="16" name="文字方塊 15">
            <a:extLst>
              <a:ext uri="{FF2B5EF4-FFF2-40B4-BE49-F238E27FC236}">
                <a16:creationId xmlns:a16="http://schemas.microsoft.com/office/drawing/2014/main" id="{BEC3295A-07E2-9B2C-CC83-0F309B8FA7D4}"/>
              </a:ext>
            </a:extLst>
          </p:cNvPr>
          <p:cNvSpPr txBox="1"/>
          <p:nvPr/>
        </p:nvSpPr>
        <p:spPr>
          <a:xfrm>
            <a:off x="9358265" y="1197413"/>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2026/12</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18" name="文字方塊 17">
            <a:extLst>
              <a:ext uri="{FF2B5EF4-FFF2-40B4-BE49-F238E27FC236}">
                <a16:creationId xmlns:a16="http://schemas.microsoft.com/office/drawing/2014/main" id="{2BEE0BDD-B59E-3CDD-34FB-9AB07002B4EB}"/>
              </a:ext>
            </a:extLst>
          </p:cNvPr>
          <p:cNvSpPr txBox="1"/>
          <p:nvPr/>
        </p:nvSpPr>
        <p:spPr>
          <a:xfrm>
            <a:off x="9625608" y="1862263"/>
            <a:ext cx="391810" cy="1279068"/>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系統上線</a:t>
            </a:r>
          </a:p>
        </p:txBody>
      </p:sp>
      <p:sp>
        <p:nvSpPr>
          <p:cNvPr id="22" name="文字方塊 21">
            <a:extLst>
              <a:ext uri="{FF2B5EF4-FFF2-40B4-BE49-F238E27FC236}">
                <a16:creationId xmlns:a16="http://schemas.microsoft.com/office/drawing/2014/main" id="{81CE55E3-0F90-50E5-04CE-E947295EDB03}"/>
              </a:ext>
            </a:extLst>
          </p:cNvPr>
          <p:cNvSpPr txBox="1"/>
          <p:nvPr/>
        </p:nvSpPr>
        <p:spPr>
          <a:xfrm>
            <a:off x="2550392" y="1869376"/>
            <a:ext cx="391810" cy="1279068"/>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架審會議</a:t>
            </a:r>
          </a:p>
        </p:txBody>
      </p:sp>
      <p:sp>
        <p:nvSpPr>
          <p:cNvPr id="24" name="文字方塊 23">
            <a:extLst>
              <a:ext uri="{FF2B5EF4-FFF2-40B4-BE49-F238E27FC236}">
                <a16:creationId xmlns:a16="http://schemas.microsoft.com/office/drawing/2014/main" id="{5EE4602F-AB7C-7A76-232E-9D6047A15C00}"/>
              </a:ext>
            </a:extLst>
          </p:cNvPr>
          <p:cNvSpPr txBox="1"/>
          <p:nvPr/>
        </p:nvSpPr>
        <p:spPr>
          <a:xfrm>
            <a:off x="3803866" y="1202931"/>
            <a:ext cx="1095288" cy="401447"/>
          </a:xfrm>
          <a:prstGeom prst="rect">
            <a:avLst/>
          </a:prstGeom>
          <a:noFill/>
        </p:spPr>
        <p:txBody>
          <a:bodyPr wrap="square" rtlCol="0">
            <a:spAutoFit/>
          </a:bodyPr>
          <a:lstStyle/>
          <a:p>
            <a:pPr defTabSz="881573" fontAlgn="base">
              <a:lnSpc>
                <a:spcPct val="150000"/>
              </a:lnSpc>
              <a:spcBef>
                <a:spcPct val="0"/>
              </a:spcBef>
              <a:spcAft>
                <a:spcPct val="0"/>
              </a:spcAft>
              <a:buClrTx/>
              <a:defRPr/>
            </a:pPr>
            <a:r>
              <a:rPr lang="en-US" altLang="zh-TW" sz="1543" b="1" kern="1200">
                <a:solidFill>
                  <a:prstClr val="black"/>
                </a:solidFill>
                <a:latin typeface="微軟正黑體" panose="020B0604030504040204" pitchFamily="34" charset="-120"/>
                <a:ea typeface="微軟正黑體" panose="020B0604030504040204" pitchFamily="34" charset="-120"/>
                <a:cs typeface="+mn-cs"/>
              </a:rPr>
              <a:t>2026/08</a:t>
            </a:r>
            <a:endParaRPr lang="zh-TW" altLang="en-US" sz="1543" b="1" kern="1200">
              <a:solidFill>
                <a:prstClr val="black"/>
              </a:solidFill>
              <a:latin typeface="微軟正黑體" panose="020B0604030504040204" pitchFamily="34" charset="-120"/>
              <a:ea typeface="微軟正黑體" panose="020B0604030504040204" pitchFamily="34" charset="-120"/>
              <a:cs typeface="+mn-cs"/>
            </a:endParaRPr>
          </a:p>
        </p:txBody>
      </p:sp>
      <p:sp>
        <p:nvSpPr>
          <p:cNvPr id="25" name="文字方塊 24">
            <a:extLst>
              <a:ext uri="{FF2B5EF4-FFF2-40B4-BE49-F238E27FC236}">
                <a16:creationId xmlns:a16="http://schemas.microsoft.com/office/drawing/2014/main" id="{D15F07CA-3746-55A2-9887-B6C47C6FC417}"/>
              </a:ext>
            </a:extLst>
          </p:cNvPr>
          <p:cNvSpPr txBox="1"/>
          <p:nvPr/>
        </p:nvSpPr>
        <p:spPr>
          <a:xfrm>
            <a:off x="4115089" y="1857825"/>
            <a:ext cx="391810" cy="1279068"/>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合規會議</a:t>
            </a:r>
          </a:p>
        </p:txBody>
      </p:sp>
      <p:sp>
        <p:nvSpPr>
          <p:cNvPr id="26" name="文字方塊 25">
            <a:extLst>
              <a:ext uri="{FF2B5EF4-FFF2-40B4-BE49-F238E27FC236}">
                <a16:creationId xmlns:a16="http://schemas.microsoft.com/office/drawing/2014/main" id="{D596F785-25CE-1F3B-FEC2-85E9DCB8D949}"/>
              </a:ext>
            </a:extLst>
          </p:cNvPr>
          <p:cNvSpPr txBox="1"/>
          <p:nvPr/>
        </p:nvSpPr>
        <p:spPr>
          <a:xfrm>
            <a:off x="5518457" y="1887669"/>
            <a:ext cx="391810" cy="1872436"/>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新興科技審議</a:t>
            </a:r>
          </a:p>
        </p:txBody>
      </p:sp>
      <p:sp>
        <p:nvSpPr>
          <p:cNvPr id="4" name="文字方塊 3">
            <a:extLst>
              <a:ext uri="{FF2B5EF4-FFF2-40B4-BE49-F238E27FC236}">
                <a16:creationId xmlns:a16="http://schemas.microsoft.com/office/drawing/2014/main" id="{F107370C-6AD3-ECF9-10F4-E279876AC40A}"/>
              </a:ext>
            </a:extLst>
          </p:cNvPr>
          <p:cNvSpPr txBox="1"/>
          <p:nvPr/>
        </p:nvSpPr>
        <p:spPr>
          <a:xfrm>
            <a:off x="7019254" y="1857825"/>
            <a:ext cx="391810" cy="1872436"/>
          </a:xfrm>
          <a:prstGeom prst="rect">
            <a:avLst/>
          </a:prstGeom>
          <a:noFill/>
        </p:spPr>
        <p:txBody>
          <a:bodyPr wrap="square" rtlCol="0">
            <a:spAutoFit/>
          </a:bodyPr>
          <a:lstStyle/>
          <a:p>
            <a:pPr defTabSz="881573" fontAlgn="base">
              <a:spcBef>
                <a:spcPct val="0"/>
              </a:spcBef>
              <a:spcAft>
                <a:spcPct val="0"/>
              </a:spcAft>
              <a:buClrTx/>
              <a:defRPr/>
            </a:pPr>
            <a:r>
              <a:rPr lang="zh-TW" altLang="en-US" sz="1928" b="1" kern="1200">
                <a:solidFill>
                  <a:srgbClr val="4BACC6">
                    <a:lumMod val="75000"/>
                  </a:srgbClr>
                </a:solidFill>
                <a:latin typeface="微軟正黑體" panose="020B0604030504040204" pitchFamily="34" charset="-120"/>
                <a:ea typeface="微軟正黑體" panose="020B0604030504040204" pitchFamily="34" charset="-120"/>
                <a:cs typeface="+mn-cs"/>
              </a:rPr>
              <a:t>數位科技核備</a:t>
            </a:r>
          </a:p>
        </p:txBody>
      </p:sp>
      <p:sp>
        <p:nvSpPr>
          <p:cNvPr id="8" name="箭號: ＞形 7">
            <a:extLst>
              <a:ext uri="{FF2B5EF4-FFF2-40B4-BE49-F238E27FC236}">
                <a16:creationId xmlns:a16="http://schemas.microsoft.com/office/drawing/2014/main" id="{F2572E6D-2777-0BB9-FC8F-E3ABA6726ED0}"/>
              </a:ext>
            </a:extLst>
          </p:cNvPr>
          <p:cNvSpPr/>
          <p:nvPr/>
        </p:nvSpPr>
        <p:spPr>
          <a:xfrm>
            <a:off x="11043447" y="1598393"/>
            <a:ext cx="159368" cy="2594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875860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869878" y="2213045"/>
            <a:ext cx="5780732" cy="639753"/>
          </a:xfrm>
        </p:spPr>
        <p:txBody>
          <a:bodyPr/>
          <a:lstStyle/>
          <a:p>
            <a:pPr>
              <a:defRPr/>
            </a:pPr>
            <a:r>
              <a:rPr lang="en-US" altLang="zh-TW" sz="2699"/>
              <a:t>Appendix</a:t>
            </a:r>
            <a:endParaRPr lang="zh-TW" altLang="en-US" sz="2699"/>
          </a:p>
        </p:txBody>
      </p:sp>
    </p:spTree>
    <p:extLst>
      <p:ext uri="{BB962C8B-B14F-4D97-AF65-F5344CB8AC3E}">
        <p14:creationId xmlns:p14="http://schemas.microsoft.com/office/powerpoint/2010/main" val="214994560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探索各單位建立之資料來源與資訊助手以共享篩選邏輯</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338554"/>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使用者可訂閱其他單位建立之資料來源與資訊助手，獲取業務所需資訊，以減少重複建立的時間與系統成本</a:t>
            </a:r>
            <a:endParaRPr lang="en-US" altLang="zh-TW" sz="1600">
              <a:latin typeface="Microsoft JhengHei" panose="020B0604030504040204" pitchFamily="34" charset="-120"/>
              <a:ea typeface="Microsoft JhengHei" panose="020B0604030504040204" pitchFamily="34" charset="-120"/>
            </a:endParaRPr>
          </a:p>
        </p:txBody>
      </p:sp>
      <p:pic>
        <p:nvPicPr>
          <p:cNvPr id="6" name="圖片 5" descr="一張含有 文字, 螢幕擷取畫面, 字型, 數字 的圖片&#10;&#10;自動產生的描述">
            <a:extLst>
              <a:ext uri="{FF2B5EF4-FFF2-40B4-BE49-F238E27FC236}">
                <a16:creationId xmlns:a16="http://schemas.microsoft.com/office/drawing/2014/main" id="{87D5D065-88AB-9A52-8F66-ED8A4E787701}"/>
              </a:ext>
            </a:extLst>
          </p:cNvPr>
          <p:cNvPicPr>
            <a:picLocks noChangeAspect="1"/>
          </p:cNvPicPr>
          <p:nvPr/>
        </p:nvPicPr>
        <p:blipFill>
          <a:blip r:embed="rId3"/>
          <a:stretch>
            <a:fillRect/>
          </a:stretch>
        </p:blipFill>
        <p:spPr>
          <a:xfrm>
            <a:off x="2143595" y="1316289"/>
            <a:ext cx="6243450" cy="2448081"/>
          </a:xfrm>
          <a:prstGeom prst="rect">
            <a:avLst/>
          </a:prstGeom>
        </p:spPr>
      </p:pic>
      <p:pic>
        <p:nvPicPr>
          <p:cNvPr id="8" name="圖片 7" descr="一張含有 文字, 螢幕擷取畫面, 字型, 數字 的圖片&#10;&#10;自動產生的描述">
            <a:extLst>
              <a:ext uri="{FF2B5EF4-FFF2-40B4-BE49-F238E27FC236}">
                <a16:creationId xmlns:a16="http://schemas.microsoft.com/office/drawing/2014/main" id="{61DF3C7C-9316-7956-2730-69284F226D0C}"/>
              </a:ext>
            </a:extLst>
          </p:cNvPr>
          <p:cNvPicPr>
            <a:picLocks noChangeAspect="1"/>
          </p:cNvPicPr>
          <p:nvPr/>
        </p:nvPicPr>
        <p:blipFill>
          <a:blip r:embed="rId4"/>
          <a:stretch>
            <a:fillRect/>
          </a:stretch>
        </p:blipFill>
        <p:spPr>
          <a:xfrm>
            <a:off x="338667" y="3765332"/>
            <a:ext cx="5737684" cy="2360204"/>
          </a:xfrm>
          <a:prstGeom prst="rect">
            <a:avLst/>
          </a:prstGeom>
        </p:spPr>
      </p:pic>
      <p:pic>
        <p:nvPicPr>
          <p:cNvPr id="10" name="圖片 9" descr="一張含有 文字, 螢幕擷取畫面, 字型, 數字 的圖片&#10;&#10;自動產生的描述">
            <a:extLst>
              <a:ext uri="{FF2B5EF4-FFF2-40B4-BE49-F238E27FC236}">
                <a16:creationId xmlns:a16="http://schemas.microsoft.com/office/drawing/2014/main" id="{86CDE2B5-ACF0-3A75-1ED2-4563AA40B8FF}"/>
              </a:ext>
            </a:extLst>
          </p:cNvPr>
          <p:cNvPicPr>
            <a:picLocks noChangeAspect="1"/>
          </p:cNvPicPr>
          <p:nvPr/>
        </p:nvPicPr>
        <p:blipFill>
          <a:blip r:embed="rId5"/>
          <a:stretch>
            <a:fillRect/>
          </a:stretch>
        </p:blipFill>
        <p:spPr>
          <a:xfrm>
            <a:off x="5528733" y="3708495"/>
            <a:ext cx="5928290" cy="2448081"/>
          </a:xfrm>
          <a:prstGeom prst="rect">
            <a:avLst/>
          </a:prstGeom>
        </p:spPr>
      </p:pic>
      <p:sp>
        <p:nvSpPr>
          <p:cNvPr id="11" name="框架 10">
            <a:extLst>
              <a:ext uri="{FF2B5EF4-FFF2-40B4-BE49-F238E27FC236}">
                <a16:creationId xmlns:a16="http://schemas.microsoft.com/office/drawing/2014/main" id="{3BD241F1-653F-6C6A-78EA-8382E35DAC37}"/>
              </a:ext>
            </a:extLst>
          </p:cNvPr>
          <p:cNvSpPr/>
          <p:nvPr/>
        </p:nvSpPr>
        <p:spPr>
          <a:xfrm>
            <a:off x="7476290" y="3209653"/>
            <a:ext cx="821919" cy="430687"/>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2" name="框架 11">
            <a:extLst>
              <a:ext uri="{FF2B5EF4-FFF2-40B4-BE49-F238E27FC236}">
                <a16:creationId xmlns:a16="http://schemas.microsoft.com/office/drawing/2014/main" id="{B13B5504-E50B-5D60-E94A-51A14A4A70EA}"/>
              </a:ext>
            </a:extLst>
          </p:cNvPr>
          <p:cNvSpPr/>
          <p:nvPr/>
        </p:nvSpPr>
        <p:spPr>
          <a:xfrm>
            <a:off x="7475808" y="2618936"/>
            <a:ext cx="821919" cy="430687"/>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3" name="箭號: 彎曲 12">
            <a:extLst>
              <a:ext uri="{FF2B5EF4-FFF2-40B4-BE49-F238E27FC236}">
                <a16:creationId xmlns:a16="http://schemas.microsoft.com/office/drawing/2014/main" id="{8BE337A5-E5AA-0358-1E8A-B84FE211BAEF}"/>
              </a:ext>
            </a:extLst>
          </p:cNvPr>
          <p:cNvSpPr/>
          <p:nvPr/>
        </p:nvSpPr>
        <p:spPr>
          <a:xfrm rot="5400000">
            <a:off x="8373630" y="3086111"/>
            <a:ext cx="836613" cy="40815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4" name="箭號: 彎曲 13">
            <a:extLst>
              <a:ext uri="{FF2B5EF4-FFF2-40B4-BE49-F238E27FC236}">
                <a16:creationId xmlns:a16="http://schemas.microsoft.com/office/drawing/2014/main" id="{4C8158F7-B85E-D458-029E-EE157BB778DA}"/>
              </a:ext>
            </a:extLst>
          </p:cNvPr>
          <p:cNvSpPr/>
          <p:nvPr/>
        </p:nvSpPr>
        <p:spPr>
          <a:xfrm rot="16200000" flipH="1">
            <a:off x="1650783" y="3101337"/>
            <a:ext cx="836613" cy="377703"/>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941439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提供 </a:t>
            </a:r>
            <a:r>
              <a:rPr lang="en-US" altLang="zh-TW" sz="2800" b="1">
                <a:latin typeface="Microsoft JhengHei" panose="020B0604030504040204" pitchFamily="34" charset="-120"/>
                <a:ea typeface="Microsoft JhengHei" panose="020B0604030504040204" pitchFamily="34" charset="-120"/>
              </a:rPr>
              <a:t>AI agent</a:t>
            </a:r>
            <a:r>
              <a:rPr lang="zh-TW" altLang="en-US" sz="2800" b="1">
                <a:latin typeface="Microsoft JhengHei" panose="020B0604030504040204" pitchFamily="34" charset="-120"/>
                <a:ea typeface="Microsoft JhengHei" panose="020B0604030504040204" pitchFamily="34" charset="-120"/>
              </a:rPr>
              <a:t> 以回答使用者在操作與資訊上的問題</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內建 </a:t>
            </a:r>
            <a:r>
              <a:rPr lang="en-US" altLang="zh-TW" sz="1600">
                <a:latin typeface="Microsoft JhengHei" panose="020B0604030504040204" pitchFamily="34" charset="-120"/>
                <a:ea typeface="Microsoft JhengHei" panose="020B0604030504040204" pitchFamily="34" charset="-120"/>
              </a:rPr>
              <a:t>AI</a:t>
            </a:r>
            <a:r>
              <a:rPr lang="zh-TW" altLang="en-US" sz="1600">
                <a:latin typeface="Microsoft JhengHei" panose="020B0604030504040204" pitchFamily="34" charset="-120"/>
                <a:ea typeface="Microsoft JhengHei" panose="020B0604030504040204" pitchFamily="34" charset="-120"/>
              </a:rPr>
              <a:t> 助手於介面右下方，使用者可自由開啟與其對話，詢問功能面上的操作，以及對個別資訊助手的收錄文章提問並協助統整，任何與平台有關的問題都可以嘗試在上面開啟對話；對話紀錄會持續保留至使用者自行刪除或系統重啟</a:t>
            </a:r>
            <a:endParaRPr lang="en-US" altLang="zh-TW" sz="1600">
              <a:latin typeface="Microsoft JhengHei" panose="020B0604030504040204" pitchFamily="34" charset="-120"/>
              <a:ea typeface="Microsoft JhengHei" panose="020B0604030504040204" pitchFamily="34" charset="-120"/>
            </a:endParaRPr>
          </a:p>
        </p:txBody>
      </p:sp>
      <p:pic>
        <p:nvPicPr>
          <p:cNvPr id="8" name="圖片 7">
            <a:extLst>
              <a:ext uri="{FF2B5EF4-FFF2-40B4-BE49-F238E27FC236}">
                <a16:creationId xmlns:a16="http://schemas.microsoft.com/office/drawing/2014/main" id="{5E975C81-5312-A809-8959-852089075F38}"/>
              </a:ext>
            </a:extLst>
          </p:cNvPr>
          <p:cNvPicPr>
            <a:picLocks noChangeAspect="1"/>
          </p:cNvPicPr>
          <p:nvPr/>
        </p:nvPicPr>
        <p:blipFill>
          <a:blip r:embed="rId3"/>
          <a:stretch>
            <a:fillRect/>
          </a:stretch>
        </p:blipFill>
        <p:spPr>
          <a:xfrm>
            <a:off x="7113578" y="2064837"/>
            <a:ext cx="4406910" cy="3833654"/>
          </a:xfrm>
          <a:prstGeom prst="rect">
            <a:avLst/>
          </a:prstGeom>
        </p:spPr>
      </p:pic>
      <p:pic>
        <p:nvPicPr>
          <p:cNvPr id="10" name="圖片 9">
            <a:extLst>
              <a:ext uri="{FF2B5EF4-FFF2-40B4-BE49-F238E27FC236}">
                <a16:creationId xmlns:a16="http://schemas.microsoft.com/office/drawing/2014/main" id="{51391464-7C89-B101-325F-8FAE80862B33}"/>
              </a:ext>
            </a:extLst>
          </p:cNvPr>
          <p:cNvPicPr>
            <a:picLocks noChangeAspect="1"/>
          </p:cNvPicPr>
          <p:nvPr/>
        </p:nvPicPr>
        <p:blipFill>
          <a:blip r:embed="rId4"/>
          <a:stretch>
            <a:fillRect/>
          </a:stretch>
        </p:blipFill>
        <p:spPr>
          <a:xfrm>
            <a:off x="3372314" y="2053859"/>
            <a:ext cx="4406910" cy="3817336"/>
          </a:xfrm>
          <a:prstGeom prst="rect">
            <a:avLst/>
          </a:prstGeom>
        </p:spPr>
      </p:pic>
      <p:pic>
        <p:nvPicPr>
          <p:cNvPr id="12" name="圖片 11">
            <a:extLst>
              <a:ext uri="{FF2B5EF4-FFF2-40B4-BE49-F238E27FC236}">
                <a16:creationId xmlns:a16="http://schemas.microsoft.com/office/drawing/2014/main" id="{67BE0791-E19A-9B6C-31F8-6D3E2F5793C0}"/>
              </a:ext>
            </a:extLst>
          </p:cNvPr>
          <p:cNvPicPr>
            <a:picLocks noChangeAspect="1"/>
          </p:cNvPicPr>
          <p:nvPr/>
        </p:nvPicPr>
        <p:blipFill rotWithShape="1">
          <a:blip r:embed="rId5"/>
          <a:srcRect l="1440" t="585"/>
          <a:stretch/>
        </p:blipFill>
        <p:spPr>
          <a:xfrm>
            <a:off x="0" y="2037540"/>
            <a:ext cx="4330909" cy="3860952"/>
          </a:xfrm>
          <a:prstGeom prst="rect">
            <a:avLst/>
          </a:prstGeom>
        </p:spPr>
      </p:pic>
      <p:sp>
        <p:nvSpPr>
          <p:cNvPr id="13" name="框架 12">
            <a:extLst>
              <a:ext uri="{FF2B5EF4-FFF2-40B4-BE49-F238E27FC236}">
                <a16:creationId xmlns:a16="http://schemas.microsoft.com/office/drawing/2014/main" id="{8EEF7B51-7F9C-DA14-1416-C8F8F115767B}"/>
              </a:ext>
            </a:extLst>
          </p:cNvPr>
          <p:cNvSpPr/>
          <p:nvPr/>
        </p:nvSpPr>
        <p:spPr>
          <a:xfrm>
            <a:off x="3794078" y="5295331"/>
            <a:ext cx="612834" cy="619480"/>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4" name="框架 13">
            <a:extLst>
              <a:ext uri="{FF2B5EF4-FFF2-40B4-BE49-F238E27FC236}">
                <a16:creationId xmlns:a16="http://schemas.microsoft.com/office/drawing/2014/main" id="{E7DA127C-5745-8F53-7D71-19E3551C7636}"/>
              </a:ext>
            </a:extLst>
          </p:cNvPr>
          <p:cNvSpPr/>
          <p:nvPr/>
        </p:nvSpPr>
        <p:spPr>
          <a:xfrm>
            <a:off x="5135817" y="3098041"/>
            <a:ext cx="2567406" cy="619480"/>
          </a:xfrm>
          <a:prstGeom prst="fram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 name="框架 14">
            <a:extLst>
              <a:ext uri="{FF2B5EF4-FFF2-40B4-BE49-F238E27FC236}">
                <a16:creationId xmlns:a16="http://schemas.microsoft.com/office/drawing/2014/main" id="{E24DEB0B-0C5E-5862-4B53-4C4C17B3F9B5}"/>
              </a:ext>
            </a:extLst>
          </p:cNvPr>
          <p:cNvSpPr/>
          <p:nvPr/>
        </p:nvSpPr>
        <p:spPr>
          <a:xfrm>
            <a:off x="8773692" y="2920619"/>
            <a:ext cx="2746796" cy="3029804"/>
          </a:xfrm>
          <a:prstGeom prst="frame">
            <a:avLst>
              <a:gd name="adj1" fmla="val 3478"/>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6" name="箭號: 向右 15">
            <a:extLst>
              <a:ext uri="{FF2B5EF4-FFF2-40B4-BE49-F238E27FC236}">
                <a16:creationId xmlns:a16="http://schemas.microsoft.com/office/drawing/2014/main" id="{F1060083-9499-D14C-B341-D79050710CD5}"/>
              </a:ext>
            </a:extLst>
          </p:cNvPr>
          <p:cNvSpPr/>
          <p:nvPr/>
        </p:nvSpPr>
        <p:spPr>
          <a:xfrm>
            <a:off x="4531057" y="5527343"/>
            <a:ext cx="604760" cy="343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箭號: 向右 16">
            <a:extLst>
              <a:ext uri="{FF2B5EF4-FFF2-40B4-BE49-F238E27FC236}">
                <a16:creationId xmlns:a16="http://schemas.microsoft.com/office/drawing/2014/main" id="{517B3EDF-3DCD-80A4-07A3-455696498A87}"/>
              </a:ext>
            </a:extLst>
          </p:cNvPr>
          <p:cNvSpPr/>
          <p:nvPr/>
        </p:nvSpPr>
        <p:spPr>
          <a:xfrm>
            <a:off x="7974078" y="3242745"/>
            <a:ext cx="604760" cy="343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94490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設定工作空間以管理各單位使用狀態</a:t>
            </a:r>
          </a:p>
        </p:txBody>
      </p:sp>
      <p:sp>
        <p:nvSpPr>
          <p:cNvPr id="3" name="文字方塊 2">
            <a:extLst>
              <a:ext uri="{FF2B5EF4-FFF2-40B4-BE49-F238E27FC236}">
                <a16:creationId xmlns:a16="http://schemas.microsoft.com/office/drawing/2014/main" id="{C03031B4-7B9D-AC6D-664C-FEFBF899CECC}"/>
              </a:ext>
            </a:extLst>
          </p:cNvPr>
          <p:cNvSpPr txBox="1"/>
          <p:nvPr/>
        </p:nvSpPr>
        <p:spPr>
          <a:xfrm>
            <a:off x="179387" y="798651"/>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為確認可管理各單位工作空間、依照使用權限授權資料來源，並讓各單位易於管理各自的資訊助手、來源與成員等資訊，故建立管理面板功能以確認各單位之使用狀況</a:t>
            </a:r>
            <a:endParaRPr lang="en-US" altLang="zh-TW" sz="1600">
              <a:latin typeface="Microsoft JhengHei" panose="020B0604030504040204" pitchFamily="34" charset="-120"/>
              <a:ea typeface="Microsoft JhengHei" panose="020B0604030504040204" pitchFamily="34" charset="-120"/>
            </a:endParaRPr>
          </a:p>
        </p:txBody>
      </p:sp>
      <p:pic>
        <p:nvPicPr>
          <p:cNvPr id="4" name="圖片 3">
            <a:extLst>
              <a:ext uri="{FF2B5EF4-FFF2-40B4-BE49-F238E27FC236}">
                <a16:creationId xmlns:a16="http://schemas.microsoft.com/office/drawing/2014/main" id="{9418DBBA-2A60-A4EC-5B85-B453A19C1877}"/>
              </a:ext>
            </a:extLst>
          </p:cNvPr>
          <p:cNvPicPr>
            <a:picLocks noChangeAspect="1"/>
          </p:cNvPicPr>
          <p:nvPr/>
        </p:nvPicPr>
        <p:blipFill>
          <a:blip r:embed="rId3"/>
          <a:stretch>
            <a:fillRect/>
          </a:stretch>
        </p:blipFill>
        <p:spPr>
          <a:xfrm>
            <a:off x="179388" y="1456797"/>
            <a:ext cx="7736314" cy="2487755"/>
          </a:xfrm>
          <a:prstGeom prst="rect">
            <a:avLst/>
          </a:prstGeom>
        </p:spPr>
      </p:pic>
      <p:pic>
        <p:nvPicPr>
          <p:cNvPr id="6" name="圖片 5">
            <a:extLst>
              <a:ext uri="{FF2B5EF4-FFF2-40B4-BE49-F238E27FC236}">
                <a16:creationId xmlns:a16="http://schemas.microsoft.com/office/drawing/2014/main" id="{6802BF57-585E-B653-421A-AE4F14A14A09}"/>
              </a:ext>
            </a:extLst>
          </p:cNvPr>
          <p:cNvPicPr>
            <a:picLocks noChangeAspect="1"/>
          </p:cNvPicPr>
          <p:nvPr/>
        </p:nvPicPr>
        <p:blipFill>
          <a:blip r:embed="rId4"/>
          <a:stretch>
            <a:fillRect/>
          </a:stretch>
        </p:blipFill>
        <p:spPr>
          <a:xfrm>
            <a:off x="169481" y="4017923"/>
            <a:ext cx="7139555" cy="2169126"/>
          </a:xfrm>
          <a:prstGeom prst="rect">
            <a:avLst/>
          </a:prstGeom>
        </p:spPr>
      </p:pic>
      <p:sp>
        <p:nvSpPr>
          <p:cNvPr id="7" name="框架 6">
            <a:extLst>
              <a:ext uri="{FF2B5EF4-FFF2-40B4-BE49-F238E27FC236}">
                <a16:creationId xmlns:a16="http://schemas.microsoft.com/office/drawing/2014/main" id="{567E187C-46D8-0EDD-8569-64B2C4D7F39B}"/>
              </a:ext>
            </a:extLst>
          </p:cNvPr>
          <p:cNvSpPr/>
          <p:nvPr/>
        </p:nvSpPr>
        <p:spPr>
          <a:xfrm>
            <a:off x="5336276" y="2930346"/>
            <a:ext cx="1160058" cy="1037093"/>
          </a:xfrm>
          <a:prstGeom prst="frame">
            <a:avLst>
              <a:gd name="adj1" fmla="val 5920"/>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8" name="框架 7">
            <a:extLst>
              <a:ext uri="{FF2B5EF4-FFF2-40B4-BE49-F238E27FC236}">
                <a16:creationId xmlns:a16="http://schemas.microsoft.com/office/drawing/2014/main" id="{140277C2-01BE-785A-4BB2-815D05119914}"/>
              </a:ext>
            </a:extLst>
          </p:cNvPr>
          <p:cNvSpPr/>
          <p:nvPr/>
        </p:nvSpPr>
        <p:spPr>
          <a:xfrm>
            <a:off x="6270031" y="4017923"/>
            <a:ext cx="1052653" cy="468083"/>
          </a:xfrm>
          <a:prstGeom prst="frame">
            <a:avLst>
              <a:gd name="adj1" fmla="val 15536"/>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pic>
        <p:nvPicPr>
          <p:cNvPr id="11" name="圖片 10">
            <a:extLst>
              <a:ext uri="{FF2B5EF4-FFF2-40B4-BE49-F238E27FC236}">
                <a16:creationId xmlns:a16="http://schemas.microsoft.com/office/drawing/2014/main" id="{3AD6382E-1218-2462-9677-4E757BD78E7D}"/>
              </a:ext>
            </a:extLst>
          </p:cNvPr>
          <p:cNvPicPr>
            <a:picLocks noChangeAspect="1"/>
          </p:cNvPicPr>
          <p:nvPr/>
        </p:nvPicPr>
        <p:blipFill>
          <a:blip r:embed="rId5"/>
          <a:stretch>
            <a:fillRect/>
          </a:stretch>
        </p:blipFill>
        <p:spPr>
          <a:xfrm>
            <a:off x="8312151" y="3214739"/>
            <a:ext cx="3038856" cy="2834318"/>
          </a:xfrm>
          <a:prstGeom prst="rect">
            <a:avLst/>
          </a:prstGeom>
        </p:spPr>
      </p:pic>
      <p:sp>
        <p:nvSpPr>
          <p:cNvPr id="12" name="箭號: 向右 11">
            <a:extLst>
              <a:ext uri="{FF2B5EF4-FFF2-40B4-BE49-F238E27FC236}">
                <a16:creationId xmlns:a16="http://schemas.microsoft.com/office/drawing/2014/main" id="{98AD613C-3B49-49B9-2D9D-2BC6B059C7D8}"/>
              </a:ext>
            </a:extLst>
          </p:cNvPr>
          <p:cNvSpPr/>
          <p:nvPr/>
        </p:nvSpPr>
        <p:spPr>
          <a:xfrm>
            <a:off x="7503259" y="4851452"/>
            <a:ext cx="604760" cy="3438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箭號: 彎曲 12">
            <a:extLst>
              <a:ext uri="{FF2B5EF4-FFF2-40B4-BE49-F238E27FC236}">
                <a16:creationId xmlns:a16="http://schemas.microsoft.com/office/drawing/2014/main" id="{7C48A7C9-DDE9-C187-F824-29FA576E6B46}"/>
              </a:ext>
            </a:extLst>
          </p:cNvPr>
          <p:cNvSpPr/>
          <p:nvPr/>
        </p:nvSpPr>
        <p:spPr>
          <a:xfrm rot="10800000" flipH="1">
            <a:off x="5564186" y="4058982"/>
            <a:ext cx="596662" cy="294654"/>
          </a:xfrm>
          <a:prstGeom prst="bentArrow">
            <a:avLst>
              <a:gd name="adj1" fmla="val 25000"/>
              <a:gd name="adj2" fmla="val 25000"/>
              <a:gd name="adj3" fmla="val 50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2978162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D19EA9D5-DD65-A154-C555-D2383F6360EC}"/>
            </a:ext>
          </a:extLst>
        </p:cNvPr>
        <p:cNvGrpSpPr/>
        <p:nvPr/>
      </p:nvGrpSpPr>
      <p:grpSpPr>
        <a:xfrm>
          <a:off x="0" y="0"/>
          <a:ext cx="0" cy="0"/>
          <a:chOff x="0" y="0"/>
          <a:chExt cx="0" cy="0"/>
        </a:xfrm>
      </p:grpSpPr>
      <p:pic>
        <p:nvPicPr>
          <p:cNvPr id="11" name="圖片 10" descr="一張含有 文字, 字型, 數字, 軟體 的圖片&#10;&#10;自動產生的描述">
            <a:extLst>
              <a:ext uri="{FF2B5EF4-FFF2-40B4-BE49-F238E27FC236}">
                <a16:creationId xmlns:a16="http://schemas.microsoft.com/office/drawing/2014/main" id="{901754C8-274F-A1D4-E3CE-341F875FA894}"/>
              </a:ext>
            </a:extLst>
          </p:cNvPr>
          <p:cNvPicPr>
            <a:picLocks noChangeAspect="1"/>
          </p:cNvPicPr>
          <p:nvPr/>
        </p:nvPicPr>
        <p:blipFill rotWithShape="1">
          <a:blip r:embed="rId3"/>
          <a:srcRect l="868" t="438" b="-1"/>
          <a:stretch/>
        </p:blipFill>
        <p:spPr>
          <a:xfrm>
            <a:off x="1090863" y="1501324"/>
            <a:ext cx="9117848" cy="3278217"/>
          </a:xfrm>
          <a:prstGeom prst="rect">
            <a:avLst/>
          </a:prstGeom>
        </p:spPr>
      </p:pic>
      <p:sp>
        <p:nvSpPr>
          <p:cNvPr id="48" name="Google Shape;48;p3">
            <a:extLst>
              <a:ext uri="{FF2B5EF4-FFF2-40B4-BE49-F238E27FC236}">
                <a16:creationId xmlns:a16="http://schemas.microsoft.com/office/drawing/2014/main" id="{BDC85835-F44A-AD85-2718-45F1AE6CC0DF}"/>
              </a:ext>
            </a:extLst>
          </p:cNvPr>
          <p:cNvSpPr txBox="1">
            <a:spLocks noGrp="1"/>
          </p:cNvSpPr>
          <p:nvPr>
            <p:ph type="title"/>
          </p:nvPr>
        </p:nvSpPr>
        <p:spPr>
          <a:xfrm>
            <a:off x="179388" y="33900"/>
            <a:ext cx="11161712" cy="540000"/>
          </a:xfrm>
          <a:prstGeom prst="rect">
            <a:avLst/>
          </a:prstGeom>
          <a:noFill/>
          <a:ln>
            <a:noFill/>
          </a:ln>
        </p:spPr>
        <p:txBody>
          <a:bodyPr spcFirstLastPara="1" wrap="square" lIns="88150" tIns="44050" rIns="88150" bIns="44050" anchor="ctr" anchorCtr="0">
            <a:noAutofit/>
          </a:bodyPr>
          <a:lstStyle/>
          <a:p>
            <a:pPr>
              <a:spcBef>
                <a:spcPts val="600"/>
              </a:spcBef>
            </a:pPr>
            <a:r>
              <a:rPr lang="zh-TW" altLang="en-US" sz="2800" b="1">
                <a:latin typeface="Microsoft JhengHei" panose="020B0604030504040204" pitchFamily="34" charset="-120"/>
                <a:ea typeface="Microsoft JhengHei" panose="020B0604030504040204" pitchFamily="34" charset="-120"/>
              </a:rPr>
              <a:t>需求說明 </a:t>
            </a:r>
            <a:r>
              <a:rPr lang="en-US" altLang="zh-TW" sz="2800" b="1">
                <a:latin typeface="Microsoft JhengHei" panose="020B0604030504040204" pitchFamily="34" charset="-120"/>
                <a:ea typeface="Microsoft JhengHei" panose="020B0604030504040204" pitchFamily="34" charset="-120"/>
              </a:rPr>
              <a:t>:</a:t>
            </a:r>
            <a:r>
              <a:rPr lang="zh-TW" altLang="en-US" sz="2800" b="1">
                <a:latin typeface="Microsoft JhengHei" panose="020B0604030504040204" pitchFamily="34" charset="-120"/>
                <a:ea typeface="Microsoft JhengHei" panose="020B0604030504040204" pitchFamily="34" charset="-120"/>
              </a:rPr>
              <a:t> 使用者權限分層以讓各單位易於管理</a:t>
            </a:r>
          </a:p>
        </p:txBody>
      </p:sp>
      <p:sp>
        <p:nvSpPr>
          <p:cNvPr id="3" name="文字方塊 2">
            <a:extLst>
              <a:ext uri="{FF2B5EF4-FFF2-40B4-BE49-F238E27FC236}">
                <a16:creationId xmlns:a16="http://schemas.microsoft.com/office/drawing/2014/main" id="{1227EAD6-2F9E-181B-27C9-2D0445DA3D1C}"/>
              </a:ext>
            </a:extLst>
          </p:cNvPr>
          <p:cNvSpPr txBox="1"/>
          <p:nvPr/>
        </p:nvSpPr>
        <p:spPr>
          <a:xfrm>
            <a:off x="179387" y="798651"/>
            <a:ext cx="11161711" cy="584775"/>
          </a:xfrm>
          <a:prstGeom prst="rect">
            <a:avLst/>
          </a:prstGeom>
          <a:noFill/>
        </p:spPr>
        <p:txBody>
          <a:bodyPr wrap="square">
            <a:spAutoFit/>
          </a:bodyPr>
          <a:lstStyle/>
          <a:p>
            <a:pPr marL="321750" indent="-285750">
              <a:spcBef>
                <a:spcPts val="600"/>
              </a:spcBef>
              <a:buFont typeface="Arial" panose="020B0604020202020204" pitchFamily="34" charset="0"/>
              <a:buChar char="•"/>
            </a:pPr>
            <a:r>
              <a:rPr lang="zh-TW" altLang="en-US" sz="1600">
                <a:latin typeface="Microsoft JhengHei" panose="020B0604030504040204" pitchFamily="34" charset="-120"/>
                <a:ea typeface="Microsoft JhengHei" panose="020B0604030504040204" pitchFamily="34" charset="-120"/>
              </a:rPr>
              <a:t>使用者除了可以操作先前介紹的功能外，為了讓各單位內部做使用上的權限管理，我們把使用者分成檢視者、編輯者、管理者三個角色，單位管理者可自行設定並控管成員加入單位的工作空間</a:t>
            </a:r>
            <a:endParaRPr lang="en-US" altLang="zh-TW" sz="1600">
              <a:latin typeface="Microsoft JhengHei" panose="020B0604030504040204" pitchFamily="34" charset="-120"/>
              <a:ea typeface="Microsoft JhengHei" panose="020B0604030504040204" pitchFamily="34" charset="-120"/>
            </a:endParaRPr>
          </a:p>
        </p:txBody>
      </p:sp>
      <p:sp>
        <p:nvSpPr>
          <p:cNvPr id="8" name="框架 7">
            <a:extLst>
              <a:ext uri="{FF2B5EF4-FFF2-40B4-BE49-F238E27FC236}">
                <a16:creationId xmlns:a16="http://schemas.microsoft.com/office/drawing/2014/main" id="{C6CAD6BA-3429-F316-DBEE-5BA0EF7E15C5}"/>
              </a:ext>
            </a:extLst>
          </p:cNvPr>
          <p:cNvSpPr/>
          <p:nvPr/>
        </p:nvSpPr>
        <p:spPr>
          <a:xfrm>
            <a:off x="5234250" y="3888263"/>
            <a:ext cx="1174572" cy="704189"/>
          </a:xfrm>
          <a:prstGeom prst="frame">
            <a:avLst>
              <a:gd name="adj1" fmla="val 8467"/>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aphicFrame>
        <p:nvGraphicFramePr>
          <p:cNvPr id="2" name="表格 1">
            <a:extLst>
              <a:ext uri="{FF2B5EF4-FFF2-40B4-BE49-F238E27FC236}">
                <a16:creationId xmlns:a16="http://schemas.microsoft.com/office/drawing/2014/main" id="{61D41C3D-3150-541A-F878-2AB10657BC6A}"/>
              </a:ext>
            </a:extLst>
          </p:cNvPr>
          <p:cNvGraphicFramePr>
            <a:graphicFrameLocks noGrp="1"/>
          </p:cNvGraphicFramePr>
          <p:nvPr>
            <p:extLst>
              <p:ext uri="{D42A27DB-BD31-4B8C-83A1-F6EECF244321}">
                <p14:modId xmlns:p14="http://schemas.microsoft.com/office/powerpoint/2010/main" val="2007942034"/>
              </p:ext>
            </p:extLst>
          </p:nvPr>
        </p:nvGraphicFramePr>
        <p:xfrm>
          <a:off x="620808" y="4734414"/>
          <a:ext cx="10278867" cy="1219200"/>
        </p:xfrm>
        <a:graphic>
          <a:graphicData uri="http://schemas.openxmlformats.org/drawingml/2006/table">
            <a:tbl>
              <a:tblPr/>
              <a:tblGrid>
                <a:gridCol w="1111274">
                  <a:extLst>
                    <a:ext uri="{9D8B030D-6E8A-4147-A177-3AD203B41FA5}">
                      <a16:colId xmlns:a16="http://schemas.microsoft.com/office/drawing/2014/main" val="912234633"/>
                    </a:ext>
                  </a:extLst>
                </a:gridCol>
                <a:gridCol w="9167593">
                  <a:extLst>
                    <a:ext uri="{9D8B030D-6E8A-4147-A177-3AD203B41FA5}">
                      <a16:colId xmlns:a16="http://schemas.microsoft.com/office/drawing/2014/main" val="651208017"/>
                    </a:ext>
                  </a:extLst>
                </a:gridCol>
              </a:tblGrid>
              <a:tr h="0">
                <a:tc>
                  <a:txBody>
                    <a:bodyPr/>
                    <a:lstStyle/>
                    <a:p>
                      <a:r>
                        <a:rPr lang="zh-TW" altLang="en-US" b="1">
                          <a:latin typeface="微軟正黑體" panose="020B0604030504040204" pitchFamily="34" charset="-120"/>
                          <a:ea typeface="微軟正黑體" panose="020B0604030504040204" pitchFamily="34" charset="-120"/>
                        </a:rPr>
                        <a:t>使用者身份</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r>
                        <a:rPr lang="zh-TW" altLang="en-US" b="1">
                          <a:effectLst/>
                          <a:latin typeface="微軟正黑體" panose="020B0604030504040204" pitchFamily="34" charset="-120"/>
                          <a:ea typeface="微軟正黑體" panose="020B0604030504040204" pitchFamily="34" charset="-120"/>
                        </a:rPr>
                        <a:t>權限說明</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264866513"/>
                  </a:ext>
                </a:extLst>
              </a:tr>
              <a:tr h="0">
                <a:tc>
                  <a:txBody>
                    <a:bodyPr/>
                    <a:lstStyle/>
                    <a:p>
                      <a:r>
                        <a:rPr lang="zh-TW" altLang="en-US" b="1">
                          <a:latin typeface="微軟正黑體" panose="020B0604030504040204" pitchFamily="34" charset="-120"/>
                          <a:ea typeface="微軟正黑體" panose="020B0604030504040204" pitchFamily="34" charset="-120"/>
                        </a:rPr>
                        <a:t>檢視者</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僅能檢視平台目前已有的資料與設定，並查看需求相關資料；不可新增、編輯或刪除資訊助手、資料來源或成員</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43801794"/>
                  </a:ext>
                </a:extLst>
              </a:tr>
              <a:tr h="0">
                <a:tc>
                  <a:txBody>
                    <a:bodyPr/>
                    <a:lstStyle/>
                    <a:p>
                      <a:r>
                        <a:rPr lang="zh-TW" altLang="en-US" b="1">
                          <a:latin typeface="微軟正黑體" panose="020B0604030504040204" pitchFamily="34" charset="-120"/>
                          <a:ea typeface="微軟正黑體" panose="020B0604030504040204" pitchFamily="34" charset="-120"/>
                        </a:rPr>
                        <a:t>編輯者</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可建立、編輯和刪除自己建立的資訊助手與資料來源；無法修改同單位其他成員建立的內容，也無法管理單位成員</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25474119"/>
                  </a:ext>
                </a:extLst>
              </a:tr>
              <a:tr h="0">
                <a:tc>
                  <a:txBody>
                    <a:bodyPr/>
                    <a:lstStyle/>
                    <a:p>
                      <a:r>
                        <a:rPr lang="zh-TW" altLang="en-US" b="1">
                          <a:latin typeface="微軟正黑體" panose="020B0604030504040204" pitchFamily="34" charset="-120"/>
                          <a:ea typeface="微軟正黑體" panose="020B0604030504040204" pitchFamily="34" charset="-120"/>
                        </a:rPr>
                        <a:t>管理者</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r>
                        <a:rPr lang="zh-TW" altLang="en-US">
                          <a:effectLst/>
                          <a:latin typeface="微軟正黑體" panose="020B0604030504040204" pitchFamily="34" charset="-120"/>
                          <a:ea typeface="微軟正黑體" panose="020B0604030504040204" pitchFamily="34" charset="-120"/>
                        </a:rPr>
                        <a:t>可管理自己與同單位成員建立的資訊助手與資料來源；也可瀏覽單位工作空間，新增或刪除成員</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6546035"/>
                  </a:ext>
                </a:extLst>
              </a:tr>
            </a:tbl>
          </a:graphicData>
        </a:graphic>
      </p:graphicFrame>
      <p:sp>
        <p:nvSpPr>
          <p:cNvPr id="5" name="框架 4">
            <a:extLst>
              <a:ext uri="{FF2B5EF4-FFF2-40B4-BE49-F238E27FC236}">
                <a16:creationId xmlns:a16="http://schemas.microsoft.com/office/drawing/2014/main" id="{38479D27-CF0A-30C0-E4AE-A604D26C6174}"/>
              </a:ext>
            </a:extLst>
          </p:cNvPr>
          <p:cNvSpPr/>
          <p:nvPr/>
        </p:nvSpPr>
        <p:spPr>
          <a:xfrm>
            <a:off x="8167633" y="2413957"/>
            <a:ext cx="1842642" cy="1636675"/>
          </a:xfrm>
          <a:prstGeom prst="frame">
            <a:avLst>
              <a:gd name="adj1" fmla="val 609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388200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F11C2E-F4E8-A458-10D6-5E1ABB91D1B4}"/>
              </a:ext>
            </a:extLst>
          </p:cNvPr>
          <p:cNvSpPr>
            <a:spLocks noGrp="1"/>
          </p:cNvSpPr>
          <p:nvPr>
            <p:ph type="title"/>
          </p:nvPr>
        </p:nvSpPr>
        <p:spPr>
          <a:xfrm>
            <a:off x="345905" y="173538"/>
            <a:ext cx="10717638" cy="600229"/>
          </a:xfrm>
        </p:spPr>
        <p:txBody>
          <a:bodyPr/>
          <a:lstStyle/>
          <a:p>
            <a:r>
              <a:rPr lang="en-US" altLang="zh-TW" b="1">
                <a:solidFill>
                  <a:schemeClr val="tx2">
                    <a:lumMod val="50000"/>
                  </a:schemeClr>
                </a:solidFill>
              </a:rPr>
              <a:t>Appendix</a:t>
            </a:r>
            <a:r>
              <a:rPr lang="en-US" altLang="zh-TW" sz="2314"/>
              <a:t>-</a:t>
            </a:r>
            <a:r>
              <a:rPr lang="zh-TW" altLang="en-US" sz="2314"/>
              <a:t>大數軟體新聞來源</a:t>
            </a:r>
            <a:endParaRPr lang="zh-TW" altLang="en-US" sz="3471">
              <a:solidFill>
                <a:srgbClr val="FF0000"/>
              </a:solidFill>
            </a:endParaRPr>
          </a:p>
        </p:txBody>
      </p:sp>
      <p:pic>
        <p:nvPicPr>
          <p:cNvPr id="4" name="圖片 3" descr="一張含有 文字, 功能表, 數字, 收據 的圖片&#10;&#10;AI 產生的內容可能不正確。">
            <a:extLst>
              <a:ext uri="{FF2B5EF4-FFF2-40B4-BE49-F238E27FC236}">
                <a16:creationId xmlns:a16="http://schemas.microsoft.com/office/drawing/2014/main" id="{A0E49E2C-1E45-0DCF-C4F2-BBEEF21288C3}"/>
              </a:ext>
            </a:extLst>
          </p:cNvPr>
          <p:cNvPicPr>
            <a:picLocks noChangeAspect="1"/>
          </p:cNvPicPr>
          <p:nvPr/>
        </p:nvPicPr>
        <p:blipFill>
          <a:blip r:embed="rId3"/>
          <a:srcRect l="5460" t="44" r="4239"/>
          <a:stretch>
            <a:fillRect/>
          </a:stretch>
        </p:blipFill>
        <p:spPr>
          <a:xfrm>
            <a:off x="107641" y="1666851"/>
            <a:ext cx="2781133" cy="4109740"/>
          </a:xfrm>
          <a:prstGeom prst="rect">
            <a:avLst/>
          </a:prstGeom>
        </p:spPr>
      </p:pic>
      <p:pic>
        <p:nvPicPr>
          <p:cNvPr id="6" name="圖片 5" descr="一張含有 文字, 功能表, 收據, 數字 的圖片&#10;&#10;AI 產生的內容可能不正確。">
            <a:extLst>
              <a:ext uri="{FF2B5EF4-FFF2-40B4-BE49-F238E27FC236}">
                <a16:creationId xmlns:a16="http://schemas.microsoft.com/office/drawing/2014/main" id="{36320D38-CE5F-B1DD-BDB8-001B20512E2C}"/>
              </a:ext>
            </a:extLst>
          </p:cNvPr>
          <p:cNvPicPr>
            <a:picLocks noChangeAspect="1"/>
          </p:cNvPicPr>
          <p:nvPr/>
        </p:nvPicPr>
        <p:blipFill>
          <a:blip r:embed="rId4"/>
          <a:srcRect l="1953" r="1424"/>
          <a:stretch>
            <a:fillRect/>
          </a:stretch>
        </p:blipFill>
        <p:spPr>
          <a:xfrm>
            <a:off x="2910103" y="1768252"/>
            <a:ext cx="2794621" cy="3921483"/>
          </a:xfrm>
          <a:prstGeom prst="rect">
            <a:avLst/>
          </a:prstGeom>
        </p:spPr>
      </p:pic>
      <p:pic>
        <p:nvPicPr>
          <p:cNvPr id="10" name="圖片 9" descr="一張含有 文字, 收據, 樣式 的圖片&#10;&#10;AI 產生的內容可能不正確。">
            <a:extLst>
              <a:ext uri="{FF2B5EF4-FFF2-40B4-BE49-F238E27FC236}">
                <a16:creationId xmlns:a16="http://schemas.microsoft.com/office/drawing/2014/main" id="{6A429669-6CCA-5B03-D0C7-CAA247AF4658}"/>
              </a:ext>
            </a:extLst>
          </p:cNvPr>
          <p:cNvPicPr>
            <a:picLocks noChangeAspect="1"/>
          </p:cNvPicPr>
          <p:nvPr/>
        </p:nvPicPr>
        <p:blipFill>
          <a:blip r:embed="rId5"/>
          <a:stretch>
            <a:fillRect/>
          </a:stretch>
        </p:blipFill>
        <p:spPr>
          <a:xfrm>
            <a:off x="5744324" y="1768253"/>
            <a:ext cx="2762862" cy="3921482"/>
          </a:xfrm>
          <a:prstGeom prst="rect">
            <a:avLst/>
          </a:prstGeom>
        </p:spPr>
      </p:pic>
      <p:pic>
        <p:nvPicPr>
          <p:cNvPr id="13" name="圖片 12" descr="一張含有 文字, 功能表, 數字, 收據 的圖片&#10;&#10;AI 產生的內容可能不正確。">
            <a:extLst>
              <a:ext uri="{FF2B5EF4-FFF2-40B4-BE49-F238E27FC236}">
                <a16:creationId xmlns:a16="http://schemas.microsoft.com/office/drawing/2014/main" id="{61FB03CD-4C0E-C654-0BFD-0C81A309B133}"/>
              </a:ext>
            </a:extLst>
          </p:cNvPr>
          <p:cNvPicPr>
            <a:picLocks noChangeAspect="1"/>
          </p:cNvPicPr>
          <p:nvPr/>
        </p:nvPicPr>
        <p:blipFill>
          <a:blip r:embed="rId6"/>
          <a:stretch>
            <a:fillRect/>
          </a:stretch>
        </p:blipFill>
        <p:spPr>
          <a:xfrm>
            <a:off x="8507186" y="1441188"/>
            <a:ext cx="2838738" cy="3879858"/>
          </a:xfrm>
          <a:prstGeom prst="rect">
            <a:avLst/>
          </a:prstGeom>
        </p:spPr>
      </p:pic>
      <p:pic>
        <p:nvPicPr>
          <p:cNvPr id="15" name="圖片 14" descr="一張含有 文字, 字型, 數字, 行 的圖片&#10;&#10;AI 產生的內容可能不正確。">
            <a:extLst>
              <a:ext uri="{FF2B5EF4-FFF2-40B4-BE49-F238E27FC236}">
                <a16:creationId xmlns:a16="http://schemas.microsoft.com/office/drawing/2014/main" id="{D0407296-6E89-953E-0022-3CCD25A7E888}"/>
              </a:ext>
            </a:extLst>
          </p:cNvPr>
          <p:cNvPicPr>
            <a:picLocks noChangeAspect="1"/>
          </p:cNvPicPr>
          <p:nvPr/>
        </p:nvPicPr>
        <p:blipFill>
          <a:blip r:embed="rId7"/>
          <a:stretch>
            <a:fillRect/>
          </a:stretch>
        </p:blipFill>
        <p:spPr>
          <a:xfrm>
            <a:off x="8519752" y="5302543"/>
            <a:ext cx="2834319" cy="454704"/>
          </a:xfrm>
          <a:prstGeom prst="rect">
            <a:avLst/>
          </a:prstGeom>
        </p:spPr>
      </p:pic>
    </p:spTree>
    <p:extLst>
      <p:ext uri="{BB962C8B-B14F-4D97-AF65-F5344CB8AC3E}">
        <p14:creationId xmlns:p14="http://schemas.microsoft.com/office/powerpoint/2010/main" val="106540834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BD7B9-21AD-F2A1-D467-5211E221ABD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E229B98-045E-FE55-B052-C9F37D3418B5}"/>
              </a:ext>
            </a:extLst>
          </p:cNvPr>
          <p:cNvSpPr>
            <a:spLocks noGrp="1"/>
          </p:cNvSpPr>
          <p:nvPr>
            <p:ph type="title"/>
          </p:nvPr>
        </p:nvSpPr>
        <p:spPr>
          <a:xfrm>
            <a:off x="345905" y="173538"/>
            <a:ext cx="10717638" cy="600229"/>
          </a:xfrm>
        </p:spPr>
        <p:txBody>
          <a:bodyPr/>
          <a:lstStyle/>
          <a:p>
            <a:r>
              <a:rPr lang="en-US" altLang="zh-TW" b="1">
                <a:solidFill>
                  <a:schemeClr val="tx2">
                    <a:lumMod val="50000"/>
                  </a:schemeClr>
                </a:solidFill>
              </a:rPr>
              <a:t>Appendix</a:t>
            </a:r>
            <a:r>
              <a:rPr lang="en-US" altLang="zh-TW" sz="2314"/>
              <a:t>-</a:t>
            </a:r>
            <a:r>
              <a:rPr kumimoji="0" lang="zh-TW" altLang="en-US" sz="2400" b="0"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j-cs"/>
              </a:rPr>
              <a:t>大數軟體 </a:t>
            </a:r>
            <a:r>
              <a:rPr kumimoji="0" lang="en-US" altLang="zh-TW" sz="2400" b="0"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j-cs"/>
              </a:rPr>
              <a:t>API</a:t>
            </a:r>
            <a:r>
              <a:rPr kumimoji="0" lang="zh-TW" altLang="en-US" sz="2400" b="0" i="0" u="none" strike="noStrike" kern="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j-cs"/>
              </a:rPr>
              <a:t> 應用著作權法說明</a:t>
            </a:r>
            <a:endParaRPr lang="zh-TW" altLang="en-US" sz="3471">
              <a:solidFill>
                <a:srgbClr val="FF0000"/>
              </a:solidFill>
            </a:endParaRPr>
          </a:p>
        </p:txBody>
      </p:sp>
      <p:pic>
        <p:nvPicPr>
          <p:cNvPr id="3074" name="Picture 2">
            <a:extLst>
              <a:ext uri="{FF2B5EF4-FFF2-40B4-BE49-F238E27FC236}">
                <a16:creationId xmlns:a16="http://schemas.microsoft.com/office/drawing/2014/main" id="{5643D0EF-BC87-148F-6756-3ECFA6B765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079" y="3903536"/>
            <a:ext cx="8248503" cy="2103368"/>
          </a:xfrm>
          <a:prstGeom prst="rect">
            <a:avLst/>
          </a:prstGeom>
          <a:noFill/>
          <a:extLst>
            <a:ext uri="{909E8E84-426E-40DD-AFC4-6F175D3DCCD1}">
              <a14:hiddenFill xmlns:a14="http://schemas.microsoft.com/office/drawing/2010/main">
                <a:solidFill>
                  <a:srgbClr val="FFFFFF"/>
                </a:solidFill>
              </a14:hiddenFill>
            </a:ext>
          </a:extLst>
        </p:spPr>
      </p:pic>
      <p:pic>
        <p:nvPicPr>
          <p:cNvPr id="4" name="圖片 3">
            <a:extLst>
              <a:ext uri="{FF2B5EF4-FFF2-40B4-BE49-F238E27FC236}">
                <a16:creationId xmlns:a16="http://schemas.microsoft.com/office/drawing/2014/main" id="{2CAA1C55-A2D3-599F-F110-DEC40736ED23}"/>
              </a:ext>
            </a:extLst>
          </p:cNvPr>
          <p:cNvPicPr>
            <a:picLocks noChangeAspect="1"/>
          </p:cNvPicPr>
          <p:nvPr/>
        </p:nvPicPr>
        <p:blipFill>
          <a:blip r:embed="rId4"/>
          <a:stretch>
            <a:fillRect/>
          </a:stretch>
        </p:blipFill>
        <p:spPr>
          <a:xfrm>
            <a:off x="345905" y="948246"/>
            <a:ext cx="8945223" cy="2867425"/>
          </a:xfrm>
          <a:prstGeom prst="rect">
            <a:avLst/>
          </a:prstGeom>
        </p:spPr>
      </p:pic>
      <p:sp>
        <p:nvSpPr>
          <p:cNvPr id="5" name="文字方塊 4">
            <a:extLst>
              <a:ext uri="{FF2B5EF4-FFF2-40B4-BE49-F238E27FC236}">
                <a16:creationId xmlns:a16="http://schemas.microsoft.com/office/drawing/2014/main" id="{F99824D9-7B33-3233-5255-99457736B131}"/>
              </a:ext>
            </a:extLst>
          </p:cNvPr>
          <p:cNvSpPr txBox="1"/>
          <p:nvPr/>
        </p:nvSpPr>
        <p:spPr>
          <a:xfrm>
            <a:off x="8786522" y="4005077"/>
            <a:ext cx="2580174" cy="307777"/>
          </a:xfrm>
          <a:prstGeom prst="rect">
            <a:avLst/>
          </a:prstGeom>
          <a:noFill/>
        </p:spPr>
        <p:txBody>
          <a:bodyPr wrap="square" rtlCol="0">
            <a:spAutoFit/>
          </a:bodyPr>
          <a:lstStyle/>
          <a:p>
            <a:r>
              <a:rPr lang="zh-TW" altLang="en-US"/>
              <a:t>與大數軟體簽訂之合約說明</a:t>
            </a:r>
          </a:p>
        </p:txBody>
      </p:sp>
    </p:spTree>
    <p:extLst>
      <p:ext uri="{BB962C8B-B14F-4D97-AF65-F5344CB8AC3E}">
        <p14:creationId xmlns:p14="http://schemas.microsoft.com/office/powerpoint/2010/main" val="1971608813"/>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數科處範本">
  <a:themeElements>
    <a:clrScheme name="blue-yellow-violet-rose">
      <a:dk1>
        <a:srgbClr val="000000"/>
      </a:dk1>
      <a:lt1>
        <a:srgbClr val="FFFFFF"/>
      </a:lt1>
      <a:dk2>
        <a:srgbClr val="717179"/>
      </a:dk2>
      <a:lt2>
        <a:srgbClr val="E3E3E7"/>
      </a:lt2>
      <a:accent1>
        <a:srgbClr val="3B82F6"/>
      </a:accent1>
      <a:accent2>
        <a:srgbClr val="EAB308"/>
      </a:accent2>
      <a:accent3>
        <a:srgbClr val="8B5CF6"/>
      </a:accent3>
      <a:accent4>
        <a:srgbClr val="F33F5E"/>
      </a:accent4>
      <a:accent5>
        <a:srgbClr val="10B981"/>
      </a:accent5>
      <a:accent6>
        <a:srgbClr val="FFFFFF"/>
      </a:accent6>
      <a:hlink>
        <a:srgbClr val="3B82F6"/>
      </a:hlink>
      <a:folHlink>
        <a:srgbClr val="8B5CF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數科處範本">
  <a:themeElements>
    <a:clrScheme name="blue-yellow-violet-rose">
      <a:dk1>
        <a:srgbClr val="000000"/>
      </a:dk1>
      <a:lt1>
        <a:srgbClr val="FFFFFF"/>
      </a:lt1>
      <a:dk2>
        <a:srgbClr val="717179"/>
      </a:dk2>
      <a:lt2>
        <a:srgbClr val="E3E3E7"/>
      </a:lt2>
      <a:accent1>
        <a:srgbClr val="3B82F6"/>
      </a:accent1>
      <a:accent2>
        <a:srgbClr val="EAB308"/>
      </a:accent2>
      <a:accent3>
        <a:srgbClr val="8B5CF6"/>
      </a:accent3>
      <a:accent4>
        <a:srgbClr val="F33F5E"/>
      </a:accent4>
      <a:accent5>
        <a:srgbClr val="10B981"/>
      </a:accent5>
      <a:accent6>
        <a:srgbClr val="FFFFFF"/>
      </a:accent6>
      <a:hlink>
        <a:srgbClr val="3B82F6"/>
      </a:hlink>
      <a:folHlink>
        <a:srgbClr val="8B5CF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c347b5b-664f-4082-9567-437cbd15a34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59A0A14F75594CB856133A4244302C" ma:contentTypeVersion="13" ma:contentTypeDescription="Create a new document." ma:contentTypeScope="" ma:versionID="4a139e51f21a2c58b54a675920ff902e">
  <xsd:schema xmlns:xsd="http://www.w3.org/2001/XMLSchema" xmlns:xs="http://www.w3.org/2001/XMLSchema" xmlns:p="http://schemas.microsoft.com/office/2006/metadata/properties" xmlns:ns2="8c347b5b-664f-4082-9567-437cbd15a340" targetNamespace="http://schemas.microsoft.com/office/2006/metadata/properties" ma:root="true" ma:fieldsID="a60018fa8a2fa0c535839dd344c1f3e9" ns2:_="">
    <xsd:import namespace="8c347b5b-664f-4082-9567-437cbd15a3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347b5b-664f-4082-9567-437cbd15a3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f1147d-4a84-4851-ac23-a90e0e54e3b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6929C79-DB32-411C-8C37-9A0BBBB5F642}">
  <ds:schemaRefs>
    <ds:schemaRef ds:uri="http://schemas.microsoft.com/sharepoint/v3/contenttype/forms"/>
  </ds:schemaRefs>
</ds:datastoreItem>
</file>

<file path=customXml/itemProps2.xml><?xml version="1.0" encoding="utf-8"?>
<ds:datastoreItem xmlns:ds="http://schemas.openxmlformats.org/officeDocument/2006/customXml" ds:itemID="{0FD5D526-59E0-46BD-B75A-4A393253F249}">
  <ds:schemaRefs>
    <ds:schemaRef ds:uri="8c347b5b-664f-4082-9567-437cbd15a34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8BAAEF7-A048-4A37-BB36-606134EC07D2}">
  <ds:schemaRefs>
    <ds:schemaRef ds:uri="8c347b5b-664f-4082-9567-437cbd15a3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68</TotalTime>
  <Words>7192</Words>
  <Application>Microsoft Macintosh PowerPoint</Application>
  <PresentationFormat>自訂</PresentationFormat>
  <Paragraphs>935</Paragraphs>
  <Slides>38</Slides>
  <Notes>37</Notes>
  <HiddenSlides>0</HiddenSlides>
  <MMClips>0</MMClips>
  <ScaleCrop>false</ScaleCrop>
  <HeadingPairs>
    <vt:vector size="6" baseType="variant">
      <vt:variant>
        <vt:lpstr>使用字型</vt:lpstr>
      </vt:variant>
      <vt:variant>
        <vt:i4>12</vt:i4>
      </vt:variant>
      <vt:variant>
        <vt:lpstr>佈景主題</vt:lpstr>
      </vt:variant>
      <vt:variant>
        <vt:i4>5</vt:i4>
      </vt:variant>
      <vt:variant>
        <vt:lpstr>投影片標題</vt:lpstr>
      </vt:variant>
      <vt:variant>
        <vt:i4>38</vt:i4>
      </vt:variant>
    </vt:vector>
  </HeadingPairs>
  <TitlesOfParts>
    <vt:vector size="55" baseType="lpstr">
      <vt:lpstr>微軟正黑體</vt:lpstr>
      <vt:lpstr>微軟正黑體</vt:lpstr>
      <vt:lpstr>新細明體</vt:lpstr>
      <vt:lpstr>標準系統字體</vt:lpstr>
      <vt:lpstr>Microsoft JhengHei Light</vt:lpstr>
      <vt:lpstr>Noto Sans Symbols</vt:lpstr>
      <vt:lpstr>Aptos</vt:lpstr>
      <vt:lpstr>Arial</vt:lpstr>
      <vt:lpstr>Calibri</vt:lpstr>
      <vt:lpstr>Roboto</vt:lpstr>
      <vt:lpstr>Times New Roman</vt:lpstr>
      <vt:lpstr>Wingdings</vt:lpstr>
      <vt:lpstr>數科處範本</vt:lpstr>
      <vt:lpstr>Universal Template</vt:lpstr>
      <vt:lpstr>1_Universal Template</vt:lpstr>
      <vt:lpstr>2_Universal Template</vt:lpstr>
      <vt:lpstr>1_數科處範本</vt:lpstr>
      <vt:lpstr> InfoGather: 資訊收錄摘要自動化平台 架構審查會議 </vt:lpstr>
      <vt:lpstr>PowerPoint 簡報</vt:lpstr>
      <vt:lpstr>專案總覽</vt:lpstr>
      <vt:lpstr>專案團隊</vt:lpstr>
      <vt:lpstr>專案背景與目的</vt:lpstr>
      <vt:lpstr>專案定位：在「公開資料整合平台」中與爬蟲館並行</vt:lpstr>
      <vt:lpstr>使用情境 : 以數科處與法金營管部為例</vt:lpstr>
      <vt:lpstr>專案效益</vt:lpstr>
      <vt:lpstr>需求說明</vt:lpstr>
      <vt:lpstr>需求說明</vt:lpstr>
      <vt:lpstr>需求說明 : 建立資料來源以自動化蒐集資料</vt:lpstr>
      <vt:lpstr>需求說明 : 設定資訊助手篩選條件以整合文章資訊</vt:lpstr>
      <vt:lpstr>需求說明 : 建立洞見彙報以整合文章產出報告內容</vt:lpstr>
      <vt:lpstr>資料系統串接說明</vt:lpstr>
      <vt:lpstr>專案技術堆疊與系統邊界概覽</vt:lpstr>
      <vt:lpstr>InfoGather 第三方套件列表</vt:lpstr>
      <vt:lpstr>容器化部署與資源規劃</vt:lpstr>
      <vt:lpstr>PowerPoint 簡報</vt:lpstr>
      <vt:lpstr>雲適性評估</vt:lpstr>
      <vt:lpstr>Azure 雲端架構規劃</vt:lpstr>
      <vt:lpstr>Azure DocumentDB 與儲存量估算</vt:lpstr>
      <vt:lpstr>Redis Queue / Cache 容量估算</vt:lpstr>
      <vt:lpstr>雲端環境成本估算</vt:lpstr>
      <vt:lpstr>LLM API 使用成本估算</vt:lpstr>
      <vt:lpstr>平台資料規模現況</vt:lpstr>
      <vt:lpstr>資料成長與治理方法</vt:lpstr>
      <vt:lpstr>InfoGather 資料來源(外部資訊)</vt:lpstr>
      <vt:lpstr>InfoGather 資料來源(內部採購)</vt:lpstr>
      <vt:lpstr>權限控管設計示意</vt:lpstr>
      <vt:lpstr>API Key 管理機制與未來規劃</vt:lpstr>
      <vt:lpstr>專案時程規劃</vt:lpstr>
      <vt:lpstr>Appendix</vt:lpstr>
      <vt:lpstr>需求說明 : 探索各單位建立之資料來源與資訊助手以共享篩選邏輯</vt:lpstr>
      <vt:lpstr>需求說明 : 提供 AI agent 以回答使用者在操作與資訊上的問題</vt:lpstr>
      <vt:lpstr>需求說明 : 設定工作空間以管理各單位使用狀態</vt:lpstr>
      <vt:lpstr>需求說明 : 使用者權限分層以讓各單位易於管理</vt:lpstr>
      <vt:lpstr>Appendix-大數軟體新聞來源</vt:lpstr>
      <vt:lpstr>Appendix-大數軟體 API 應用著作權法說明</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封面標題(36 pt)</dc:title>
  <cp:lastModifiedBy>雋凱 王</cp:lastModifiedBy>
  <cp:revision>6</cp:revision>
  <dcterms:modified xsi:type="dcterms:W3CDTF">2026-08-03T17:49:10Z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0x0101003259A0A14F75594CB856133A4244302C</vt:lpwstr>
  </property>
  <property fmtid="{D5CDD505-2E9C-101B-9397-08002B2CF9AE}" pid="3" name="Order">
    <vt:r8>500</vt:r8>
  </property>
  <property fmtid="{D5CDD505-2E9C-101B-9397-08002B2CF9AE}" pid="4" name="TriggerFlowInfo">
    <vt:lpwstr/>
  </property>
  <property fmtid="{D5CDD505-2E9C-101B-9397-08002B2CF9AE}" pid="5" name="ComplianceAssetId">
    <vt:lpwstr/>
  </property>
  <property fmtid="{D5CDD505-2E9C-101B-9397-08002B2CF9AE}" pid="6" name="_ExtendedDescription">
    <vt:lpwstr/>
  </property>
  <property fmtid="{D5CDD505-2E9C-101B-9397-08002B2CF9AE}" pid="7" name="MediaServiceImageTags">
    <vt:lpwstr/>
  </property>
</Properties>
</file>
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13"/>
  </p:notesMasterIdLst>
  <p:sldIdLst>
    <p:sldId id="256" r:id="rId5"/>
    <p:sldId id="2147471201" r:id="rId6"/>
    <p:sldId id="2147471202" r:id="rId7"/>
    <p:sldId id="2147471204" r:id="rId8"/>
    <p:sldId id="2147471203" r:id="rId9"/>
    <p:sldId id="2147471205" r:id="rId10"/>
    <p:sldId id="2147471207" r:id="rId11"/>
    <p:sldId id="2147471208" r:id="rId12"/>
  </p:sldIdLst>
  <p:sldSz cx="11520488" cy="64801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2" roundtripDataSignature="AMtx7mhqKJAzFugGzrpaCdpbPJOL8Owfd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周立筠-數位金融部-證券" initials="MSOffice" lastIdx="1" clrIdx="0">
    <p:extLst>
      <p:ext uri="{19B8F6BF-5375-455C-9EA6-DF929625EA0E}">
        <p15:presenceInfo xmlns:p15="http://schemas.microsoft.com/office/powerpoint/2012/main" userId="周立筠-數位金融部-證券" providerId="None"/>
      </p:ext>
    </p:extLst>
  </p:cmAuthor>
  <p:cmAuthor id="2" name="吳憲驊-人力資源處-永豐銀行" initials="吳憲驊-人力資源處-永豐銀行" lastIdx="1" clrIdx="1">
    <p:extLst>
      <p:ext uri="{19B8F6BF-5375-455C-9EA6-DF929625EA0E}">
        <p15:presenceInfo xmlns:p15="http://schemas.microsoft.com/office/powerpoint/2012/main" userId="S::simonwu@sinopac.com::c372d5aa-c765-4280-a5c9-548c4152a5d4" providerId="AD"/>
      </p:ext>
    </p:extLst>
  </p:cmAuthor>
  <p:cmAuthor id="3" name="張天豪-數位金融處-永豐銀行" initials="張天豪-數位金融處-永豐銀行" lastIdx="1" clrIdx="2">
    <p:extLst>
      <p:ext uri="{19B8F6BF-5375-455C-9EA6-DF929625EA0E}">
        <p15:presenceInfo xmlns:p15="http://schemas.microsoft.com/office/powerpoint/2012/main" userId="S::darby@sinopac.com::0d835702-99c9-4ef6-82d8-3ca86d4ccc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006"/>
    <a:srgbClr val="713F12"/>
    <a:srgbClr val="854D0E"/>
    <a:srgbClr val="A16207"/>
    <a:srgbClr val="CA8A04"/>
    <a:srgbClr val="EAB308"/>
    <a:srgbClr val="FACC15"/>
    <a:srgbClr val="FDE047"/>
    <a:srgbClr val="FEF08A"/>
    <a:srgbClr val="FEF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17"/>
    <p:restoredTop sz="78802"/>
  </p:normalViewPr>
  <p:slideViewPr>
    <p:cSldViewPr snapToGrid="0">
      <p:cViewPr varScale="1">
        <p:scale>
          <a:sx n="97" d="100"/>
          <a:sy n="97" d="100"/>
        </p:scale>
        <p:origin x="129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52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56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鄧昱辰-數位金融處-永豐銀行" userId="S::abnerden@sinopac.com::bac69c27-d65c-4a8e-9604-5b752fd98276" providerId="AD" clId="Web-{BD436DF0-F36C-3C10-2DF2-C064A6340344}"/>
    <pc:docChg chg="modSld">
      <pc:chgData name="鄧昱辰-數位金融處-永豐銀行" userId="S::abnerden@sinopac.com::bac69c27-d65c-4a8e-9604-5b752fd98276" providerId="AD" clId="Web-{BD436DF0-F36C-3C10-2DF2-C064A6340344}" dt="2025-07-02T08:48:48.862" v="4" actId="20577"/>
      <pc:docMkLst>
        <pc:docMk/>
      </pc:docMkLst>
      <pc:sldChg chg="modSp">
        <pc:chgData name="鄧昱辰-數位金融處-永豐銀行" userId="S::abnerden@sinopac.com::bac69c27-d65c-4a8e-9604-5b752fd98276" providerId="AD" clId="Web-{BD436DF0-F36C-3C10-2DF2-C064A6340344}" dt="2025-07-02T08:48:48.862" v="4" actId="20577"/>
        <pc:sldMkLst>
          <pc:docMk/>
          <pc:sldMk cId="4060586183" sldId="2147471188"/>
        </pc:sldMkLst>
      </pc:sldChg>
    </pc:docChg>
  </pc:docChgLst>
  <pc:docChgLst>
    <pc:chgData name="周立筠-數據應用部-永豐金證券" userId="ee349c15-f274-43a3-b0c9-48d528d95247" providerId="ADAL" clId="{60EF727E-7560-4199-9548-178954D6DF8E}"/>
    <pc:docChg chg="undo custSel modSld">
      <pc:chgData name="周立筠-數據應用部-永豐金證券" userId="ee349c15-f274-43a3-b0c9-48d528d95247" providerId="ADAL" clId="{60EF727E-7560-4199-9548-178954D6DF8E}" dt="2024-08-23T09:45:13.775" v="159" actId="14100"/>
      <pc:docMkLst>
        <pc:docMk/>
      </pc:docMkLst>
      <pc:sldChg chg="modSp addCm modCm">
        <pc:chgData name="周立筠-數據應用部-永豐金證券" userId="ee349c15-f274-43a3-b0c9-48d528d95247" providerId="ADAL" clId="{60EF727E-7560-4199-9548-178954D6DF8E}" dt="2024-08-23T09:28:50.074" v="151" actId="14100"/>
        <pc:sldMkLst>
          <pc:docMk/>
          <pc:sldMk cId="3262633635" sldId="297"/>
        </pc:sldMkLst>
      </pc:sldChg>
      <pc:sldChg chg="addSp delSp modSp">
        <pc:chgData name="周立筠-數據應用部-永豐金證券" userId="ee349c15-f274-43a3-b0c9-48d528d95247" providerId="ADAL" clId="{60EF727E-7560-4199-9548-178954D6DF8E}" dt="2024-08-23T09:45:13.775" v="159" actId="14100"/>
        <pc:sldMkLst>
          <pc:docMk/>
          <pc:sldMk cId="2826782116" sldId="298"/>
        </pc:sldMkLst>
      </pc:sldChg>
    </pc:docChg>
  </pc:docChgLst>
  <pc:docChgLst>
    <pc:chgData name="周立筠-數據應用部-永豐金證券" userId="ee349c15-f274-43a3-b0c9-48d528d95247" providerId="ADAL" clId="{3FB2CB3A-96A0-4538-BF95-B43B96849497}"/>
    <pc:docChg chg="undo custSel addSld modSld sldOrd">
      <pc:chgData name="周立筠-數據應用部-永豐金證券" userId="ee349c15-f274-43a3-b0c9-48d528d95247" providerId="ADAL" clId="{3FB2CB3A-96A0-4538-BF95-B43B96849497}" dt="2024-09-06T07:42:04.870" v="136" actId="20577"/>
      <pc:docMkLst>
        <pc:docMk/>
      </pc:docMkLst>
      <pc:sldChg chg="modSp ord">
        <pc:chgData name="周立筠-數據應用部-永豐金證券" userId="ee349c15-f274-43a3-b0c9-48d528d95247" providerId="ADAL" clId="{3FB2CB3A-96A0-4538-BF95-B43B96849497}" dt="2024-09-06T07:32:13.670" v="14" actId="20577"/>
        <pc:sldMkLst>
          <pc:docMk/>
          <pc:sldMk cId="2022153893" sldId="295"/>
        </pc:sldMkLst>
      </pc:sldChg>
      <pc:sldChg chg="ord">
        <pc:chgData name="周立筠-數據應用部-永豐金證券" userId="ee349c15-f274-43a3-b0c9-48d528d95247" providerId="ADAL" clId="{3FB2CB3A-96A0-4538-BF95-B43B96849497}" dt="2024-09-06T07:29:51.430" v="5" actId="20577"/>
        <pc:sldMkLst>
          <pc:docMk/>
          <pc:sldMk cId="4245503187" sldId="2147471171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31:40.591" v="11" actId="14734"/>
        <pc:sldMkLst>
          <pc:docMk/>
          <pc:sldMk cId="1504610650" sldId="2147471172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42:04.870" v="136" actId="20577"/>
        <pc:sldMkLst>
          <pc:docMk/>
          <pc:sldMk cId="3155411272" sldId="2147471173"/>
        </pc:sldMkLst>
      </pc:sldChg>
    </pc:docChg>
  </pc:docChgLst>
  <pc:docChgLst>
    <pc:chgData name="陳韋樺-數位科技處-永豐金控" userId="701130e9-61c9-4993-9d2b-72f9303521e5" providerId="ADAL" clId="{80DAA328-AAE6-42A8-AA4F-C352BC19A94D}"/>
    <pc:docChg chg="undo custSel modSld">
      <pc:chgData name="陳韋樺-數位科技處-永豐金控" userId="701130e9-61c9-4993-9d2b-72f9303521e5" providerId="ADAL" clId="{80DAA328-AAE6-42A8-AA4F-C352BC19A94D}" dt="2025-07-08T01:43:26.008" v="4" actId="20577"/>
      <pc:docMkLst>
        <pc:docMk/>
      </pc:docMkLst>
      <pc:sldChg chg="modSp mod">
        <pc:chgData name="陳韋樺-數位科技處-永豐金控" userId="701130e9-61c9-4993-9d2b-72f9303521e5" providerId="ADAL" clId="{80DAA328-AAE6-42A8-AA4F-C352BC19A94D}" dt="2025-07-08T01:43:26.008" v="4" actId="20577"/>
        <pc:sldMkLst>
          <pc:docMk/>
          <pc:sldMk cId="0" sldId="256"/>
        </pc:sldMkLst>
      </pc:sldChg>
    </pc:docChg>
  </pc:docChgLst>
  <pc:docChgLst>
    <pc:chgData name="張天豪-數位金融處-永豐銀行" userId="0d835702-99c9-4ef6-82d8-3ca86d4ccc15" providerId="ADAL" clId="{D2AF67AB-EFE6-5583-B6E8-67F78036965D}"/>
    <pc:docChg chg="custSel addSld delSld modSld modSection">
      <pc:chgData name="張天豪-數位金融處-永豐銀行" userId="0d835702-99c9-4ef6-82d8-3ca86d4ccc15" providerId="ADAL" clId="{D2AF67AB-EFE6-5583-B6E8-67F78036965D}" dt="2025-09-15T05:42:40.118" v="2" actId="2696"/>
      <pc:docMkLst>
        <pc:docMk/>
      </pc:docMkLst>
      <pc:sldChg chg="addSp delSp modSp new del mod chgLayout">
        <pc:chgData name="張天豪-數位金融處-永豐銀行" userId="0d835702-99c9-4ef6-82d8-3ca86d4ccc15" providerId="ADAL" clId="{D2AF67AB-EFE6-5583-B6E8-67F78036965D}" dt="2025-09-15T05:42:40.118" v="2" actId="2696"/>
        <pc:sldMkLst>
          <pc:docMk/>
          <pc:sldMk cId="4260387952" sldId="2147471190"/>
        </pc:sldMkLst>
        <pc:spChg chg="del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2" creationId="{C8E2D793-753F-D8E0-6C96-C3E4A92D305F}"/>
          </ac:spMkLst>
        </pc:spChg>
        <pc:spChg chg="add mod ord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3" creationId="{4720BA31-8393-D7D0-C165-7006096CE23F}"/>
          </ac:spMkLst>
        </pc:spChg>
      </pc:sldChg>
    </pc:docChg>
  </pc:docChgLst>
  <pc:docChgLst>
    <pc:chgData name="張天豪-數位金融處-永豐銀行" userId="0d835702-99c9-4ef6-82d8-3ca86d4ccc15" providerId="ADAL" clId="{3535DB18-1BBF-46AC-A302-CA4DEF9EDE65}"/>
    <pc:docChg chg="undo custSel modSld modMainMaster">
      <pc:chgData name="張天豪-數位金融處-永豐銀行" userId="0d835702-99c9-4ef6-82d8-3ca86d4ccc15" providerId="ADAL" clId="{3535DB18-1BBF-46AC-A302-CA4DEF9EDE65}" dt="2024-08-27T06:35:43.088" v="30" actId="478"/>
      <pc:docMkLst>
        <pc:docMk/>
      </pc:docMkLst>
      <pc:sldChg chg="modSp mod addCm">
        <pc:chgData name="張天豪-數位金融處-永豐銀行" userId="0d835702-99c9-4ef6-82d8-3ca86d4ccc15" providerId="ADAL" clId="{3535DB18-1BBF-46AC-A302-CA4DEF9EDE65}" dt="2024-08-27T06:35:05.491" v="23" actId="15"/>
        <pc:sldMkLst>
          <pc:docMk/>
          <pc:sldMk cId="0" sldId="258"/>
        </pc:sldMkLst>
      </pc:sldChg>
      <pc:sldMasterChg chg="modSldLayout">
        <pc:chgData name="張天豪-數位金融處-永豐銀行" userId="0d835702-99c9-4ef6-82d8-3ca86d4ccc15" providerId="ADAL" clId="{3535DB18-1BBF-46AC-A302-CA4DEF9EDE65}" dt="2024-08-27T06:35:43.088" v="30" actId="478"/>
        <pc:sldMasterMkLst>
          <pc:docMk/>
          <pc:sldMasterMk cId="0" sldId="2147483648"/>
        </pc:sldMasterMkLst>
        <pc:sldLayoutChg chg="addSp delSp modSp mod">
          <pc:chgData name="張天豪-數位金融處-永豐銀行" userId="0d835702-99c9-4ef6-82d8-3ca86d4ccc15" providerId="ADAL" clId="{3535DB18-1BBF-46AC-A302-CA4DEF9EDE65}" dt="2024-08-27T06:35:43.088" v="30" actId="478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傅安-數位金融處-永豐銀行" userId="c8345a55-179c-4faf-b159-cca2c6631c14" providerId="ADAL" clId="{E1FFCD7C-0205-415A-938E-C70C935D38B7}"/>
    <pc:docChg chg="undo custSel addSld delSld modSection">
      <pc:chgData name="傅安-數位金融處-永豐銀行" userId="c8345a55-179c-4faf-b159-cca2c6631c14" providerId="ADAL" clId="{E1FFCD7C-0205-415A-938E-C70C935D38B7}" dt="2025-10-31T09:22:15.910" v="1" actId="47"/>
      <pc:docMkLst>
        <pc:docMk/>
      </pc:docMkLst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7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8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9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0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1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4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2406361714" sldId="29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3467411777" sldId="2147471189"/>
        </pc:sldMkLst>
      </pc:sldChg>
    </pc:docChg>
  </pc:docChgLst>
  <pc:docChgLst>
    <pc:chgData name="張天豪-數位金融處-永豐銀行" userId="0d835702-99c9-4ef6-82d8-3ca86d4ccc15" providerId="ADAL" clId="{13649D83-BEB4-0446-824D-B84D0069EC2E}"/>
    <pc:docChg chg="undo custSel addSld modSld sldOrd modSection">
      <pc:chgData name="張天豪-數位金融處-永豐銀行" userId="0d835702-99c9-4ef6-82d8-3ca86d4ccc15" providerId="ADAL" clId="{13649D83-BEB4-0446-824D-B84D0069EC2E}" dt="2024-09-30T06:06:32.388" v="718" actId="404"/>
      <pc:docMkLst>
        <pc:docMk/>
      </pc:docMkLst>
      <pc:sldChg chg="modSp mod">
        <pc:chgData name="張天豪-數位金融處-永豐銀行" userId="0d835702-99c9-4ef6-82d8-3ca86d4ccc15" providerId="ADAL" clId="{13649D83-BEB4-0446-824D-B84D0069EC2E}" dt="2024-09-30T06:05:54.645" v="708" actId="6549"/>
        <pc:sldMkLst>
          <pc:docMk/>
          <pc:sldMk cId="0" sldId="258"/>
        </pc:sldMkLst>
      </pc:sldChg>
      <pc:sldChg chg="modSp mod">
        <pc:chgData name="張天豪-數位金融處-永豐銀行" userId="0d835702-99c9-4ef6-82d8-3ca86d4ccc15" providerId="ADAL" clId="{13649D83-BEB4-0446-824D-B84D0069EC2E}" dt="2024-09-22T01:12:10.917" v="128" actId="14734"/>
        <pc:sldMkLst>
          <pc:docMk/>
          <pc:sldMk cId="0" sldId="262"/>
        </pc:sldMkLst>
      </pc:sldChg>
      <pc:sldChg chg="modSp mod">
        <pc:chgData name="張天豪-數位金融處-永豐銀行" userId="0d835702-99c9-4ef6-82d8-3ca86d4ccc15" providerId="ADAL" clId="{13649D83-BEB4-0446-824D-B84D0069EC2E}" dt="2024-09-22T01:05:29.023" v="3" actId="15"/>
        <pc:sldMkLst>
          <pc:docMk/>
          <pc:sldMk cId="4191026547" sldId="299"/>
        </pc:sldMkLst>
      </pc:sldChg>
      <pc:sldChg chg="modSp mod">
        <pc:chgData name="張天豪-數位金融處-永豐銀行" userId="0d835702-99c9-4ef6-82d8-3ca86d4ccc15" providerId="ADAL" clId="{13649D83-BEB4-0446-824D-B84D0069EC2E}" dt="2024-09-22T01:16:48.728" v="140" actId="20577"/>
        <pc:sldMkLst>
          <pc:docMk/>
          <pc:sldMk cId="393315683" sldId="2147471185"/>
        </pc:sldMkLst>
      </pc:sldChg>
      <pc:sldChg chg="addSp delSp modSp new mod modClrScheme chgLayout">
        <pc:chgData name="張天豪-數位金融處-永豐銀行" userId="0d835702-99c9-4ef6-82d8-3ca86d4ccc15" providerId="ADAL" clId="{13649D83-BEB4-0446-824D-B84D0069EC2E}" dt="2024-09-30T06:06:32.388" v="718" actId="404"/>
        <pc:sldMkLst>
          <pc:docMk/>
          <pc:sldMk cId="4060586183" sldId="2147471188"/>
        </pc:sldMkLst>
      </pc:sldChg>
      <pc:sldChg chg="modSp mod">
        <pc:chgData name="張天豪-數位金融處-永豐銀行" userId="0d835702-99c9-4ef6-82d8-3ca86d4ccc15" providerId="ADAL" clId="{13649D83-BEB4-0446-824D-B84D0069EC2E}" dt="2024-09-30T06:05:26.038" v="680" actId="255"/>
        <pc:sldMkLst>
          <pc:docMk/>
          <pc:sldMk cId="3467411777" sldId="2147471189"/>
        </pc:sldMkLst>
      </pc:sldChg>
    </pc:docChg>
  </pc:docChgLst>
  <pc:docChgLst>
    <pc:chgData name="吳憲驊-人力資源處-永豐銀行" userId="S::simonwu@sinopac.com::c372d5aa-c765-4280-a5c9-548c4152a5d4" providerId="AD" clId="Web-{566E13FB-08C0-32D8-F6D2-084C6563C8D8}"/>
    <pc:docChg chg="modSld">
      <pc:chgData name="吳憲驊-人力資源處-永豐銀行" userId="S::simonwu@sinopac.com::c372d5aa-c765-4280-a5c9-548c4152a5d4" providerId="AD" clId="Web-{566E13FB-08C0-32D8-F6D2-084C6563C8D8}" dt="2024-08-29T09:14:57.922" v="14" actId="20577"/>
      <pc:docMkLst>
        <pc:docMk/>
      </pc:docMkLst>
      <pc:sldChg chg="modSp">
        <pc:chgData name="吳憲驊-人力資源處-永豐銀行" userId="S::simonwu@sinopac.com::c372d5aa-c765-4280-a5c9-548c4152a5d4" providerId="AD" clId="Web-{566E13FB-08C0-32D8-F6D2-084C6563C8D8}" dt="2024-08-29T09:14:57.922" v="14" actId="20577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EBE3A055-FF26-45CD-9847-CB698884E610}"/>
    <pc:docChg chg="undo redo custSel addSld delSld modSld sldOrd modMainMaster addSection delSection modSection">
      <pc:chgData name="吳憲驊-人力資源處-永豐銀行" userId="c372d5aa-c765-4280-a5c9-548c4152a5d4" providerId="ADAL" clId="{EBE3A055-FF26-45CD-9847-CB698884E610}" dt="2024-09-30T06:05:20.298" v="4408" actId="404"/>
      <pc:docMkLst>
        <pc:docMk/>
      </pc:docMkLst>
      <pc:sldChg chg="modSp mod">
        <pc:chgData name="吳憲驊-人力資源處-永豐銀行" userId="c372d5aa-c765-4280-a5c9-548c4152a5d4" providerId="ADAL" clId="{EBE3A055-FF26-45CD-9847-CB698884E610}" dt="2024-09-06T01:52:09.293" v="932" actId="948"/>
        <pc:sldMkLst>
          <pc:docMk/>
          <pc:sldMk cId="0" sldId="256"/>
        </pc:sldMkLst>
      </pc:sldChg>
      <pc:sldChg chg="addSp delSp modSp mod modClrScheme delCm chgLayout">
        <pc:chgData name="吳憲驊-人力資源處-永豐銀行" userId="c372d5aa-c765-4280-a5c9-548c4152a5d4" providerId="ADAL" clId="{EBE3A055-FF26-45CD-9847-CB698884E610}" dt="2024-09-30T03:54:33.357" v="4288" actId="700"/>
        <pc:sldMkLst>
          <pc:docMk/>
          <pc:sldMk cId="0" sldId="258"/>
        </pc:sldMkLst>
      </pc:sldChg>
      <pc:sldChg chg="modSp mod">
        <pc:chgData name="吳憲驊-人力資源處-永豐銀行" userId="c372d5aa-c765-4280-a5c9-548c4152a5d4" providerId="ADAL" clId="{EBE3A055-FF26-45CD-9847-CB698884E610}" dt="2024-09-30T03:30:19.007" v="3758" actId="207"/>
        <pc:sldMkLst>
          <pc:docMk/>
          <pc:sldMk cId="0" sldId="259"/>
        </pc:sldMkLst>
      </pc:sldChg>
      <pc:sldChg chg="modSp mod">
        <pc:chgData name="吳憲驊-人力資源處-永豐銀行" userId="c372d5aa-c765-4280-a5c9-548c4152a5d4" providerId="ADAL" clId="{EBE3A055-FF26-45CD-9847-CB698884E610}" dt="2024-09-30T03:30:24.098" v="3760" actId="404"/>
        <pc:sldMkLst>
          <pc:docMk/>
          <pc:sldMk cId="0" sldId="260"/>
        </pc:sldMkLst>
      </pc:sldChg>
      <pc:sldChg chg="modSp mod">
        <pc:chgData name="吳憲驊-人力資源處-永豐銀行" userId="c372d5aa-c765-4280-a5c9-548c4152a5d4" providerId="ADAL" clId="{EBE3A055-FF26-45CD-9847-CB698884E610}" dt="2024-09-30T03:30:26.553" v="3762" actId="404"/>
        <pc:sldMkLst>
          <pc:docMk/>
          <pc:sldMk cId="0" sldId="261"/>
        </pc:sldMkLst>
      </pc:sldChg>
      <pc:sldChg chg="modSp mod">
        <pc:chgData name="吳憲驊-人力資源處-永豐銀行" userId="c372d5aa-c765-4280-a5c9-548c4152a5d4" providerId="ADAL" clId="{EBE3A055-FF26-45CD-9847-CB698884E610}" dt="2024-09-30T03:16:45.585" v="3597" actId="404"/>
        <pc:sldMkLst>
          <pc:docMk/>
          <pc:sldMk cId="0" sldId="262"/>
        </pc:sldMkLst>
      </pc:sldChg>
      <pc:sldChg chg="modSp del mod">
        <pc:chgData name="吳憲驊-人力資源處-永豐銀行" userId="c372d5aa-c765-4280-a5c9-548c4152a5d4" providerId="ADAL" clId="{EBE3A055-FF26-45CD-9847-CB698884E610}" dt="2024-09-06T10:03:19.657" v="2377" actId="47"/>
        <pc:sldMkLst>
          <pc:docMk/>
          <pc:sldMk cId="0" sldId="263"/>
        </pc:sldMkLst>
      </pc:sldChg>
      <pc:sldChg chg="ord">
        <pc:chgData name="吳憲驊-人力資源處-永豐銀行" userId="c372d5aa-c765-4280-a5c9-548c4152a5d4" providerId="ADAL" clId="{EBE3A055-FF26-45CD-9847-CB698884E610}" dt="2024-09-06T10:05:31.351" v="2385" actId="404"/>
        <pc:sldMkLst>
          <pc:docMk/>
          <pc:sldMk cId="0" sldId="264"/>
        </pc:sldMkLst>
      </pc:sldChg>
      <pc:sldChg chg="modSp del mod ord">
        <pc:chgData name="吳憲驊-人力資源處-永豐銀行" userId="c372d5aa-c765-4280-a5c9-548c4152a5d4" providerId="ADAL" clId="{EBE3A055-FF26-45CD-9847-CB698884E610}" dt="2024-09-06T10:08:06.584" v="2435" actId="47"/>
        <pc:sldMkLst>
          <pc:docMk/>
          <pc:sldMk cId="0" sldId="265"/>
        </pc:sldMkLst>
      </pc:sldChg>
      <pc:sldChg chg="modSp mod">
        <pc:chgData name="吳憲驊-人力資源處-永豐銀行" userId="c372d5aa-c765-4280-a5c9-548c4152a5d4" providerId="ADAL" clId="{EBE3A055-FF26-45CD-9847-CB698884E610}" dt="2024-09-06T02:41:12.502" v="1440" actId="404"/>
        <pc:sldMkLst>
          <pc:docMk/>
          <pc:sldMk cId="0" sldId="266"/>
        </pc:sldMkLst>
      </pc:sldChg>
      <pc:sldChg chg="modSp mod">
        <pc:chgData name="吳憲驊-人力資源處-永豐銀行" userId="c372d5aa-c765-4280-a5c9-548c4152a5d4" providerId="ADAL" clId="{EBE3A055-FF26-45CD-9847-CB698884E610}" dt="2024-09-06T09:10:15.245" v="1774" actId="108"/>
        <pc:sldMkLst>
          <pc:docMk/>
          <pc:sldMk cId="0" sldId="267"/>
        </pc:sldMkLst>
      </pc:sldChg>
      <pc:sldChg chg="modSp mod">
        <pc:chgData name="吳憲驊-人力資源處-永豐銀行" userId="c372d5aa-c765-4280-a5c9-548c4152a5d4" providerId="ADAL" clId="{EBE3A055-FF26-45CD-9847-CB698884E610}" dt="2024-09-06T02:17:10.131" v="1114" actId="20577"/>
        <pc:sldMkLst>
          <pc:docMk/>
          <pc:sldMk cId="0" sldId="268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0.576" v="1639" actId="47"/>
        <pc:sldMkLst>
          <pc:docMk/>
          <pc:sldMk cId="0" sldId="269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7.944" v="1640" actId="47"/>
        <pc:sldMkLst>
          <pc:docMk/>
          <pc:sldMk cId="0" sldId="270"/>
        </pc:sldMkLst>
      </pc:sldChg>
      <pc:sldChg chg="modSp mod">
        <pc:chgData name="吳憲驊-人力資源處-永豐銀行" userId="c372d5aa-c765-4280-a5c9-548c4152a5d4" providerId="ADAL" clId="{EBE3A055-FF26-45CD-9847-CB698884E610}" dt="2024-09-30T03:34:57.167" v="3786" actId="207"/>
        <pc:sldMkLst>
          <pc:docMk/>
          <pc:sldMk cId="0" sldId="271"/>
        </pc:sldMkLst>
      </pc:sldChg>
      <pc:sldChg chg="del">
        <pc:chgData name="吳憲驊-人力資源處-永豐銀行" userId="c372d5aa-c765-4280-a5c9-548c4152a5d4" providerId="ADAL" clId="{EBE3A055-FF26-45CD-9847-CB698884E610}" dt="2024-09-06T02:06:21.412" v="959" actId="47"/>
        <pc:sldMkLst>
          <pc:docMk/>
          <pc:sldMk cId="0" sldId="272"/>
        </pc:sldMkLst>
      </pc:sldChg>
      <pc:sldChg chg="del">
        <pc:chgData name="吳憲驊-人力資源處-永豐銀行" userId="c372d5aa-c765-4280-a5c9-548c4152a5d4" providerId="ADAL" clId="{EBE3A055-FF26-45CD-9847-CB698884E610}" dt="2024-09-06T02:06:22.515" v="960" actId="47"/>
        <pc:sldMkLst>
          <pc:docMk/>
          <pc:sldMk cId="0" sldId="273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4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5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6"/>
        </pc:sldMkLst>
      </pc:sldChg>
      <pc:sldChg chg="modSp del mod ord">
        <pc:chgData name="吳憲驊-人力資源處-永豐銀行" userId="c372d5aa-c765-4280-a5c9-548c4152a5d4" providerId="ADAL" clId="{EBE3A055-FF26-45CD-9847-CB698884E610}" dt="2024-09-06T03:23:38.051" v="1729" actId="47"/>
        <pc:sldMkLst>
          <pc:docMk/>
          <pc:sldMk cId="0" sldId="277"/>
        </pc:sldMkLst>
      </pc:sldChg>
      <pc:sldChg chg="modSp del mod">
        <pc:chgData name="吳憲驊-人力資源處-永豐銀行" userId="c372d5aa-c765-4280-a5c9-548c4152a5d4" providerId="ADAL" clId="{EBE3A055-FF26-45CD-9847-CB698884E610}" dt="2024-09-06T02:06:25.232" v="961" actId="47"/>
        <pc:sldMkLst>
          <pc:docMk/>
          <pc:sldMk cId="0" sldId="278"/>
        </pc:sldMkLst>
      </pc:sldChg>
      <pc:sldChg chg="del">
        <pc:chgData name="吳憲驊-人力資源處-永豐銀行" userId="c372d5aa-c765-4280-a5c9-548c4152a5d4" providerId="ADAL" clId="{EBE3A055-FF26-45CD-9847-CB698884E610}" dt="2024-09-06T02:06:26.187" v="962" actId="47"/>
        <pc:sldMkLst>
          <pc:docMk/>
          <pc:sldMk cId="0" sldId="279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17.105" v="4374" actId="14100"/>
        <pc:sldMkLst>
          <pc:docMk/>
          <pc:sldMk cId="0" sldId="281"/>
        </pc:sldMkLst>
      </pc:sldChg>
      <pc:sldChg chg="modSp mod">
        <pc:chgData name="吳憲驊-人力資源處-永豐銀行" userId="c372d5aa-c765-4280-a5c9-548c4152a5d4" providerId="ADAL" clId="{EBE3A055-FF26-45CD-9847-CB698884E610}" dt="2024-09-24T01:16:46.073" v="2669" actId="1076"/>
        <pc:sldMkLst>
          <pc:docMk/>
          <pc:sldMk cId="0" sldId="282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20.298" v="4408" actId="404"/>
        <pc:sldMkLst>
          <pc:docMk/>
          <pc:sldMk cId="0" sldId="286"/>
        </pc:sldMkLst>
      </pc:sldChg>
      <pc:sldChg chg="modSp mod">
        <pc:chgData name="吳憲驊-人力資源處-永豐銀行" userId="c372d5aa-c765-4280-a5c9-548c4152a5d4" providerId="ADAL" clId="{EBE3A055-FF26-45CD-9847-CB698884E610}" dt="2024-09-30T03:32:58.465" v="3765" actId="20577"/>
        <pc:sldMkLst>
          <pc:docMk/>
          <pc:sldMk cId="0" sldId="287"/>
        </pc:sldMkLst>
      </pc:sldChg>
      <pc:sldChg chg="modSp mod">
        <pc:chgData name="吳憲驊-人力資源處-永豐銀行" userId="c372d5aa-c765-4280-a5c9-548c4152a5d4" providerId="ADAL" clId="{EBE3A055-FF26-45CD-9847-CB698884E610}" dt="2024-09-30T03:33:00.811" v="3766" actId="20577"/>
        <pc:sldMkLst>
          <pc:docMk/>
          <pc:sldMk cId="0" sldId="288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17.629" v="4406" actId="700"/>
        <pc:sldMkLst>
          <pc:docMk/>
          <pc:sldMk cId="0" sldId="289"/>
        </pc:sldMkLst>
      </pc:sldChg>
      <pc:sldChg chg="modSp mod">
        <pc:chgData name="吳憲驊-人力資源處-永豐銀行" userId="c372d5aa-c765-4280-a5c9-548c4152a5d4" providerId="ADAL" clId="{EBE3A055-FF26-45CD-9847-CB698884E610}" dt="2024-09-30T03:33:17.758" v="3768" actId="20577"/>
        <pc:sldMkLst>
          <pc:docMk/>
          <pc:sldMk cId="0" sldId="290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53.989" v="4385" actId="404"/>
        <pc:sldMkLst>
          <pc:docMk/>
          <pc:sldMk cId="2697488364" sldId="291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30T03:15:33.795" v="3578" actId="14100"/>
        <pc:sldMkLst>
          <pc:docMk/>
          <pc:sldMk cId="2406361714" sldId="292"/>
        </pc:sldMkLst>
      </pc:sldChg>
      <pc:sldChg chg="modSp del mod ord modShow">
        <pc:chgData name="吳憲驊-人力資源處-永豐銀行" userId="c372d5aa-c765-4280-a5c9-548c4152a5d4" providerId="ADAL" clId="{EBE3A055-FF26-45CD-9847-CB698884E610}" dt="2024-09-24T01:14:51.710" v="2665" actId="47"/>
        <pc:sldMkLst>
          <pc:docMk/>
          <pc:sldMk cId="3121629751" sldId="293"/>
        </pc:sldMkLst>
      </pc:sldChg>
      <pc:sldChg chg="addSp modSp del mod ord delCm">
        <pc:chgData name="吳憲驊-人力資源處-永豐銀行" userId="c372d5aa-c765-4280-a5c9-548c4152a5d4" providerId="ADAL" clId="{EBE3A055-FF26-45CD-9847-CB698884E610}" dt="2024-09-06T09:30:19.344" v="1945" actId="47"/>
        <pc:sldMkLst>
          <pc:docMk/>
          <pc:sldMk cId="673018660" sldId="294"/>
        </pc:sldMkLst>
      </pc:sldChg>
      <pc:sldChg chg="modSp mod ord">
        <pc:chgData name="吳憲驊-人力資源處-永豐銀行" userId="c372d5aa-c765-4280-a5c9-548c4152a5d4" providerId="ADAL" clId="{EBE3A055-FF26-45CD-9847-CB698884E610}" dt="2024-09-24T01:08:40.626" v="2664" actId="207"/>
        <pc:sldMkLst>
          <pc:docMk/>
          <pc:sldMk cId="2022153893" sldId="295"/>
        </pc:sldMkLst>
      </pc:sldChg>
      <pc:sldChg chg="modSp mod delCm">
        <pc:chgData name="吳憲驊-人力資源處-永豐銀行" userId="c372d5aa-c765-4280-a5c9-548c4152a5d4" providerId="ADAL" clId="{EBE3A055-FF26-45CD-9847-CB698884E610}" dt="2024-09-20T06:02:24.677" v="2612" actId="207"/>
        <pc:sldMkLst>
          <pc:docMk/>
          <pc:sldMk cId="3262633635" sldId="297"/>
        </pc:sldMkLst>
      </pc:sldChg>
      <pc:sldChg chg="modSp del mod">
        <pc:chgData name="吳憲驊-人力資源處-永豐銀行" userId="c372d5aa-c765-4280-a5c9-548c4152a5d4" providerId="ADAL" clId="{EBE3A055-FF26-45CD-9847-CB698884E610}" dt="2024-09-06T08:56:06.116" v="1731" actId="47"/>
        <pc:sldMkLst>
          <pc:docMk/>
          <pc:sldMk cId="2826782116" sldId="298"/>
        </pc:sldMkLst>
      </pc:sldChg>
      <pc:sldChg chg="modSp new del mod">
        <pc:chgData name="吳憲驊-人力資源處-永豐銀行" userId="c372d5aa-c765-4280-a5c9-548c4152a5d4" providerId="ADAL" clId="{EBE3A055-FF26-45CD-9847-CB698884E610}" dt="2024-09-06T01:58:53.780" v="953" actId="47"/>
        <pc:sldMkLst>
          <pc:docMk/>
          <pc:sldMk cId="535572816" sldId="299"/>
        </pc:sldMkLst>
      </pc:sldChg>
      <pc:sldChg chg="addSp delSp modSp add del mod">
        <pc:chgData name="吳憲驊-人力資源處-永豐銀行" userId="c372d5aa-c765-4280-a5c9-548c4152a5d4" providerId="ADAL" clId="{EBE3A055-FF26-45CD-9847-CB698884E610}" dt="2024-09-06T01:27:07.721" v="125" actId="47"/>
        <pc:sldMkLst>
          <pc:docMk/>
          <pc:sldMk cId="3368370710" sldId="299"/>
        </pc:sldMkLst>
      </pc:sldChg>
      <pc:sldChg chg="new del">
        <pc:chgData name="吳憲驊-人力資源處-永豐銀行" userId="c372d5aa-c765-4280-a5c9-548c4152a5d4" providerId="ADAL" clId="{EBE3A055-FF26-45CD-9847-CB698884E610}" dt="2024-09-06T01:58:30.280" v="941" actId="47"/>
        <pc:sldMkLst>
          <pc:docMk/>
          <pc:sldMk cId="3690986561" sldId="299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06T09:11:00.817" v="1779" actId="20577"/>
        <pc:sldMkLst>
          <pc:docMk/>
          <pc:sldMk cId="4191026547" sldId="29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06T01:33:49.871" v="194" actId="47"/>
        <pc:sldMkLst>
          <pc:docMk/>
          <pc:sldMk cId="4200769607" sldId="299"/>
        </pc:sldMkLst>
      </pc:sldChg>
      <pc:sldChg chg="addSp modSp add mod">
        <pc:chgData name="吳憲驊-人力資源處-永豐銀行" userId="c372d5aa-c765-4280-a5c9-548c4152a5d4" providerId="ADAL" clId="{EBE3A055-FF26-45CD-9847-CB698884E610}" dt="2024-09-30T03:34:38.001" v="3780" actId="404"/>
        <pc:sldMkLst>
          <pc:docMk/>
          <pc:sldMk cId="2718007652" sldId="2132739904"/>
        </pc:sldMkLst>
      </pc:sldChg>
      <pc:sldChg chg="modSp add mod">
        <pc:chgData name="吳憲驊-人力資源處-永豐銀行" userId="c372d5aa-c765-4280-a5c9-548c4152a5d4" providerId="ADAL" clId="{EBE3A055-FF26-45CD-9847-CB698884E610}" dt="2024-09-20T05:57:23.821" v="2582" actId="20577"/>
        <pc:sldMkLst>
          <pc:docMk/>
          <pc:sldMk cId="1087620128" sldId="2132739928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06T02:52:14.102" v="1487" actId="47"/>
        <pc:sldMkLst>
          <pc:docMk/>
          <pc:sldMk cId="2991285827" sldId="2147471015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20T05:57:21.476" v="2580" actId="47"/>
        <pc:sldMkLst>
          <pc:docMk/>
          <pc:sldMk cId="3906953588" sldId="2147471163"/>
        </pc:sldMkLst>
      </pc:sldChg>
      <pc:sldChg chg="modSp add del mod">
        <pc:chgData name="吳憲驊-人力資源處-永豐銀行" userId="c372d5aa-c765-4280-a5c9-548c4152a5d4" providerId="ADAL" clId="{EBE3A055-FF26-45CD-9847-CB698884E610}" dt="2024-09-20T05:57:12.814" v="2577" actId="47"/>
        <pc:sldMkLst>
          <pc:docMk/>
          <pc:sldMk cId="4245503187" sldId="2147471171"/>
        </pc:sldMkLst>
      </pc:sldChg>
      <pc:sldChg chg="del">
        <pc:chgData name="吳憲驊-人力資源處-永豐銀行" userId="c372d5aa-c765-4280-a5c9-548c4152a5d4" providerId="ADAL" clId="{EBE3A055-FF26-45CD-9847-CB698884E610}" dt="2024-09-06T08:56:02.319" v="1730" actId="47"/>
        <pc:sldMkLst>
          <pc:docMk/>
          <pc:sldMk cId="1504610650" sldId="2147471172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06T10:09:00.513" v="2486" actId="255"/>
        <pc:sldMkLst>
          <pc:docMk/>
          <pc:sldMk cId="3155411272" sldId="2147471173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16.230" v="2585" actId="47"/>
        <pc:sldMkLst>
          <pc:docMk/>
          <pc:sldMk cId="2528477559" sldId="2147471174"/>
        </pc:sldMkLst>
      </pc:sldChg>
      <pc:sldChg chg="modSp add mod ord">
        <pc:chgData name="吳憲驊-人力資源處-永豐銀行" userId="c372d5aa-c765-4280-a5c9-548c4152a5d4" providerId="ADAL" clId="{EBE3A055-FF26-45CD-9847-CB698884E610}" dt="2024-09-30T03:34:34.474" v="3778" actId="207"/>
        <pc:sldMkLst>
          <pc:docMk/>
          <pc:sldMk cId="269871982" sldId="2147471175"/>
        </pc:sldMkLst>
      </pc:sldChg>
      <pc:sldChg chg="modSp add mod">
        <pc:chgData name="吳憲驊-人力資源處-永豐銀行" userId="c372d5aa-c765-4280-a5c9-548c4152a5d4" providerId="ADAL" clId="{EBE3A055-FF26-45CD-9847-CB698884E610}" dt="2024-09-06T09:24:26.987" v="1875" actId="20577"/>
        <pc:sldMkLst>
          <pc:docMk/>
          <pc:sldMk cId="2495256314" sldId="2147471176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2092506589" sldId="2147471177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26.422" v="2590" actId="47"/>
        <pc:sldMkLst>
          <pc:docMk/>
          <pc:sldMk cId="1671451404" sldId="2147471178"/>
        </pc:sldMkLst>
      </pc:sldChg>
      <pc:sldChg chg="modSp add del mod ord replI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500988513" sldId="2147471179"/>
        </pc:sldMkLst>
      </pc:sldChg>
      <pc:sldChg chg="modSp add mod ord">
        <pc:chgData name="吳憲驊-人力資源處-永豐銀行" userId="c372d5aa-c765-4280-a5c9-548c4152a5d4" providerId="ADAL" clId="{EBE3A055-FF26-45CD-9847-CB698884E610}" dt="2024-09-20T06:18:12.897" v="2644" actId="207"/>
        <pc:sldMkLst>
          <pc:docMk/>
          <pc:sldMk cId="399943788" sldId="2147471180"/>
        </pc:sldMkLst>
      </pc:sldChg>
      <pc:sldChg chg="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642251706" sldId="2147471181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26T09:46:19.715" v="2812" actId="2711"/>
        <pc:sldMkLst>
          <pc:docMk/>
          <pc:sldMk cId="2544379920" sldId="2147471182"/>
        </pc:sldMkLst>
      </pc:sldChg>
      <pc:sldChg chg="addSp delSp modSp add del mod ord">
        <pc:chgData name="吳憲驊-人力資源處-永豐銀行" userId="c372d5aa-c765-4280-a5c9-548c4152a5d4" providerId="ADAL" clId="{EBE3A055-FF26-45CD-9847-CB698884E610}" dt="2024-09-06T09:52:34.002" v="2252" actId="47"/>
        <pc:sldMkLst>
          <pc:docMk/>
          <pc:sldMk cId="2234440729" sldId="2147471183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008557657" sldId="2147471184"/>
        </pc:sldMkLst>
      </pc:sldChg>
      <pc:sldChg chg="modSp add mod ord">
        <pc:chgData name="吳憲驊-人力資源處-永豐銀行" userId="c372d5aa-c765-4280-a5c9-548c4152a5d4" providerId="ADAL" clId="{EBE3A055-FF26-45CD-9847-CB698884E610}" dt="2024-09-06T10:05:42.743" v="2410" actId="20577"/>
        <pc:sldMkLst>
          <pc:docMk/>
          <pc:sldMk cId="393315683" sldId="2147471185"/>
        </pc:sldMkLst>
      </pc:sldChg>
      <pc:sldChg chg="addSp delSp modSp add mod ord modClrScheme chgLayout">
        <pc:chgData name="吳憲驊-人力資源處-永豐銀行" userId="c372d5aa-c765-4280-a5c9-548c4152a5d4" providerId="ADAL" clId="{EBE3A055-FF26-45CD-9847-CB698884E610}" dt="2024-09-30T06:02:59.666" v="4368" actId="404"/>
        <pc:sldMkLst>
          <pc:docMk/>
          <pc:sldMk cId="2193386975" sldId="2147471186"/>
        </pc:sldMkLst>
      </pc:sldChg>
      <pc:sldChg chg="add">
        <pc:chgData name="吳憲驊-人力資源處-永豐銀行" userId="c372d5aa-c765-4280-a5c9-548c4152a5d4" providerId="ADAL" clId="{EBE3A055-FF26-45CD-9847-CB698884E610}" dt="2024-09-06T10:08:14.157" v="2436" actId="2890"/>
        <pc:sldMkLst>
          <pc:docMk/>
          <pc:sldMk cId="3424880807" sldId="2147471187"/>
        </pc:sldMkLst>
      </pc:sldChg>
      <pc:sldChg chg="add del">
        <pc:chgData name="吳憲驊-人力資源處-永豐銀行" userId="c372d5aa-c765-4280-a5c9-548c4152a5d4" providerId="ADAL" clId="{EBE3A055-FF26-45CD-9847-CB698884E610}" dt="2024-09-09T03:56:36.297" v="2491" actId="47"/>
        <pc:sldMkLst>
          <pc:docMk/>
          <pc:sldMk cId="922226238" sldId="2147471188"/>
        </pc:sldMkLst>
      </pc:sldChg>
      <pc:sldChg chg="modSp mod chgLayout">
        <pc:chgData name="吳憲驊-人力資源處-永豐銀行" userId="c372d5aa-c765-4280-a5c9-548c4152a5d4" providerId="ADAL" clId="{EBE3A055-FF26-45CD-9847-CB698884E610}" dt="2024-09-30T05:56:19.372" v="4291" actId="404"/>
        <pc:sldMkLst>
          <pc:docMk/>
          <pc:sldMk cId="4060586183" sldId="2147471188"/>
        </pc:sldMkLst>
      </pc:sldChg>
      <pc:sldChg chg="add del">
        <pc:chgData name="吳憲驊-人力資源處-永豐銀行" userId="c372d5aa-c765-4280-a5c9-548c4152a5d4" providerId="ADAL" clId="{EBE3A055-FF26-45CD-9847-CB698884E610}" dt="2024-09-26T09:48:05.353" v="2814" actId="2890"/>
        <pc:sldMkLst>
          <pc:docMk/>
          <pc:sldMk cId="2913165393" sldId="214747118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26T09:49:09.602" v="2876" actId="47"/>
        <pc:sldMkLst>
          <pc:docMk/>
          <pc:sldMk cId="3105233477" sldId="2147471189"/>
        </pc:sldMkLst>
      </pc:sldChg>
      <pc:sldChg chg="addSp delSp modSp add mod ord chgLayout">
        <pc:chgData name="吳憲驊-人力資源處-永豐銀行" userId="c372d5aa-c765-4280-a5c9-548c4152a5d4" providerId="ADAL" clId="{EBE3A055-FF26-45CD-9847-CB698884E610}" dt="2024-09-30T05:59:45.495" v="4317" actId="403"/>
        <pc:sldMkLst>
          <pc:docMk/>
          <pc:sldMk cId="3467411777" sldId="2147471189"/>
        </pc:sldMkLst>
      </pc:sldChg>
      <pc:sldMasterChg chg="addSp delSp modSp mod delSldLayout modSldLayout sldLayoutOrd">
        <pc:chgData name="吳憲驊-人力資源處-永豐銀行" userId="c372d5aa-c765-4280-a5c9-548c4152a5d4" providerId="ADAL" clId="{EBE3A055-FF26-45CD-9847-CB698884E610}" dt="2024-09-30T03:53:18.173" v="4266" actId="20577"/>
        <pc:sldMasterMkLst>
          <pc:docMk/>
          <pc:sldMasterMk cId="0" sldId="2147483648"/>
        </pc:sldMasterMkLst>
        <pc:sldLayoutChg chg="addSp delSp modSp mod ord">
          <pc:chgData name="吳憲驊-人力資源處-永豐銀行" userId="c372d5aa-c765-4280-a5c9-548c4152a5d4" providerId="ADAL" clId="{EBE3A055-FF26-45CD-9847-CB698884E610}" dt="2024-09-30T03:53:18.173" v="4266" actId="20577"/>
          <pc:sldLayoutMkLst>
            <pc:docMk/>
            <pc:sldMasterMk cId="0" sldId="2147483648"/>
            <pc:sldLayoutMk cId="0" sldId="2147483651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06T02:11:41.253" v="965" actId="6014"/>
          <pc:sldLayoutMkLst>
            <pc:docMk/>
            <pc:sldMasterMk cId="0" sldId="2147483648"/>
            <pc:sldLayoutMk cId="0" sldId="2147483652"/>
          </pc:sldLayoutMkLst>
        </pc:sldLayoutChg>
        <pc:sldLayoutChg chg="modSp mod">
          <pc:chgData name="吳憲驊-人力資源處-永豐銀行" userId="c372d5aa-c765-4280-a5c9-548c4152a5d4" providerId="ADAL" clId="{EBE3A055-FF26-45CD-9847-CB698884E610}" dt="2024-09-06T01:32:30.947" v="169" actId="20577"/>
          <pc:sldLayoutMkLst>
            <pc:docMk/>
            <pc:sldMasterMk cId="0" sldId="2147483648"/>
            <pc:sldLayoutMk cId="2989105902" sldId="2147483654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30T03:52:53.479" v="4250" actId="20577"/>
          <pc:sldLayoutMkLst>
            <pc:docMk/>
            <pc:sldMasterMk cId="0" sldId="2147483648"/>
            <pc:sldLayoutMk cId="1016505608" sldId="2147483659"/>
          </pc:sldLayoutMkLst>
        </pc:sldLayoutChg>
        <pc:sldLayoutChg chg="addSp delSp modSp del mod">
          <pc:chgData name="吳憲驊-人力資源處-永豐銀行" userId="c372d5aa-c765-4280-a5c9-548c4152a5d4" providerId="ADAL" clId="{EBE3A055-FF26-45CD-9847-CB698884E610}" dt="2024-09-06T01:57:39.997" v="937" actId="2696"/>
          <pc:sldLayoutMkLst>
            <pc:docMk/>
            <pc:sldMasterMk cId="0" sldId="2147483648"/>
            <pc:sldLayoutMk cId="1397769940" sldId="2147483659"/>
          </pc:sldLayoutMkLst>
        </pc:sldLayoutChg>
      </pc:sldMasterChg>
    </pc:docChg>
  </pc:docChgLst>
  <pc:docChgLst>
    <pc:chgData name="李宣諭-數位金融處-永豐銀行" userId="6301128a-36be-4004-bf48-5b6edf7c200a" providerId="ADAL" clId="{5556FE67-40C6-4518-82D8-D031FD5835E3}"/>
    <pc:docChg chg="modMainMaster">
      <pc:chgData name="李宣諭-數位金融處-永豐銀行" userId="6301128a-36be-4004-bf48-5b6edf7c200a" providerId="ADAL" clId="{5556FE67-40C6-4518-82D8-D031FD5835E3}" dt="2025-04-09T03:20:37.614" v="0" actId="1076"/>
      <pc:docMkLst>
        <pc:docMk/>
      </pc:docMkLst>
      <pc:sldMasterChg chg="modSldLayout">
        <pc:chgData name="李宣諭-數位金融處-永豐銀行" userId="6301128a-36be-4004-bf48-5b6edf7c200a" providerId="ADAL" clId="{5556FE67-40C6-4518-82D8-D031FD5835E3}" dt="2025-04-09T03:20:37.614" v="0" actId="1076"/>
        <pc:sldMasterMkLst>
          <pc:docMk/>
          <pc:sldMasterMk cId="0" sldId="2147483648"/>
        </pc:sldMasterMkLst>
        <pc:sldLayoutChg chg="modSp mod">
          <pc:chgData name="李宣諭-數位金融處-永豐銀行" userId="6301128a-36be-4004-bf48-5b6edf7c200a" providerId="ADAL" clId="{5556FE67-40C6-4518-82D8-D031FD5835E3}" dt="2025-04-09T03:20:37.614" v="0" actId="107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周立筠-數據應用部-永豐金證券" userId="ee349c15-f274-43a3-b0c9-48d528d95247" providerId="ADAL" clId="{C906908C-602B-40BA-8197-1638BF03C79B}"/>
    <pc:docChg chg="modSld">
      <pc:chgData name="周立筠-數據應用部-永豐金證券" userId="ee349c15-f274-43a3-b0c9-48d528d95247" providerId="ADAL" clId="{C906908C-602B-40BA-8197-1638BF03C79B}" dt="2024-09-09T02:23:14.879" v="0" actId="14734"/>
      <pc:docMkLst>
        <pc:docMk/>
      </pc:docMkLst>
      <pc:sldChg chg="modSp mod">
        <pc:chgData name="周立筠-數據應用部-永豐金證券" userId="ee349c15-f274-43a3-b0c9-48d528d95247" providerId="ADAL" clId="{C906908C-602B-40BA-8197-1638BF03C79B}" dt="2024-09-09T02:23:14.879" v="0" actId="14734"/>
        <pc:sldMkLst>
          <pc:docMk/>
          <pc:sldMk cId="3155411272" sldId="2147471173"/>
        </pc:sldMkLst>
      </pc:sldChg>
    </pc:docChg>
  </pc:docChgLst>
  <pc:docChgLst>
    <pc:chgData name="周立筠-數據應用部-永豐金證券" userId="S::liyun0222.zhou@sinopac.com::ee349c15-f274-43a3-b0c9-48d528d95247" providerId="AD" clId="Web-{5A204781-D460-E2E0-652B-45D9DE8FA1C8}"/>
    <pc:docChg chg="modSld">
      <pc:chgData name="周立筠-數據應用部-永豐金證券" userId="S::liyun0222.zhou@sinopac.com::ee349c15-f274-43a3-b0c9-48d528d95247" providerId="AD" clId="Web-{5A204781-D460-E2E0-652B-45D9DE8FA1C8}" dt="2024-10-14T01:13:08.839" v="7"/>
      <pc:docMkLst>
        <pc:docMk/>
      </pc:docMkLst>
      <pc:sldChg chg="addSp delSp modSp">
        <pc:chgData name="周立筠-數據應用部-永豐金證券" userId="S::liyun0222.zhou@sinopac.com::ee349c15-f274-43a3-b0c9-48d528d95247" providerId="AD" clId="Web-{5A204781-D460-E2E0-652B-45D9DE8FA1C8}" dt="2024-10-14T01:13:08.839" v="7"/>
        <pc:sldMkLst>
          <pc:docMk/>
          <pc:sldMk cId="2022153893" sldId="295"/>
        </pc:sldMkLst>
      </pc:sldChg>
    </pc:docChg>
  </pc:docChgLst>
  <pc:docChgLst>
    <pc:chgData name="陳韋樺-數位科技處-永豐金控" userId="701130e9-61c9-4993-9d2b-72f9303521e5" providerId="ADAL" clId="{F94F54DA-E015-4898-AD0E-43B761B2E22F}"/>
    <pc:docChg chg="modSld modNotesMaster">
      <pc:chgData name="陳韋樺-數位科技處-永豐金控" userId="701130e9-61c9-4993-9d2b-72f9303521e5" providerId="ADAL" clId="{F94F54DA-E015-4898-AD0E-43B761B2E22F}" dt="2025-07-22T03:27:11.652" v="1" actId="1076"/>
      <pc:docMkLst>
        <pc:docMk/>
      </pc:docMkLst>
      <pc:sldChg chg="modSp mod">
        <pc:chgData name="陳韋樺-數位科技處-永豐金控" userId="701130e9-61c9-4993-9d2b-72f9303521e5" providerId="ADAL" clId="{F94F54DA-E015-4898-AD0E-43B761B2E22F}" dt="2025-07-22T03:26:40.854" v="0" actId="1076"/>
        <pc:sldMkLst>
          <pc:docMk/>
          <pc:sldMk cId="0" sldId="256"/>
        </pc:sldMkLst>
      </pc:sldChg>
    </pc:docChg>
  </pc:docChgLst>
  <pc:docChgLst>
    <pc:chgData name="周立筠-數據應用部-永豐金證券" userId="S::liyun0222.zhou@sinopac.com::ee349c15-f274-43a3-b0c9-48d528d95247" providerId="AD" clId="Web-{9C13AFE3-8240-BC94-48CC-0CB3BB172451}"/>
    <pc:docChg chg="modSld">
      <pc:chgData name="周立筠-數據應用部-永豐金證券" userId="S::liyun0222.zhou@sinopac.com::ee349c15-f274-43a3-b0c9-48d528d95247" providerId="AD" clId="Web-{9C13AFE3-8240-BC94-48CC-0CB3BB172451}" dt="2024-09-30T01:52:35.281" v="3" actId="20577"/>
      <pc:docMkLst>
        <pc:docMk/>
      </pc:docMkLst>
      <pc:sldChg chg="modSp">
        <pc:chgData name="周立筠-數據應用部-永豐金證券" userId="S::liyun0222.zhou@sinopac.com::ee349c15-f274-43a3-b0c9-48d528d95247" providerId="AD" clId="Web-{9C13AFE3-8240-BC94-48CC-0CB3BB172451}" dt="2024-09-30T01:52:35.281" v="3" actId="20577"/>
        <pc:sldMkLst>
          <pc:docMk/>
          <pc:sldMk cId="0" sldId="258"/>
        </pc:sldMkLst>
      </pc:sldChg>
    </pc:docChg>
  </pc:docChgLst>
  <pc:docChgLst>
    <pc:chgData name="周立筠-數據應用部-永豐金證券" userId="ee349c15-f274-43a3-b0c9-48d528d95247" providerId="ADAL" clId="{4E0ABDCF-1B67-4881-8BC6-D6262098E4C1}"/>
    <pc:docChg chg="addSld modSld">
      <pc:chgData name="周立筠-數據應用部-永豐金證券" userId="ee349c15-f274-43a3-b0c9-48d528d95247" providerId="ADAL" clId="{4E0ABDCF-1B67-4881-8BC6-D6262098E4C1}" dt="2024-10-11T06:03:24.106" v="27"/>
      <pc:docMkLst>
        <pc:docMk/>
      </pc:docMkLst>
      <pc:sldChg chg="addSp modSp add">
        <pc:chgData name="周立筠-數據應用部-永豐金證券" userId="ee349c15-f274-43a3-b0c9-48d528d95247" providerId="ADAL" clId="{4E0ABDCF-1B67-4881-8BC6-D6262098E4C1}" dt="2024-10-11T06:03:24.106" v="27"/>
        <pc:sldMkLst>
          <pc:docMk/>
          <pc:sldMk cId="3905871497" sldId="2147471190"/>
        </pc:sldMkLst>
      </pc:sldChg>
    </pc:docChg>
  </pc:docChgLst>
  <pc:docChgLst>
    <pc:chgData name="吳憲驊-人力資源處-永豐銀行" userId="S::simonwu@sinopac.com::c372d5aa-c765-4280-a5c9-548c4152a5d4" providerId="AD" clId="Web-{AD6359EA-AF55-13A8-8FC0-F1DDB072E1CC}"/>
    <pc:docChg chg="modSld">
      <pc:chgData name="吳憲驊-人力資源處-永豐銀行" userId="S::simonwu@sinopac.com::c372d5aa-c765-4280-a5c9-548c4152a5d4" providerId="AD" clId="Web-{AD6359EA-AF55-13A8-8FC0-F1DDB072E1CC}" dt="2024-10-11T06:24:11.220" v="1"/>
      <pc:docMkLst>
        <pc:docMk/>
      </pc:docMkLst>
      <pc:sldChg chg="modSp">
        <pc:chgData name="吳憲驊-人力資源處-永豐銀行" userId="S::simonwu@sinopac.com::c372d5aa-c765-4280-a5c9-548c4152a5d4" providerId="AD" clId="Web-{AD6359EA-AF55-13A8-8FC0-F1DDB072E1CC}" dt="2024-10-11T06:24:11.220" v="1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A5CB0424-1DCD-41DE-B858-D55378E4CD93}"/>
    <pc:docChg chg="custSel addSld delSld modSld modMainMaster modSection">
      <pc:chgData name="吳憲驊-人力資源處-永豐銀行" userId="c372d5aa-c765-4280-a5c9-548c4152a5d4" providerId="ADAL" clId="{A5CB0424-1DCD-41DE-B858-D55378E4CD93}" dt="2024-09-23T03:47:43.608" v="334" actId="6549"/>
      <pc:docMkLst>
        <pc:docMk/>
      </pc:docMkLst>
      <pc:sldChg chg="modSp mod">
        <pc:chgData name="吳憲驊-人力資源處-永豐銀行" userId="c372d5aa-c765-4280-a5c9-548c4152a5d4" providerId="ADAL" clId="{A5CB0424-1DCD-41DE-B858-D55378E4CD93}" dt="2024-09-23T03:47:43.608" v="334" actId="6549"/>
        <pc:sldMkLst>
          <pc:docMk/>
          <pc:sldMk cId="4060586183" sldId="2147471188"/>
        </pc:sldMkLst>
      </pc:sldChg>
      <pc:sldChg chg="addSp modSp new del mod modClrScheme chgLayout">
        <pc:chgData name="吳憲驊-人力資源處-永豐銀行" userId="c372d5aa-c765-4280-a5c9-548c4152a5d4" providerId="ADAL" clId="{A5CB0424-1DCD-41DE-B858-D55378E4CD93}" dt="2024-09-23T03:37:14.100" v="17" actId="47"/>
        <pc:sldMkLst>
          <pc:docMk/>
          <pc:sldMk cId="3271968025" sldId="2147471189"/>
        </pc:sldMkLst>
      </pc:sldChg>
      <pc:sldMasterChg chg="modSldLayout">
        <pc:chgData name="吳憲驊-人力資源處-永豐銀行" userId="c372d5aa-c765-4280-a5c9-548c4152a5d4" providerId="ADAL" clId="{A5CB0424-1DCD-41DE-B858-D55378E4CD93}" dt="2024-09-23T03:37:04.143" v="8" actId="1076"/>
        <pc:sldMasterMkLst>
          <pc:docMk/>
          <pc:sldMasterMk cId="0" sldId="2147483648"/>
        </pc:sldMasterMkLst>
        <pc:sldLayoutChg chg="addSp delSp modSp mod">
          <pc:chgData name="吳憲驊-人力資源處-永豐銀行" userId="c372d5aa-c765-4280-a5c9-548c4152a5d4" providerId="ADAL" clId="{A5CB0424-1DCD-41DE-B858-D55378E4CD93}" dt="2024-09-23T03:37:04.143" v="8" actId="1076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吳憲驊-人力資源處-永豐銀行" userId="S::simonwu@sinopac.com::c372d5aa-c765-4280-a5c9-548c4152a5d4" providerId="AD" clId="Web-{76B08719-CE9C-CA5C-98B8-63898D770A1E}"/>
    <pc:docChg chg="addSld delSld addSection modSection">
      <pc:chgData name="吳憲驊-人力資源處-永豐銀行" userId="S::simonwu@sinopac.com::c372d5aa-c765-4280-a5c9-548c4152a5d4" providerId="AD" clId="Web-{76B08719-CE9C-CA5C-98B8-63898D770A1E}" dt="2024-09-06T10:15:50.990" v="31"/>
      <pc:docMkLst>
        <pc:docMk/>
      </pc:docMkLst>
      <pc:sldChg chg="add del">
        <pc:chgData name="吳憲驊-人力資源處-永豐銀行" userId="S::simonwu@sinopac.com::c372d5aa-c765-4280-a5c9-548c4152a5d4" providerId="AD" clId="Web-{76B08719-CE9C-CA5C-98B8-63898D770A1E}" dt="2024-09-06T10:15:15.536" v="7"/>
        <pc:sldMkLst>
          <pc:docMk/>
          <pc:sldMk cId="0" sldId="256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67" v="8"/>
        <pc:sldMkLst>
          <pc:docMk/>
          <pc:sldMk cId="0" sldId="257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98" v="9"/>
        <pc:sldMkLst>
          <pc:docMk/>
          <pc:sldMk cId="0" sldId="258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677" v="10"/>
        <pc:sldMkLst>
          <pc:docMk/>
          <pc:sldMk cId="0" sldId="259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755" v="11"/>
        <pc:sldMkLst>
          <pc:docMk/>
          <pc:sldMk cId="0" sldId="260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833" v="12"/>
        <pc:sldMkLst>
          <pc:docMk/>
          <pc:sldMk cId="0" sldId="261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927" v="13"/>
        <pc:sldMkLst>
          <pc:docMk/>
          <pc:sldMk cId="0" sldId="26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36" v="22"/>
        <pc:sldMkLst>
          <pc:docMk/>
          <pc:sldMk cId="0" sldId="264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208" v="24"/>
        <pc:sldMkLst>
          <pc:docMk/>
          <pc:sldMk cId="2406361714" sldId="29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864" v="27"/>
        <pc:sldMkLst>
          <pc:docMk/>
          <pc:sldMk cId="3121629751" sldId="29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536" v="25"/>
        <pc:sldMkLst>
          <pc:docMk/>
          <pc:sldMk cId="2022153893" sldId="29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692" v="26"/>
        <pc:sldMkLst>
          <pc:docMk/>
          <pc:sldMk cId="3155411272" sldId="214747117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30.020" v="28"/>
        <pc:sldMkLst>
          <pc:docMk/>
          <pc:sldMk cId="393315683" sldId="214747118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67" v="23"/>
        <pc:sldMkLst>
          <pc:docMk/>
          <pc:sldMk cId="2193386975" sldId="2147471186"/>
        </pc:sldMkLst>
      </pc:sldChg>
    </pc:docChg>
  </pc:docChgLst>
  <pc:docChgLst>
    <pc:chgData name="周立筠-數據應用部-永豐金證券" userId="S::liyun0222.zhou@sinopac.com::ee349c15-f274-43a3-b0c9-48d528d95247" providerId="AD" clId="Web-{FA426A10-BA6B-DDFE-201A-190FFCD3F55B}"/>
    <pc:docChg chg="addSld delSld modSld addSection modSection">
      <pc:chgData name="周立筠-數據應用部-永豐金證券" userId="S::liyun0222.zhou@sinopac.com::ee349c15-f274-43a3-b0c9-48d528d95247" providerId="AD" clId="Web-{FA426A10-BA6B-DDFE-201A-190FFCD3F55B}" dt="2024-08-23T09:16:34.093" v="83" actId="1076"/>
      <pc:docMkLst>
        <pc:docMk/>
      </pc:docMkLst>
      <pc:sldChg chg="modSp add replId">
        <pc:chgData name="周立筠-數據應用部-永豐金證券" userId="S::liyun0222.zhou@sinopac.com::ee349c15-f274-43a3-b0c9-48d528d95247" providerId="AD" clId="Web-{FA426A10-BA6B-DDFE-201A-190FFCD3F55B}" dt="2024-08-23T09:10:04.631" v="80" actId="1076"/>
        <pc:sldMkLst>
          <pc:docMk/>
          <pc:sldMk cId="3262633635" sldId="297"/>
        </pc:sldMkLst>
      </pc:sldChg>
      <pc:sldChg chg="addSp modSp new">
        <pc:chgData name="周立筠-數據應用部-永豐金證券" userId="S::liyun0222.zhou@sinopac.com::ee349c15-f274-43a3-b0c9-48d528d95247" providerId="AD" clId="Web-{FA426A10-BA6B-DDFE-201A-190FFCD3F55B}" dt="2024-08-23T09:16:34.093" v="83" actId="1076"/>
        <pc:sldMkLst>
          <pc:docMk/>
          <pc:sldMk cId="2826782116" sldId="298"/>
        </pc:sldMkLst>
      </pc:sldChg>
    </pc:docChg>
  </pc:docChgLst>
  <pc:docChgLst>
    <pc:chgData name="傅安-數位金融處-永豐銀行" userId="c8345a55-179c-4faf-b159-cca2c6631c14" providerId="ADAL" clId="{FC04D932-23C0-426C-B700-25BA7DA62966}"/>
    <pc:docChg chg="undo custSel addSld delSld modSld modSection">
      <pc:chgData name="傅安-數位金融處-永豐銀行" userId="c8345a55-179c-4faf-b159-cca2c6631c14" providerId="ADAL" clId="{FC04D932-23C0-426C-B700-25BA7DA62966}" dt="2025-07-14T08:12:18.285" v="70" actId="680"/>
      <pc:docMkLst>
        <pc:docMk/>
      </pc:docMkLst>
      <pc:sldChg chg="modSp mod">
        <pc:chgData name="傅安-數位金融處-永豐銀行" userId="c8345a55-179c-4faf-b159-cca2c6631c14" providerId="ADAL" clId="{FC04D932-23C0-426C-B700-25BA7DA62966}" dt="2025-07-14T08:12:17.924" v="69"/>
        <pc:sldMkLst>
          <pc:docMk/>
          <pc:sldMk cId="0" sldId="256"/>
        </pc:sldMkLst>
      </pc:sldChg>
      <pc:sldChg chg="new del">
        <pc:chgData name="傅安-數位金融處-永豐銀行" userId="c8345a55-179c-4faf-b159-cca2c6631c14" providerId="ADAL" clId="{FC04D932-23C0-426C-B700-25BA7DA62966}" dt="2025-07-14T08:12:18.285" v="70" actId="680"/>
        <pc:sldMkLst>
          <pc:docMk/>
          <pc:sldMk cId="3701876126" sldId="2147471190"/>
        </pc:sldMkLst>
      </pc:sldChg>
    </pc:docChg>
  </pc:docChgLst>
  <pc:docChgLst>
    <pc:chgData name="吳憲驊-人力資源處-永豐銀行" userId="c372d5aa-c765-4280-a5c9-548c4152a5d4" providerId="ADAL" clId="{898F72A5-CF0B-4BC5-833D-22D2B31FA266}"/>
    <pc:docChg chg="undo custSel delSld modSld modSection">
      <pc:chgData name="吳憲驊-人力資源處-永豐銀行" userId="c372d5aa-c765-4280-a5c9-548c4152a5d4" providerId="ADAL" clId="{898F72A5-CF0B-4BC5-833D-22D2B31FA266}" dt="2024-08-27T05:50:47.744" v="22" actId="2165"/>
      <pc:docMkLst>
        <pc:docMk/>
      </pc:docMkLst>
      <pc:sldChg chg="delSp mod">
        <pc:chgData name="吳憲驊-人力資源處-永豐銀行" userId="c372d5aa-c765-4280-a5c9-548c4152a5d4" providerId="ADAL" clId="{898F72A5-CF0B-4BC5-833D-22D2B31FA266}" dt="2024-08-23T08:22:23.087" v="1" actId="478"/>
        <pc:sldMkLst>
          <pc:docMk/>
          <pc:sldMk cId="3121629751" sldId="293"/>
        </pc:sldMkLst>
      </pc:sldChg>
      <pc:sldChg chg="modSp mod addCm modCm">
        <pc:chgData name="吳憲驊-人力資源處-永豐銀行" userId="c372d5aa-c765-4280-a5c9-548c4152a5d4" providerId="ADAL" clId="{898F72A5-CF0B-4BC5-833D-22D2B31FA266}" dt="2024-08-27T05:50:47.744" v="22" actId="2165"/>
        <pc:sldMkLst>
          <pc:docMk/>
          <pc:sldMk cId="673018660" sldId="294"/>
        </pc:sldMkLst>
      </pc:sldChg>
      <pc:sldChg chg="modSp mod">
        <pc:chgData name="吳憲驊-人力資源處-永豐銀行" userId="c372d5aa-c765-4280-a5c9-548c4152a5d4" providerId="ADAL" clId="{898F72A5-CF0B-4BC5-833D-22D2B31FA266}" dt="2024-08-23T10:03:46.763" v="16" actId="20577"/>
        <pc:sldMkLst>
          <pc:docMk/>
          <pc:sldMk cId="3262633635" sldId="297"/>
        </pc:sldMkLst>
      </pc:sldChg>
    </pc:docChg>
  </pc:docChgLst>
  <pc:docChgLst>
    <pc:chgData name="王雋凱-數位金融處-永豐銀行" userId="f78494d6-bac0-4c9e-94cd-0b5e029c0856" providerId="ADAL" clId="{9A569F61-9D88-48E2-A5EB-7100445BBAB5}"/>
    <pc:docChg chg="modSld sldOrd">
      <pc:chgData name="王雋凱-數位金融處-永豐銀行" userId="f78494d6-bac0-4c9e-94cd-0b5e029c0856" providerId="ADAL" clId="{9A569F61-9D88-48E2-A5EB-7100445BBAB5}" dt="2025-06-18T00:28:24.595" v="1"/>
      <pc:docMkLst>
        <pc:docMk/>
      </pc:docMkLst>
      <pc:sldChg chg="ord">
        <pc:chgData name="王雋凱-數位金融處-永豐銀行" userId="f78494d6-bac0-4c9e-94cd-0b5e029c0856" providerId="ADAL" clId="{9A569F61-9D88-48E2-A5EB-7100445BBAB5}" dt="2025-06-18T00:28:24.595" v="1"/>
        <pc:sldMkLst>
          <pc:docMk/>
          <pc:sldMk cId="0" sldId="258"/>
        </pc:sldMkLst>
      </pc:sldChg>
    </pc:docChg>
  </pc:docChgLst>
  <pc:docChgLst>
    <pc:chgData name="張天豪-數位金融處-永豐銀行" userId="0d835702-99c9-4ef6-82d8-3ca86d4ccc15" providerId="ADAL" clId="{05C68244-A0A4-5F4B-A227-C47B6FE62571}"/>
    <pc:docChg chg="undo custSel addSld delSld modSld modMainMaster modSection">
      <pc:chgData name="張天豪-數位金融處-永豐銀行" userId="0d835702-99c9-4ef6-82d8-3ca86d4ccc15" providerId="ADAL" clId="{05C68244-A0A4-5F4B-A227-C47B6FE62571}" dt="2024-11-23T00:59:06.402" v="223" actId="12"/>
      <pc:docMkLst>
        <pc:docMk/>
      </pc:docMkLst>
      <pc:sldChg chg="modSp mod">
        <pc:chgData name="張天豪-數位金融處-永豐銀行" userId="0d835702-99c9-4ef6-82d8-3ca86d4ccc15" providerId="ADAL" clId="{05C68244-A0A4-5F4B-A227-C47B6FE62571}" dt="2024-10-12T11:25:14.956" v="80" actId="20577"/>
        <pc:sldMkLst>
          <pc:docMk/>
          <pc:sldMk cId="2406361714" sldId="292"/>
        </pc:sldMkLst>
      </pc:sldChg>
      <pc:sldChg chg="modSp mod">
        <pc:chgData name="張天豪-數位金融處-永豐銀行" userId="0d835702-99c9-4ef6-82d8-3ca86d4ccc15" providerId="ADAL" clId="{05C68244-A0A4-5F4B-A227-C47B6FE62571}" dt="2024-10-13T02:59:04.551" v="212" actId="6549"/>
        <pc:sldMkLst>
          <pc:docMk/>
          <pc:sldMk cId="2022153893" sldId="295"/>
        </pc:sldMkLst>
      </pc:sldChg>
      <pc:sldChg chg="modSp mod">
        <pc:chgData name="張天豪-數位金融處-永豐銀行" userId="0d835702-99c9-4ef6-82d8-3ca86d4ccc15" providerId="ADAL" clId="{05C68244-A0A4-5F4B-A227-C47B6FE62571}" dt="2024-10-12T11:29:08.768" v="165"/>
        <pc:sldMkLst>
          <pc:docMk/>
          <pc:sldMk cId="3262633635" sldId="297"/>
        </pc:sldMkLst>
      </pc:sldChg>
      <pc:sldChg chg="modSp mod">
        <pc:chgData name="張天豪-數位金融處-永豐銀行" userId="0d835702-99c9-4ef6-82d8-3ca86d4ccc15" providerId="ADAL" clId="{05C68244-A0A4-5F4B-A227-C47B6FE62571}" dt="2024-10-12T11:25:27.938" v="88" actId="20577"/>
        <pc:sldMkLst>
          <pc:docMk/>
          <pc:sldMk cId="3155411272" sldId="2147471173"/>
        </pc:sldMkLst>
      </pc:sldChg>
      <pc:sldChg chg="modSp mod">
        <pc:chgData name="張天豪-數位金融處-永豐銀行" userId="0d835702-99c9-4ef6-82d8-3ca86d4ccc15" providerId="ADAL" clId="{05C68244-A0A4-5F4B-A227-C47B6FE62571}" dt="2024-10-12T11:28:12.213" v="152" actId="207"/>
        <pc:sldMkLst>
          <pc:docMk/>
          <pc:sldMk cId="2495256314" sldId="2147471176"/>
        </pc:sldMkLst>
      </pc:sldChg>
      <pc:sldChg chg="add del">
        <pc:chgData name="張天豪-數位金融處-永豐銀行" userId="0d835702-99c9-4ef6-82d8-3ca86d4ccc15" providerId="ADAL" clId="{05C68244-A0A4-5F4B-A227-C47B6FE62571}" dt="2024-10-12T11:29:13.617" v="166" actId="2696"/>
        <pc:sldMkLst>
          <pc:docMk/>
          <pc:sldMk cId="424210253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6:42.301" v="102" actId="2696"/>
        <pc:sldMkLst>
          <pc:docMk/>
          <pc:sldMk cId="717366664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8:19.946" v="153" actId="2696"/>
        <pc:sldMkLst>
          <pc:docMk/>
          <pc:sldMk cId="750805866" sldId="2147471190"/>
        </pc:sldMkLst>
      </pc:sldChg>
      <pc:sldChg chg="del">
        <pc:chgData name="張天豪-數位金融處-永豐銀行" userId="0d835702-99c9-4ef6-82d8-3ca86d4ccc15" providerId="ADAL" clId="{05C68244-A0A4-5F4B-A227-C47B6FE62571}" dt="2024-10-12T11:23:56.255" v="44" actId="2696"/>
        <pc:sldMkLst>
          <pc:docMk/>
          <pc:sldMk cId="3905871497" sldId="2147471190"/>
        </pc:sldMkLst>
      </pc:sldChg>
      <pc:sldMasterChg chg="modSldLayout sldLayoutOrd">
        <pc:chgData name="張天豪-數位金融處-永豐銀行" userId="0d835702-99c9-4ef6-82d8-3ca86d4ccc15" providerId="ADAL" clId="{05C68244-A0A4-5F4B-A227-C47B6FE62571}" dt="2024-11-23T00:59:06.402" v="223" actId="12"/>
        <pc:sldMasterMkLst>
          <pc:docMk/>
          <pc:sldMasterMk cId="0" sldId="2147483648"/>
        </pc:sldMasterMkLst>
        <pc:sldLayoutChg chg="modSp">
          <pc:chgData name="張天豪-數位金融處-永豐銀行" userId="0d835702-99c9-4ef6-82d8-3ca86d4ccc15" providerId="ADAL" clId="{05C68244-A0A4-5F4B-A227-C47B6FE62571}" dt="2024-10-13T02:53:19.336" v="171" actId="12"/>
          <pc:sldLayoutMkLst>
            <pc:docMk/>
            <pc:sldMasterMk cId="0" sldId="2147483648"/>
            <pc:sldLayoutMk cId="0" sldId="2147483651"/>
          </pc:sldLayoutMkLst>
        </pc:sldLayoutChg>
        <pc:sldLayoutChg chg="ord">
          <pc:chgData name="張天豪-數位金融處-永豐銀行" userId="0d835702-99c9-4ef6-82d8-3ca86d4ccc15" providerId="ADAL" clId="{05C68244-A0A4-5F4B-A227-C47B6FE62571}" dt="2024-11-11T08:29:41.246" v="213" actId="20578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張天豪-數位金融處-永豐銀行" userId="0d835702-99c9-4ef6-82d8-3ca86d4ccc15" providerId="ADAL" clId="{05C68244-A0A4-5F4B-A227-C47B6FE62571}" dt="2024-11-23T00:59:06.402" v="223" actId="12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周立筠-數據應用部-永豐金證券" userId="S::liyun0222.zhou@sinopac.com::ee349c15-f274-43a3-b0c9-48d528d95247" providerId="AD" clId="Web-{A48564C8-421B-2203-E695-99D400D4424E}"/>
    <pc:docChg chg="modSld">
      <pc:chgData name="周立筠-數據應用部-永豐金證券" userId="S::liyun0222.zhou@sinopac.com::ee349c15-f274-43a3-b0c9-48d528d95247" providerId="AD" clId="Web-{A48564C8-421B-2203-E695-99D400D4424E}" dt="2024-08-23T09:42:27.791" v="49"/>
      <pc:docMkLst>
        <pc:docMk/>
      </pc:docMkLst>
      <pc:sldChg chg="modSp">
        <pc:chgData name="周立筠-數據應用部-永豐金證券" userId="S::liyun0222.zhou@sinopac.com::ee349c15-f274-43a3-b0c9-48d528d95247" providerId="AD" clId="Web-{A48564C8-421B-2203-E695-99D400D4424E}" dt="2024-08-23T09:42:27.791" v="49"/>
        <pc:sldMkLst>
          <pc:docMk/>
          <pc:sldMk cId="3262633635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0962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821615" y="337747"/>
            <a:ext cx="5695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8750" indent="0">
              <a:buNone/>
            </a:pPr>
            <a:r>
              <a:rPr lang="zh-TW" altLang="en-US" sz="1400" dirty="0"/>
              <a:t>各位好，今天跟大家介紹的是 </a:t>
            </a:r>
            <a:r>
              <a:rPr lang="en" altLang="zh-TW" sz="1400" dirty="0" err="1"/>
              <a:t>InfoGather</a:t>
            </a:r>
            <a:r>
              <a:rPr lang="zh-TW" altLang="en" sz="1400" dirty="0"/>
              <a:t>。</a:t>
            </a:r>
          </a:p>
          <a:p>
            <a:pPr marL="158750" indent="0">
              <a:buNone/>
            </a:pPr>
            <a:r>
              <a:rPr lang="zh-TW" altLang="en-US" sz="1400" dirty="0"/>
              <a:t>這是一個由數位科技處開發的系統，主要是針對目前資訊過載的問題，提供一套 </a:t>
            </a:r>
            <a:r>
              <a:rPr lang="en" altLang="zh-TW" sz="1400" dirty="0"/>
              <a:t>AI </a:t>
            </a:r>
            <a:r>
              <a:rPr lang="zh-TW" altLang="en-US" sz="1400" dirty="0"/>
              <a:t>驅動的資訊整理與分析解決方案。</a:t>
            </a:r>
            <a:endParaRPr lang="en-US" altLang="zh-TW" sz="1400" dirty="0"/>
          </a:p>
          <a:p>
            <a:pPr marL="158750" indent="0">
              <a:buNone/>
            </a:pPr>
            <a:endParaRPr lang="zh-TW" altLang="en-US" sz="1400" dirty="0"/>
          </a:p>
          <a:p>
            <a:pPr marL="158750" indent="0">
              <a:buNone/>
            </a:pPr>
            <a:r>
              <a:rPr lang="zh-TW" altLang="en-US" sz="1400" dirty="0"/>
              <a:t>今天的分享會分成兩個部分：</a:t>
            </a:r>
          </a:p>
          <a:p>
            <a:pPr marL="158750" indent="0">
              <a:buNone/>
            </a:pPr>
            <a:r>
              <a:rPr lang="zh-TW" altLang="en-US" sz="1400" dirty="0"/>
              <a:t>第一個是系統簡介，讓大家了解這個產品在做什麼；</a:t>
            </a:r>
            <a:br>
              <a:rPr lang="zh-TW" altLang="en-US" sz="1400" dirty="0"/>
            </a:br>
            <a:r>
              <a:rPr lang="zh-TW" altLang="en-US" sz="1400" dirty="0"/>
              <a:t>第二個是 </a:t>
            </a:r>
            <a:r>
              <a:rPr lang="en" altLang="zh-TW" sz="1400" dirty="0"/>
              <a:t>API </a:t>
            </a:r>
            <a:r>
              <a:rPr lang="zh-TW" altLang="en-US" sz="1400" dirty="0"/>
              <a:t>使用方式，讓有整合需求的同仁可以進一步應用。</a:t>
            </a:r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 sz="1400" dirty="0"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536950" y="1177925"/>
            <a:ext cx="13887450" cy="781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我們先從一個很實際的問題開始。</a:t>
            </a:r>
          </a:p>
          <a:p>
            <a:pPr marL="158750" indent="0">
              <a:buNone/>
            </a:pPr>
            <a:r>
              <a:rPr lang="zh-TW" altLang="en-US" dirty="0"/>
              <a:t>現在我們每天都會接觸到非常多資訊，</a:t>
            </a:r>
            <a:br>
              <a:rPr lang="zh-TW" altLang="en-US" dirty="0"/>
            </a:br>
            <a:r>
              <a:rPr lang="zh-TW" altLang="en-US" dirty="0"/>
              <a:t>可能來自新聞網站、</a:t>
            </a:r>
            <a:r>
              <a:rPr lang="en" altLang="zh-TW" dirty="0"/>
              <a:t>RSS</a:t>
            </a:r>
            <a:r>
              <a:rPr lang="zh-TW" altLang="en" dirty="0"/>
              <a:t>、</a:t>
            </a:r>
            <a:r>
              <a:rPr lang="zh-TW" altLang="en-US" dirty="0"/>
              <a:t>搜尋結果，甚至社群媒體。</a:t>
            </a:r>
          </a:p>
          <a:p>
            <a:pPr marL="158750" indent="0">
              <a:buNone/>
            </a:pPr>
            <a:r>
              <a:rPr lang="zh-TW" altLang="en-US" dirty="0"/>
              <a:t>但這些資訊通常是分散的，而且品質參差不齊，</a:t>
            </a:r>
            <a:br>
              <a:rPr lang="zh-TW" altLang="en-US" dirty="0"/>
            </a:br>
            <a:r>
              <a:rPr lang="zh-TW" altLang="en-US" dirty="0"/>
              <a:t>我們往往需要花很多時間去篩選、閱讀、再整理。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但問題是</a:t>
            </a:r>
            <a:r>
              <a:rPr lang="en-US" altLang="zh-TW" dirty="0"/>
              <a:t>——</a:t>
            </a:r>
            <a:br>
              <a:rPr lang="en-US" altLang="zh-TW" dirty="0"/>
            </a:br>
            <a:r>
              <a:rPr lang="zh-TW" altLang="en-US" dirty="0"/>
              <a:t>我們花了很多時間處理資訊，卻不一定得到真正有用的結論。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en" altLang="zh-TW" dirty="0" err="1"/>
              <a:t>InfoGather</a:t>
            </a:r>
            <a:r>
              <a:rPr lang="en" altLang="zh-TW" dirty="0"/>
              <a:t> </a:t>
            </a:r>
            <a:r>
              <a:rPr lang="zh-TW" altLang="en-US" dirty="0"/>
              <a:t>的核心定位，就是一個 </a:t>
            </a:r>
            <a:r>
              <a:rPr lang="en" altLang="zh-TW" dirty="0"/>
              <a:t>AI </a:t>
            </a:r>
            <a:r>
              <a:rPr lang="zh-TW" altLang="en-US" dirty="0"/>
              <a:t>驅動的資訊聚合平台。</a:t>
            </a:r>
            <a:br>
              <a:rPr lang="zh-TW" altLang="en-US" dirty="0"/>
            </a:br>
            <a:r>
              <a:rPr lang="zh-TW" altLang="en-US" dirty="0"/>
              <a:t>它的目標，是幫助使用者在資訊過載的情況下，快速找到真正重要的內容，並把這些內容轉換成可用的知識。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如果用一句話來講：</a:t>
            </a:r>
          </a:p>
          <a:p>
            <a:pPr marL="158750" indent="0">
              <a:buNone/>
            </a:pPr>
            <a:r>
              <a:rPr lang="en" altLang="zh-TW" b="1" dirty="0" err="1"/>
              <a:t>InfoGather</a:t>
            </a:r>
            <a:r>
              <a:rPr lang="zh-TW" altLang="en" b="1" dirty="0"/>
              <a:t>，</a:t>
            </a:r>
            <a:r>
              <a:rPr lang="zh-TW" altLang="en-US" b="1" dirty="0"/>
              <a:t>就是一個用 </a:t>
            </a:r>
            <a:r>
              <a:rPr lang="en" altLang="zh-TW" b="1" dirty="0"/>
              <a:t>AI </a:t>
            </a:r>
            <a:r>
              <a:rPr lang="zh-TW" altLang="en-US" b="1" dirty="0"/>
              <a:t>幫你找重點、做整理，並產出報告的工具。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02281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接下來這頁，我們不會一個一個背名詞，</a:t>
            </a:r>
            <a:br>
              <a:rPr lang="zh-TW" altLang="en-US" dirty="0"/>
            </a:br>
            <a:r>
              <a:rPr lang="zh-TW" altLang="en-US" dirty="0"/>
              <a:t>我用一個流程，帶大家快速理解整個系統。</a:t>
            </a:r>
            <a:br>
              <a:rPr lang="zh-TW" altLang="en-US" dirty="0"/>
            </a:b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你可以把 </a:t>
            </a:r>
            <a:r>
              <a:rPr lang="en" altLang="zh-TW" dirty="0" err="1"/>
              <a:t>InfoGather</a:t>
            </a:r>
            <a:r>
              <a:rPr lang="en" altLang="zh-TW" dirty="0"/>
              <a:t> </a:t>
            </a:r>
            <a:r>
              <a:rPr lang="zh-TW" altLang="en-US" dirty="0"/>
              <a:t>想成一條資訊處理的流程。</a:t>
            </a:r>
          </a:p>
          <a:p>
            <a:pPr marL="158750" indent="0">
              <a:buNone/>
            </a:pPr>
            <a:r>
              <a:rPr lang="zh-TW" altLang="en-US" dirty="0"/>
              <a:t>一開始，我們會在一個 </a:t>
            </a:r>
            <a:r>
              <a:rPr lang="en" altLang="zh-TW" dirty="0"/>
              <a:t>Workspace </a:t>
            </a:r>
            <a:r>
              <a:rPr lang="zh-TW" altLang="en-US" dirty="0"/>
              <a:t>裡面操作，</a:t>
            </a:r>
            <a:br>
              <a:rPr lang="zh-TW" altLang="en-US" dirty="0"/>
            </a:br>
            <a:r>
              <a:rPr lang="zh-TW" altLang="en-US" dirty="0"/>
              <a:t>它可以想像成一個專案或一個團隊空間。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接著，我們要決定「資料從哪裡來」。</a:t>
            </a:r>
          </a:p>
          <a:p>
            <a:pPr marL="158750" indent="0">
              <a:buNone/>
            </a:pPr>
            <a:r>
              <a:rPr lang="zh-TW" altLang="en-US" dirty="0"/>
              <a:t>這時候會用到 </a:t>
            </a:r>
            <a:r>
              <a:rPr lang="en" altLang="zh-TW" dirty="0"/>
              <a:t>Connector</a:t>
            </a:r>
            <a:r>
              <a:rPr lang="zh-TW" altLang="en" dirty="0"/>
              <a:t>，</a:t>
            </a:r>
            <a:br>
              <a:rPr lang="zh-TW" altLang="en" dirty="0"/>
            </a:br>
            <a:r>
              <a:rPr lang="zh-TW" altLang="en-US" dirty="0"/>
              <a:t>它定義的是資料來源的種類，例如 </a:t>
            </a:r>
            <a:r>
              <a:rPr lang="en" altLang="zh-TW" dirty="0"/>
              <a:t>RSS </a:t>
            </a:r>
            <a:r>
              <a:rPr lang="zh-TW" altLang="en-US" dirty="0"/>
              <a:t>或搜尋。</a:t>
            </a:r>
          </a:p>
          <a:p>
            <a:pPr marL="158750" indent="0">
              <a:buNone/>
            </a:pPr>
            <a:r>
              <a:rPr lang="zh-TW" altLang="en-US" dirty="0"/>
              <a:t>然後用 </a:t>
            </a:r>
            <a:r>
              <a:rPr lang="en" altLang="zh-TW" dirty="0"/>
              <a:t>Feed </a:t>
            </a:r>
            <a:r>
              <a:rPr lang="zh-TW" altLang="en-US" dirty="0"/>
              <a:t>去設定「實際要抓哪一批資料」，</a:t>
            </a:r>
            <a:br>
              <a:rPr lang="zh-TW" altLang="en-US" dirty="0"/>
            </a:br>
            <a:r>
              <a:rPr lang="zh-TW" altLang="en-US" dirty="0"/>
              <a:t>例如某一個新聞網站。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資料進來之後，會交給 </a:t>
            </a:r>
            <a:r>
              <a:rPr lang="en" altLang="zh-TW" dirty="0"/>
              <a:t>Assistant</a:t>
            </a:r>
            <a:r>
              <a:rPr lang="zh-TW" altLang="en" dirty="0"/>
              <a:t>。</a:t>
            </a:r>
          </a:p>
          <a:p>
            <a:pPr marL="158750" indent="0">
              <a:buNone/>
            </a:pPr>
            <a:r>
              <a:rPr lang="en" altLang="zh-TW" dirty="0"/>
              <a:t>Assistant </a:t>
            </a:r>
            <a:r>
              <a:rPr lang="zh-TW" altLang="en-US" dirty="0"/>
              <a:t>就是 </a:t>
            </a:r>
            <a:r>
              <a:rPr lang="en" altLang="zh-TW" dirty="0"/>
              <a:t>AI </a:t>
            </a:r>
            <a:r>
              <a:rPr lang="zh-TW" altLang="en-US" dirty="0"/>
              <a:t>助手，</a:t>
            </a:r>
            <a:br>
              <a:rPr lang="zh-TW" altLang="en-US" dirty="0"/>
            </a:br>
            <a:r>
              <a:rPr lang="zh-TW" altLang="en-US" dirty="0"/>
              <a:t>它會根據你的指令，幫你判斷哪些內容值得留下。</a:t>
            </a:r>
            <a:br>
              <a:rPr lang="zh-TW" altLang="en-US" dirty="0"/>
            </a:b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最後，這些篩選過的內容，會整理成 </a:t>
            </a:r>
            <a:r>
              <a:rPr lang="en" altLang="zh-TW" dirty="0"/>
              <a:t>Brief</a:t>
            </a:r>
            <a:r>
              <a:rPr lang="zh-TW" altLang="en" dirty="0"/>
              <a:t>。</a:t>
            </a:r>
          </a:p>
          <a:p>
            <a:pPr marL="158750" indent="0">
              <a:buNone/>
            </a:pPr>
            <a:r>
              <a:rPr lang="zh-TW" altLang="en-US" dirty="0"/>
              <a:t>也就是一份結構化的報告，可以直接用來做分析或決策。</a:t>
            </a:r>
          </a:p>
          <a:p>
            <a:pPr marL="158750" indent="0">
              <a:buNone/>
            </a:pPr>
            <a:br>
              <a:rPr lang="zh-TW" altLang="en-US" dirty="0"/>
            </a:br>
            <a:r>
              <a:rPr lang="zh-TW" altLang="en-US" dirty="0"/>
              <a:t>所以這幾個名詞，其實分別代表流程中的不同角色。</a:t>
            </a: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接下來我們用一個完整流程，把它們串起來看，會更清楚。</a:t>
            </a:r>
          </a:p>
        </p:txBody>
      </p:sp>
    </p:spTree>
    <p:extLst>
      <p:ext uri="{BB962C8B-B14F-4D97-AF65-F5344CB8AC3E}">
        <p14:creationId xmlns:p14="http://schemas.microsoft.com/office/powerpoint/2010/main" val="2550363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接下來這一頁，就是把剛剛那些概念串起來。</a:t>
            </a:r>
          </a:p>
          <a:p>
            <a:pPr marL="158750" indent="0">
              <a:buNone/>
            </a:pPr>
            <a:r>
              <a:rPr lang="zh-TW" altLang="en-US" dirty="0"/>
              <a:t>整個 </a:t>
            </a:r>
            <a:r>
              <a:rPr lang="en" altLang="zh-TW" dirty="0" err="1"/>
              <a:t>InfoGather</a:t>
            </a:r>
            <a:r>
              <a:rPr lang="en" altLang="zh-TW" dirty="0"/>
              <a:t> </a:t>
            </a:r>
            <a:r>
              <a:rPr lang="zh-TW" altLang="en-US" dirty="0"/>
              <a:t>的流程，其實可以很簡單理解成三個步驟：「先抓資料 → 再用 </a:t>
            </a:r>
            <a:r>
              <a:rPr lang="en" altLang="zh-TW" dirty="0"/>
              <a:t>AI </a:t>
            </a:r>
            <a:r>
              <a:rPr lang="zh-TW" altLang="en-US" dirty="0"/>
              <a:t>篩選 → 最後產出報告」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第一步是 </a:t>
            </a:r>
            <a:r>
              <a:rPr lang="en" altLang="zh-TW" dirty="0"/>
              <a:t>Feed</a:t>
            </a:r>
            <a:r>
              <a:rPr lang="zh-TW" altLang="en" dirty="0"/>
              <a:t>，</a:t>
            </a:r>
            <a:r>
              <a:rPr lang="zh-TW" altLang="en-US" dirty="0"/>
              <a:t>把資料抓進來</a:t>
            </a:r>
            <a:br>
              <a:rPr lang="zh-TW" altLang="en-US" dirty="0"/>
            </a:br>
            <a:r>
              <a:rPr lang="zh-TW" altLang="en-US" dirty="0"/>
              <a:t>第二步是 </a:t>
            </a:r>
            <a:r>
              <a:rPr lang="en" altLang="zh-TW" dirty="0"/>
              <a:t>Assistant</a:t>
            </a:r>
            <a:r>
              <a:rPr lang="zh-TW" altLang="en" dirty="0"/>
              <a:t>，</a:t>
            </a:r>
            <a:r>
              <a:rPr lang="zh-TW" altLang="en-US" dirty="0"/>
              <a:t>用 </a:t>
            </a:r>
            <a:r>
              <a:rPr lang="en" altLang="zh-TW" dirty="0"/>
              <a:t>AI </a:t>
            </a:r>
            <a:r>
              <a:rPr lang="zh-TW" altLang="en-US" dirty="0"/>
              <a:t>幫你判斷哪些內容重要</a:t>
            </a:r>
            <a:br>
              <a:rPr lang="zh-TW" altLang="en-US" dirty="0"/>
            </a:br>
            <a:r>
              <a:rPr lang="zh-TW" altLang="en-US" dirty="0"/>
              <a:t>第三步是 </a:t>
            </a:r>
            <a:r>
              <a:rPr lang="en" altLang="zh-TW" dirty="0"/>
              <a:t>Brief</a:t>
            </a:r>
            <a:r>
              <a:rPr lang="zh-TW" altLang="en" dirty="0"/>
              <a:t>，</a:t>
            </a:r>
            <a:r>
              <a:rPr lang="zh-TW" altLang="en-US" dirty="0"/>
              <a:t>把這些內容整理成報告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也就是說，我們不是只在「收集資訊」，</a:t>
            </a:r>
            <a:br>
              <a:rPr lang="zh-TW" altLang="en-US" dirty="0"/>
            </a:br>
            <a:r>
              <a:rPr lang="zh-TW" altLang="en-US" dirty="0"/>
              <a:t>而是把資訊轉換成可以直接使用的知識。</a:t>
            </a:r>
            <a:br>
              <a:rPr lang="zh-TW" altLang="en-US" dirty="0"/>
            </a:b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接下來補充一個細節。</a:t>
            </a:r>
          </a:p>
          <a:p>
            <a:pPr marL="158750" indent="0">
              <a:buNone/>
            </a:pPr>
            <a:r>
              <a:rPr lang="en" altLang="zh-TW" dirty="0"/>
              <a:t>Assistant </a:t>
            </a:r>
            <a:r>
              <a:rPr lang="zh-TW" altLang="en-US" dirty="0"/>
              <a:t>在篩選內容時，會幫每篇文章打一個分數，從 </a:t>
            </a:r>
            <a:r>
              <a:rPr lang="en-US" altLang="zh-TW" dirty="0"/>
              <a:t>0 </a:t>
            </a:r>
            <a:r>
              <a:rPr lang="zh-TW" altLang="en-US" dirty="0"/>
              <a:t>到 </a:t>
            </a:r>
            <a:r>
              <a:rPr lang="en-US" altLang="zh-TW" dirty="0"/>
              <a:t>1</a:t>
            </a:r>
            <a:r>
              <a:rPr lang="zh-TW" altLang="en-US" dirty="0"/>
              <a:t>。</a:t>
            </a:r>
          </a:p>
          <a:p>
            <a:pPr marL="158750" indent="0">
              <a:buNone/>
            </a:pPr>
            <a:r>
              <a:rPr lang="zh-TW" altLang="en-US" dirty="0"/>
              <a:t>這個分數代表內容的相關程度。</a:t>
            </a:r>
            <a:br>
              <a:rPr lang="zh-TW" altLang="en-US" dirty="0"/>
            </a:b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例如：</a:t>
            </a:r>
          </a:p>
          <a:p>
            <a:pPr marL="158750" indent="0">
              <a:buNone/>
            </a:pPr>
            <a:r>
              <a:rPr lang="zh-TW" altLang="en-US" dirty="0"/>
              <a:t>分數很低，代表幾乎不相關 </a:t>
            </a:r>
          </a:p>
          <a:p>
            <a:pPr marL="158750" indent="0">
              <a:buNone/>
            </a:pPr>
            <a:r>
              <a:rPr lang="zh-TW" altLang="en-US" dirty="0"/>
              <a:t>分數在 </a:t>
            </a:r>
            <a:r>
              <a:rPr lang="en-US" altLang="zh-TW" dirty="0"/>
              <a:t>0.6 </a:t>
            </a:r>
            <a:r>
              <a:rPr lang="zh-TW" altLang="en-US" dirty="0"/>
              <a:t>以上，代表大致符合條件 </a:t>
            </a:r>
          </a:p>
          <a:p>
            <a:pPr marL="158750" indent="0">
              <a:buNone/>
            </a:pPr>
            <a:r>
              <a:rPr lang="zh-TW" altLang="en-US" dirty="0"/>
              <a:t>分數在 </a:t>
            </a:r>
            <a:r>
              <a:rPr lang="en-US" altLang="zh-TW" dirty="0"/>
              <a:t>0.8 </a:t>
            </a:r>
            <a:r>
              <a:rPr lang="zh-TW" altLang="en-US" dirty="0"/>
              <a:t>以上，通常就是很值得保留的內容 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所以在實際使用上，我們可以透過這個評分機制，</a:t>
            </a:r>
            <a:br>
              <a:rPr lang="zh-TW" altLang="en-US" dirty="0"/>
            </a:br>
            <a:r>
              <a:rPr lang="zh-TW" altLang="en-US" dirty="0"/>
              <a:t>快速過濾掉不重要的資訊，只留下真正有價值的內容。</a:t>
            </a:r>
          </a:p>
        </p:txBody>
      </p:sp>
    </p:spTree>
    <p:extLst>
      <p:ext uri="{BB962C8B-B14F-4D97-AF65-F5344CB8AC3E}">
        <p14:creationId xmlns:p14="http://schemas.microsoft.com/office/powerpoint/2010/main" val="2085687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接下來這一頁是系統架構。</a:t>
            </a:r>
          </a:p>
          <a:p>
            <a:pPr marL="158750" indent="0">
              <a:buNone/>
            </a:pPr>
            <a:r>
              <a:rPr lang="zh-TW" altLang="en-US" dirty="0"/>
              <a:t>這一頁我不會講太多技術細節，</a:t>
            </a:r>
            <a:br>
              <a:rPr lang="zh-TW" altLang="en-US" dirty="0"/>
            </a:br>
            <a:r>
              <a:rPr lang="zh-TW" altLang="en-US" dirty="0"/>
              <a:t>主要是讓大家理解整個系統是怎麼分工的。</a:t>
            </a:r>
            <a:br>
              <a:rPr lang="zh-TW" altLang="en-US" dirty="0"/>
            </a:b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整體來看，</a:t>
            </a:r>
            <a:r>
              <a:rPr lang="en" altLang="zh-TW" dirty="0" err="1"/>
              <a:t>InfoGather</a:t>
            </a:r>
            <a:r>
              <a:rPr lang="en" altLang="zh-TW" dirty="0"/>
              <a:t> </a:t>
            </a:r>
            <a:r>
              <a:rPr lang="zh-TW" altLang="en-US" dirty="0"/>
              <a:t>可以分成三個主要部分。</a:t>
            </a:r>
            <a:br>
              <a:rPr lang="zh-TW" altLang="en-US" dirty="0"/>
            </a:b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第一個是 </a:t>
            </a:r>
            <a:r>
              <a:rPr lang="en" altLang="zh-TW" b="1" dirty="0" err="1"/>
              <a:t>InfoGather</a:t>
            </a:r>
            <a:r>
              <a:rPr lang="en" altLang="zh-TW" b="1" dirty="0"/>
              <a:t> Web</a:t>
            </a:r>
            <a:r>
              <a:rPr lang="zh-TW" altLang="en" dirty="0"/>
              <a:t>，</a:t>
            </a:r>
            <a:r>
              <a:rPr lang="zh-TW" altLang="en-US" dirty="0"/>
              <a:t>也就是前端系統。</a:t>
            </a:r>
          </a:p>
          <a:p>
            <a:pPr marL="158750" indent="0">
              <a:buNone/>
            </a:pPr>
            <a:r>
              <a:rPr lang="zh-TW" altLang="en-US" dirty="0"/>
              <a:t>使用者會透過這個介面操作，</a:t>
            </a:r>
            <a:br>
              <a:rPr lang="zh-TW" altLang="en-US" dirty="0"/>
            </a:br>
            <a:r>
              <a:rPr lang="zh-TW" altLang="en-US" dirty="0"/>
              <a:t>像是建立 </a:t>
            </a:r>
            <a:r>
              <a:rPr lang="en" altLang="zh-TW" dirty="0"/>
              <a:t>Feed</a:t>
            </a:r>
            <a:r>
              <a:rPr lang="zh-TW" altLang="en" dirty="0"/>
              <a:t>、</a:t>
            </a:r>
            <a:r>
              <a:rPr lang="zh-TW" altLang="en-US" dirty="0"/>
              <a:t>設定 </a:t>
            </a:r>
            <a:r>
              <a:rPr lang="en" altLang="zh-TW" dirty="0"/>
              <a:t>Assistant</a:t>
            </a:r>
            <a:r>
              <a:rPr lang="zh-TW" altLang="en" dirty="0"/>
              <a:t>，</a:t>
            </a:r>
            <a:r>
              <a:rPr lang="zh-TW" altLang="en-US" dirty="0"/>
              <a:t>或查看報告。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第二個是 </a:t>
            </a:r>
            <a:r>
              <a:rPr lang="en" altLang="zh-TW" b="1" dirty="0" err="1"/>
              <a:t>InfoGather</a:t>
            </a:r>
            <a:r>
              <a:rPr lang="en" altLang="zh-TW" b="1" dirty="0"/>
              <a:t> API</a:t>
            </a:r>
            <a:r>
              <a:rPr lang="zh-TW" altLang="en" dirty="0"/>
              <a:t>。</a:t>
            </a:r>
          </a:p>
          <a:p>
            <a:pPr marL="158750" indent="0">
              <a:buNone/>
            </a:pPr>
            <a:r>
              <a:rPr lang="zh-TW" altLang="en-US" dirty="0"/>
              <a:t>這是整個系統的核心後端，</a:t>
            </a:r>
            <a:br>
              <a:rPr lang="zh-TW" altLang="en-US" dirty="0"/>
            </a:br>
            <a:r>
              <a:rPr lang="zh-TW" altLang="en-US" dirty="0"/>
              <a:t>負責資料處理、業務邏輯，以及所有 </a:t>
            </a:r>
            <a:r>
              <a:rPr lang="en" altLang="zh-TW" dirty="0"/>
              <a:t>API </a:t>
            </a:r>
            <a:r>
              <a:rPr lang="zh-TW" altLang="en-US" dirty="0"/>
              <a:t>的提供。</a:t>
            </a:r>
          </a:p>
          <a:p>
            <a:pPr marL="158750" indent="0">
              <a:buNone/>
            </a:pPr>
            <a:r>
              <a:rPr lang="zh-TW" altLang="en-US" dirty="0"/>
              <a:t>另外像資料抓取、分析這類比較耗時的工作，</a:t>
            </a:r>
            <a:br>
              <a:rPr lang="zh-TW" altLang="en-US" dirty="0"/>
            </a:br>
            <a:r>
              <a:rPr lang="zh-TW" altLang="en-US" dirty="0"/>
              <a:t>也會透過非同步的方式在這一層處理。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第三個是 </a:t>
            </a:r>
            <a:r>
              <a:rPr lang="en" altLang="zh-TW" b="1" dirty="0" err="1"/>
              <a:t>InfoGather</a:t>
            </a:r>
            <a:r>
              <a:rPr lang="en" altLang="zh-TW" b="1" dirty="0"/>
              <a:t> Agent</a:t>
            </a:r>
            <a:r>
              <a:rPr lang="zh-TW" altLang="en" dirty="0"/>
              <a:t>。</a:t>
            </a:r>
          </a:p>
          <a:p>
            <a:pPr marL="158750" indent="0">
              <a:buNone/>
            </a:pPr>
            <a:r>
              <a:rPr lang="zh-TW" altLang="en-US" dirty="0"/>
              <a:t>這一層主要負責 </a:t>
            </a:r>
            <a:r>
              <a:rPr lang="en" altLang="zh-TW" dirty="0"/>
              <a:t>AI </a:t>
            </a:r>
            <a:r>
              <a:rPr lang="zh-TW" altLang="en-US" dirty="0"/>
              <a:t>能力，</a:t>
            </a:r>
            <a:br>
              <a:rPr lang="zh-TW" altLang="en-US" dirty="0"/>
            </a:br>
            <a:r>
              <a:rPr lang="zh-TW" altLang="en-US" dirty="0"/>
              <a:t>包含內容分析、對話處理，以及工具調用。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所以可以這樣理解，</a:t>
            </a:r>
            <a:r>
              <a:rPr lang="en" altLang="zh-TW" dirty="0"/>
              <a:t>Web </a:t>
            </a:r>
            <a:r>
              <a:rPr lang="zh-TW" altLang="en-US" dirty="0"/>
              <a:t>提供使用者操作介面、</a:t>
            </a:r>
            <a:r>
              <a:rPr lang="en" altLang="zh-TW" dirty="0"/>
              <a:t>API </a:t>
            </a:r>
            <a:r>
              <a:rPr lang="zh-TW" altLang="en-US" dirty="0"/>
              <a:t>負責資料處理流程、</a:t>
            </a:r>
            <a:r>
              <a:rPr lang="en" altLang="zh-TW" dirty="0"/>
              <a:t>Agent </a:t>
            </a:r>
            <a:r>
              <a:rPr lang="zh-TW" altLang="en-US" dirty="0"/>
              <a:t>提供與使用者對話的能力。</a:t>
            </a:r>
          </a:p>
          <a:p>
            <a:pPr marL="158750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1641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接下來進入 </a:t>
            </a:r>
            <a:r>
              <a:rPr lang="en" altLang="zh-TW" dirty="0"/>
              <a:t>API </a:t>
            </a:r>
            <a:r>
              <a:rPr lang="zh-TW" altLang="en-US" dirty="0"/>
              <a:t>使用的部分。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en" altLang="zh-TW" dirty="0" err="1"/>
              <a:t>InfoGather</a:t>
            </a:r>
            <a:r>
              <a:rPr lang="en" altLang="zh-TW" dirty="0"/>
              <a:t> </a:t>
            </a:r>
            <a:r>
              <a:rPr lang="zh-TW" altLang="en-US" dirty="0"/>
              <a:t>在 </a:t>
            </a:r>
            <a:r>
              <a:rPr lang="en" altLang="zh-TW" dirty="0"/>
              <a:t>API </a:t>
            </a:r>
            <a:r>
              <a:rPr lang="zh-TW" altLang="en-US" dirty="0"/>
              <a:t>存取上，是採用 </a:t>
            </a:r>
            <a:r>
              <a:rPr lang="en" altLang="zh-TW" b="1" dirty="0"/>
              <a:t>API Key </a:t>
            </a:r>
            <a:r>
              <a:rPr lang="zh-TW" altLang="en-US" b="1" dirty="0"/>
              <a:t>的認證機制</a:t>
            </a:r>
            <a:r>
              <a:rPr lang="zh-TW" altLang="en-US" dirty="0"/>
              <a:t>。</a:t>
            </a:r>
          </a:p>
          <a:p>
            <a:pPr marL="158750" indent="0">
              <a:buNone/>
            </a:pPr>
            <a:r>
              <a:rPr lang="zh-TW" altLang="en-US" dirty="0"/>
              <a:t>當外部系統要呼叫 </a:t>
            </a:r>
            <a:r>
              <a:rPr lang="en" altLang="zh-TW" dirty="0"/>
              <a:t>API </a:t>
            </a:r>
            <a:r>
              <a:rPr lang="zh-TW" altLang="en-US" dirty="0"/>
              <a:t>時，</a:t>
            </a:r>
            <a:br>
              <a:rPr lang="zh-TW" altLang="en-US" dirty="0"/>
            </a:br>
            <a:r>
              <a:rPr lang="zh-TW" altLang="en-US" dirty="0"/>
              <a:t>需要在 </a:t>
            </a:r>
            <a:r>
              <a:rPr lang="en" altLang="zh-TW" dirty="0"/>
              <a:t>HTTP Header </a:t>
            </a:r>
            <a:r>
              <a:rPr lang="zh-TW" altLang="en-US" dirty="0"/>
              <a:t>裡帶入一組 </a:t>
            </a:r>
            <a:r>
              <a:rPr lang="en" altLang="zh-TW" dirty="0"/>
              <a:t>X-API-Key</a:t>
            </a:r>
            <a:r>
              <a:rPr lang="zh-TW" altLang="en" dirty="0"/>
              <a:t>，</a:t>
            </a:r>
            <a:br>
              <a:rPr lang="zh-TW" altLang="en" dirty="0"/>
            </a:br>
            <a:r>
              <a:rPr lang="zh-TW" altLang="en-US" dirty="0"/>
              <a:t>用來做身分驗證。</a:t>
            </a:r>
            <a:br>
              <a:rPr lang="zh-TW" altLang="en-US" dirty="0"/>
            </a:br>
            <a:r>
              <a:rPr lang="zh-TW" altLang="en-US" dirty="0"/>
              <a:t>也就是說，只要有這組 </a:t>
            </a:r>
            <a:r>
              <a:rPr lang="en" altLang="zh-TW" dirty="0"/>
              <a:t>Key</a:t>
            </a:r>
            <a:r>
              <a:rPr lang="zh-TW" altLang="en" dirty="0"/>
              <a:t>，</a:t>
            </a:r>
            <a:r>
              <a:rPr lang="zh-TW" altLang="en-US" dirty="0"/>
              <a:t>就可以存取對應權限下的資料。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接著有幾個使用上的重點：</a:t>
            </a:r>
          </a:p>
          <a:p>
            <a:pPr marL="158750" indent="0">
              <a:buNone/>
            </a:pPr>
            <a:r>
              <a:rPr lang="en" altLang="zh-TW" dirty="0"/>
              <a:t>API Key </a:t>
            </a:r>
            <a:r>
              <a:rPr lang="zh-TW" altLang="en-US" dirty="0"/>
              <a:t>是由後台建立與管理，</a:t>
            </a:r>
            <a:br>
              <a:rPr lang="zh-TW" altLang="en-US" dirty="0"/>
            </a:br>
            <a:r>
              <a:rPr lang="zh-TW" altLang="en-US" dirty="0"/>
              <a:t>而且明文只會顯示一次，</a:t>
            </a:r>
            <a:br>
              <a:rPr lang="zh-TW" altLang="en-US" dirty="0"/>
            </a:br>
            <a:r>
              <a:rPr lang="zh-TW" altLang="en-US" dirty="0"/>
              <a:t>所以需要妥善保存。</a:t>
            </a:r>
          </a:p>
          <a:p>
            <a:pPr marL="158750" indent="0">
              <a:buNone/>
            </a:pPr>
            <a:r>
              <a:rPr lang="zh-TW" altLang="en-US" dirty="0"/>
              <a:t>如果發現遺失，或有外洩的疑慮，</a:t>
            </a:r>
            <a:br>
              <a:rPr lang="zh-TW" altLang="en-US" dirty="0"/>
            </a:br>
            <a:r>
              <a:rPr lang="zh-TW" altLang="en-US" dirty="0"/>
              <a:t>就需要立即停用並重新建立。</a:t>
            </a:r>
            <a:br>
              <a:rPr lang="zh-TW" altLang="en-US" dirty="0"/>
            </a:b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另外，我們也提供完整的 </a:t>
            </a:r>
            <a:r>
              <a:rPr lang="en" altLang="zh-TW" dirty="0"/>
              <a:t>API </a:t>
            </a:r>
            <a:r>
              <a:rPr lang="zh-TW" altLang="en-US" dirty="0"/>
              <a:t>文件與測試工具。</a:t>
            </a:r>
            <a:endParaRPr lang="en" altLang="zh-TW" dirty="0"/>
          </a:p>
          <a:p>
            <a:pPr marL="158750" indent="0">
              <a:buNone/>
            </a:pPr>
            <a:r>
              <a:rPr lang="zh-TW" altLang="en-US" dirty="0"/>
              <a:t>在這個頁面上，你可以：</a:t>
            </a:r>
          </a:p>
          <a:p>
            <a:pPr marL="158750" indent="0">
              <a:buNone/>
            </a:pPr>
            <a:r>
              <a:rPr lang="zh-TW" altLang="en-US" dirty="0"/>
              <a:t>查看每個 </a:t>
            </a:r>
            <a:r>
              <a:rPr lang="en" altLang="zh-TW" dirty="0"/>
              <a:t>API </a:t>
            </a:r>
            <a:r>
              <a:rPr lang="zh-TW" altLang="en-US" dirty="0"/>
              <a:t>的請求參數與回應格式 </a:t>
            </a:r>
          </a:p>
          <a:p>
            <a:pPr marL="158750" indent="0">
              <a:buNone/>
            </a:pPr>
            <a:r>
              <a:rPr lang="zh-TW" altLang="en-US" dirty="0"/>
              <a:t>確認錯誤碼與使用方式 </a:t>
            </a:r>
          </a:p>
          <a:p>
            <a:pPr marL="158750" indent="0">
              <a:buNone/>
            </a:pPr>
            <a:r>
              <a:rPr lang="zh-TW" altLang="en-US" dirty="0"/>
              <a:t>也可以直接在頁面上測試 </a:t>
            </a:r>
            <a:r>
              <a:rPr lang="en" altLang="zh-TW" dirty="0"/>
              <a:t>API </a:t>
            </a:r>
            <a:r>
              <a:rPr lang="zh-TW" altLang="en-US" dirty="0"/>
              <a:t>呼叫 </a:t>
            </a:r>
          </a:p>
          <a:p>
            <a:pPr marL="158750" indent="0">
              <a:buNone/>
            </a:pPr>
            <a:br>
              <a:rPr lang="zh-TW" altLang="en-US" dirty="0"/>
            </a:br>
            <a:r>
              <a:rPr lang="zh-TW" altLang="en-US" dirty="0"/>
              <a:t>建議在正式整合之前，可以先透過 </a:t>
            </a:r>
            <a:r>
              <a:rPr lang="en" altLang="zh-TW" dirty="0"/>
              <a:t>Swagger </a:t>
            </a:r>
            <a:r>
              <a:rPr lang="zh-TW" altLang="en-US" dirty="0"/>
              <a:t>做測試，</a:t>
            </a:r>
            <a:br>
              <a:rPr lang="zh-TW" altLang="en-US" dirty="0"/>
            </a:br>
            <a:r>
              <a:rPr lang="zh-TW" altLang="en-US" dirty="0"/>
              <a:t>確認整個呼叫流程是正確的。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20491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接下來這一頁，介紹 </a:t>
            </a:r>
            <a:r>
              <a:rPr lang="en" altLang="zh-TW" dirty="0"/>
              <a:t>API </a:t>
            </a:r>
            <a:r>
              <a:rPr lang="zh-TW" altLang="en-US" dirty="0"/>
              <a:t>的核心資源。</a:t>
            </a:r>
          </a:p>
          <a:p>
            <a:pPr marL="158750" indent="0">
              <a:buNone/>
            </a:pPr>
            <a:r>
              <a:rPr lang="zh-TW" altLang="en-US" dirty="0"/>
              <a:t>這邊列的是幾個在整合時最常用到的資源類型。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例如：</a:t>
            </a:r>
          </a:p>
          <a:p>
            <a:pPr marL="158750" indent="0">
              <a:buNone/>
            </a:pPr>
            <a:r>
              <a:rPr lang="en" altLang="zh-TW" dirty="0"/>
              <a:t>Article</a:t>
            </a:r>
            <a:r>
              <a:rPr lang="zh-TW" altLang="en" dirty="0"/>
              <a:t>，</a:t>
            </a:r>
            <a:r>
              <a:rPr lang="zh-TW" altLang="en-US" dirty="0"/>
              <a:t>可以用來查詢系統抓進來的文章，</a:t>
            </a:r>
            <a:br>
              <a:rPr lang="zh-TW" altLang="en-US" dirty="0"/>
            </a:br>
            <a:r>
              <a:rPr lang="zh-TW" altLang="en-US" dirty="0"/>
              <a:t>也可以做搜尋或輪詢確認結果。</a:t>
            </a:r>
            <a:br>
              <a:rPr lang="zh-TW" altLang="en-US" dirty="0"/>
            </a:br>
            <a:endParaRPr lang="zh-TW" altLang="en-US" dirty="0"/>
          </a:p>
          <a:p>
            <a:pPr marL="158750" indent="0">
              <a:buNone/>
            </a:pPr>
            <a:r>
              <a:rPr lang="en" altLang="zh-TW" dirty="0"/>
              <a:t>Connector</a:t>
            </a:r>
            <a:r>
              <a:rPr lang="zh-TW" altLang="en" dirty="0"/>
              <a:t>，</a:t>
            </a:r>
            <a:r>
              <a:rPr lang="zh-TW" altLang="en-US" dirty="0"/>
              <a:t>是用來查看目前這個 </a:t>
            </a:r>
            <a:r>
              <a:rPr lang="en" altLang="zh-TW" dirty="0"/>
              <a:t>Workspace</a:t>
            </a:r>
            <a:br>
              <a:rPr lang="en" altLang="zh-TW" dirty="0"/>
            </a:br>
            <a:r>
              <a:rPr lang="zh-TW" altLang="en-US" dirty="0"/>
              <a:t>支援哪些資料來源類型。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en" altLang="zh-TW" dirty="0"/>
              <a:t>Feed</a:t>
            </a:r>
            <a:r>
              <a:rPr lang="zh-TW" altLang="en" dirty="0"/>
              <a:t>，</a:t>
            </a:r>
            <a:r>
              <a:rPr lang="zh-TW" altLang="en-US" dirty="0"/>
              <a:t>負責建立與管理資料來源，</a:t>
            </a:r>
            <a:br>
              <a:rPr lang="zh-TW" altLang="en-US" dirty="0"/>
            </a:br>
            <a:r>
              <a:rPr lang="zh-TW" altLang="en-US" dirty="0"/>
              <a:t>也就是定義你要抓哪些資訊。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en" altLang="zh-TW" dirty="0"/>
              <a:t>Assistant</a:t>
            </a:r>
            <a:r>
              <a:rPr lang="zh-TW" altLang="en" dirty="0"/>
              <a:t>，</a:t>
            </a:r>
            <a:r>
              <a:rPr lang="zh-TW" altLang="en-US" dirty="0"/>
              <a:t>則是用來建立 </a:t>
            </a:r>
            <a:r>
              <a:rPr lang="en" altLang="zh-TW" dirty="0"/>
              <a:t>AI </a:t>
            </a:r>
            <a:r>
              <a:rPr lang="zh-TW" altLang="en-US" dirty="0"/>
              <a:t>助手，</a:t>
            </a:r>
            <a:br>
              <a:rPr lang="zh-TW" altLang="en-US" dirty="0"/>
            </a:br>
            <a:r>
              <a:rPr lang="zh-TW" altLang="en-US" dirty="0"/>
              <a:t>設定篩選邏輯與關注主題。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en" altLang="zh-TW" dirty="0"/>
              <a:t>Brief</a:t>
            </a:r>
            <a:r>
              <a:rPr lang="zh-TW" altLang="en" dirty="0"/>
              <a:t>，</a:t>
            </a:r>
            <a:r>
              <a:rPr lang="zh-TW" altLang="en-US" dirty="0"/>
              <a:t>是用來產出與管理洞見報告。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另外還有 </a:t>
            </a:r>
            <a:r>
              <a:rPr lang="en" altLang="zh-TW" dirty="0"/>
              <a:t>Curated Articles</a:t>
            </a:r>
            <a:r>
              <a:rPr lang="zh-TW" altLang="en" dirty="0"/>
              <a:t>，</a:t>
            </a:r>
            <a:br>
              <a:rPr lang="zh-TW" altLang="en" dirty="0"/>
            </a:br>
            <a:r>
              <a:rPr lang="zh-TW" altLang="en-US" dirty="0"/>
              <a:t>可以取得個人訂閱 </a:t>
            </a:r>
            <a:r>
              <a:rPr lang="en" altLang="zh-TW" dirty="0"/>
              <a:t>Assistant </a:t>
            </a:r>
            <a:r>
              <a:rPr lang="zh-TW" altLang="en-US" dirty="0"/>
              <a:t>的精選內容。</a:t>
            </a:r>
          </a:p>
          <a:p>
            <a:pPr marL="158750" indent="0">
              <a:buNone/>
            </a:pPr>
            <a:br>
              <a:rPr lang="zh-TW" altLang="en-US" dirty="0"/>
            </a:br>
            <a:r>
              <a:rPr lang="zh-TW" altLang="en-US" dirty="0"/>
              <a:t>基本上，整個 </a:t>
            </a:r>
            <a:r>
              <a:rPr lang="en" altLang="zh-TW" dirty="0" err="1"/>
              <a:t>InfoGather</a:t>
            </a:r>
            <a:r>
              <a:rPr lang="en" altLang="zh-TW" dirty="0"/>
              <a:t> </a:t>
            </a:r>
            <a:r>
              <a:rPr lang="zh-TW" altLang="en-US" dirty="0"/>
              <a:t>的功能，</a:t>
            </a:r>
            <a:br>
              <a:rPr lang="zh-TW" altLang="en-US" dirty="0"/>
            </a:br>
            <a:r>
              <a:rPr lang="zh-TW" altLang="en-US" dirty="0"/>
              <a:t>都可以透過這些 </a:t>
            </a:r>
            <a:r>
              <a:rPr lang="en" altLang="zh-TW" dirty="0"/>
              <a:t>API </a:t>
            </a:r>
            <a:r>
              <a:rPr lang="zh-TW" altLang="en-US" dirty="0"/>
              <a:t>資源來操作。</a:t>
            </a:r>
            <a:br>
              <a:rPr lang="zh-TW" altLang="en-US" dirty="0"/>
            </a:b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接著補充兩個整合時需要特別注意的地方。</a:t>
            </a:r>
            <a:br>
              <a:rPr lang="zh-TW" altLang="en-US" dirty="0"/>
            </a:b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第一，在建立 </a:t>
            </a:r>
            <a:r>
              <a:rPr lang="en" altLang="zh-TW" dirty="0"/>
              <a:t>Feed </a:t>
            </a:r>
            <a:r>
              <a:rPr lang="zh-TW" altLang="en-US" dirty="0"/>
              <a:t>之前，</a:t>
            </a:r>
            <a:br>
              <a:rPr lang="zh-TW" altLang="en-US" dirty="0"/>
            </a:br>
            <a:r>
              <a:rPr lang="zh-TW" altLang="en-US" dirty="0"/>
              <a:t>要先確認 </a:t>
            </a:r>
            <a:r>
              <a:rPr lang="en" altLang="zh-TW" dirty="0"/>
              <a:t>Connector </a:t>
            </a:r>
            <a:r>
              <a:rPr lang="zh-TW" altLang="en-US" dirty="0"/>
              <a:t>是否已經授權給該 </a:t>
            </a:r>
            <a:r>
              <a:rPr lang="en" altLang="zh-TW" dirty="0"/>
              <a:t>Workspace</a:t>
            </a:r>
            <a:r>
              <a:rPr lang="zh-TW" altLang="en" dirty="0"/>
              <a:t>。</a:t>
            </a:r>
          </a:p>
          <a:p>
            <a:pPr marL="158750" indent="0">
              <a:buNone/>
            </a:pPr>
            <a:r>
              <a:rPr lang="zh-TW" altLang="en-US" dirty="0"/>
              <a:t>如果沒有授權，會無法建立資料來源。</a:t>
            </a:r>
            <a:br>
              <a:rPr lang="zh-TW" altLang="en-US" dirty="0"/>
            </a:b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第二，很多 </a:t>
            </a:r>
            <a:r>
              <a:rPr lang="en" altLang="zh-TW" dirty="0"/>
              <a:t>API </a:t>
            </a:r>
            <a:r>
              <a:rPr lang="zh-TW" altLang="en-US" dirty="0"/>
              <a:t>是採用非同步設計。</a:t>
            </a:r>
          </a:p>
          <a:p>
            <a:pPr marL="158750" indent="0">
              <a:buNone/>
            </a:pPr>
            <a:r>
              <a:rPr lang="zh-TW" altLang="en-US" dirty="0"/>
              <a:t>也就是說，在觸發某些操作之後，</a:t>
            </a:r>
            <a:br>
              <a:rPr lang="zh-TW" altLang="en-US" dirty="0"/>
            </a:br>
            <a:r>
              <a:rPr lang="zh-TW" altLang="en-US" dirty="0"/>
              <a:t>結果不會立即回來。</a:t>
            </a:r>
          </a:p>
          <a:p>
            <a:pPr marL="158750" indent="0">
              <a:buNone/>
            </a:pPr>
            <a:br>
              <a:rPr lang="zh-TW" altLang="en-US" dirty="0"/>
            </a:br>
            <a:r>
              <a:rPr lang="zh-TW" altLang="en-US" dirty="0"/>
              <a:t>所以在整合時，通常需要搭配查詢 </a:t>
            </a:r>
            <a:r>
              <a:rPr lang="en" altLang="zh-TW" dirty="0"/>
              <a:t>API</a:t>
            </a:r>
            <a:r>
              <a:rPr lang="zh-TW" altLang="en" dirty="0"/>
              <a:t>，</a:t>
            </a:r>
            <a:br>
              <a:rPr lang="zh-TW" altLang="en" dirty="0"/>
            </a:br>
            <a:r>
              <a:rPr lang="zh-TW" altLang="en-US" dirty="0"/>
              <a:t>或用輪詢的方式去確認處理結果。</a:t>
            </a:r>
          </a:p>
          <a:p>
            <a:pPr marL="158750" indent="0">
              <a:buNone/>
            </a:pPr>
            <a:br>
              <a:rPr lang="zh-TW" altLang="en-US" dirty="0"/>
            </a:br>
            <a:r>
              <a:rPr lang="zh-TW" altLang="en-US" dirty="0"/>
              <a:t>掌握這兩個原則，基本上整合就會順利很多。</a:t>
            </a:r>
          </a:p>
          <a:p>
            <a:pPr marL="158750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83396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以上就是 </a:t>
            </a:r>
            <a:r>
              <a:rPr lang="en" altLang="zh-TW" dirty="0" err="1"/>
              <a:t>InfoGather</a:t>
            </a:r>
            <a:r>
              <a:rPr lang="en" altLang="zh-TW" dirty="0"/>
              <a:t> </a:t>
            </a:r>
            <a:r>
              <a:rPr lang="zh-TW" altLang="en-US" dirty="0"/>
              <a:t>的系統簡介與 </a:t>
            </a:r>
            <a:r>
              <a:rPr lang="en" altLang="zh-TW" dirty="0"/>
              <a:t>API </a:t>
            </a:r>
            <a:r>
              <a:rPr lang="zh-TW" altLang="en-US" dirty="0"/>
              <a:t>使用說明。</a:t>
            </a:r>
            <a:endParaRPr lang="en-US" altLang="zh-TW" dirty="0"/>
          </a:p>
          <a:p>
            <a:pPr marL="158750" indent="0">
              <a:buNone/>
            </a:pPr>
            <a:endParaRPr kumimoji="1" lang="en-US" altLang="zh-TW" dirty="0"/>
          </a:p>
          <a:p>
            <a:pPr marL="158750" indent="0">
              <a:buNone/>
            </a:pPr>
            <a:r>
              <a:rPr lang="zh-TW" altLang="en-US" dirty="0"/>
              <a:t>如果有任何問題，或後續有整合需求，都歡迎再進一步討論。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謝謝大家。</a:t>
            </a:r>
          </a:p>
          <a:p>
            <a:pPr marL="158750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0256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userDrawn="1">
  <p:cSld name="標題及物件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179388" y="72000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38"/>
            <a:ext cx="111617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cxnSp>
        <p:nvCxnSpPr>
          <p:cNvPr id="20" name="Google Shape;20;p34"/>
          <p:cNvCxnSpPr>
            <a:cxnSpLocks/>
          </p:cNvCxnSpPr>
          <p:nvPr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60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9;p32">
            <a:extLst>
              <a:ext uri="{FF2B5EF4-FFF2-40B4-BE49-F238E27FC236}">
                <a16:creationId xmlns:a16="http://schemas.microsoft.com/office/drawing/2014/main" id="{728D7485-3340-DD7C-9D2E-D9DE76FC1DDB}"/>
              </a:ext>
            </a:extLst>
          </p:cNvPr>
          <p:cNvCxnSpPr>
            <a:cxnSpLocks/>
          </p:cNvCxnSpPr>
          <p:nvPr userDrawn="1"/>
        </p:nvCxnSpPr>
        <p:spPr>
          <a:xfrm>
            <a:off x="1440000" y="2880000"/>
            <a:ext cx="576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;p32">
            <a:extLst>
              <a:ext uri="{FF2B5EF4-FFF2-40B4-BE49-F238E27FC236}">
                <a16:creationId xmlns:a16="http://schemas.microsoft.com/office/drawing/2014/main" id="{7B925996-2FA7-4A3F-652D-7B1D8634C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137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32"/>
          <p:cNvCxnSpPr>
            <a:cxnSpLocks/>
          </p:cNvCxnSpPr>
          <p:nvPr/>
        </p:nvCxnSpPr>
        <p:spPr>
          <a:xfrm>
            <a:off x="1440000" y="2880000"/>
            <a:ext cx="864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1440000" y="4320000"/>
            <a:ext cx="86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8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body" idx="2"/>
          </p:nvPr>
        </p:nvSpPr>
        <p:spPr>
          <a:xfrm>
            <a:off x="1440000" y="5040000"/>
            <a:ext cx="86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兩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;p49">
            <a:extLst>
              <a:ext uri="{FF2B5EF4-FFF2-40B4-BE49-F238E27FC236}">
                <a16:creationId xmlns:a16="http://schemas.microsoft.com/office/drawing/2014/main" id="{4B1AA4F1-C32F-CE82-074E-09C516818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388" y="71438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" name="Google Shape;30;p49">
            <a:extLst>
              <a:ext uri="{FF2B5EF4-FFF2-40B4-BE49-F238E27FC236}">
                <a16:creationId xmlns:a16="http://schemas.microsoft.com/office/drawing/2014/main" id="{29CA88E3-41D3-FF37-BF7E-B456D3066D29}"/>
              </a:ext>
            </a:extLst>
          </p:cNvPr>
          <p:cNvCxnSpPr>
            <a:cxnSpLocks/>
          </p:cNvCxnSpPr>
          <p:nvPr userDrawn="1"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9;p34">
            <a:extLst>
              <a:ext uri="{FF2B5EF4-FFF2-40B4-BE49-F238E27FC236}">
                <a16:creationId xmlns:a16="http://schemas.microsoft.com/office/drawing/2014/main" id="{E8E59DF3-723D-F8D2-F968-6FCDA67BCDDC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49"/>
            <a:ext cx="54721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7" name="Google Shape;19;p34">
            <a:extLst>
              <a:ext uri="{FF2B5EF4-FFF2-40B4-BE49-F238E27FC236}">
                <a16:creationId xmlns:a16="http://schemas.microsoft.com/office/drawing/2014/main" id="{AB88F2E6-F0E1-9028-69C7-33CBCB9759A2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5868990" y="719149"/>
            <a:ext cx="54721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6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4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2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0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en-US" altLang="zh-TW" sz="8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650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4E9B3DD-FAA0-DF43-8AE4-2105CE51701D}"/>
              </a:ext>
            </a:extLst>
          </p:cNvPr>
          <p:cNvSpPr txBox="1"/>
          <p:nvPr userDrawn="1"/>
        </p:nvSpPr>
        <p:spPr>
          <a:xfrm>
            <a:off x="604826" y="608597"/>
            <a:ext cx="1031083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9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Template Version</a:t>
            </a:r>
          </a:p>
          <a:p>
            <a:pPr algn="ctr"/>
            <a:r>
              <a:rPr kumimoji="1" lang="en-US" altLang="zh-TW" sz="24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v7.1</a:t>
            </a:r>
            <a:endParaRPr kumimoji="1" lang="zh-TW" altLang="en-US" sz="240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910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1D3636-C8D9-A34B-A3BF-045464A9529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4000"/>
            <a:ext cx="4406303" cy="705606"/>
          </a:xfrm>
          <a:prstGeom prst="rect">
            <a:avLst/>
          </a:prstGeom>
        </p:spPr>
      </p:pic>
      <p:sp>
        <p:nvSpPr>
          <p:cNvPr id="6" name="Google Shape;6;p31"/>
          <p:cNvSpPr/>
          <p:nvPr/>
        </p:nvSpPr>
        <p:spPr>
          <a:xfrm>
            <a:off x="0" y="6237968"/>
            <a:ext cx="381603" cy="2422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88150" tIns="44050" rIns="88150" bIns="44050" anchor="b" anchorCtr="0">
            <a:sp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pPr marL="0" marR="0" lvl="0" indent="0" algn="ctr" rtl="0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86D7F2-4668-134E-BDFC-68995583691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0" y="6156000"/>
            <a:ext cx="2462731" cy="2912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DBFD30-7CBC-FF44-A3CD-E1370C8D3C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62000" y="6228000"/>
            <a:ext cx="1636426" cy="20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9pPr>
          </a:lstStyle>
          <a:p>
            <a:pPr algn="ctr" eaLnBrk="1" hangingPunct="1">
              <a:lnSpc>
                <a:spcPts val="964"/>
              </a:lnSpc>
              <a:defRPr/>
            </a:pPr>
            <a:r>
              <a:rPr lang="zh-TW" altLang="en-US" sz="800" b="0">
                <a:solidFill>
                  <a:srgbClr val="B2B2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機密資料僅限永豐金控內部使用 </a:t>
            </a:r>
            <a:endParaRPr lang="en-US" altLang="zh-TW" sz="800" b="0">
              <a:solidFill>
                <a:srgbClr val="B2B2B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7" r:id="rId3"/>
    <p:sldLayoutId id="2147483649" r:id="rId4"/>
    <p:sldLayoutId id="2147483659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97" userDrawn="1">
          <p15:clr>
            <a:srgbClr val="A4A3A4"/>
          </p15:clr>
        </p15:guide>
        <p15:guide id="3" pos="7144" userDrawn="1">
          <p15:clr>
            <a:srgbClr val="A4A3A4"/>
          </p15:clr>
        </p15:guide>
        <p15:guide id="4" pos="113" userDrawn="1">
          <p15:clr>
            <a:srgbClr val="A4A3A4"/>
          </p15:clr>
        </p15:guide>
        <p15:guide id="5" orient="horz" pos="3855" userDrawn="1">
          <p15:clr>
            <a:srgbClr val="A4A3A4"/>
          </p15:clr>
        </p15:guide>
        <p15:guide id="6" orient="horz" pos="45" userDrawn="1">
          <p15:clr>
            <a:srgbClr val="A4A3A4"/>
          </p15:clr>
        </p15:guide>
        <p15:guide id="11" pos="3629" userDrawn="1">
          <p15:clr>
            <a:srgbClr val="F26B43"/>
          </p15:clr>
        </p15:guide>
        <p15:guide id="12" pos="3560" userDrawn="1">
          <p15:clr>
            <a:srgbClr val="A4A3A4"/>
          </p15:clr>
        </p15:guide>
        <p15:guide id="13" pos="2495" userDrawn="1">
          <p15:clr>
            <a:srgbClr val="A4A3A4"/>
          </p15:clr>
        </p15:guide>
        <p15:guide id="14" pos="2381" userDrawn="1">
          <p15:clr>
            <a:srgbClr val="A4A3A4"/>
          </p15:clr>
        </p15:guide>
        <p15:guide id="15" pos="4762" userDrawn="1">
          <p15:clr>
            <a:srgbClr val="A4A3A4"/>
          </p15:clr>
        </p15:guide>
        <p15:guide id="16" pos="4876" userDrawn="1">
          <p15:clr>
            <a:srgbClr val="A4A3A4"/>
          </p15:clr>
        </p15:guide>
        <p15:guide id="18" orient="horz" pos="385" userDrawn="1">
          <p15:clr>
            <a:srgbClr val="A4A3A4"/>
          </p15:clr>
        </p15:guide>
        <p15:guide id="19" orient="horz" pos="4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title"/>
          </p:nvPr>
        </p:nvSpPr>
        <p:spPr>
          <a:xfrm>
            <a:off x="1440000" y="2070261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altLang="zh-TW" sz="4400" b="1" dirty="0" err="1"/>
              <a:t>InfoGather</a:t>
            </a:r>
            <a:endParaRPr lang="en-US" sz="4400" b="1" dirty="0"/>
          </a:p>
        </p:txBody>
      </p:sp>
      <p:sp>
        <p:nvSpPr>
          <p:cNvPr id="37" name="Google Shape;37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altLang="en-US" sz="2800" b="0" dirty="0"/>
              <a:t>數位科技處</a:t>
            </a:r>
            <a:endParaRPr sz="2800" b="0"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b="0" dirty="0"/>
              <a:t>2024.0</a:t>
            </a:r>
            <a:r>
              <a:rPr lang="en-US" altLang="zh-TW" dirty="0"/>
              <a:t>4</a:t>
            </a:r>
            <a:r>
              <a:rPr lang="en-US" altLang="zh-TW" sz="1600" b="0" dirty="0"/>
              <a:t>.19</a:t>
            </a:r>
            <a:endParaRPr lang="en-US" sz="1600" b="0" dirty="0"/>
          </a:p>
        </p:txBody>
      </p:sp>
      <p:sp>
        <p:nvSpPr>
          <p:cNvPr id="2" name="Google Shape;36;p1">
            <a:extLst>
              <a:ext uri="{FF2B5EF4-FFF2-40B4-BE49-F238E27FC236}">
                <a16:creationId xmlns:a16="http://schemas.microsoft.com/office/drawing/2014/main" id="{54650CD5-C1B9-D7DB-46A1-AE5D76D77848}"/>
              </a:ext>
            </a:extLst>
          </p:cNvPr>
          <p:cNvSpPr txBox="1">
            <a:spLocks/>
          </p:cNvSpPr>
          <p:nvPr/>
        </p:nvSpPr>
        <p:spPr>
          <a:xfrm>
            <a:off x="1440000" y="2970261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 err="1"/>
              <a:t>系統簡介暨</a:t>
            </a:r>
            <a:r>
              <a:rPr lang="zh-TW" altLang="en-US" b="1" dirty="0"/>
              <a:t> </a:t>
            </a:r>
            <a:r>
              <a:rPr lang="en-US" b="1" dirty="0"/>
              <a:t>API</a:t>
            </a:r>
            <a:r>
              <a:rPr lang="zh-TW" altLang="en-US" b="1" dirty="0"/>
              <a:t> </a:t>
            </a:r>
            <a:r>
              <a:rPr lang="en-US" b="1" dirty="0" err="1"/>
              <a:t>使用說明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1F63A5-F21D-3560-F0F7-125F4630F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什麼是 </a:t>
            </a:r>
            <a:r>
              <a:rPr lang="en-US" altLang="zh-TW" b="1" dirty="0" err="1"/>
              <a:t>InfoGather</a:t>
            </a:r>
            <a:r>
              <a:rPr lang="zh-TW" altLang="en-US" b="1" dirty="0"/>
              <a:t>？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DF7CAB-0405-1E13-8981-5652E964F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b="1" dirty="0"/>
              <a:t>核心定位</a:t>
            </a:r>
            <a:endParaRPr lang="en-US" altLang="zh-TW" dirty="0"/>
          </a:p>
          <a:p>
            <a:pPr lvl="1">
              <a:spcAft>
                <a:spcPts val="600"/>
              </a:spcAft>
            </a:pPr>
            <a:r>
              <a:rPr lang="zh-TW" altLang="en-US" sz="1600" dirty="0"/>
              <a:t>以 </a:t>
            </a:r>
            <a:r>
              <a:rPr lang="en-US" altLang="zh-TW" sz="1600" dirty="0"/>
              <a:t>AI </a:t>
            </a:r>
            <a:r>
              <a:rPr lang="zh-TW" altLang="en-US" sz="1600" dirty="0"/>
              <a:t>驅動的資訊聚合平台，協助使用者在資訊過載中快速篩選關鍵內容，打造專屬的知識策展流</a:t>
            </a:r>
            <a:endParaRPr lang="en-US" altLang="zh-TW" sz="1800" dirty="0"/>
          </a:p>
          <a:p>
            <a:r>
              <a:rPr lang="zh-TW" altLang="en-US" sz="1800" b="1" dirty="0"/>
              <a:t>使用價值</a:t>
            </a:r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pPr marL="36000" indent="0">
              <a:buNone/>
            </a:pPr>
            <a:endParaRPr lang="en-US" altLang="zh-TW" sz="1800" b="1" dirty="0"/>
          </a:p>
          <a:p>
            <a:pPr lvl="1"/>
            <a:r>
              <a:rPr lang="zh-TW" altLang="en-US" sz="1600" dirty="0"/>
              <a:t>一個用 </a:t>
            </a:r>
            <a:r>
              <a:rPr lang="en" altLang="zh-TW" sz="1600" dirty="0"/>
              <a:t>AI </a:t>
            </a:r>
            <a:r>
              <a:rPr lang="zh-TW" altLang="en-US" sz="1600" dirty="0"/>
              <a:t>幫你「</a:t>
            </a:r>
            <a:r>
              <a:rPr lang="zh-TW" altLang="en-US" sz="1600" b="1" dirty="0"/>
              <a:t>找重點</a:t>
            </a:r>
            <a:r>
              <a:rPr lang="zh-TW" altLang="en-US" sz="1600" dirty="0"/>
              <a:t>、</a:t>
            </a:r>
            <a:r>
              <a:rPr lang="zh-TW" altLang="en-US" sz="1600" b="1" dirty="0"/>
              <a:t>做整理</a:t>
            </a:r>
            <a:r>
              <a:rPr lang="zh-TW" altLang="en-US" sz="1600" dirty="0"/>
              <a:t>、</a:t>
            </a:r>
            <a:r>
              <a:rPr lang="zh-TW" altLang="en-US" sz="1600" b="1" dirty="0"/>
              <a:t>產報告</a:t>
            </a:r>
            <a:r>
              <a:rPr lang="zh-TW" altLang="en-US" sz="1600" dirty="0"/>
              <a:t>」的工具</a:t>
            </a:r>
            <a:endParaRPr lang="en-US" altLang="zh-TW" sz="16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AFD744E-F8D8-44BD-372B-3216A3537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734646"/>
              </p:ext>
            </p:extLst>
          </p:nvPr>
        </p:nvGraphicFramePr>
        <p:xfrm>
          <a:off x="540244" y="1971851"/>
          <a:ext cx="10440000" cy="289560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2242713">
                  <a:extLst>
                    <a:ext uri="{9D8B030D-6E8A-4147-A177-3AD203B41FA5}">
                      <a16:colId xmlns:a16="http://schemas.microsoft.com/office/drawing/2014/main" val="561613303"/>
                    </a:ext>
                  </a:extLst>
                </a:gridCol>
                <a:gridCol w="8197287">
                  <a:extLst>
                    <a:ext uri="{9D8B030D-6E8A-4147-A177-3AD203B41FA5}">
                      <a16:colId xmlns:a16="http://schemas.microsoft.com/office/drawing/2014/main" val="3600502695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600" b="0" dirty="0"/>
                        <a:t>問題與痛點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0" dirty="0" err="1"/>
                        <a:t>InfoGather</a:t>
                      </a:r>
                      <a:r>
                        <a:rPr lang="en-US" altLang="zh-TW" sz="1600" b="0" dirty="0"/>
                        <a:t> </a:t>
                      </a:r>
                      <a:r>
                        <a:rPr lang="zh-TW" altLang="en-US" sz="1600" b="0" dirty="0"/>
                        <a:t>解決方案</a:t>
                      </a:r>
                      <a:endParaRPr lang="en-US" altLang="zh-TW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269909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600" b="1" dirty="0"/>
                        <a:t>資訊來源過多與分散</a:t>
                      </a:r>
                      <a:endParaRPr lang="e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透過 </a:t>
                      </a:r>
                      <a:r>
                        <a:rPr lang="zh-TW" alt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連接器</a:t>
                      </a: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提供 </a:t>
                      </a:r>
                      <a:r>
                        <a:rPr lang="zh-TW" alt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資料來源</a:t>
                      </a: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，整合 </a:t>
                      </a:r>
                      <a:r>
                        <a:rPr lang="en" altLang="zh-TW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RSS</a:t>
                      </a:r>
                      <a:r>
                        <a:rPr lang="zh-TW" altLang="en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、</a:t>
                      </a: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網頁搜尋、社群媒體等多元資訊</a:t>
                      </a:r>
                      <a:endParaRPr lang="en" altLang="zh-TW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31011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花大量時間篩選與整理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設計 </a:t>
                      </a:r>
                      <a:r>
                        <a:rPr lang="zh-TW" altLang="en-US" sz="1600" b="1" dirty="0"/>
                        <a:t>資訊助理</a:t>
                      </a:r>
                      <a:r>
                        <a:rPr lang="zh-TW" altLang="en-US" sz="1600" dirty="0"/>
                        <a:t> 依照使用者指令自動評估文章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1413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不同角色關注重點不同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訂閱</a:t>
                      </a: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不同資訊助理，各取所需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66781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知識難以累積與重用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使用 </a:t>
                      </a:r>
                      <a:r>
                        <a:rPr lang="zh-TW" altLang="en-US" sz="1600" b="1" dirty="0"/>
                        <a:t>洞見彙報 </a:t>
                      </a:r>
                      <a:r>
                        <a:rPr lang="zh-TW" altLang="en-US" sz="1600" dirty="0"/>
                        <a:t>定期合成結構化分析報告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027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15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8EF671-6601-EBB0-5B34-5BA92E85F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/>
              <a:t>InfoGather</a:t>
            </a:r>
            <a:r>
              <a:rPr lang="en-US" altLang="zh-TW" b="1" dirty="0"/>
              <a:t> </a:t>
            </a:r>
            <a:r>
              <a:rPr lang="zh-TW" altLang="en-US" b="1" dirty="0"/>
              <a:t>核心名詞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BAB5F01-D5BD-2A07-19D4-0A5F63D5C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388" y="732390"/>
            <a:ext cx="11161712" cy="5401026"/>
          </a:xfrm>
        </p:spPr>
        <p:txBody>
          <a:bodyPr/>
          <a:lstStyle/>
          <a:p>
            <a:pPr marL="36000" indent="0">
              <a:buNone/>
            </a:pPr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pPr marL="36000" indent="0">
              <a:spcAft>
                <a:spcPts val="600"/>
              </a:spcAft>
              <a:buNone/>
            </a:pPr>
            <a:endParaRPr lang="en-US" altLang="zh-TW" dirty="0"/>
          </a:p>
          <a:p>
            <a:pPr lvl="1"/>
            <a:r>
              <a:rPr lang="en" altLang="zh-TW" sz="1600" b="1" dirty="0"/>
              <a:t>Workspace</a:t>
            </a:r>
            <a:r>
              <a:rPr lang="zh-TW" altLang="en-US" sz="1600" dirty="0"/>
              <a:t>：決定「資料與成員歸屬在哪個工作空間」</a:t>
            </a:r>
          </a:p>
          <a:p>
            <a:pPr lvl="1"/>
            <a:r>
              <a:rPr lang="en" altLang="zh-TW" sz="1600" b="1" dirty="0"/>
              <a:t>Connector</a:t>
            </a:r>
            <a:r>
              <a:rPr lang="zh-TW" altLang="en-US" sz="1600" dirty="0"/>
              <a:t> ：決定「怎麼取資料」</a:t>
            </a:r>
          </a:p>
          <a:p>
            <a:pPr lvl="1"/>
            <a:r>
              <a:rPr lang="en" altLang="zh-TW" sz="1600" b="1" dirty="0"/>
              <a:t>Feed</a:t>
            </a:r>
            <a:r>
              <a:rPr lang="zh-TW" altLang="en-US" sz="1600" dirty="0"/>
              <a:t>：決定「取哪一批資料」</a:t>
            </a:r>
          </a:p>
          <a:p>
            <a:pPr lvl="1"/>
            <a:r>
              <a:rPr lang="en" altLang="zh-TW" sz="1600" b="1" dirty="0"/>
              <a:t>Assistant</a:t>
            </a:r>
            <a:r>
              <a:rPr lang="zh-TW" altLang="en-US" sz="1600" dirty="0"/>
              <a:t> ：決定「哪些內容值得留下」</a:t>
            </a:r>
          </a:p>
          <a:p>
            <a:pPr lvl="1"/>
            <a:r>
              <a:rPr lang="en" altLang="zh-TW" sz="1600" b="1" dirty="0"/>
              <a:t>Brief</a:t>
            </a:r>
            <a:r>
              <a:rPr lang="zh-TW" altLang="en-US" sz="1600" dirty="0"/>
              <a:t> ：決定「如何把精選內容整理成結論」</a:t>
            </a:r>
          </a:p>
          <a:p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9CDD579-E961-0CF2-94BC-01C7F5B4A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878977"/>
              </p:ext>
            </p:extLst>
          </p:nvPr>
        </p:nvGraphicFramePr>
        <p:xfrm>
          <a:off x="450244" y="781879"/>
          <a:ext cx="10620000" cy="3047999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2577954">
                  <a:extLst>
                    <a:ext uri="{9D8B030D-6E8A-4147-A177-3AD203B41FA5}">
                      <a16:colId xmlns:a16="http://schemas.microsoft.com/office/drawing/2014/main" val="1363364836"/>
                    </a:ext>
                  </a:extLst>
                </a:gridCol>
                <a:gridCol w="8042046">
                  <a:extLst>
                    <a:ext uri="{9D8B030D-6E8A-4147-A177-3AD203B41FA5}">
                      <a16:colId xmlns:a16="http://schemas.microsoft.com/office/drawing/2014/main" val="3270069281"/>
                    </a:ext>
                  </a:extLst>
                </a:gridCol>
              </a:tblGrid>
              <a:tr h="373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名詞</a:t>
                      </a:r>
                    </a:p>
                  </a:txBody>
                  <a:tcPr marL="69689" marR="69689" marT="34844" marB="34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說明</a:t>
                      </a:r>
                    </a:p>
                  </a:txBody>
                  <a:tcPr marL="69689" marR="69689" marT="34844" marB="34844" anchor="ctr"/>
                </a:tc>
                <a:extLst>
                  <a:ext uri="{0D108BD9-81ED-4DB2-BD59-A6C34878D82A}">
                    <a16:rowId xmlns:a16="http://schemas.microsoft.com/office/drawing/2014/main" val="3814496004"/>
                  </a:ext>
                </a:extLst>
              </a:tr>
              <a:tr h="534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工作空間（</a:t>
                      </a:r>
                      <a:r>
                        <a:rPr lang="en" sz="1600" b="1" dirty="0"/>
                        <a:t>Workspace）</a:t>
                      </a:r>
                    </a:p>
                  </a:txBody>
                  <a:tcPr marL="69689" marR="69689" marT="34844" marB="34844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多租戶的管理單位；所有資源皆隸屬於特定工作空間</a:t>
                      </a:r>
                    </a:p>
                  </a:txBody>
                  <a:tcPr marL="69689" marR="69689" marT="34844" marB="34844" anchor="ctr"/>
                </a:tc>
                <a:extLst>
                  <a:ext uri="{0D108BD9-81ED-4DB2-BD59-A6C34878D82A}">
                    <a16:rowId xmlns:a16="http://schemas.microsoft.com/office/drawing/2014/main" val="1210967479"/>
                  </a:ext>
                </a:extLst>
              </a:tr>
              <a:tr h="534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連接器（</a:t>
                      </a:r>
                      <a:r>
                        <a:rPr lang="en" sz="1600" b="1" dirty="0"/>
                        <a:t>Connector）</a:t>
                      </a:r>
                    </a:p>
                  </a:txBody>
                  <a:tcPr marL="69689" marR="69689" marT="34844" marB="34844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定義資料擷取方式的來源類型，例如 </a:t>
                      </a:r>
                      <a:r>
                        <a:rPr lang="en" altLang="zh-TW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RSS</a:t>
                      </a:r>
                      <a:r>
                        <a:rPr lang="zh-TW" altLang="en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、</a:t>
                      </a: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網頁搜尋</a:t>
                      </a:r>
                      <a:endParaRPr lang="en" altLang="zh-TW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9689" marR="69689" marT="34844" marB="34844" anchor="ctr"/>
                </a:tc>
                <a:extLst>
                  <a:ext uri="{0D108BD9-81ED-4DB2-BD59-A6C34878D82A}">
                    <a16:rowId xmlns:a16="http://schemas.microsoft.com/office/drawing/2014/main" val="2682133824"/>
                  </a:ext>
                </a:extLst>
              </a:tr>
              <a:tr h="534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資料來源（</a:t>
                      </a:r>
                      <a:r>
                        <a:rPr lang="en" sz="1600" b="1" dirty="0"/>
                        <a:t>Feed）</a:t>
                      </a:r>
                    </a:p>
                  </a:txBody>
                  <a:tcPr marL="69689" marR="69689" marT="34844" marB="34844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實際的資料來源設定；系統依排程或手動觸發抓取內容</a:t>
                      </a:r>
                    </a:p>
                  </a:txBody>
                  <a:tcPr marL="69689" marR="69689" marT="34844" marB="34844" anchor="ctr"/>
                </a:tc>
                <a:extLst>
                  <a:ext uri="{0D108BD9-81ED-4DB2-BD59-A6C34878D82A}">
                    <a16:rowId xmlns:a16="http://schemas.microsoft.com/office/drawing/2014/main" val="3628719555"/>
                  </a:ext>
                </a:extLst>
              </a:tr>
              <a:tr h="534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/>
                        <a:t>資訊助理（</a:t>
                      </a:r>
                      <a:r>
                        <a:rPr lang="en" sz="1600" b="1"/>
                        <a:t>Assistant）</a:t>
                      </a:r>
                    </a:p>
                  </a:txBody>
                  <a:tcPr marL="69689" marR="69689" marT="34844" marB="34844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根據使用者指令運作的 </a:t>
                      </a:r>
                      <a:r>
                        <a:rPr lang="en" altLang="zh-TW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AI </a:t>
                      </a: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篩選助手，負責策展與精選內容輸出</a:t>
                      </a:r>
                    </a:p>
                  </a:txBody>
                  <a:tcPr marL="69689" marR="69689" marT="34844" marB="34844" anchor="ctr"/>
                </a:tc>
                <a:extLst>
                  <a:ext uri="{0D108BD9-81ED-4DB2-BD59-A6C34878D82A}">
                    <a16:rowId xmlns:a16="http://schemas.microsoft.com/office/drawing/2014/main" val="3996936900"/>
                  </a:ext>
                </a:extLst>
              </a:tr>
              <a:tr h="534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洞見彙報（</a:t>
                      </a:r>
                      <a:r>
                        <a:rPr lang="en" sz="1600" b="1" dirty="0"/>
                        <a:t>Brief）</a:t>
                      </a:r>
                    </a:p>
                  </a:txBody>
                  <a:tcPr marL="69689" marR="69689" marT="34844" marB="34844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彙整多個助理精選內容後定期產出的洞見報告，可作為週報或決策參考</a:t>
                      </a:r>
                    </a:p>
                  </a:txBody>
                  <a:tcPr marL="69689" marR="69689" marT="34844" marB="34844" anchor="ctr"/>
                </a:tc>
                <a:extLst>
                  <a:ext uri="{0D108BD9-81ED-4DB2-BD59-A6C34878D82A}">
                    <a16:rowId xmlns:a16="http://schemas.microsoft.com/office/drawing/2014/main" val="4061325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44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2FA9742-C454-C099-6A65-23B0BDCB8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/>
              <a:t>InfoGather</a:t>
            </a:r>
            <a:r>
              <a:rPr lang="en-US" altLang="zh-TW" b="1" dirty="0"/>
              <a:t> </a:t>
            </a:r>
            <a:r>
              <a:rPr lang="zh-TW" altLang="en-US" b="1" dirty="0"/>
              <a:t>核心流程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DAC455A-503C-3183-DE03-EE8AD3D39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b="1" dirty="0"/>
              <a:t>資料處理流程：</a:t>
            </a:r>
            <a:endParaRPr lang="en-US" altLang="zh-TW" sz="1800" b="1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pPr lvl="1"/>
            <a:r>
              <a:rPr lang="zh-TW" altLang="en-US" sz="1800" b="1" dirty="0"/>
              <a:t>入庫管線（</a:t>
            </a:r>
            <a:r>
              <a:rPr lang="en" altLang="zh-TW" sz="1800" b="1" dirty="0"/>
              <a:t>Feed → Article → Assistant</a:t>
            </a:r>
            <a:r>
              <a:rPr lang="zh-TW" altLang="en" sz="1800" b="1" dirty="0"/>
              <a:t>）</a:t>
            </a:r>
            <a:endParaRPr lang="en-US" altLang="zh-TW" sz="1800" dirty="0"/>
          </a:p>
          <a:p>
            <a:pPr lvl="2"/>
            <a:r>
              <a:rPr lang="en" altLang="zh-TW" sz="1600" b="1" dirty="0"/>
              <a:t>Feed</a:t>
            </a:r>
            <a:r>
              <a:rPr lang="zh-TW" altLang="en" sz="1600" dirty="0"/>
              <a:t>：</a:t>
            </a:r>
            <a:r>
              <a:rPr lang="zh-TW" altLang="en-US" sz="1600" dirty="0"/>
              <a:t>收集資料來源</a:t>
            </a:r>
          </a:p>
          <a:p>
            <a:pPr lvl="2"/>
            <a:r>
              <a:rPr lang="en" altLang="zh-TW" sz="1600" b="1" dirty="0"/>
              <a:t>Article</a:t>
            </a:r>
            <a:r>
              <a:rPr lang="zh-TW" altLang="en" sz="1600" dirty="0"/>
              <a:t>：</a:t>
            </a:r>
            <a:r>
              <a:rPr lang="zh-TW" altLang="en-US" sz="1600" dirty="0"/>
              <a:t>系統抓取內容</a:t>
            </a:r>
          </a:p>
          <a:p>
            <a:pPr lvl="2">
              <a:spcAft>
                <a:spcPts val="600"/>
              </a:spcAft>
            </a:pPr>
            <a:r>
              <a:rPr lang="en" altLang="zh-TW" sz="1600" b="1" dirty="0"/>
              <a:t>Assistant</a:t>
            </a:r>
            <a:r>
              <a:rPr lang="zh-TW" altLang="en" sz="1600" dirty="0"/>
              <a:t>：</a:t>
            </a:r>
            <a:r>
              <a:rPr lang="en" altLang="zh-TW" sz="1600" dirty="0"/>
              <a:t>AI </a:t>
            </a:r>
            <a:r>
              <a:rPr lang="zh-TW" altLang="en-US" sz="1600" dirty="0"/>
              <a:t>篩選與判斷</a:t>
            </a:r>
            <a:endParaRPr lang="en-US" altLang="zh-TW" sz="1600" dirty="0"/>
          </a:p>
          <a:p>
            <a:pPr lvl="1"/>
            <a:r>
              <a:rPr lang="zh-TW" altLang="en-US" sz="1800" b="1" dirty="0"/>
              <a:t>洞見管線（</a:t>
            </a:r>
            <a:r>
              <a:rPr lang="en" altLang="zh-TW" sz="1800" b="1" dirty="0"/>
              <a:t>Brief</a:t>
            </a:r>
            <a:r>
              <a:rPr lang="zh-TW" altLang="en" sz="1800" b="1" dirty="0"/>
              <a:t>）</a:t>
            </a:r>
            <a:endParaRPr lang="en-US" altLang="zh-TW" sz="1800" dirty="0"/>
          </a:p>
          <a:p>
            <a:pPr lvl="2"/>
            <a:r>
              <a:rPr lang="en" altLang="zh-TW" sz="1600" b="1" dirty="0"/>
              <a:t>Brief</a:t>
            </a:r>
            <a:r>
              <a:rPr lang="zh-TW" altLang="en" sz="1600" dirty="0"/>
              <a:t>：</a:t>
            </a:r>
            <a:r>
              <a:rPr lang="zh-TW" altLang="en-US" sz="1600" dirty="0"/>
              <a:t>產出結構化報告</a:t>
            </a:r>
          </a:p>
          <a:p>
            <a:pPr marL="36000" indent="0">
              <a:buNone/>
            </a:pPr>
            <a:endParaRPr lang="zh-TW" altLang="en-US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en-US" altLang="zh-TW" sz="1800" b="1" dirty="0"/>
          </a:p>
          <a:p>
            <a:endParaRPr lang="zh-TW" altLang="en-US" dirty="0"/>
          </a:p>
        </p:txBody>
      </p:sp>
      <p:pic>
        <p:nvPicPr>
          <p:cNvPr id="3" name="圖片 2" descr="一張含有 文字, 螢幕擷取畫面, 字型, 白色 的圖片&#10;&#10;AI 產生的內容可能不正確。">
            <a:extLst>
              <a:ext uri="{FF2B5EF4-FFF2-40B4-BE49-F238E27FC236}">
                <a16:creationId xmlns:a16="http://schemas.microsoft.com/office/drawing/2014/main" id="{23CEB749-F398-A14C-9A3B-5034258F5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59" y="1233634"/>
            <a:ext cx="10937641" cy="1761949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2D22AC0-FA16-D762-1337-30C63A0C7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951569"/>
              </p:ext>
            </p:extLst>
          </p:nvPr>
        </p:nvGraphicFramePr>
        <p:xfrm>
          <a:off x="5872279" y="3419651"/>
          <a:ext cx="5220000" cy="2225040"/>
        </p:xfrm>
        <a:graphic>
          <a:graphicData uri="http://schemas.openxmlformats.org/drawingml/2006/table">
            <a:tbl>
              <a:tblPr firstRow="1" bandRow="1">
                <a:tableStyleId>{91DB7C30-2B5D-4D34-8F22-85940E495A18}</a:tableStyleId>
              </a:tblPr>
              <a:tblGrid>
                <a:gridCol w="1265833">
                  <a:extLst>
                    <a:ext uri="{9D8B030D-6E8A-4147-A177-3AD203B41FA5}">
                      <a16:colId xmlns:a16="http://schemas.microsoft.com/office/drawing/2014/main" val="1164806677"/>
                    </a:ext>
                  </a:extLst>
                </a:gridCol>
                <a:gridCol w="3954167">
                  <a:extLst>
                    <a:ext uri="{9D8B030D-6E8A-4147-A177-3AD203B41FA5}">
                      <a16:colId xmlns:a16="http://schemas.microsoft.com/office/drawing/2014/main" val="1575918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助手評分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評分標準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112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0.00-0.20</a:t>
                      </a:r>
                      <a:endParaRPr lang="zh-TW" altLang="en-US" sz="16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完全不相關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448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0.20-0.40</a:t>
                      </a:r>
                      <a:endParaRPr lang="zh-TW" altLang="en-US" sz="16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弱相關，僅邊緣關聯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275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0.40-0.60</a:t>
                      </a:r>
                      <a:endParaRPr lang="zh-TW" altLang="en-US" sz="16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部分相關，但深度不足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31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0.60-0.80</a:t>
                      </a:r>
                      <a:endParaRPr lang="zh-TW" altLang="en-US" sz="16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高度相關，符合多數條件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69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0.80-1.00</a:t>
                      </a:r>
                      <a:endParaRPr lang="zh-TW" altLang="en-US" sz="1600" b="1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完全符合，強烈建議收錄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445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69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2C2EE7-FA30-6FEC-B386-82BF40F3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系統架構與技術堆疊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9EA5C9-446B-0374-F39A-53939FF39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000" indent="0">
              <a:buNone/>
            </a:pPr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7" name="圖片 6" descr="一張含有 文字, 螢幕擷取畫面, 字型, 圖形 的圖片&#10;&#10;AI 產生的內容可能不正確。">
            <a:extLst>
              <a:ext uri="{FF2B5EF4-FFF2-40B4-BE49-F238E27FC236}">
                <a16:creationId xmlns:a16="http://schemas.microsoft.com/office/drawing/2014/main" id="{131DD12C-3915-1B52-EEBB-D6E2EDC67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382" y="720087"/>
            <a:ext cx="8157723" cy="2520000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28479DA-E21D-625A-4242-CE04A99E6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81098"/>
              </p:ext>
            </p:extLst>
          </p:nvPr>
        </p:nvGraphicFramePr>
        <p:xfrm>
          <a:off x="540243" y="3419651"/>
          <a:ext cx="10440000" cy="2519999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1951166">
                  <a:extLst>
                    <a:ext uri="{9D8B030D-6E8A-4147-A177-3AD203B41FA5}">
                      <a16:colId xmlns:a16="http://schemas.microsoft.com/office/drawing/2014/main" val="1297360781"/>
                    </a:ext>
                  </a:extLst>
                </a:gridCol>
                <a:gridCol w="8488834">
                  <a:extLst>
                    <a:ext uri="{9D8B030D-6E8A-4147-A177-3AD203B41FA5}">
                      <a16:colId xmlns:a16="http://schemas.microsoft.com/office/drawing/2014/main" val="3990319719"/>
                    </a:ext>
                  </a:extLst>
                </a:gridCol>
              </a:tblGrid>
              <a:tr h="407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服務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2720179"/>
                  </a:ext>
                </a:extLst>
              </a:tr>
              <a:tr h="704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 dirty="0" err="1"/>
                        <a:t>InfoGather</a:t>
                      </a:r>
                      <a:r>
                        <a:rPr lang="en" sz="1600" b="1" dirty="0"/>
                        <a:t> Web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使用者操作介面，採用 </a:t>
                      </a:r>
                      <a:r>
                        <a:rPr lang="en" sz="1600" dirty="0"/>
                        <a:t>Angular </a:t>
                      </a:r>
                      <a:r>
                        <a:rPr lang="zh-TW" altLang="en-US" sz="1600" dirty="0"/>
                        <a:t>建構單頁應用，透過 </a:t>
                      </a:r>
                      <a:r>
                        <a:rPr lang="en-US" altLang="zh-TW" sz="1600" dirty="0"/>
                        <a:t>/</a:t>
                      </a:r>
                      <a:r>
                        <a:rPr lang="en" sz="1600" dirty="0" err="1"/>
                        <a:t>api</a:t>
                      </a:r>
                      <a:r>
                        <a:rPr lang="en" sz="1600" dirty="0"/>
                        <a:t>/* </a:t>
                      </a:r>
                      <a:r>
                        <a:rPr lang="zh-TW" altLang="en-US" sz="1600" dirty="0"/>
                        <a:t>與後端服務進行即時通訊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609010"/>
                  </a:ext>
                </a:extLst>
              </a:tr>
              <a:tr h="704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 dirty="0" err="1"/>
                        <a:t>InfoGather</a:t>
                      </a:r>
                      <a:r>
                        <a:rPr lang="en" sz="1600" b="1" dirty="0"/>
                        <a:t>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核心後端服務，基於 </a:t>
                      </a:r>
                      <a:r>
                        <a:rPr lang="en" sz="1600" dirty="0" err="1"/>
                        <a:t>Node.js、NestJS</a:t>
                      </a:r>
                      <a:r>
                        <a:rPr lang="en" sz="1600" dirty="0"/>
                        <a:t> </a:t>
                      </a:r>
                      <a:r>
                        <a:rPr lang="zh-TW" altLang="en-US" sz="1600" dirty="0"/>
                        <a:t>與 </a:t>
                      </a:r>
                      <a:r>
                        <a:rPr lang="en" sz="1600" dirty="0"/>
                        <a:t>MongoDB </a:t>
                      </a:r>
                      <a:r>
                        <a:rPr lang="zh-TW" altLang="en-US" sz="1600" dirty="0"/>
                        <a:t>建構，負責資料存取與業務邏輯處理，並透過 </a:t>
                      </a:r>
                      <a:r>
                        <a:rPr lang="en" sz="1600" dirty="0"/>
                        <a:t>Redis </a:t>
                      </a:r>
                      <a:r>
                        <a:rPr lang="zh-TW" altLang="en-US" sz="1600" dirty="0"/>
                        <a:t>與 </a:t>
                      </a:r>
                      <a:r>
                        <a:rPr lang="en" sz="1600" dirty="0" err="1"/>
                        <a:t>BullMQ</a:t>
                      </a:r>
                      <a:r>
                        <a:rPr lang="en" sz="1600" dirty="0"/>
                        <a:t> </a:t>
                      </a:r>
                      <a:r>
                        <a:rPr lang="zh-TW" altLang="en-US" sz="1600" dirty="0"/>
                        <a:t>管理非同步任務佇列，同時提供 </a:t>
                      </a:r>
                      <a:r>
                        <a:rPr lang="en-US" altLang="zh-TW" sz="1600" dirty="0"/>
                        <a:t>/</a:t>
                      </a:r>
                      <a:r>
                        <a:rPr lang="en" sz="1600" dirty="0" err="1"/>
                        <a:t>api</a:t>
                      </a:r>
                      <a:r>
                        <a:rPr lang="en" sz="1600" dirty="0"/>
                        <a:t>-docs </a:t>
                      </a:r>
                      <a:r>
                        <a:rPr lang="zh-TW" altLang="en-US" sz="1600" dirty="0"/>
                        <a:t>作為 </a:t>
                      </a:r>
                      <a:r>
                        <a:rPr lang="en" sz="1600" dirty="0"/>
                        <a:t>API </a:t>
                      </a:r>
                      <a:r>
                        <a:rPr lang="zh-TW" altLang="en-US" sz="1600" dirty="0"/>
                        <a:t>文件入口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839808"/>
                  </a:ext>
                </a:extLst>
              </a:tr>
              <a:tr h="704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b="1" dirty="0" err="1"/>
                        <a:t>InfoGather</a:t>
                      </a:r>
                      <a:r>
                        <a:rPr lang="en" sz="1600" b="1" dirty="0"/>
                        <a:t>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情境感知的對話服務，基於 </a:t>
                      </a:r>
                      <a:r>
                        <a:rPr lang="en" sz="1600" dirty="0" err="1"/>
                        <a:t>Node.js、LangGraph</a:t>
                      </a:r>
                      <a:r>
                        <a:rPr lang="en" sz="1600" dirty="0"/>
                        <a:t> </a:t>
                      </a:r>
                      <a:r>
                        <a:rPr lang="zh-TW" altLang="en-US" sz="1600" dirty="0"/>
                        <a:t>與 </a:t>
                      </a:r>
                      <a:r>
                        <a:rPr lang="en" sz="1600" dirty="0" err="1"/>
                        <a:t>LangChain</a:t>
                      </a:r>
                      <a:r>
                        <a:rPr lang="en" sz="1600" dirty="0"/>
                        <a:t> </a:t>
                      </a:r>
                      <a:r>
                        <a:rPr lang="zh-TW" altLang="en-US" sz="1600" dirty="0"/>
                        <a:t>實作，支援多輪對話與工具調用能力，並透過 </a:t>
                      </a:r>
                      <a:r>
                        <a:rPr lang="en-US" altLang="zh-TW" sz="1600" dirty="0"/>
                        <a:t>/</a:t>
                      </a:r>
                      <a:r>
                        <a:rPr lang="en" sz="1600" dirty="0"/>
                        <a:t>agent/* </a:t>
                      </a:r>
                      <a:r>
                        <a:rPr lang="zh-TW" altLang="en-US" sz="1600" dirty="0"/>
                        <a:t>提供相關介面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542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8578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D72899-B19C-3786-211E-279AF6683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金鑰認證與 </a:t>
            </a:r>
            <a:r>
              <a:rPr lang="en-US" altLang="zh-TW" b="1" dirty="0"/>
              <a:t>API</a:t>
            </a:r>
            <a:r>
              <a:rPr lang="zh-TW" altLang="en-US" b="1" dirty="0"/>
              <a:t> 文件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CEE298B-ECF5-2F02-4E2D-2B72B1B02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TW" sz="1800" b="1" dirty="0"/>
              <a:t>API </a:t>
            </a:r>
            <a:r>
              <a:rPr lang="zh-TW" altLang="en-US" sz="1800" b="1" dirty="0"/>
              <a:t>認證方式</a:t>
            </a:r>
            <a:endParaRPr lang="en" altLang="zh-TW" dirty="0"/>
          </a:p>
          <a:p>
            <a:pPr lvl="1"/>
            <a:r>
              <a:rPr lang="en" altLang="zh-TW" sz="1600" dirty="0" err="1"/>
              <a:t>InfoGather</a:t>
            </a:r>
            <a:r>
              <a:rPr lang="en" altLang="zh-TW" sz="1600" dirty="0"/>
              <a:t> </a:t>
            </a:r>
            <a:r>
              <a:rPr lang="zh-TW" altLang="en-US" sz="1600" dirty="0"/>
              <a:t>提供 </a:t>
            </a:r>
            <a:r>
              <a:rPr lang="en" altLang="zh-TW" sz="1600" dirty="0"/>
              <a:t>API Key </a:t>
            </a:r>
            <a:r>
              <a:rPr lang="zh-TW" altLang="en-US" sz="1600" dirty="0"/>
              <a:t>機制，供外部系統進行 </a:t>
            </a:r>
            <a:r>
              <a:rPr lang="en" altLang="zh-TW" sz="1600" dirty="0"/>
              <a:t>API </a:t>
            </a:r>
            <a:r>
              <a:rPr lang="zh-TW" altLang="en-US" sz="1600" dirty="0"/>
              <a:t>串接與身分驗證 </a:t>
            </a:r>
          </a:p>
          <a:p>
            <a:pPr lvl="1"/>
            <a:r>
              <a:rPr lang="zh-TW" altLang="en-US" sz="1600" dirty="0"/>
              <a:t>呼叫 </a:t>
            </a:r>
            <a:r>
              <a:rPr lang="en" altLang="zh-TW" sz="1600" dirty="0"/>
              <a:t>API </a:t>
            </a:r>
            <a:r>
              <a:rPr lang="zh-TW" altLang="en-US" sz="1600" dirty="0"/>
              <a:t>時，請於 </a:t>
            </a:r>
            <a:r>
              <a:rPr lang="en" altLang="zh-TW" sz="1600" dirty="0"/>
              <a:t>HTTP Header </a:t>
            </a:r>
            <a:r>
              <a:rPr lang="zh-TW" altLang="en-US" sz="1600" dirty="0"/>
              <a:t>中帶入 </a:t>
            </a:r>
            <a:r>
              <a:rPr lang="en" altLang="zh-TW" sz="1600" dirty="0"/>
              <a:t>API Key</a:t>
            </a:r>
            <a:r>
              <a:rPr lang="zh-TW" altLang="en" sz="1600" dirty="0"/>
              <a:t>：</a:t>
            </a:r>
            <a:endParaRPr lang="en-US" altLang="zh-TW" sz="1600" dirty="0"/>
          </a:p>
          <a:p>
            <a:pPr lvl="1"/>
            <a:endParaRPr lang="en-US" altLang="zh-TW" sz="1600" dirty="0"/>
          </a:p>
          <a:p>
            <a:pPr marL="288000" lvl="1" indent="0">
              <a:buNone/>
            </a:pPr>
            <a:endParaRPr lang="en-US" altLang="zh-TW" sz="1600" dirty="0"/>
          </a:p>
          <a:p>
            <a:r>
              <a:rPr lang="zh-TW" altLang="en-US" sz="1800" b="1" dirty="0"/>
              <a:t>金鑰使用說明</a:t>
            </a:r>
            <a:endParaRPr lang="zh-TW" altLang="en-US" sz="1800" dirty="0"/>
          </a:p>
          <a:p>
            <a:pPr lvl="1"/>
            <a:r>
              <a:rPr lang="en" altLang="zh-TW" sz="1600" dirty="0"/>
              <a:t>API Key </a:t>
            </a:r>
            <a:r>
              <a:rPr lang="zh-TW" altLang="en-US" sz="1600" dirty="0"/>
              <a:t>由 </a:t>
            </a:r>
            <a:r>
              <a:rPr lang="en" altLang="zh-TW" sz="1600" dirty="0" err="1"/>
              <a:t>InfoGather</a:t>
            </a:r>
            <a:r>
              <a:rPr lang="en" altLang="zh-TW" sz="1600" dirty="0"/>
              <a:t> Web </a:t>
            </a:r>
            <a:r>
              <a:rPr lang="zh-TW" altLang="en-US" sz="1600" dirty="0"/>
              <a:t>後台建立與管理</a:t>
            </a:r>
          </a:p>
          <a:p>
            <a:pPr lvl="1"/>
            <a:r>
              <a:rPr lang="zh-TW" altLang="en-US" sz="1600" dirty="0"/>
              <a:t>金鑰明文僅於建立當下顯示一次，請妥善保存</a:t>
            </a:r>
          </a:p>
          <a:p>
            <a:pPr lvl="1">
              <a:spcAft>
                <a:spcPts val="600"/>
              </a:spcAft>
            </a:pPr>
            <a:r>
              <a:rPr lang="zh-TW" altLang="en-US" sz="1600" dirty="0"/>
              <a:t>若金鑰遺失或疑似外洩，請立即停用並重新建立</a:t>
            </a:r>
          </a:p>
          <a:p>
            <a:r>
              <a:rPr lang="en" altLang="zh-TW" sz="1800" b="1" dirty="0"/>
              <a:t>API </a:t>
            </a:r>
            <a:r>
              <a:rPr lang="zh-TW" altLang="en-US" sz="1800" b="1" dirty="0"/>
              <a:t>文件入口</a:t>
            </a:r>
            <a:endParaRPr lang="zh-TW" altLang="en-US" sz="1800" dirty="0"/>
          </a:p>
          <a:p>
            <a:pPr lvl="1"/>
            <a:r>
              <a:rPr lang="zh-TW" altLang="en-US" sz="1600" dirty="0"/>
              <a:t>完整 </a:t>
            </a:r>
            <a:r>
              <a:rPr lang="en" altLang="zh-TW" sz="1600" dirty="0"/>
              <a:t>API </a:t>
            </a:r>
            <a:r>
              <a:rPr lang="zh-TW" altLang="en-US" sz="1600" dirty="0"/>
              <a:t>規格與測試介面可由 </a:t>
            </a:r>
            <a:r>
              <a:rPr lang="en" altLang="zh-TW" sz="1600" dirty="0"/>
              <a:t>Swagger </a:t>
            </a:r>
            <a:r>
              <a:rPr lang="zh-TW" altLang="en-US" sz="1600" dirty="0"/>
              <a:t>取得：</a:t>
            </a:r>
          </a:p>
          <a:p>
            <a:pPr marL="36000" indent="0">
              <a:buNone/>
            </a:pPr>
            <a:br>
              <a:rPr lang="en" altLang="zh-TW" sz="1800" dirty="0"/>
            </a:br>
            <a:endParaRPr lang="en" altLang="zh-TW" sz="1800" dirty="0"/>
          </a:p>
          <a:p>
            <a:pPr lvl="1"/>
            <a:r>
              <a:rPr lang="zh-TW" altLang="en-US" sz="1600" dirty="0"/>
              <a:t>可查閱各端點的請求參數、回應格式與錯誤碼</a:t>
            </a:r>
          </a:p>
          <a:p>
            <a:pPr lvl="1"/>
            <a:r>
              <a:rPr lang="zh-TW" altLang="en-US" sz="1600" dirty="0"/>
              <a:t>可直接於 </a:t>
            </a:r>
            <a:r>
              <a:rPr lang="en" altLang="zh-TW" sz="1600" dirty="0"/>
              <a:t>Swagger UI </a:t>
            </a:r>
            <a:r>
              <a:rPr lang="zh-TW" altLang="en-US" sz="1600" dirty="0"/>
              <a:t>驗證 </a:t>
            </a:r>
            <a:r>
              <a:rPr lang="en" altLang="zh-TW" sz="1600" dirty="0"/>
              <a:t>API Key </a:t>
            </a:r>
            <a:r>
              <a:rPr lang="zh-TW" altLang="en-US" sz="1600" dirty="0"/>
              <a:t>與測試 </a:t>
            </a:r>
            <a:r>
              <a:rPr lang="en" altLang="zh-TW" sz="1600" dirty="0"/>
              <a:t>API </a:t>
            </a:r>
            <a:r>
              <a:rPr lang="zh-TW" altLang="en-US" sz="1600" dirty="0"/>
              <a:t>呼叫</a:t>
            </a:r>
          </a:p>
          <a:p>
            <a:endParaRPr lang="zh-TW" altLang="en" sz="1800" dirty="0"/>
          </a:p>
          <a:p>
            <a:pPr lvl="1"/>
            <a:endParaRPr lang="zh-TW" altLang="en-US" sz="1600" dirty="0"/>
          </a:p>
          <a:p>
            <a:pPr marL="36000" indent="0">
              <a:buNone/>
            </a:pP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CD76790-8ED3-4F37-7F03-B4E3794F8F25}"/>
              </a:ext>
            </a:extLst>
          </p:cNvPr>
          <p:cNvSpPr txBox="1"/>
          <p:nvPr/>
        </p:nvSpPr>
        <p:spPr>
          <a:xfrm>
            <a:off x="768626" y="1897578"/>
            <a:ext cx="4991618" cy="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lang="en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X-API-Key: </a:t>
            </a:r>
            <a:r>
              <a:rPr lang="en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igk_live</a:t>
            </a:r>
            <a:r>
              <a:rPr lang="en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_&lt;prefix&gt;_&lt;secret&gt;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8006445-3CDA-F30B-DAE2-3049F4174E11}"/>
              </a:ext>
            </a:extLst>
          </p:cNvPr>
          <p:cNvSpPr txBox="1"/>
          <p:nvPr/>
        </p:nvSpPr>
        <p:spPr>
          <a:xfrm>
            <a:off x="768626" y="4621958"/>
            <a:ext cx="4991618" cy="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r>
              <a:rPr lang="en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https://</a:t>
            </a:r>
            <a:r>
              <a:rPr lang="en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infogather.tw</a:t>
            </a:r>
            <a:r>
              <a:rPr lang="en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api</a:t>
            </a:r>
            <a:r>
              <a:rPr lang="en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-docs</a:t>
            </a:r>
          </a:p>
        </p:txBody>
      </p:sp>
    </p:spTree>
    <p:extLst>
      <p:ext uri="{BB962C8B-B14F-4D97-AF65-F5344CB8AC3E}">
        <p14:creationId xmlns:p14="http://schemas.microsoft.com/office/powerpoint/2010/main" val="2402032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55EA61-2BC2-C011-6DE7-A055A4E96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/>
              <a:t>InfoGather</a:t>
            </a:r>
            <a:r>
              <a:rPr lang="en-US" altLang="zh-TW" b="1" dirty="0"/>
              <a:t> </a:t>
            </a:r>
            <a:r>
              <a:rPr lang="zh-TW" altLang="en-US" b="1" dirty="0"/>
              <a:t>核心資源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F5EFA8-09C4-3CB7-FFBC-A0140FCF7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r>
              <a:rPr lang="zh-TW" altLang="en-US" sz="1800" b="1" dirty="0"/>
              <a:t>注意事項</a:t>
            </a:r>
            <a:endParaRPr lang="en-US" altLang="zh-TW" sz="1800" b="1" dirty="0"/>
          </a:p>
          <a:p>
            <a:pPr lvl="1"/>
            <a:r>
              <a:rPr lang="zh-TW" altLang="en-US" sz="1600" dirty="0"/>
              <a:t>建立 </a:t>
            </a:r>
            <a:r>
              <a:rPr lang="en" altLang="zh-TW" sz="1600" dirty="0"/>
              <a:t>Feed </a:t>
            </a:r>
            <a:r>
              <a:rPr lang="zh-TW" altLang="en-US" sz="1600" dirty="0"/>
              <a:t>前，先查  </a:t>
            </a:r>
            <a:r>
              <a:rPr lang="en" altLang="zh-TW" sz="1600" dirty="0"/>
              <a:t>Connector</a:t>
            </a:r>
            <a:r>
              <a:rPr lang="zh-TW" altLang="en-US" sz="1600" dirty="0"/>
              <a:t> </a:t>
            </a:r>
            <a:r>
              <a:rPr lang="en" altLang="zh-TW" sz="1600" dirty="0"/>
              <a:t> </a:t>
            </a:r>
            <a:r>
              <a:rPr lang="zh-TW" altLang="en-US" sz="1600" dirty="0"/>
              <a:t>是否已授權給該工作空間；若未授權，需由平台管理員開通</a:t>
            </a:r>
          </a:p>
          <a:p>
            <a:pPr lvl="1"/>
            <a:r>
              <a:rPr lang="zh-TW" altLang="en-US" sz="1600" dirty="0"/>
              <a:t>觸發型 </a:t>
            </a:r>
            <a:r>
              <a:rPr lang="en" altLang="zh-TW" sz="1600" dirty="0"/>
              <a:t>API </a:t>
            </a:r>
            <a:r>
              <a:rPr lang="zh-TW" altLang="en-US" sz="1600" dirty="0"/>
              <a:t>多為非同步設計，整合時應搭配查詢端點或排程輪詢結果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52F94F7-2ED0-C4EF-794F-3EC8DAA80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007371"/>
              </p:ext>
            </p:extLst>
          </p:nvPr>
        </p:nvGraphicFramePr>
        <p:xfrm>
          <a:off x="450244" y="983492"/>
          <a:ext cx="10620000" cy="3431925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2080921">
                  <a:extLst>
                    <a:ext uri="{9D8B030D-6E8A-4147-A177-3AD203B41FA5}">
                      <a16:colId xmlns:a16="http://schemas.microsoft.com/office/drawing/2014/main" val="3447514492"/>
                    </a:ext>
                  </a:extLst>
                </a:gridCol>
                <a:gridCol w="3949148">
                  <a:extLst>
                    <a:ext uri="{9D8B030D-6E8A-4147-A177-3AD203B41FA5}">
                      <a16:colId xmlns:a16="http://schemas.microsoft.com/office/drawing/2014/main" val="367526225"/>
                    </a:ext>
                  </a:extLst>
                </a:gridCol>
                <a:gridCol w="4589931">
                  <a:extLst>
                    <a:ext uri="{9D8B030D-6E8A-4147-A177-3AD203B41FA5}">
                      <a16:colId xmlns:a16="http://schemas.microsoft.com/office/drawing/2014/main" val="294875174"/>
                    </a:ext>
                  </a:extLst>
                </a:gridCol>
              </a:tblGrid>
              <a:tr h="490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資源</a:t>
                      </a:r>
                    </a:p>
                  </a:txBody>
                  <a:tcPr marL="80209" marR="80209" marT="37019" marB="3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路徑</a:t>
                      </a:r>
                    </a:p>
                  </a:txBody>
                  <a:tcPr marL="80209" marR="80209" marT="37019" marB="3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solidFill>
                            <a:srgbClr val="000000"/>
                          </a:solidFill>
                          <a:effectLst/>
                        </a:rPr>
                        <a:t>用途</a:t>
                      </a:r>
                    </a:p>
                  </a:txBody>
                  <a:tcPr marL="80209" marR="80209" marT="37019" marB="37019" anchor="ctr"/>
                </a:tc>
                <a:extLst>
                  <a:ext uri="{0D108BD9-81ED-4DB2-BD59-A6C34878D82A}">
                    <a16:rowId xmlns:a16="http://schemas.microsoft.com/office/drawing/2014/main" val="3893289504"/>
                  </a:ext>
                </a:extLst>
              </a:tr>
              <a:tr h="490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</a:rPr>
                        <a:t>Article</a:t>
                      </a:r>
                    </a:p>
                  </a:txBody>
                  <a:tcPr marL="80209" marR="80209" marT="37019" marB="3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/articles</a:t>
                      </a:r>
                      <a:endParaRPr lang="en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0209" marR="80209" marT="37019" marB="3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>
                          <a:effectLst/>
                        </a:rPr>
                        <a:t>查詢入庫文章、做搜尋與輪詢確認</a:t>
                      </a:r>
                    </a:p>
                  </a:txBody>
                  <a:tcPr marL="80209" marR="80209" marT="37019" marB="37019" anchor="ctr"/>
                </a:tc>
                <a:extLst>
                  <a:ext uri="{0D108BD9-81ED-4DB2-BD59-A6C34878D82A}">
                    <a16:rowId xmlns:a16="http://schemas.microsoft.com/office/drawing/2014/main" val="2222371615"/>
                  </a:ext>
                </a:extLst>
              </a:tr>
              <a:tr h="490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</a:rPr>
                        <a:t>Connector</a:t>
                      </a:r>
                    </a:p>
                  </a:txBody>
                  <a:tcPr marL="80209" marR="80209" marT="37019" marB="3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/workspaces/:</a:t>
                      </a:r>
                      <a:r>
                        <a:rPr lang="en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wsId</a:t>
                      </a: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/connectors</a:t>
                      </a:r>
                      <a:endParaRPr lang="en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0209" marR="80209" marT="37019" marB="3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>
                          <a:effectLst/>
                        </a:rPr>
                        <a:t>查詢工作空間目前可用的資料來源類型</a:t>
                      </a:r>
                    </a:p>
                  </a:txBody>
                  <a:tcPr marL="80209" marR="80209" marT="37019" marB="37019" anchor="ctr"/>
                </a:tc>
                <a:extLst>
                  <a:ext uri="{0D108BD9-81ED-4DB2-BD59-A6C34878D82A}">
                    <a16:rowId xmlns:a16="http://schemas.microsoft.com/office/drawing/2014/main" val="3002260096"/>
                  </a:ext>
                </a:extLst>
              </a:tr>
              <a:tr h="490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</a:rPr>
                        <a:t>Feed</a:t>
                      </a:r>
                    </a:p>
                  </a:txBody>
                  <a:tcPr marL="80209" marR="80209" marT="37019" marB="3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/workspaces/:wsId/feeds</a:t>
                      </a:r>
                      <a:endParaRPr lang="en" sz="160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0209" marR="80209" marT="37019" marB="3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>
                          <a:effectLst/>
                        </a:rPr>
                        <a:t>建立與管理資料來源</a:t>
                      </a:r>
                    </a:p>
                  </a:txBody>
                  <a:tcPr marL="80209" marR="80209" marT="37019" marB="37019" anchor="ctr"/>
                </a:tc>
                <a:extLst>
                  <a:ext uri="{0D108BD9-81ED-4DB2-BD59-A6C34878D82A}">
                    <a16:rowId xmlns:a16="http://schemas.microsoft.com/office/drawing/2014/main" val="3940819926"/>
                  </a:ext>
                </a:extLst>
              </a:tr>
              <a:tr h="490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</a:rPr>
                        <a:t>Assistant</a:t>
                      </a:r>
                    </a:p>
                  </a:txBody>
                  <a:tcPr marL="80209" marR="80209" marT="37019" marB="3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/workspaces/:</a:t>
                      </a:r>
                      <a:r>
                        <a:rPr lang="en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wsId</a:t>
                      </a: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/assistants</a:t>
                      </a:r>
                      <a:endParaRPr lang="en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0209" marR="80209" marT="37019" marB="3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>
                          <a:effectLst/>
                        </a:rPr>
                        <a:t>建立與管理資訊助手</a:t>
                      </a:r>
                    </a:p>
                  </a:txBody>
                  <a:tcPr marL="80209" marR="80209" marT="37019" marB="37019" anchor="ctr"/>
                </a:tc>
                <a:extLst>
                  <a:ext uri="{0D108BD9-81ED-4DB2-BD59-A6C34878D82A}">
                    <a16:rowId xmlns:a16="http://schemas.microsoft.com/office/drawing/2014/main" val="1529202235"/>
                  </a:ext>
                </a:extLst>
              </a:tr>
              <a:tr h="490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</a:rPr>
                        <a:t>Brief</a:t>
                      </a:r>
                    </a:p>
                  </a:txBody>
                  <a:tcPr marL="80209" marR="80209" marT="37019" marB="3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/workspaces/:</a:t>
                      </a:r>
                      <a:r>
                        <a:rPr lang="en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wsId</a:t>
                      </a: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/briefs</a:t>
                      </a:r>
                      <a:endParaRPr lang="en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0209" marR="80209" marT="37019" marB="3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>
                          <a:effectLst/>
                        </a:rPr>
                        <a:t>建立與管理洞見彙報</a:t>
                      </a:r>
                    </a:p>
                  </a:txBody>
                  <a:tcPr marL="80209" marR="80209" marT="37019" marB="37019" anchor="ctr"/>
                </a:tc>
                <a:extLst>
                  <a:ext uri="{0D108BD9-81ED-4DB2-BD59-A6C34878D82A}">
                    <a16:rowId xmlns:a16="http://schemas.microsoft.com/office/drawing/2014/main" val="2263722190"/>
                  </a:ext>
                </a:extLst>
              </a:tr>
              <a:tr h="490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</a:rPr>
                        <a:t>Curated Articles</a:t>
                      </a:r>
                    </a:p>
                  </a:txBody>
                  <a:tcPr marL="80209" marR="80209" marT="37019" marB="3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/me/curated-articles</a:t>
                      </a:r>
                      <a:endParaRPr lang="en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80209" marR="80209" marT="37019" marB="37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>
                          <a:effectLst/>
                        </a:rPr>
                        <a:t>取得個人訂閱助理的精選內容</a:t>
                      </a:r>
                    </a:p>
                  </a:txBody>
                  <a:tcPr marL="80209" marR="80209" marT="37019" marB="37019" anchor="ctr"/>
                </a:tc>
                <a:extLst>
                  <a:ext uri="{0D108BD9-81ED-4DB2-BD59-A6C34878D82A}">
                    <a16:rowId xmlns:a16="http://schemas.microsoft.com/office/drawing/2014/main" val="3944329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3094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BCA46D-10FF-2088-66C6-982BF50B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Thank You!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509434105"/>
      </p:ext>
    </p:extLst>
  </p:cSld>
  <p:clrMapOvr>
    <a:masterClrMapping/>
  </p:clrMapOvr>
</p:sld>
</file>

<file path=ppt/theme/theme1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4F25D0FF425B4EA678AC2414B6A709" ma:contentTypeVersion="10" ma:contentTypeDescription="Create a new document." ma:contentTypeScope="" ma:versionID="8ceec2ce155b1d63c0c6fcd4110f3cfe">
  <xsd:schema xmlns:xsd="http://www.w3.org/2001/XMLSchema" xmlns:xs="http://www.w3.org/2001/XMLSchema" xmlns:p="http://schemas.microsoft.com/office/2006/metadata/properties" xmlns:ns2="7cac0686-f0c7-4236-b000-d7b90732a875" xmlns:ns3="9bfc64f2-d580-4df8-9fa4-4631ad6ac43d" targetNamespace="http://schemas.microsoft.com/office/2006/metadata/properties" ma:root="true" ma:fieldsID="267f21102a69fda15f58a0ecdfc9abe1" ns2:_="" ns3:_="">
    <xsd:import namespace="7cac0686-f0c7-4236-b000-d7b90732a875"/>
    <xsd:import namespace="9bfc64f2-d580-4df8-9fa4-4631ad6ac4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ac0686-f0c7-4236-b000-d7b90732a8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fc64f2-d580-4df8-9fa4-4631ad6ac43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3946E7-66F8-4182-AA38-CFC406C59F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ac0686-f0c7-4236-b000-d7b90732a875"/>
    <ds:schemaRef ds:uri="9bfc64f2-d580-4df8-9fa4-4631ad6ac4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D5D526-59E0-46BD-B75A-4A393253F249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9bfc64f2-d580-4df8-9fa4-4631ad6ac43d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7cac0686-f0c7-4236-b000-d7b90732a87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6929C79-DB32-411C-8C37-9A0BBBB5F64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17a5a3d-163a-4e8b-af1b-58fd7f92894f}" enabled="0" method="" siteId="{217a5a3d-163a-4e8b-af1b-58fd7f9289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2033</TotalTime>
  <Words>2100</Words>
  <Application>Microsoft Macintosh PowerPoint</Application>
  <PresentationFormat>自訂</PresentationFormat>
  <Paragraphs>259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7" baseType="lpstr">
      <vt:lpstr>微軟正黑體</vt:lpstr>
      <vt:lpstr>微軟正黑體</vt:lpstr>
      <vt:lpstr>標準系統字體</vt:lpstr>
      <vt:lpstr>Microsoft JhengHei Light</vt:lpstr>
      <vt:lpstr>Arial</vt:lpstr>
      <vt:lpstr>Consolas</vt:lpstr>
      <vt:lpstr>Roboto</vt:lpstr>
      <vt:lpstr>Times New Roman</vt:lpstr>
      <vt:lpstr>數科處範本</vt:lpstr>
      <vt:lpstr>InfoGather</vt:lpstr>
      <vt:lpstr>什麼是 InfoGather？</vt:lpstr>
      <vt:lpstr>InfoGather 核心名詞</vt:lpstr>
      <vt:lpstr>InfoGather 核心流程</vt:lpstr>
      <vt:lpstr>系統架構與技術堆疊</vt:lpstr>
      <vt:lpstr>金鑰認證與 API 文件</vt:lpstr>
      <vt:lpstr>InfoGather 核心資源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封面標題(36 pt)</dc:title>
  <cp:lastModifiedBy>雋凱 王</cp:lastModifiedBy>
  <cp:revision>120</cp:revision>
  <dcterms:modified xsi:type="dcterms:W3CDTF">2026-04-19T14:58:22Z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0x010100DE4F25D0FF425B4EA678AC2414B6A709</vt:lpwstr>
  </property>
  <property fmtid="{D5CDD505-2E9C-101B-9397-08002B2CF9AE}" pid="3" name="Order">
    <vt:r8>500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
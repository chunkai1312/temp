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701" r:id="rId4"/>
  </p:sldMasterIdLst>
  <p:notesMasterIdLst>
    <p:notesMasterId r:id="rId39"/>
  </p:notesMasterIdLst>
  <p:sldIdLst>
    <p:sldId id="2147471228" r:id="rId5"/>
    <p:sldId id="2147471257" r:id="rId6"/>
    <p:sldId id="2147471197" r:id="rId7"/>
    <p:sldId id="2147471198" r:id="rId8"/>
    <p:sldId id="2147471222" r:id="rId9"/>
    <p:sldId id="258" r:id="rId10"/>
    <p:sldId id="2147471202" r:id="rId11"/>
    <p:sldId id="2147471203" r:id="rId12"/>
    <p:sldId id="2147471214" r:id="rId13"/>
    <p:sldId id="2147471189" r:id="rId14"/>
    <p:sldId id="2147471255" r:id="rId15"/>
    <p:sldId id="2147471205" r:id="rId16"/>
    <p:sldId id="2147471251" r:id="rId17"/>
    <p:sldId id="2147471249" r:id="rId18"/>
    <p:sldId id="2147471240" r:id="rId19"/>
    <p:sldId id="2147471254" r:id="rId20"/>
    <p:sldId id="2147471241" r:id="rId21"/>
    <p:sldId id="2147471256" r:id="rId22"/>
    <p:sldId id="2147471239" r:id="rId23"/>
    <p:sldId id="2147471207" r:id="rId24"/>
    <p:sldId id="2147471229" r:id="rId25"/>
    <p:sldId id="2147471208" r:id="rId26"/>
    <p:sldId id="292" r:id="rId27"/>
    <p:sldId id="295" r:id="rId28"/>
    <p:sldId id="2147471176" r:id="rId29"/>
    <p:sldId id="299" r:id="rId30"/>
    <p:sldId id="280" r:id="rId31"/>
    <p:sldId id="281" r:id="rId32"/>
    <p:sldId id="282" r:id="rId33"/>
    <p:sldId id="283" r:id="rId34"/>
    <p:sldId id="2147471219" r:id="rId35"/>
    <p:sldId id="2147471220" r:id="rId36"/>
    <p:sldId id="2147471227" r:id="rId37"/>
    <p:sldId id="2147471259" r:id="rId38"/>
  </p:sldIdLst>
  <p:sldSz cx="11520488" cy="648017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文字" id="{8FBBF9E3-742D-EE43-B544-9C202CAF3611}">
          <p14:sldIdLst>
            <p14:sldId id="2147471228"/>
            <p14:sldId id="2147471257"/>
            <p14:sldId id="2147471197"/>
            <p14:sldId id="2147471198"/>
            <p14:sldId id="2147471222"/>
            <p14:sldId id="258"/>
            <p14:sldId id="2147471202"/>
            <p14:sldId id="2147471203"/>
            <p14:sldId id="2147471214"/>
            <p14:sldId id="2147471189"/>
          </p14:sldIdLst>
        </p14:section>
        <p14:section name="配色" id="{E091E732-AE14-4CB8-A56B-369CB1965617}">
          <p14:sldIdLst>
            <p14:sldId id="2147471255"/>
            <p14:sldId id="2147471205"/>
            <p14:sldId id="2147471251"/>
            <p14:sldId id="2147471249"/>
            <p14:sldId id="2147471240"/>
            <p14:sldId id="2147471254"/>
            <p14:sldId id="2147471241"/>
            <p14:sldId id="2147471256"/>
            <p14:sldId id="2147471239"/>
            <p14:sldId id="2147471207"/>
            <p14:sldId id="2147471229"/>
            <p14:sldId id="2147471208"/>
            <p14:sldId id="292"/>
            <p14:sldId id="295"/>
          </p14:sldIdLst>
        </p14:section>
        <p14:section name="配色 2 範例" id="{642E2B11-D7FC-4E0B-A19B-1A0B358B0A14}">
          <p14:sldIdLst>
            <p14:sldId id="2147471176"/>
            <p14:sldId id="299"/>
          </p14:sldIdLst>
        </p14:section>
        <p14:section name="輔助線" id="{4432221D-8728-FE42-A226-EA1086BFB841}">
          <p14:sldIdLst>
            <p14:sldId id="280"/>
            <p14:sldId id="281"/>
            <p14:sldId id="282"/>
            <p14:sldId id="283"/>
            <p14:sldId id="2147471219"/>
            <p14:sldId id="2147471220"/>
            <p14:sldId id="2147471227"/>
            <p14:sldId id="2147471259"/>
          </p14:sldIdLst>
        </p14:section>
      </p14:sectionLst>
    </p:ext>
    <p:ext uri="{EFAFB233-063F-42B5-8137-9DF3F51BA10A}">
      <p15:sldGuideLst xmlns:p15="http://schemas.microsoft.com/office/powerpoint/2012/main">
        <p15:guide id="1" pos="3629" userDrawn="1">
          <p15:clr>
            <a:srgbClr val="A4A3A4"/>
          </p15:clr>
        </p15:guide>
        <p15:guide id="2" orient="horz" pos="2041"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7" roundtripDataSignature="AMtx7mhqKJAzFugGzrpaCdpbPJOL8Owfd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01FBE08-F198-C9BF-66A0-A137C41ADD9A}" name="李宣諭-數位金融處-永豐銀行" initials="李宣諭-數位金融處-永豐銀行" userId="S::shannon.lee@sinopac.com::6301128a-36be-4004-bf48-5b6edf7c200a" providerId="AD"/>
  <p188:author id="{AF32B40D-60DF-C292-307C-DD5D0A35FC8F}" name="吳憲驊-數位金融處-永豐銀行" initials="吳憲驊-數位金融處-永豐銀行" userId="S::simonwu@sinopac.com::c372d5aa-c765-4280-a5c9-548c4152a5d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周立筠-數位金融部-證券" initials="MSOffice" lastIdx="1" clrIdx="0">
    <p:extLst>
      <p:ext uri="{19B8F6BF-5375-455C-9EA6-DF929625EA0E}">
        <p15:presenceInfo xmlns:p15="http://schemas.microsoft.com/office/powerpoint/2012/main" userId="周立筠-數位金融部-證券" providerId="None"/>
      </p:ext>
    </p:extLst>
  </p:cmAuthor>
  <p:cmAuthor id="2" name="吳憲驊-人力資源處-永豐銀行" initials="吳憲驊-人力資源處-永豐銀行" lastIdx="1" clrIdx="1">
    <p:extLst>
      <p:ext uri="{19B8F6BF-5375-455C-9EA6-DF929625EA0E}">
        <p15:presenceInfo xmlns:p15="http://schemas.microsoft.com/office/powerpoint/2012/main" userId="S::simonwu@sinopac.com::c372d5aa-c765-4280-a5c9-548c4152a5d4" providerId="AD"/>
      </p:ext>
    </p:extLst>
  </p:cmAuthor>
  <p:cmAuthor id="3" name="張天豪-數位金融處-永豐銀行" initials="張天豪-數位金融處-永豐銀行" lastIdx="1" clrIdx="2">
    <p:extLst>
      <p:ext uri="{19B8F6BF-5375-455C-9EA6-DF929625EA0E}">
        <p15:presenceInfo xmlns:p15="http://schemas.microsoft.com/office/powerpoint/2012/main" userId="S::darby@sinopac.com::0d835702-99c9-4ef6-82d8-3ca86d4ccc1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444"/>
    <a:srgbClr val="ECECEE"/>
    <a:srgbClr val="DCEAFE"/>
    <a:srgbClr val="EAB308"/>
    <a:srgbClr val="71717A"/>
    <a:srgbClr val="FCD34D"/>
    <a:srgbClr val="FDE68A"/>
    <a:srgbClr val="FBBF24"/>
    <a:srgbClr val="FEF3C7"/>
    <a:srgbClr val="FEF9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BBBD6E-0FB9-81AB-9723-8CE1D9A3ED47}" v="3" dt="2025-10-22T01:06:39.531"/>
  </p1510:revLst>
</p1510:revInfo>
</file>

<file path=ppt/tableStyles.xml><?xml version="1.0" encoding="utf-8"?>
<a:tblStyleLst xmlns:a="http://schemas.openxmlformats.org/drawingml/2006/main" def="{91DB7C30-2B5D-4D34-8F22-85940E495A18}">
  <a:tblStyle styleId="{91DB7C30-2B5D-4D34-8F22-85940E495A1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8D87DB6-C1B6-446D-86CF-44D372F8A82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7E2D07F-EAD9-47BB-8D15-AB9D181D91B3}"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42" autoAdjust="0"/>
  </p:normalViewPr>
  <p:slideViewPr>
    <p:cSldViewPr snapToGrid="0">
      <p:cViewPr>
        <p:scale>
          <a:sx n="70" d="100"/>
          <a:sy n="70" d="100"/>
        </p:scale>
        <p:origin x="780" y="-60"/>
      </p:cViewPr>
      <p:guideLst>
        <p:guide pos="3629"/>
        <p:guide orient="horz" pos="2041"/>
      </p:guideLst>
    </p:cSldViewPr>
  </p:slideViewPr>
  <p:notesTextViewPr>
    <p:cViewPr>
      <p:scale>
        <a:sx n="1" d="1"/>
        <a:sy n="1" d="1"/>
      </p:scale>
      <p:origin x="0" y="-6"/>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84"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79"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82"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77" Type="http://customschemas.google.com/relationships/presentationmetadata" Target="metadata"/><Relationship Id="rId8" Type="http://schemas.openxmlformats.org/officeDocument/2006/relationships/slide" Target="slides/slide4.xml"/><Relationship Id="rId80" Type="http://schemas.openxmlformats.org/officeDocument/2006/relationships/viewProps" Target="viewProps.xml"/><Relationship Id="rId85"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8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林子晴-數位金融處-永豐銀行" userId="S::lintzuching@sinopac.com::d91f15bc-8174-44e1-a354-f7f8a444f435" providerId="AD" clId="Web-{48BBBD6E-0FB9-81AB-9723-8CE1D9A3ED47}"/>
    <pc:docChg chg="sldOrd">
      <pc:chgData name="林子晴-數位金融處-永豐銀行" userId="S::lintzuching@sinopac.com::d91f15bc-8174-44e1-a354-f7f8a444f435" providerId="AD" clId="Web-{48BBBD6E-0FB9-81AB-9723-8CE1D9A3ED47}" dt="2025-10-22T01:06:39.531" v="2"/>
      <pc:docMkLst>
        <pc:docMk/>
      </pc:docMkLst>
      <pc:sldChg chg="ord">
        <pc:chgData name="林子晴-數位金融處-永豐銀行" userId="S::lintzuching@sinopac.com::d91f15bc-8174-44e1-a354-f7f8a444f435" providerId="AD" clId="Web-{48BBBD6E-0FB9-81AB-9723-8CE1D9A3ED47}" dt="2025-10-22T01:06:10.482" v="0"/>
        <pc:sldMkLst>
          <pc:docMk/>
          <pc:sldMk cId="2487164631" sldId="2147471205"/>
        </pc:sldMkLst>
      </pc:sldChg>
      <pc:sldChg chg="ord">
        <pc:chgData name="林子晴-數位金融處-永豐銀行" userId="S::lintzuching@sinopac.com::d91f15bc-8174-44e1-a354-f7f8a444f435" providerId="AD" clId="Web-{48BBBD6E-0FB9-81AB-9723-8CE1D9A3ED47}" dt="2025-10-22T01:06:39.531" v="2"/>
        <pc:sldMkLst>
          <pc:docMk/>
          <pc:sldMk cId="794413531" sldId="2147471229"/>
        </pc:sldMkLst>
      </pc:sldChg>
    </pc:docChg>
  </pc:docChgLst>
  <pc:docChgLst>
    <pc:chgData name="李宣諭-數位金融處-永豐銀行" userId="6301128a-36be-4004-bf48-5b6edf7c200a" providerId="ADAL" clId="{A1169130-D675-46E6-A9D0-FE29F6A15F69}"/>
    <pc:docChg chg="undo custSel addSld delSld modSld modSection">
      <pc:chgData name="李宣諭-數位金融處-永豐銀行" userId="6301128a-36be-4004-bf48-5b6edf7c200a" providerId="ADAL" clId="{A1169130-D675-46E6-A9D0-FE29F6A15F69}" dt="2025-10-09T08:41:57.378" v="429"/>
      <pc:docMkLst>
        <pc:docMk/>
      </pc:docMkLst>
      <pc:sldChg chg="modSp mod modNotesTx">
        <pc:chgData name="李宣諭-數位金融處-永豐銀行" userId="6301128a-36be-4004-bf48-5b6edf7c200a" providerId="ADAL" clId="{A1169130-D675-46E6-A9D0-FE29F6A15F69}" dt="2025-10-09T08:37:02.526" v="415" actId="1076"/>
        <pc:sldMkLst>
          <pc:docMk/>
          <pc:sldMk cId="1567470688" sldId="258"/>
        </pc:sldMkLst>
        <pc:spChg chg="mod">
          <ac:chgData name="李宣諭-數位金融處-永豐銀行" userId="6301128a-36be-4004-bf48-5b6edf7c200a" providerId="ADAL" clId="{A1169130-D675-46E6-A9D0-FE29F6A15F69}" dt="2025-10-09T08:37:02.526" v="415" actId="1076"/>
          <ac:spMkLst>
            <pc:docMk/>
            <pc:sldMk cId="1567470688" sldId="258"/>
            <ac:spMk id="2" creationId="{F429E632-351F-D79F-BA9F-BD8582DCC2A4}"/>
          </ac:spMkLst>
        </pc:spChg>
        <pc:spChg chg="mod">
          <ac:chgData name="李宣諭-數位金融處-永豐銀行" userId="6301128a-36be-4004-bf48-5b6edf7c200a" providerId="ADAL" clId="{A1169130-D675-46E6-A9D0-FE29F6A15F69}" dt="2025-10-03T03:05:38.105" v="297" actId="207"/>
          <ac:spMkLst>
            <pc:docMk/>
            <pc:sldMk cId="1567470688" sldId="258"/>
            <ac:spMk id="4" creationId="{3A1D7382-6565-89A9-B733-265D5169F141}"/>
          </ac:spMkLst>
        </pc:spChg>
        <pc:picChg chg="mod">
          <ac:chgData name="李宣諭-數位金融處-永豐銀行" userId="6301128a-36be-4004-bf48-5b6edf7c200a" providerId="ADAL" clId="{A1169130-D675-46E6-A9D0-FE29F6A15F69}" dt="2025-10-03T02:55:05.970" v="296" actId="1036"/>
          <ac:picMkLst>
            <pc:docMk/>
            <pc:sldMk cId="1567470688" sldId="258"/>
            <ac:picMk id="7" creationId="{5EA9FF33-5EBF-35BF-8C34-EA08A32A1AEA}"/>
          </ac:picMkLst>
        </pc:picChg>
      </pc:sldChg>
      <pc:sldChg chg="modNotesTx">
        <pc:chgData name="李宣諭-數位金融處-永豐銀行" userId="6301128a-36be-4004-bf48-5b6edf7c200a" providerId="ADAL" clId="{A1169130-D675-46E6-A9D0-FE29F6A15F69}" dt="2025-10-09T08:08:33.528" v="410" actId="20577"/>
        <pc:sldMkLst>
          <pc:docMk/>
          <pc:sldMk cId="3467411777" sldId="2147471189"/>
        </pc:sldMkLst>
      </pc:sldChg>
      <pc:sldChg chg="modSp mod modNotesTx">
        <pc:chgData name="李宣諭-數位金融處-永豐銀行" userId="6301128a-36be-4004-bf48-5b6edf7c200a" providerId="ADAL" clId="{A1169130-D675-46E6-A9D0-FE29F6A15F69}" dt="2025-10-09T08:41:57.378" v="429"/>
        <pc:sldMkLst>
          <pc:docMk/>
          <pc:sldMk cId="2245869624" sldId="2147471222"/>
        </pc:sldMkLst>
        <pc:spChg chg="mod">
          <ac:chgData name="李宣諭-數位金融處-永豐銀行" userId="6301128a-36be-4004-bf48-5b6edf7c200a" providerId="ADAL" clId="{A1169130-D675-46E6-A9D0-FE29F6A15F69}" dt="2025-10-09T08:07:10.905" v="396" actId="1076"/>
          <ac:spMkLst>
            <pc:docMk/>
            <pc:sldMk cId="2245869624" sldId="2147471222"/>
            <ac:spMk id="4" creationId="{A62BAA1B-47D9-C513-2448-372A68712142}"/>
          </ac:spMkLst>
        </pc:spChg>
        <pc:spChg chg="mod">
          <ac:chgData name="李宣諭-數位金融處-永豐銀行" userId="6301128a-36be-4004-bf48-5b6edf7c200a" providerId="ADAL" clId="{A1169130-D675-46E6-A9D0-FE29F6A15F69}" dt="2025-10-09T08:06:58.511" v="394" actId="255"/>
          <ac:spMkLst>
            <pc:docMk/>
            <pc:sldMk cId="2245869624" sldId="2147471222"/>
            <ac:spMk id="6" creationId="{B299BE0C-069C-5189-BC1F-92742ADBC8B9}"/>
          </ac:spMkLst>
        </pc:spChg>
      </pc:sldChg>
      <pc:sldChg chg="modSp mod modNotesTx">
        <pc:chgData name="李宣諭-數位金融處-永豐銀行" userId="6301128a-36be-4004-bf48-5b6edf7c200a" providerId="ADAL" clId="{A1169130-D675-46E6-A9D0-FE29F6A15F69}" dt="2025-10-03T03:12:36.176" v="380" actId="1076"/>
        <pc:sldMkLst>
          <pc:docMk/>
          <pc:sldMk cId="2171313459" sldId="2147471227"/>
        </pc:sldMkLst>
        <pc:spChg chg="mod">
          <ac:chgData name="李宣諭-數位金融處-永豐銀行" userId="6301128a-36be-4004-bf48-5b6edf7c200a" providerId="ADAL" clId="{A1169130-D675-46E6-A9D0-FE29F6A15F69}" dt="2025-10-03T03:12:31.114" v="378" actId="1076"/>
          <ac:spMkLst>
            <pc:docMk/>
            <pc:sldMk cId="2171313459" sldId="2147471227"/>
            <ac:spMk id="23" creationId="{D3A4C793-52BB-44FB-D64C-A89702E50E69}"/>
          </ac:spMkLst>
        </pc:spChg>
        <pc:spChg chg="mod">
          <ac:chgData name="李宣諭-數位金融處-永豐銀行" userId="6301128a-36be-4004-bf48-5b6edf7c200a" providerId="ADAL" clId="{A1169130-D675-46E6-A9D0-FE29F6A15F69}" dt="2025-10-03T03:06:32.710" v="303" actId="1076"/>
          <ac:spMkLst>
            <pc:docMk/>
            <pc:sldMk cId="2171313459" sldId="2147471227"/>
            <ac:spMk id="24" creationId="{6DE1397F-1E96-DB59-8FF0-67259CDF70D2}"/>
          </ac:spMkLst>
        </pc:spChg>
        <pc:spChg chg="mod">
          <ac:chgData name="李宣諭-數位金融處-永豐銀行" userId="6301128a-36be-4004-bf48-5b6edf7c200a" providerId="ADAL" clId="{A1169130-D675-46E6-A9D0-FE29F6A15F69}" dt="2025-10-03T03:06:37.569" v="305" actId="1076"/>
          <ac:spMkLst>
            <pc:docMk/>
            <pc:sldMk cId="2171313459" sldId="2147471227"/>
            <ac:spMk id="25" creationId="{F84AF8FC-58C9-2E38-4768-8F923F4860AA}"/>
          </ac:spMkLst>
        </pc:spChg>
        <pc:spChg chg="mod">
          <ac:chgData name="李宣諭-數位金融處-永豐銀行" userId="6301128a-36be-4004-bf48-5b6edf7c200a" providerId="ADAL" clId="{A1169130-D675-46E6-A9D0-FE29F6A15F69}" dt="2025-10-03T03:06:29.425" v="302" actId="1076"/>
          <ac:spMkLst>
            <pc:docMk/>
            <pc:sldMk cId="2171313459" sldId="2147471227"/>
            <ac:spMk id="26" creationId="{FA70BAD3-1C13-7DE0-AF12-3E9C45C4A89F}"/>
          </ac:spMkLst>
        </pc:spChg>
        <pc:spChg chg="mod">
          <ac:chgData name="李宣諭-數位金融處-永豐銀行" userId="6301128a-36be-4004-bf48-5b6edf7c200a" providerId="ADAL" clId="{A1169130-D675-46E6-A9D0-FE29F6A15F69}" dt="2025-10-03T03:12:36.176" v="380" actId="1076"/>
          <ac:spMkLst>
            <pc:docMk/>
            <pc:sldMk cId="2171313459" sldId="2147471227"/>
            <ac:spMk id="32" creationId="{962CBE89-3CD2-B1AA-2D36-CB3B28FBB19C}"/>
          </ac:spMkLst>
        </pc:spChg>
      </pc:sldChg>
      <pc:sldChg chg="modSp mod">
        <pc:chgData name="李宣諭-數位金融處-永豐銀行" userId="6301128a-36be-4004-bf48-5b6edf7c200a" providerId="ADAL" clId="{A1169130-D675-46E6-A9D0-FE29F6A15F69}" dt="2025-10-09T08:23:55.841" v="413" actId="207"/>
        <pc:sldMkLst>
          <pc:docMk/>
          <pc:sldMk cId="1942202692" sldId="2147471240"/>
        </pc:sldMkLst>
        <pc:graphicFrameChg chg="modGraphic">
          <ac:chgData name="李宣諭-數位金融處-永豐銀行" userId="6301128a-36be-4004-bf48-5b6edf7c200a" providerId="ADAL" clId="{A1169130-D675-46E6-A9D0-FE29F6A15F69}" dt="2025-10-09T08:23:55.841" v="413" actId="207"/>
          <ac:graphicFrameMkLst>
            <pc:docMk/>
            <pc:sldMk cId="1942202692" sldId="2147471240"/>
            <ac:graphicFrameMk id="73" creationId="{388B1B87-0E64-CFD5-F6CA-4AEC3CC80D36}"/>
          </ac:graphicFrameMkLst>
        </pc:graphicFrameChg>
      </pc:sldChg>
      <pc:sldChg chg="modNotesTx">
        <pc:chgData name="李宣諭-數位金融處-永豐銀行" userId="6301128a-36be-4004-bf48-5b6edf7c200a" providerId="ADAL" clId="{A1169130-D675-46E6-A9D0-FE29F6A15F69}" dt="2025-10-09T08:41:45.717" v="428" actId="20577"/>
        <pc:sldMkLst>
          <pc:docMk/>
          <pc:sldMk cId="3285279765" sldId="2147471255"/>
        </pc:sldMkLst>
      </pc:sldChg>
      <pc:sldChg chg="modSp mod">
        <pc:chgData name="李宣諭-數位金融處-永豐銀行" userId="6301128a-36be-4004-bf48-5b6edf7c200a" providerId="ADAL" clId="{A1169130-D675-46E6-A9D0-FE29F6A15F69}" dt="2025-10-03T02:53:47.770" v="286" actId="2711"/>
        <pc:sldMkLst>
          <pc:docMk/>
          <pc:sldMk cId="2789434846" sldId="2147471257"/>
        </pc:sldMkLst>
        <pc:spChg chg="mod">
          <ac:chgData name="李宣諭-數位金融處-永豐銀行" userId="6301128a-36be-4004-bf48-5b6edf7c200a" providerId="ADAL" clId="{A1169130-D675-46E6-A9D0-FE29F6A15F69}" dt="2025-10-03T02:53:47.770" v="286" actId="2711"/>
          <ac:spMkLst>
            <pc:docMk/>
            <pc:sldMk cId="2789434846" sldId="2147471257"/>
            <ac:spMk id="5" creationId="{59D2C47F-F8DE-43CB-B46D-D6A6AF83347E}"/>
          </ac:spMkLst>
        </pc:spChg>
        <pc:spChg chg="mod">
          <ac:chgData name="李宣諭-數位金融處-永豐銀行" userId="6301128a-36be-4004-bf48-5b6edf7c200a" providerId="ADAL" clId="{A1169130-D675-46E6-A9D0-FE29F6A15F69}" dt="2025-10-03T02:53:36.472" v="285" actId="20577"/>
          <ac:spMkLst>
            <pc:docMk/>
            <pc:sldMk cId="2789434846" sldId="2147471257"/>
            <ac:spMk id="6" creationId="{4B0BEFF6-7576-F03B-6928-72A9AEB67D29}"/>
          </ac:spMkLst>
        </pc:spChg>
      </pc:sldChg>
      <pc:sldChg chg="modSp add mod">
        <pc:chgData name="李宣諭-數位金融處-永豐銀行" userId="6301128a-36be-4004-bf48-5b6edf7c200a" providerId="ADAL" clId="{A1169130-D675-46E6-A9D0-FE29F6A15F69}" dt="2025-10-03T03:12:53.311" v="385" actId="1076"/>
        <pc:sldMkLst>
          <pc:docMk/>
          <pc:sldMk cId="3979996667" sldId="2147471259"/>
        </pc:sldMkLst>
        <pc:spChg chg="mod">
          <ac:chgData name="李宣諭-數位金融處-永豐銀行" userId="6301128a-36be-4004-bf48-5b6edf7c200a" providerId="ADAL" clId="{A1169130-D675-46E6-A9D0-FE29F6A15F69}" dt="2025-10-03T03:08:18.489" v="309" actId="1076"/>
          <ac:spMkLst>
            <pc:docMk/>
            <pc:sldMk cId="3979996667" sldId="2147471259"/>
            <ac:spMk id="23" creationId="{D3A4C793-52BB-44FB-D64C-A89702E50E69}"/>
          </ac:spMkLst>
        </pc:spChg>
        <pc:spChg chg="mod">
          <ac:chgData name="李宣諭-數位金融處-永豐銀行" userId="6301128a-36be-4004-bf48-5b6edf7c200a" providerId="ADAL" clId="{A1169130-D675-46E6-A9D0-FE29F6A15F69}" dt="2025-10-03T03:11:22.259" v="359" actId="20577"/>
          <ac:spMkLst>
            <pc:docMk/>
            <pc:sldMk cId="3979996667" sldId="2147471259"/>
            <ac:spMk id="24" creationId="{6DE1397F-1E96-DB59-8FF0-67259CDF70D2}"/>
          </ac:spMkLst>
        </pc:spChg>
        <pc:spChg chg="mod">
          <ac:chgData name="李宣諭-數位金融處-永豐銀行" userId="6301128a-36be-4004-bf48-5b6edf7c200a" providerId="ADAL" clId="{A1169130-D675-46E6-A9D0-FE29F6A15F69}" dt="2025-10-03T03:10:48.340" v="347" actId="20577"/>
          <ac:spMkLst>
            <pc:docMk/>
            <pc:sldMk cId="3979996667" sldId="2147471259"/>
            <ac:spMk id="25" creationId="{F84AF8FC-58C9-2E38-4768-8F923F4860AA}"/>
          </ac:spMkLst>
        </pc:spChg>
        <pc:spChg chg="mod">
          <ac:chgData name="李宣諭-數位金融處-永豐銀行" userId="6301128a-36be-4004-bf48-5b6edf7c200a" providerId="ADAL" clId="{A1169130-D675-46E6-A9D0-FE29F6A15F69}" dt="2025-10-03T03:11:18.013" v="358" actId="20577"/>
          <ac:spMkLst>
            <pc:docMk/>
            <pc:sldMk cId="3979996667" sldId="2147471259"/>
            <ac:spMk id="26" creationId="{FA70BAD3-1C13-7DE0-AF12-3E9C45C4A89F}"/>
          </ac:spMkLst>
        </pc:spChg>
        <pc:spChg chg="mod">
          <ac:chgData name="李宣諭-數位金融處-永豐銀行" userId="6301128a-36be-4004-bf48-5b6edf7c200a" providerId="ADAL" clId="{A1169130-D675-46E6-A9D0-FE29F6A15F69}" dt="2025-10-03T03:11:56.844" v="372" actId="20577"/>
          <ac:spMkLst>
            <pc:docMk/>
            <pc:sldMk cId="3979996667" sldId="2147471259"/>
            <ac:spMk id="27" creationId="{F1F74F85-88CD-DDB2-758E-E47B129C8E4C}"/>
          </ac:spMkLst>
        </pc:spChg>
        <pc:spChg chg="mod">
          <ac:chgData name="李宣諭-數位金融處-永豐銀行" userId="6301128a-36be-4004-bf48-5b6edf7c200a" providerId="ADAL" clId="{A1169130-D675-46E6-A9D0-FE29F6A15F69}" dt="2025-10-03T03:12:47.894" v="383" actId="1076"/>
          <ac:spMkLst>
            <pc:docMk/>
            <pc:sldMk cId="3979996667" sldId="2147471259"/>
            <ac:spMk id="32" creationId="{962CBE89-3CD2-B1AA-2D36-CB3B28FBB19C}"/>
          </ac:spMkLst>
        </pc:spChg>
        <pc:spChg chg="mod">
          <ac:chgData name="李宣諭-數位金融處-永豐銀行" userId="6301128a-36be-4004-bf48-5b6edf7c200a" providerId="ADAL" clId="{A1169130-D675-46E6-A9D0-FE29F6A15F69}" dt="2025-10-03T03:12:53.311" v="385" actId="1076"/>
          <ac:spMkLst>
            <pc:docMk/>
            <pc:sldMk cId="3979996667" sldId="2147471259"/>
            <ac:spMk id="46" creationId="{43BA49DA-BEE5-6E2D-1DBC-9CE1053414D2}"/>
          </ac:spMkLst>
        </pc:spChg>
        <pc:spChg chg="mod">
          <ac:chgData name="李宣諭-數位金融處-永豐銀行" userId="6301128a-36be-4004-bf48-5b6edf7c200a" providerId="ADAL" clId="{A1169130-D675-46E6-A9D0-FE29F6A15F69}" dt="2025-10-03T03:12:07.099" v="376" actId="20577"/>
          <ac:spMkLst>
            <pc:docMk/>
            <pc:sldMk cId="3979996667" sldId="2147471259"/>
            <ac:spMk id="48" creationId="{92E641C8-FF7D-42BE-6401-F460C2780363}"/>
          </ac:spMkLst>
        </pc:spChg>
        <pc:cxnChg chg="mod">
          <ac:chgData name="李宣諭-數位金融處-永豐銀行" userId="6301128a-36be-4004-bf48-5b6edf7c200a" providerId="ADAL" clId="{A1169130-D675-46E6-A9D0-FE29F6A15F69}" dt="2025-10-03T03:09:35.283" v="327" actId="1076"/>
          <ac:cxnSpMkLst>
            <pc:docMk/>
            <pc:sldMk cId="3979996667" sldId="2147471259"/>
            <ac:cxnSpMk id="14" creationId="{8EE69B97-CE3E-BBB3-33B8-CA8DA5DAE7A8}"/>
          </ac:cxnSpMkLst>
        </pc:cxnChg>
        <pc:cxnChg chg="mod">
          <ac:chgData name="李宣諭-數位金融處-永豐銀行" userId="6301128a-36be-4004-bf48-5b6edf7c200a" providerId="ADAL" clId="{A1169130-D675-46E6-A9D0-FE29F6A15F69}" dt="2025-10-03T03:09:53.772" v="330" actId="1076"/>
          <ac:cxnSpMkLst>
            <pc:docMk/>
            <pc:sldMk cId="3979996667" sldId="2147471259"/>
            <ac:cxnSpMk id="16" creationId="{6566CE36-3C7C-F9A2-8CFA-EDE72878EED2}"/>
          </ac:cxnSpMkLst>
        </pc:cxnChg>
        <pc:cxnChg chg="mod">
          <ac:chgData name="李宣諭-數位金融處-永豐銀行" userId="6301128a-36be-4004-bf48-5b6edf7c200a" providerId="ADAL" clId="{A1169130-D675-46E6-A9D0-FE29F6A15F69}" dt="2025-10-03T03:10:00.722" v="335" actId="1076"/>
          <ac:cxnSpMkLst>
            <pc:docMk/>
            <pc:sldMk cId="3979996667" sldId="2147471259"/>
            <ac:cxnSpMk id="18" creationId="{B0519AB6-F753-861D-FC60-23B3D0645E78}"/>
          </ac:cxnSpMkLst>
        </pc:cxnChg>
        <pc:cxnChg chg="mod">
          <ac:chgData name="李宣諭-數位金融處-永豐銀行" userId="6301128a-36be-4004-bf48-5b6edf7c200a" providerId="ADAL" clId="{A1169130-D675-46E6-A9D0-FE29F6A15F69}" dt="2025-10-03T03:09:12.709" v="322" actId="1076"/>
          <ac:cxnSpMkLst>
            <pc:docMk/>
            <pc:sldMk cId="3979996667" sldId="2147471259"/>
            <ac:cxnSpMk id="20" creationId="{B4009879-681D-CB9A-2C2A-CBDD9B824919}"/>
          </ac:cxnSpMkLst>
        </pc:cxnChg>
      </pc:sldChg>
    </pc:docChg>
  </pc:docChgLst>
  <pc:docChgLst>
    <pc:chgData name="李宣諭-數位金融處-永豐銀行" userId="6301128a-36be-4004-bf48-5b6edf7c200a" providerId="ADAL" clId="{F0E7EDE8-0BCB-4A0C-8470-745FA79DF0DD}"/>
    <pc:docChg chg="undo custSel addSld delSld modSld modMainMaster modSection">
      <pc:chgData name="李宣諭-數位金融處-永豐銀行" userId="6301128a-36be-4004-bf48-5b6edf7c200a" providerId="ADAL" clId="{F0E7EDE8-0BCB-4A0C-8470-745FA79DF0DD}" dt="2025-09-22T05:31:26.761" v="1486" actId="47"/>
      <pc:docMkLst>
        <pc:docMk/>
      </pc:docMkLst>
      <pc:sldChg chg="modSp mod">
        <pc:chgData name="李宣諭-數位金融處-永豐銀行" userId="6301128a-36be-4004-bf48-5b6edf7c200a" providerId="ADAL" clId="{F0E7EDE8-0BCB-4A0C-8470-745FA79DF0DD}" dt="2025-09-22T03:49:10.246" v="1473" actId="14100"/>
        <pc:sldMkLst>
          <pc:docMk/>
          <pc:sldMk cId="3467411777" sldId="2147471189"/>
        </pc:sldMkLst>
        <pc:graphicFrameChg chg="modGraphic">
          <ac:chgData name="李宣諭-數位金融處-永豐銀行" userId="6301128a-36be-4004-bf48-5b6edf7c200a" providerId="ADAL" clId="{F0E7EDE8-0BCB-4A0C-8470-745FA79DF0DD}" dt="2025-09-22T03:49:10.246" v="1473" actId="14100"/>
          <ac:graphicFrameMkLst>
            <pc:docMk/>
            <pc:sldMk cId="3467411777" sldId="2147471189"/>
            <ac:graphicFrameMk id="5" creationId="{5D89DB35-D673-138D-D5DD-E21142D19880}"/>
          </ac:graphicFrameMkLst>
        </pc:graphicFrameChg>
      </pc:sldChg>
      <pc:sldChg chg="addSp delSp modSp mod">
        <pc:chgData name="李宣諭-數位金融處-永豐銀行" userId="6301128a-36be-4004-bf48-5b6edf7c200a" providerId="ADAL" clId="{F0E7EDE8-0BCB-4A0C-8470-745FA79DF0DD}" dt="2025-09-22T03:42:07.114" v="1469" actId="1076"/>
        <pc:sldMkLst>
          <pc:docMk/>
          <pc:sldMk cId="4162398703" sldId="2147471198"/>
        </pc:sldMkLst>
        <pc:spChg chg="mod ord">
          <ac:chgData name="李宣諭-數位金融處-永豐銀行" userId="6301128a-36be-4004-bf48-5b6edf7c200a" providerId="ADAL" clId="{F0E7EDE8-0BCB-4A0C-8470-745FA79DF0DD}" dt="2025-09-22T03:42:07.114" v="1469" actId="1076"/>
          <ac:spMkLst>
            <pc:docMk/>
            <pc:sldMk cId="4162398703" sldId="2147471198"/>
            <ac:spMk id="7" creationId="{F9EBC44A-BF8F-9F84-0CF0-A888D7590F5B}"/>
          </ac:spMkLst>
        </pc:spChg>
        <pc:spChg chg="mod">
          <ac:chgData name="李宣諭-數位金融處-永豐銀行" userId="6301128a-36be-4004-bf48-5b6edf7c200a" providerId="ADAL" clId="{F0E7EDE8-0BCB-4A0C-8470-745FA79DF0DD}" dt="2025-09-22T03:42:02.240" v="1468" actId="1076"/>
          <ac:spMkLst>
            <pc:docMk/>
            <pc:sldMk cId="4162398703" sldId="2147471198"/>
            <ac:spMk id="10" creationId="{94FBD3AA-C3DC-8117-244B-57A3C38C4AB7}"/>
          </ac:spMkLst>
        </pc:spChg>
      </pc:sldChg>
      <pc:sldChg chg="addSp delSp modSp mod">
        <pc:chgData name="李宣諭-數位金融處-永豐銀行" userId="6301128a-36be-4004-bf48-5b6edf7c200a" providerId="ADAL" clId="{F0E7EDE8-0BCB-4A0C-8470-745FA79DF0DD}" dt="2025-09-22T03:42:57.299" v="1471" actId="478"/>
        <pc:sldMkLst>
          <pc:docMk/>
          <pc:sldMk cId="2245869624" sldId="2147471222"/>
        </pc:sldMkLst>
        <pc:spChg chg="add del mod ord">
          <ac:chgData name="李宣諭-數位金融處-永豐銀行" userId="6301128a-36be-4004-bf48-5b6edf7c200a" providerId="ADAL" clId="{F0E7EDE8-0BCB-4A0C-8470-745FA79DF0DD}" dt="2025-09-22T03:42:57.299" v="1471" actId="478"/>
          <ac:spMkLst>
            <pc:docMk/>
            <pc:sldMk cId="2245869624" sldId="2147471222"/>
            <ac:spMk id="4" creationId="{A62BAA1B-47D9-C513-2448-372A68712142}"/>
          </ac:spMkLst>
        </pc:spChg>
      </pc:sldChg>
      <pc:sldChg chg="modSp mod">
        <pc:chgData name="李宣諭-數位金融處-永豐銀行" userId="6301128a-36be-4004-bf48-5b6edf7c200a" providerId="ADAL" clId="{F0E7EDE8-0BCB-4A0C-8470-745FA79DF0DD}" dt="2025-09-22T01:19:42.182" v="1449"/>
        <pc:sldMkLst>
          <pc:docMk/>
          <pc:sldMk cId="2303500851" sldId="2147471228"/>
        </pc:sldMkLst>
        <pc:spChg chg="mod">
          <ac:chgData name="李宣諭-數位金融處-永豐銀行" userId="6301128a-36be-4004-bf48-5b6edf7c200a" providerId="ADAL" clId="{F0E7EDE8-0BCB-4A0C-8470-745FA79DF0DD}" dt="2025-09-22T01:19:42.182" v="1449"/>
          <ac:spMkLst>
            <pc:docMk/>
            <pc:sldMk cId="2303500851" sldId="2147471228"/>
            <ac:spMk id="2" creationId="{7562C374-9328-9A7C-9ED4-C57A7F77FD2A}"/>
          </ac:spMkLst>
        </pc:spChg>
      </pc:sldChg>
      <pc:sldChg chg="modSp mod">
        <pc:chgData name="李宣諭-數位金融處-永豐銀行" userId="6301128a-36be-4004-bf48-5b6edf7c200a" providerId="ADAL" clId="{F0E7EDE8-0BCB-4A0C-8470-745FA79DF0DD}" dt="2025-09-22T03:56:17.106" v="1476" actId="207"/>
        <pc:sldMkLst>
          <pc:docMk/>
          <pc:sldMk cId="1942202692" sldId="2147471240"/>
        </pc:sldMkLst>
        <pc:graphicFrameChg chg="modGraphic">
          <ac:chgData name="李宣諭-數位金融處-永豐銀行" userId="6301128a-36be-4004-bf48-5b6edf7c200a" providerId="ADAL" clId="{F0E7EDE8-0BCB-4A0C-8470-745FA79DF0DD}" dt="2025-09-22T03:56:17.106" v="1476" actId="207"/>
          <ac:graphicFrameMkLst>
            <pc:docMk/>
            <pc:sldMk cId="1942202692" sldId="2147471240"/>
            <ac:graphicFrameMk id="73" creationId="{388B1B87-0E64-CFD5-F6CA-4AEC3CC80D36}"/>
          </ac:graphicFrameMkLst>
        </pc:graphicFrameChg>
      </pc:sldChg>
      <pc:sldChg chg="modSp mod">
        <pc:chgData name="李宣諭-數位金融處-永豐銀行" userId="6301128a-36be-4004-bf48-5b6edf7c200a" providerId="ADAL" clId="{F0E7EDE8-0BCB-4A0C-8470-745FA79DF0DD}" dt="2025-09-22T03:27:02.607" v="1466"/>
        <pc:sldMkLst>
          <pc:docMk/>
          <pc:sldMk cId="1509795655" sldId="2147471251"/>
        </pc:sldMkLst>
        <pc:spChg chg="mod">
          <ac:chgData name="李宣諭-數位金融處-永豐銀行" userId="6301128a-36be-4004-bf48-5b6edf7c200a" providerId="ADAL" clId="{F0E7EDE8-0BCB-4A0C-8470-745FA79DF0DD}" dt="2025-09-22T03:27:02.607" v="1466"/>
          <ac:spMkLst>
            <pc:docMk/>
            <pc:sldMk cId="1509795655" sldId="2147471251"/>
            <ac:spMk id="8" creationId="{175FBE31-3B12-353B-CD86-0A16ABD22213}"/>
          </ac:spMkLst>
        </pc:spChg>
      </pc:sldChg>
      <pc:sldChg chg="modSp add mod">
        <pc:chgData name="李宣諭-數位金融處-永豐銀行" userId="6301128a-36be-4004-bf48-5b6edf7c200a" providerId="ADAL" clId="{F0E7EDE8-0BCB-4A0C-8470-745FA79DF0DD}" dt="2025-09-22T05:29:11.027" v="1485"/>
        <pc:sldMkLst>
          <pc:docMk/>
          <pc:sldMk cId="2789434846" sldId="2147471257"/>
        </pc:sldMkLst>
        <pc:spChg chg="mod">
          <ac:chgData name="李宣諭-數位金融處-永豐銀行" userId="6301128a-36be-4004-bf48-5b6edf7c200a" providerId="ADAL" clId="{F0E7EDE8-0BCB-4A0C-8470-745FA79DF0DD}" dt="2025-09-22T05:29:11.027" v="1485"/>
          <ac:spMkLst>
            <pc:docMk/>
            <pc:sldMk cId="2789434846" sldId="2147471257"/>
            <ac:spMk id="6" creationId="{4B0BEFF6-7576-F03B-6928-72A9AEB67D2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3974263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4270084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endParaRPr lang="zh-TW" altLang="en-US"/>
          </a:p>
        </p:txBody>
      </p:sp>
    </p:spTree>
    <p:extLst>
      <p:ext uri="{BB962C8B-B14F-4D97-AF65-F5344CB8AC3E}">
        <p14:creationId xmlns:p14="http://schemas.microsoft.com/office/powerpoint/2010/main" val="2041159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108E9571-13F4-8D84-E416-1848C5289273}"/>
            </a:ext>
          </a:extLst>
        </p:cNvPr>
        <p:cNvGrpSpPr/>
        <p:nvPr/>
      </p:nvGrpSpPr>
      <p:grpSpPr>
        <a:xfrm>
          <a:off x="0" y="0"/>
          <a:ext cx="0" cy="0"/>
          <a:chOff x="0" y="0"/>
          <a:chExt cx="0" cy="0"/>
        </a:xfrm>
      </p:grpSpPr>
      <p:sp>
        <p:nvSpPr>
          <p:cNvPr id="40" name="Google Shape;40;p2:notes">
            <a:extLst>
              <a:ext uri="{FF2B5EF4-FFF2-40B4-BE49-F238E27FC236}">
                <a16:creationId xmlns:a16="http://schemas.microsoft.com/office/drawing/2014/main" id="{9FDE78B3-136D-09BF-27DA-648F3BB353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TW" dirty="0"/>
              <a:t>@</a:t>
            </a:r>
            <a:r>
              <a:rPr lang="zh-TW" altLang="en-US" dirty="0"/>
              <a:t>薇淳</a:t>
            </a:r>
            <a:endParaRPr lang="en-US" altLang="zh-TW"/>
          </a:p>
          <a:p>
            <a:pPr marL="0" lvl="0" indent="0" algn="l" rtl="0">
              <a:spcBef>
                <a:spcPts val="0"/>
              </a:spcBef>
              <a:spcAft>
                <a:spcPts val="0"/>
              </a:spcAft>
              <a:buNone/>
            </a:pPr>
            <a:r>
              <a:rPr lang="zh-TW" altLang="en-US"/>
              <a:t>確認</a:t>
            </a:r>
            <a:r>
              <a:rPr lang="zh-TW" altLang="en-US" dirty="0"/>
              <a:t>章節頁是否需要分有圖或是沒圖 </a:t>
            </a:r>
            <a:r>
              <a:rPr lang="en-US" altLang="zh-TW" dirty="0"/>
              <a:t>(</a:t>
            </a:r>
            <a:r>
              <a:rPr lang="zh-TW" altLang="en-US" dirty="0"/>
              <a:t>兩者的副標長度是不是要一樣，還是要分別設定</a:t>
            </a:r>
            <a:r>
              <a:rPr lang="en-US" altLang="zh-TW" dirty="0"/>
              <a:t>)</a:t>
            </a:r>
            <a:endParaRPr dirty="0"/>
          </a:p>
        </p:txBody>
      </p:sp>
      <p:sp>
        <p:nvSpPr>
          <p:cNvPr id="41" name="Google Shape;41;p2:notes">
            <a:extLst>
              <a:ext uri="{FF2B5EF4-FFF2-40B4-BE49-F238E27FC236}">
                <a16:creationId xmlns:a16="http://schemas.microsoft.com/office/drawing/2014/main" id="{A4A1B3FE-BCD4-D09B-435A-9182F466A5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5605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1ADBA9AC-9AB1-B1BD-CC16-DF0B3E20587E}"/>
            </a:ext>
          </a:extLst>
        </p:cNvPr>
        <p:cNvGrpSpPr/>
        <p:nvPr/>
      </p:nvGrpSpPr>
      <p:grpSpPr>
        <a:xfrm>
          <a:off x="0" y="0"/>
          <a:ext cx="0" cy="0"/>
          <a:chOff x="0" y="0"/>
          <a:chExt cx="0" cy="0"/>
        </a:xfrm>
      </p:grpSpPr>
      <p:sp>
        <p:nvSpPr>
          <p:cNvPr id="45" name="Google Shape;45;p3:notes">
            <a:extLst>
              <a:ext uri="{FF2B5EF4-FFF2-40B4-BE49-F238E27FC236}">
                <a16:creationId xmlns:a16="http://schemas.microsoft.com/office/drawing/2014/main" id="{8BAD1493-1CEA-2143-2EDA-5C60E937EE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 name="Google Shape;46;p3:notes">
            <a:extLst>
              <a:ext uri="{FF2B5EF4-FFF2-40B4-BE49-F238E27FC236}">
                <a16:creationId xmlns:a16="http://schemas.microsoft.com/office/drawing/2014/main" id="{066862EC-EC0E-53D6-D6E0-6FA8670D1E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2360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298809eb64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2298809eb64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94421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298809eb64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2298809eb64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1ADBA9AC-9AB1-B1BD-CC16-DF0B3E20587E}"/>
            </a:ext>
          </a:extLst>
        </p:cNvPr>
        <p:cNvGrpSpPr/>
        <p:nvPr/>
      </p:nvGrpSpPr>
      <p:grpSpPr>
        <a:xfrm>
          <a:off x="0" y="0"/>
          <a:ext cx="0" cy="0"/>
          <a:chOff x="0" y="0"/>
          <a:chExt cx="0" cy="0"/>
        </a:xfrm>
      </p:grpSpPr>
      <p:sp>
        <p:nvSpPr>
          <p:cNvPr id="45" name="Google Shape;45;p3:notes">
            <a:extLst>
              <a:ext uri="{FF2B5EF4-FFF2-40B4-BE49-F238E27FC236}">
                <a16:creationId xmlns:a16="http://schemas.microsoft.com/office/drawing/2014/main" id="{8BAD1493-1CEA-2143-2EDA-5C60E937EE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a:extLst>
              <a:ext uri="{FF2B5EF4-FFF2-40B4-BE49-F238E27FC236}">
                <a16:creationId xmlns:a16="http://schemas.microsoft.com/office/drawing/2014/main" id="{066862EC-EC0E-53D6-D6E0-6FA8670D1E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7760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 typeface="Arial" panose="020B0604020202020204" pitchFamily="34" charset="0"/>
              <a:buNone/>
            </a:pPr>
            <a:r>
              <a:rPr lang="en-US" altLang="zh-TW" dirty="0"/>
              <a:t>@shannon</a:t>
            </a:r>
            <a:br>
              <a:rPr lang="en-US" altLang="zh-TW" dirty="0"/>
            </a:br>
            <a:r>
              <a:rPr lang="en-US" altLang="zh-TW" dirty="0"/>
              <a:t>[ ] </a:t>
            </a:r>
            <a:r>
              <a:rPr lang="zh-TW" altLang="en-US" dirty="0"/>
              <a:t>表格邊界說明要再白話，然後找沒有使用的人測試看看 </a:t>
            </a:r>
          </a:p>
          <a:p>
            <a:pPr marL="742950" lvl="1" indent="-285750">
              <a:buFont typeface="Arial" panose="020B0604020202020204" pitchFamily="34" charset="0"/>
              <a:buChar char="•"/>
            </a:pPr>
            <a:r>
              <a:rPr lang="en-US" altLang="zh-TW" dirty="0"/>
              <a:t>[ ] </a:t>
            </a:r>
            <a:r>
              <a:rPr lang="zh-TW" altLang="en-US" dirty="0"/>
              <a:t>如果要手動自由拉表格上下界的話，只能拉最下面讓 </a:t>
            </a:r>
            <a:r>
              <a:rPr lang="en-US" altLang="zh-TW" dirty="0"/>
              <a:t>PPT </a:t>
            </a:r>
            <a:r>
              <a:rPr lang="zh-TW" altLang="en-US" dirty="0"/>
              <a:t>去算各個列的高度，不能手動單獨拉</a:t>
            </a:r>
          </a:p>
          <a:p>
            <a:pPr marL="0" lvl="0" indent="0" algn="l" rtl="0">
              <a:spcBef>
                <a:spcPts val="0"/>
              </a:spcBef>
              <a:spcAft>
                <a:spcPts val="0"/>
              </a:spcAft>
              <a:buNone/>
            </a:pPr>
            <a:endParaRPr dirty="0"/>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4086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6423B8DF-9AED-4F8C-AC53-5A277BAEE9CD}"/>
            </a:ext>
          </a:extLst>
        </p:cNvPr>
        <p:cNvGrpSpPr/>
        <p:nvPr/>
      </p:nvGrpSpPr>
      <p:grpSpPr>
        <a:xfrm>
          <a:off x="0" y="0"/>
          <a:ext cx="0" cy="0"/>
          <a:chOff x="0" y="0"/>
          <a:chExt cx="0" cy="0"/>
        </a:xfrm>
      </p:grpSpPr>
      <p:sp>
        <p:nvSpPr>
          <p:cNvPr id="268" name="Google Shape;268;g23bcfb68efc_1_45:notes">
            <a:extLst>
              <a:ext uri="{FF2B5EF4-FFF2-40B4-BE49-F238E27FC236}">
                <a16:creationId xmlns:a16="http://schemas.microsoft.com/office/drawing/2014/main" id="{978FABC0-42B3-E3CD-C5D2-86D02D6A46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altLang="zh-TW" dirty="0"/>
              <a:t>@</a:t>
            </a:r>
            <a:r>
              <a:rPr lang="zh-TW" altLang="en-US" dirty="0"/>
              <a:t>薇淳</a:t>
            </a:r>
            <a:endParaRPr lang="en-US" altLang="zh-TW" dirty="0"/>
          </a:p>
          <a:p>
            <a:pPr>
              <a:buFont typeface="Arial" panose="020B0604020202020204" pitchFamily="34" charset="0"/>
              <a:buChar char="•"/>
            </a:pPr>
            <a:r>
              <a:rPr lang="zh-TW" altLang="en-US" dirty="0"/>
              <a:t>配色文字定義 顏色說明還是太複雜 </a:t>
            </a:r>
            <a:r>
              <a:rPr lang="en-US" altLang="zh-TW" dirty="0"/>
              <a:t>(</a:t>
            </a:r>
            <a:r>
              <a:rPr lang="zh-TW" altLang="en-US" dirty="0"/>
              <a:t>要直接講說怎麼用</a:t>
            </a:r>
            <a:r>
              <a:rPr lang="en-US" altLang="zh-TW" dirty="0"/>
              <a:t>) </a:t>
            </a:r>
          </a:p>
          <a:p>
            <a:pPr marL="742950" lvl="1" indent="-285750">
              <a:buFont typeface="Arial" panose="020B0604020202020204" pitchFamily="34" charset="0"/>
              <a:buChar char="•"/>
            </a:pPr>
            <a:r>
              <a:rPr lang="en-US" altLang="zh-TW" dirty="0"/>
              <a:t>[ ] </a:t>
            </a:r>
            <a:r>
              <a:rPr lang="zh-TW" altLang="en-US" dirty="0"/>
              <a:t>排版優先改成表格底色、最大面積的顏色等等的文字，比較好理解</a:t>
            </a:r>
          </a:p>
          <a:p>
            <a:pPr marL="742950" lvl="1" indent="-285750">
              <a:buFont typeface="Arial" panose="020B0604020202020204" pitchFamily="34" charset="0"/>
              <a:buChar char="•"/>
            </a:pPr>
            <a:r>
              <a:rPr lang="en-US" altLang="zh-TW" dirty="0"/>
              <a:t>[ ] </a:t>
            </a:r>
            <a:r>
              <a:rPr lang="zh-TW" altLang="en-US" dirty="0"/>
              <a:t>表格上下 </a:t>
            </a:r>
            <a:r>
              <a:rPr lang="en-US" altLang="zh-TW" dirty="0"/>
              <a:t>padding </a:t>
            </a:r>
            <a:r>
              <a:rPr lang="zh-TW" altLang="en-US" dirty="0"/>
              <a:t>不一致</a:t>
            </a:r>
          </a:p>
          <a:p>
            <a:pPr marL="742950" lvl="1" indent="-285750">
              <a:buFont typeface="Arial" panose="020B0604020202020204" pitchFamily="34" charset="0"/>
              <a:buChar char="•"/>
            </a:pPr>
            <a:r>
              <a:rPr lang="en-US" altLang="zh-TW" dirty="0"/>
              <a:t>[ ] </a:t>
            </a:r>
            <a:r>
              <a:rPr lang="zh-TW" altLang="en-US" dirty="0"/>
              <a:t>顏色順序先幫大家配好 </a:t>
            </a:r>
            <a:r>
              <a:rPr lang="en-US" altLang="zh-TW" dirty="0"/>
              <a:t>(</a:t>
            </a:r>
            <a:r>
              <a:rPr lang="zh-TW" altLang="en-US" dirty="0"/>
              <a:t>加入母片設定，現在只有兩個顏色太少</a:t>
            </a:r>
            <a:r>
              <a:rPr lang="en-US" altLang="zh-TW" dirty="0"/>
              <a:t>)</a:t>
            </a:r>
            <a:r>
              <a:rPr lang="zh-TW" altLang="en-US" dirty="0"/>
              <a:t>，然後告訴使用者要往下幾格去點擊，可以為了方便打破 </a:t>
            </a:r>
            <a:r>
              <a:rPr lang="en-US" altLang="zh-TW" dirty="0"/>
              <a:t>tailwind </a:t>
            </a:r>
            <a:r>
              <a:rPr lang="zh-TW" altLang="en-US" dirty="0"/>
              <a:t>框架</a:t>
            </a:r>
          </a:p>
          <a:p>
            <a:pPr marL="742950" lvl="1" indent="-285750">
              <a:buFont typeface="Arial" panose="020B0604020202020204" pitchFamily="34" charset="0"/>
              <a:buChar char="•"/>
            </a:pPr>
            <a:r>
              <a:rPr lang="en-US" altLang="zh-TW" dirty="0"/>
              <a:t>[ ] </a:t>
            </a:r>
            <a:r>
              <a:rPr lang="zh-TW" altLang="en-US" dirty="0"/>
              <a:t>主色 </a:t>
            </a:r>
            <a:r>
              <a:rPr lang="en-US" altLang="zh-TW" dirty="0"/>
              <a:t>blue</a:t>
            </a:r>
            <a:r>
              <a:rPr lang="zh-TW" altLang="en-US" dirty="0"/>
              <a:t>，</a:t>
            </a:r>
            <a:r>
              <a:rPr lang="en-US" altLang="zh-TW" dirty="0"/>
              <a:t>violet </a:t>
            </a:r>
            <a:r>
              <a:rPr lang="zh-TW" altLang="en-US" dirty="0"/>
              <a:t>老師覺得怪，有喜歡的顏色就自己調整</a:t>
            </a:r>
          </a:p>
          <a:p>
            <a:pPr marL="0" lvl="0" indent="0" algn="l" rtl="0">
              <a:spcBef>
                <a:spcPts val="0"/>
              </a:spcBef>
              <a:spcAft>
                <a:spcPts val="0"/>
              </a:spcAft>
              <a:buNone/>
            </a:pPr>
            <a:endParaRPr dirty="0"/>
          </a:p>
        </p:txBody>
      </p:sp>
      <p:sp>
        <p:nvSpPr>
          <p:cNvPr id="269" name="Google Shape;269;g23bcfb68efc_1_45:notes">
            <a:extLst>
              <a:ext uri="{FF2B5EF4-FFF2-40B4-BE49-F238E27FC236}">
                <a16:creationId xmlns:a16="http://schemas.microsoft.com/office/drawing/2014/main" id="{1A3A9917-D3DF-C346-0F53-D508C8D81F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1565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a:extLst>
            <a:ext uri="{FF2B5EF4-FFF2-40B4-BE49-F238E27FC236}">
              <a16:creationId xmlns:a16="http://schemas.microsoft.com/office/drawing/2014/main" id="{E678B57E-50C3-91B6-9B0D-AFC9E83C50D2}"/>
            </a:ext>
          </a:extLst>
        </p:cNvPr>
        <p:cNvGrpSpPr/>
        <p:nvPr/>
      </p:nvGrpSpPr>
      <p:grpSpPr>
        <a:xfrm>
          <a:off x="0" y="0"/>
          <a:ext cx="0" cy="0"/>
          <a:chOff x="0" y="0"/>
          <a:chExt cx="0" cy="0"/>
        </a:xfrm>
      </p:grpSpPr>
      <p:sp>
        <p:nvSpPr>
          <p:cNvPr id="275" name="Google Shape;275;g26107f9f4fa_0_30:notes">
            <a:extLst>
              <a:ext uri="{FF2B5EF4-FFF2-40B4-BE49-F238E27FC236}">
                <a16:creationId xmlns:a16="http://schemas.microsoft.com/office/drawing/2014/main" id="{BB08CB93-6FA0-0C4B-CCED-B2F9A39E52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6107f9f4fa_0_30:notes">
            <a:extLst>
              <a:ext uri="{FF2B5EF4-FFF2-40B4-BE49-F238E27FC236}">
                <a16:creationId xmlns:a16="http://schemas.microsoft.com/office/drawing/2014/main" id="{6C579BAA-7414-4218-7574-0C27CBFB71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1308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99B2A29B-96C7-E97C-0195-46A86FCB7F53}"/>
            </a:ext>
          </a:extLst>
        </p:cNvPr>
        <p:cNvGrpSpPr/>
        <p:nvPr/>
      </p:nvGrpSpPr>
      <p:grpSpPr>
        <a:xfrm>
          <a:off x="0" y="0"/>
          <a:ext cx="0" cy="0"/>
          <a:chOff x="0" y="0"/>
          <a:chExt cx="0" cy="0"/>
        </a:xfrm>
      </p:grpSpPr>
      <p:sp>
        <p:nvSpPr>
          <p:cNvPr id="268" name="Google Shape;268;g23bcfb68efc_1_45:notes">
            <a:extLst>
              <a:ext uri="{FF2B5EF4-FFF2-40B4-BE49-F238E27FC236}">
                <a16:creationId xmlns:a16="http://schemas.microsoft.com/office/drawing/2014/main" id="{1653534D-635B-1DEA-1DE6-946E36D83C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23bcfb68efc_1_45:notes">
            <a:extLst>
              <a:ext uri="{FF2B5EF4-FFF2-40B4-BE49-F238E27FC236}">
                <a16:creationId xmlns:a16="http://schemas.microsoft.com/office/drawing/2014/main" id="{7B888B64-EEF7-D680-2BB0-4206095A1C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7884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4F9C7ECD-02EE-BD74-7A23-9F4BC27D0BD7}"/>
            </a:ext>
          </a:extLst>
        </p:cNvPr>
        <p:cNvGrpSpPr/>
        <p:nvPr/>
      </p:nvGrpSpPr>
      <p:grpSpPr>
        <a:xfrm>
          <a:off x="0" y="0"/>
          <a:ext cx="0" cy="0"/>
          <a:chOff x="0" y="0"/>
          <a:chExt cx="0" cy="0"/>
        </a:xfrm>
      </p:grpSpPr>
      <p:sp>
        <p:nvSpPr>
          <p:cNvPr id="69" name="Google Shape;69;p7:notes">
            <a:extLst>
              <a:ext uri="{FF2B5EF4-FFF2-40B4-BE49-F238E27FC236}">
                <a16:creationId xmlns:a16="http://schemas.microsoft.com/office/drawing/2014/main" id="{50DDE6DC-0B57-A534-70DA-A368C4BAF8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7:notes">
            <a:extLst>
              <a:ext uri="{FF2B5EF4-FFF2-40B4-BE49-F238E27FC236}">
                <a16:creationId xmlns:a16="http://schemas.microsoft.com/office/drawing/2014/main" id="{93ABDBF7-9B4B-BBE8-85AE-6B86D18691F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88132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99B2A29B-96C7-E97C-0195-46A86FCB7F53}"/>
            </a:ext>
          </a:extLst>
        </p:cNvPr>
        <p:cNvGrpSpPr/>
        <p:nvPr/>
      </p:nvGrpSpPr>
      <p:grpSpPr>
        <a:xfrm>
          <a:off x="0" y="0"/>
          <a:ext cx="0" cy="0"/>
          <a:chOff x="0" y="0"/>
          <a:chExt cx="0" cy="0"/>
        </a:xfrm>
      </p:grpSpPr>
      <p:sp>
        <p:nvSpPr>
          <p:cNvPr id="268" name="Google Shape;268;g23bcfb68efc_1_45:notes">
            <a:extLst>
              <a:ext uri="{FF2B5EF4-FFF2-40B4-BE49-F238E27FC236}">
                <a16:creationId xmlns:a16="http://schemas.microsoft.com/office/drawing/2014/main" id="{1653534D-635B-1DEA-1DE6-946E36D83C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23bcfb68efc_1_45:notes">
            <a:extLst>
              <a:ext uri="{FF2B5EF4-FFF2-40B4-BE49-F238E27FC236}">
                <a16:creationId xmlns:a16="http://schemas.microsoft.com/office/drawing/2014/main" id="{7B888B64-EEF7-D680-2BB0-4206095A1C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4404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a:extLst>
            <a:ext uri="{FF2B5EF4-FFF2-40B4-BE49-F238E27FC236}">
              <a16:creationId xmlns:a16="http://schemas.microsoft.com/office/drawing/2014/main" id="{F6ADE1C9-6E50-F9FD-0D1C-1D4D8B136218}"/>
            </a:ext>
          </a:extLst>
        </p:cNvPr>
        <p:cNvGrpSpPr/>
        <p:nvPr/>
      </p:nvGrpSpPr>
      <p:grpSpPr>
        <a:xfrm>
          <a:off x="0" y="0"/>
          <a:ext cx="0" cy="0"/>
          <a:chOff x="0" y="0"/>
          <a:chExt cx="0" cy="0"/>
        </a:xfrm>
      </p:grpSpPr>
      <p:sp>
        <p:nvSpPr>
          <p:cNvPr id="492" name="Google Shape;492;p28:notes">
            <a:extLst>
              <a:ext uri="{FF2B5EF4-FFF2-40B4-BE49-F238E27FC236}">
                <a16:creationId xmlns:a16="http://schemas.microsoft.com/office/drawing/2014/main" id="{0DE754C8-B851-825F-22F7-3CD0F5F951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3" name="Google Shape;493;p28:notes">
            <a:extLst>
              <a:ext uri="{FF2B5EF4-FFF2-40B4-BE49-F238E27FC236}">
                <a16:creationId xmlns:a16="http://schemas.microsoft.com/office/drawing/2014/main" id="{2A13A1A9-2F7E-05C6-6AEC-6FE32F9519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8395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99B2A29B-96C7-E97C-0195-46A86FCB7F53}"/>
            </a:ext>
          </a:extLst>
        </p:cNvPr>
        <p:cNvGrpSpPr/>
        <p:nvPr/>
      </p:nvGrpSpPr>
      <p:grpSpPr>
        <a:xfrm>
          <a:off x="0" y="0"/>
          <a:ext cx="0" cy="0"/>
          <a:chOff x="0" y="0"/>
          <a:chExt cx="0" cy="0"/>
        </a:xfrm>
      </p:grpSpPr>
      <p:sp>
        <p:nvSpPr>
          <p:cNvPr id="268" name="Google Shape;268;g23bcfb68efc_1_45:notes">
            <a:extLst>
              <a:ext uri="{FF2B5EF4-FFF2-40B4-BE49-F238E27FC236}">
                <a16:creationId xmlns:a16="http://schemas.microsoft.com/office/drawing/2014/main" id="{1653534D-635B-1DEA-1DE6-946E36D83C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sz="1100">
                <a:cs typeface="Microsoft JhengHei"/>
                <a:sym typeface="Microsoft JhengHei"/>
              </a:rPr>
              <a:t>此配色較有個性，不建議新手及嚴肅場合使用</a:t>
            </a:r>
            <a:endParaRPr lang="en-US" altLang="zh-TW" sz="1100">
              <a:cs typeface="Microsoft JhengHei"/>
              <a:sym typeface="Microsoft JhengHei"/>
            </a:endParaRPr>
          </a:p>
        </p:txBody>
      </p:sp>
      <p:sp>
        <p:nvSpPr>
          <p:cNvPr id="269" name="Google Shape;269;g23bcfb68efc_1_45:notes">
            <a:extLst>
              <a:ext uri="{FF2B5EF4-FFF2-40B4-BE49-F238E27FC236}">
                <a16:creationId xmlns:a16="http://schemas.microsoft.com/office/drawing/2014/main" id="{7B888B64-EEF7-D680-2BB0-4206095A1C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2024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054017BF-A041-4249-43F7-829B0846DD86}"/>
            </a:ext>
          </a:extLst>
        </p:cNvPr>
        <p:cNvGrpSpPr/>
        <p:nvPr/>
      </p:nvGrpSpPr>
      <p:grpSpPr>
        <a:xfrm>
          <a:off x="0" y="0"/>
          <a:ext cx="0" cy="0"/>
          <a:chOff x="0" y="0"/>
          <a:chExt cx="0" cy="0"/>
        </a:xfrm>
      </p:grpSpPr>
      <p:sp>
        <p:nvSpPr>
          <p:cNvPr id="153" name="Google Shape;153;p13:notes">
            <a:extLst>
              <a:ext uri="{FF2B5EF4-FFF2-40B4-BE49-F238E27FC236}">
                <a16:creationId xmlns:a16="http://schemas.microsoft.com/office/drawing/2014/main" id="{4F6AC2B3-6DC2-4FD7-4C45-D7025C28D5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3:notes">
            <a:extLst>
              <a:ext uri="{FF2B5EF4-FFF2-40B4-BE49-F238E27FC236}">
                <a16:creationId xmlns:a16="http://schemas.microsoft.com/office/drawing/2014/main" id="{EFAD68C8-9637-363C-5587-3F17728310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6754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3bcfb68efc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23bcfb68efc_1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a:extLst>
            <a:ext uri="{FF2B5EF4-FFF2-40B4-BE49-F238E27FC236}">
              <a16:creationId xmlns:a16="http://schemas.microsoft.com/office/drawing/2014/main" id="{2AF99C74-93CA-B153-2023-0527E8ABDFCE}"/>
            </a:ext>
          </a:extLst>
        </p:cNvPr>
        <p:cNvGrpSpPr/>
        <p:nvPr/>
      </p:nvGrpSpPr>
      <p:grpSpPr>
        <a:xfrm>
          <a:off x="0" y="0"/>
          <a:ext cx="0" cy="0"/>
          <a:chOff x="0" y="0"/>
          <a:chExt cx="0" cy="0"/>
        </a:xfrm>
      </p:grpSpPr>
      <p:sp>
        <p:nvSpPr>
          <p:cNvPr id="275" name="Google Shape;275;g26107f9f4fa_0_30:notes">
            <a:extLst>
              <a:ext uri="{FF2B5EF4-FFF2-40B4-BE49-F238E27FC236}">
                <a16:creationId xmlns:a16="http://schemas.microsoft.com/office/drawing/2014/main" id="{0BBD3E68-7D0C-DBC3-5DB7-792F55C9D3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6107f9f4fa_0_30:notes">
            <a:extLst>
              <a:ext uri="{FF2B5EF4-FFF2-40B4-BE49-F238E27FC236}">
                <a16:creationId xmlns:a16="http://schemas.microsoft.com/office/drawing/2014/main" id="{6DC35EF5-1B37-1841-1414-D26CED59E9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9790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26107f9f4f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6107f9f4f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3bcfb68efc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23bcfb68efc_1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30314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3bcfb68efc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23bcfb68efc_1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3418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3bcfb68efc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23bcfb68efc_1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76327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26107f9f4f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6107f9f4f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6799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298809eb6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g2298809eb64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 name="Google Shape;36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2281918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a:t>水平均分</a:t>
            </a:r>
            <a:r>
              <a:rPr lang="en-US" altLang="zh-TW"/>
              <a:t>10cm</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a:t>上下均分</a:t>
            </a:r>
            <a:r>
              <a:rPr lang="en-US" altLang="zh-TW"/>
              <a:t>7.1cm</a:t>
            </a:r>
            <a:endParaRPr lang="zh-TW" altLang="en-US"/>
          </a:p>
          <a:p>
            <a:endParaRPr lang="zh-TW" altLang="en-US"/>
          </a:p>
        </p:txBody>
      </p:sp>
    </p:spTree>
    <p:extLst>
      <p:ext uri="{BB962C8B-B14F-4D97-AF65-F5344CB8AC3E}">
        <p14:creationId xmlns:p14="http://schemas.microsoft.com/office/powerpoint/2010/main" val="20383556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確認輔助線設定，線在上面看起來太空，下面太擠 </a:t>
            </a:r>
            <a:r>
              <a:rPr lang="en-US" altLang="zh-TW" dirty="0"/>
              <a:t>(</a:t>
            </a:r>
            <a:r>
              <a:rPr lang="zh-TW" altLang="en-US" dirty="0"/>
              <a:t>可以考慮下面輔助線位置在 </a:t>
            </a:r>
            <a:r>
              <a:rPr lang="en-US" altLang="zh-TW" dirty="0"/>
              <a:t>16.5 or 16 cm)</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altLang="zh-TW" dirty="0"/>
            </a:br>
            <a:r>
              <a:rPr lang="zh-TW" altLang="en-US" dirty="0"/>
              <a:t>中線 </a:t>
            </a:r>
            <a:r>
              <a:rPr lang="en-US" altLang="zh-TW" dirty="0"/>
              <a:t>9.75</a:t>
            </a:r>
            <a:r>
              <a:rPr lang="zh-TW" altLang="en-US" dirty="0"/>
              <a:t>，是為了均分內文區塊 ，均分</a:t>
            </a:r>
            <a:r>
              <a:rPr lang="en-US" altLang="zh-TW" dirty="0"/>
              <a:t>7.25cm</a:t>
            </a:r>
          </a:p>
        </p:txBody>
      </p:sp>
    </p:spTree>
    <p:extLst>
      <p:ext uri="{BB962C8B-B14F-4D97-AF65-F5344CB8AC3E}">
        <p14:creationId xmlns:p14="http://schemas.microsoft.com/office/powerpoint/2010/main" val="20053201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dirty="0"/>
              <a:t>確認輔助線設定，線在上面看起來太空，下面太擠 </a:t>
            </a:r>
            <a:r>
              <a:rPr lang="en-US" altLang="zh-TW" dirty="0"/>
              <a:t>(</a:t>
            </a:r>
            <a:r>
              <a:rPr lang="zh-TW" altLang="en-US" dirty="0"/>
              <a:t>可以考慮下面輔助線位置在 </a:t>
            </a:r>
            <a:r>
              <a:rPr lang="en-US" altLang="zh-TW" dirty="0"/>
              <a:t>16.5 or 16 cm)</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altLang="zh-TW" dirty="0"/>
            </a:br>
            <a:r>
              <a:rPr lang="zh-TW" altLang="en-US" dirty="0"/>
              <a:t>中線 </a:t>
            </a:r>
            <a:r>
              <a:rPr lang="en-US" altLang="zh-TW" dirty="0"/>
              <a:t>9.75</a:t>
            </a:r>
            <a:r>
              <a:rPr lang="zh-TW" altLang="en-US" dirty="0"/>
              <a:t>，是為了均分內文區塊 ，均分</a:t>
            </a:r>
            <a:r>
              <a:rPr lang="en-US" altLang="zh-TW" dirty="0"/>
              <a:t>7.25cm</a:t>
            </a:r>
          </a:p>
        </p:txBody>
      </p:sp>
    </p:spTree>
    <p:extLst>
      <p:ext uri="{BB962C8B-B14F-4D97-AF65-F5344CB8AC3E}">
        <p14:creationId xmlns:p14="http://schemas.microsoft.com/office/powerpoint/2010/main" val="662808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及物件" preserve="1" userDrawn="1">
  <p:cSld name="標題及物件">
    <p:spTree>
      <p:nvGrpSpPr>
        <p:cNvPr id="1" name="Shape 17"/>
        <p:cNvGrpSpPr/>
        <p:nvPr/>
      </p:nvGrpSpPr>
      <p:grpSpPr>
        <a:xfrm>
          <a:off x="0" y="0"/>
          <a:ext cx="0" cy="0"/>
          <a:chOff x="0" y="0"/>
          <a:chExt cx="0" cy="0"/>
        </a:xfrm>
      </p:grpSpPr>
      <p:sp>
        <p:nvSpPr>
          <p:cNvPr id="2" name="Google Shape;23;p35">
            <a:extLst>
              <a:ext uri="{FF2B5EF4-FFF2-40B4-BE49-F238E27FC236}">
                <a16:creationId xmlns:a16="http://schemas.microsoft.com/office/drawing/2014/main" id="{6A7B6106-7F2E-9721-F0DB-4FCA750E34BE}"/>
              </a:ext>
            </a:extLst>
          </p:cNvPr>
          <p:cNvSpPr txBox="1">
            <a:spLocks noGrp="1"/>
          </p:cNvSpPr>
          <p:nvPr>
            <p:ph type="title"/>
          </p:nvPr>
        </p:nvSpPr>
        <p:spPr>
          <a:xfrm>
            <a:off x="179387" y="179389"/>
            <a:ext cx="11161713" cy="540418"/>
          </a:xfrm>
          <a:prstGeom prst="rect">
            <a:avLst/>
          </a:prstGeom>
          <a:noFill/>
          <a:ln>
            <a:noFill/>
          </a:ln>
        </p:spPr>
        <p:txBody>
          <a:bodyPr spcFirstLastPara="1" wrap="square" lIns="88150" tIns="44050" rIns="88150" bIns="44050" anchor="ctr" anchorCtr="0">
            <a:noAutofit/>
          </a:bodyPr>
          <a:lstStyle>
            <a:lvl1pPr marR="0" lvl="0" algn="l" rtl="0">
              <a:lnSpc>
                <a:spcPct val="100000"/>
              </a:lnSpc>
              <a:spcBef>
                <a:spcPts val="0"/>
              </a:spcBef>
              <a:spcAft>
                <a:spcPts val="0"/>
              </a:spcAft>
              <a:buClr>
                <a:srgbClr val="000000"/>
              </a:buClr>
              <a:buSzPts val="3200"/>
              <a:buFont typeface="Arial"/>
              <a:buNone/>
              <a:defRPr sz="3200" b="1"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endParaRPr dirty="0"/>
          </a:p>
        </p:txBody>
      </p:sp>
      <p:cxnSp>
        <p:nvCxnSpPr>
          <p:cNvPr id="5" name="Google Shape;24;p35">
            <a:extLst>
              <a:ext uri="{FF2B5EF4-FFF2-40B4-BE49-F238E27FC236}">
                <a16:creationId xmlns:a16="http://schemas.microsoft.com/office/drawing/2014/main" id="{1171C33C-B826-D35E-1CF3-BEA0FB973085}"/>
              </a:ext>
            </a:extLst>
          </p:cNvPr>
          <p:cNvCxnSpPr>
            <a:cxnSpLocks/>
          </p:cNvCxnSpPr>
          <p:nvPr userDrawn="1"/>
        </p:nvCxnSpPr>
        <p:spPr>
          <a:xfrm>
            <a:off x="180181" y="719138"/>
            <a:ext cx="11161713" cy="0"/>
          </a:xfrm>
          <a:prstGeom prst="straightConnector1">
            <a:avLst/>
          </a:prstGeom>
          <a:noFill/>
          <a:ln w="15875" cap="flat" cmpd="sng">
            <a:solidFill>
              <a:srgbClr val="FF0000"/>
            </a:solidFill>
            <a:prstDash val="solid"/>
            <a:round/>
            <a:headEnd type="none" w="sm" len="sm"/>
            <a:tailEnd type="none" w="sm" len="sm"/>
          </a:ln>
        </p:spPr>
      </p:cxnSp>
      <p:sp>
        <p:nvSpPr>
          <p:cNvPr id="3" name="Google Shape;19;p34">
            <a:extLst>
              <a:ext uri="{FF2B5EF4-FFF2-40B4-BE49-F238E27FC236}">
                <a16:creationId xmlns:a16="http://schemas.microsoft.com/office/drawing/2014/main" id="{892CB14D-21C2-7682-119D-D221B894491E}"/>
              </a:ext>
            </a:extLst>
          </p:cNvPr>
          <p:cNvSpPr txBox="1">
            <a:spLocks noGrp="1"/>
          </p:cNvSpPr>
          <p:nvPr>
            <p:ph type="body" idx="10" hasCustomPrompt="1"/>
          </p:nvPr>
        </p:nvSpPr>
        <p:spPr>
          <a:xfrm>
            <a:off x="179388" y="900112"/>
            <a:ext cx="11161712" cy="5219701"/>
          </a:xfrm>
          <a:prstGeom prst="rect">
            <a:avLst/>
          </a:prstGeom>
          <a:noFill/>
          <a:ln>
            <a:noFill/>
          </a:ln>
        </p:spPr>
        <p:txBody>
          <a:bodyPr spcFirstLastPara="1" wrap="square" lIns="88150" tIns="44050" rIns="88150" bIns="44050" anchor="t" anchorCtr="0">
            <a:noAutofit/>
          </a:bodyPr>
          <a:lstStyle>
            <a:lvl1pPr marL="252000" marR="0" lvl="0" indent="-216000" algn="l" rtl="0">
              <a:lnSpc>
                <a:spcPct val="130000"/>
              </a:lnSpc>
              <a:spcBef>
                <a:spcPts val="0"/>
              </a:spcBef>
              <a:spcAft>
                <a:spcPts val="0"/>
              </a:spcAft>
              <a:buClrTx/>
              <a:buSzPct val="100000"/>
              <a:buFont typeface="Arial" panose="020B0604020202020204" pitchFamily="34" charset="0"/>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30000"/>
              </a:lnSpc>
              <a:spcBef>
                <a:spcPts val="0"/>
              </a:spcBef>
              <a:spcAft>
                <a:spcPts val="0"/>
              </a:spcAft>
              <a:buClrTx/>
              <a:buSzPct val="100000"/>
              <a:buFont typeface="Arial" panose="020B0604020202020204" pitchFamily="34" charset="0"/>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30000"/>
              </a:lnSpc>
              <a:spcBef>
                <a:spcPts val="0"/>
              </a:spcBef>
              <a:spcAft>
                <a:spcPts val="0"/>
              </a:spcAft>
              <a:buClrTx/>
              <a:buSzPct val="100000"/>
              <a:buFont typeface="Arial" panose="020B0604020202020204" pitchFamily="34" charset="0"/>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30000"/>
              </a:lnSpc>
              <a:spcBef>
                <a:spcPts val="0"/>
              </a:spcBef>
              <a:spcAft>
                <a:spcPts val="0"/>
              </a:spcAft>
              <a:buClrTx/>
              <a:buSzPct val="100000"/>
              <a:buFont typeface="Arial" panose="020B0604020202020204" pitchFamily="34" charset="0"/>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30000"/>
              </a:lnSpc>
              <a:spcBef>
                <a:spcPts val="0"/>
              </a:spcBef>
              <a:spcAft>
                <a:spcPts val="0"/>
              </a:spcAft>
              <a:buClrTx/>
              <a:buSzPct val="100000"/>
              <a:buFont typeface="Arial" panose="020B0604020202020204" pitchFamily="34" charset="0"/>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pPr lvl="0"/>
            <a:r>
              <a:rPr lang="zh-TW" altLang="en-US" dirty="0"/>
              <a:t>第一層</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altLang="zh-TW" dirty="0"/>
          </a:p>
        </p:txBody>
      </p:sp>
    </p:spTree>
    <p:extLst>
      <p:ext uri="{BB962C8B-B14F-4D97-AF65-F5344CB8AC3E}">
        <p14:creationId xmlns:p14="http://schemas.microsoft.com/office/powerpoint/2010/main" val="3088282346"/>
      </p:ext>
    </p:extLst>
  </p:cSld>
  <p:clrMapOvr>
    <a:masterClrMapping/>
  </p:clrMapOvr>
  <p:extLst>
    <p:ext uri="{DCECCB84-F9BA-43D5-87BE-67443E8EF086}">
      <p15:sldGuideLst xmlns:p15="http://schemas.microsoft.com/office/powerpoint/2012/main">
        <p15:guide id="1" pos="36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只有標題" preserve="1" userDrawn="1">
  <p:cSld name="只有標題">
    <p:spTree>
      <p:nvGrpSpPr>
        <p:cNvPr id="1" name="Shape 22"/>
        <p:cNvGrpSpPr/>
        <p:nvPr/>
      </p:nvGrpSpPr>
      <p:grpSpPr>
        <a:xfrm>
          <a:off x="0" y="0"/>
          <a:ext cx="0" cy="0"/>
          <a:chOff x="0" y="0"/>
          <a:chExt cx="0" cy="0"/>
        </a:xfrm>
      </p:grpSpPr>
      <p:sp>
        <p:nvSpPr>
          <p:cNvPr id="3" name="Google Shape;23;p35">
            <a:extLst>
              <a:ext uri="{FF2B5EF4-FFF2-40B4-BE49-F238E27FC236}">
                <a16:creationId xmlns:a16="http://schemas.microsoft.com/office/drawing/2014/main" id="{B3DACEB3-0456-9EF5-FFD0-561210DBA87B}"/>
              </a:ext>
            </a:extLst>
          </p:cNvPr>
          <p:cNvSpPr txBox="1">
            <a:spLocks noGrp="1"/>
          </p:cNvSpPr>
          <p:nvPr>
            <p:ph type="title"/>
          </p:nvPr>
        </p:nvSpPr>
        <p:spPr>
          <a:xfrm>
            <a:off x="179387" y="179389"/>
            <a:ext cx="11161713" cy="540418"/>
          </a:xfrm>
          <a:prstGeom prst="rect">
            <a:avLst/>
          </a:prstGeom>
          <a:noFill/>
          <a:ln>
            <a:noFill/>
          </a:ln>
        </p:spPr>
        <p:txBody>
          <a:bodyPr spcFirstLastPara="1" wrap="square" lIns="88150" tIns="44050" rIns="88150" bIns="44050" anchor="ctr" anchorCtr="0">
            <a:noAutofit/>
          </a:bodyPr>
          <a:lstStyle>
            <a:lvl1pPr marR="0" lvl="0" algn="l" rtl="0">
              <a:lnSpc>
                <a:spcPct val="100000"/>
              </a:lnSpc>
              <a:spcBef>
                <a:spcPts val="0"/>
              </a:spcBef>
              <a:spcAft>
                <a:spcPts val="0"/>
              </a:spcAft>
              <a:buClr>
                <a:srgbClr val="000000"/>
              </a:buClr>
              <a:buSzPts val="3200"/>
              <a:buFont typeface="Arial"/>
              <a:buNone/>
              <a:defRPr sz="3200" b="1"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endParaRPr dirty="0"/>
          </a:p>
        </p:txBody>
      </p:sp>
      <p:cxnSp>
        <p:nvCxnSpPr>
          <p:cNvPr id="4" name="Google Shape;24;p35">
            <a:extLst>
              <a:ext uri="{FF2B5EF4-FFF2-40B4-BE49-F238E27FC236}">
                <a16:creationId xmlns:a16="http://schemas.microsoft.com/office/drawing/2014/main" id="{FC1654C3-EDB4-E7C8-479C-6076BAB39F4C}"/>
              </a:ext>
            </a:extLst>
          </p:cNvPr>
          <p:cNvCxnSpPr>
            <a:cxnSpLocks/>
          </p:cNvCxnSpPr>
          <p:nvPr userDrawn="1"/>
        </p:nvCxnSpPr>
        <p:spPr>
          <a:xfrm>
            <a:off x="180181" y="719138"/>
            <a:ext cx="11161713" cy="0"/>
          </a:xfrm>
          <a:prstGeom prst="straightConnector1">
            <a:avLst/>
          </a:prstGeom>
          <a:noFill/>
          <a:ln w="15875" cap="flat" cmpd="sng">
            <a:solidFill>
              <a:srgbClr val="FF0000"/>
            </a:solidFill>
            <a:prstDash val="solid"/>
            <a:round/>
            <a:headEnd type="none" w="sm" len="sm"/>
            <a:tailEnd type="none" w="sm" len="sm"/>
          </a:ln>
        </p:spPr>
      </p:cxnSp>
    </p:spTree>
    <p:extLst>
      <p:ext uri="{BB962C8B-B14F-4D97-AF65-F5344CB8AC3E}">
        <p14:creationId xmlns:p14="http://schemas.microsoft.com/office/powerpoint/2010/main" val="171438060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686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cxnSp>
        <p:nvCxnSpPr>
          <p:cNvPr id="4" name="Google Shape;9;p32">
            <a:extLst>
              <a:ext uri="{FF2B5EF4-FFF2-40B4-BE49-F238E27FC236}">
                <a16:creationId xmlns:a16="http://schemas.microsoft.com/office/drawing/2014/main" id="{728D7485-3340-DD7C-9D2E-D9DE76FC1DDB}"/>
              </a:ext>
            </a:extLst>
          </p:cNvPr>
          <p:cNvCxnSpPr>
            <a:cxnSpLocks/>
          </p:cNvCxnSpPr>
          <p:nvPr userDrawn="1"/>
        </p:nvCxnSpPr>
        <p:spPr>
          <a:xfrm>
            <a:off x="1473020" y="3120669"/>
            <a:ext cx="4178480" cy="0"/>
          </a:xfrm>
          <a:prstGeom prst="straightConnector1">
            <a:avLst/>
          </a:prstGeom>
          <a:noFill/>
          <a:ln w="15875" cap="flat" cmpd="sng">
            <a:solidFill>
              <a:srgbClr val="FF0000"/>
            </a:solidFill>
            <a:prstDash val="solid"/>
            <a:round/>
            <a:headEnd type="none" w="sm" len="sm"/>
            <a:tailEnd type="none" w="sm" len="sm"/>
          </a:ln>
        </p:spPr>
      </p:cxnSp>
      <p:sp>
        <p:nvSpPr>
          <p:cNvPr id="5" name="Google Shape;10;p32">
            <a:extLst>
              <a:ext uri="{FF2B5EF4-FFF2-40B4-BE49-F238E27FC236}">
                <a16:creationId xmlns:a16="http://schemas.microsoft.com/office/drawing/2014/main" id="{7B925996-2FA7-4A3F-652D-7B1D8634C9A2}"/>
              </a:ext>
            </a:extLst>
          </p:cNvPr>
          <p:cNvSpPr txBox="1">
            <a:spLocks noGrp="1" noChangeAspect="1"/>
          </p:cNvSpPr>
          <p:nvPr>
            <p:ph type="title"/>
          </p:nvPr>
        </p:nvSpPr>
        <p:spPr>
          <a:xfrm>
            <a:off x="1462611" y="2417136"/>
            <a:ext cx="4765685" cy="595041"/>
          </a:xfrm>
          <a:prstGeom prst="rect">
            <a:avLst/>
          </a:prstGeom>
          <a:noFill/>
          <a:ln>
            <a:noFill/>
          </a:ln>
        </p:spPr>
        <p:txBody>
          <a:bodyPr spcFirstLastPara="1" wrap="square" lIns="90000" tIns="46800" rIns="90000" bIns="46800" anchor="ctr" anchorCtr="0">
            <a:noAutofit/>
          </a:bodyPr>
          <a:lstStyle>
            <a:lvl1pPr marR="0" lvl="0" algn="l" rtl="0">
              <a:lnSpc>
                <a:spcPct val="100000"/>
              </a:lnSpc>
              <a:spcBef>
                <a:spcPts val="0"/>
              </a:spcBef>
              <a:spcAft>
                <a:spcPts val="0"/>
              </a:spcAft>
              <a:buClr>
                <a:srgbClr val="000000"/>
              </a:buClr>
              <a:buSzPts val="1300"/>
              <a:buNone/>
              <a:defRPr sz="3600" b="1"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R="0" lvl="1" algn="l" rtl="0">
              <a:lnSpc>
                <a:spcPct val="100000"/>
              </a:lnSpc>
              <a:spcBef>
                <a:spcPts val="0"/>
              </a:spcBef>
              <a:spcAft>
                <a:spcPts val="0"/>
              </a:spcAft>
              <a:buClr>
                <a:srgbClr val="000000"/>
              </a:buClr>
              <a:buSzPts val="1300"/>
              <a:buNone/>
              <a:defRPr sz="1800" i="0" u="none" strike="noStrike" cap="none">
                <a:solidFill>
                  <a:schemeClr val="dk2"/>
                </a:solidFill>
              </a:defRPr>
            </a:lvl2pPr>
            <a:lvl3pPr marR="0" lvl="2" algn="l" rtl="0">
              <a:lnSpc>
                <a:spcPct val="100000"/>
              </a:lnSpc>
              <a:spcBef>
                <a:spcPts val="0"/>
              </a:spcBef>
              <a:spcAft>
                <a:spcPts val="0"/>
              </a:spcAft>
              <a:buClr>
                <a:srgbClr val="000000"/>
              </a:buClr>
              <a:buSzPts val="1300"/>
              <a:buNone/>
              <a:defRPr sz="1800" i="0" u="none" strike="noStrike" cap="none">
                <a:solidFill>
                  <a:schemeClr val="dk2"/>
                </a:solidFill>
              </a:defRPr>
            </a:lvl3pPr>
            <a:lvl4pPr marR="0" lvl="3" algn="l" rtl="0">
              <a:lnSpc>
                <a:spcPct val="100000"/>
              </a:lnSpc>
              <a:spcBef>
                <a:spcPts val="0"/>
              </a:spcBef>
              <a:spcAft>
                <a:spcPts val="0"/>
              </a:spcAft>
              <a:buClr>
                <a:srgbClr val="000000"/>
              </a:buClr>
              <a:buSzPts val="1300"/>
              <a:buNone/>
              <a:defRPr sz="1800" i="0" u="none" strike="noStrike" cap="none">
                <a:solidFill>
                  <a:schemeClr val="dk2"/>
                </a:solidFill>
              </a:defRPr>
            </a:lvl4pPr>
            <a:lvl5pPr marR="0" lvl="4" algn="l" rtl="0">
              <a:lnSpc>
                <a:spcPct val="100000"/>
              </a:lnSpc>
              <a:spcBef>
                <a:spcPts val="0"/>
              </a:spcBef>
              <a:spcAft>
                <a:spcPts val="0"/>
              </a:spcAft>
              <a:buClr>
                <a:srgbClr val="000000"/>
              </a:buClr>
              <a:buSzPts val="1300"/>
              <a:buNone/>
              <a:defRPr sz="1800" i="0" u="none" strike="noStrike" cap="none">
                <a:solidFill>
                  <a:schemeClr val="dk2"/>
                </a:solidFill>
              </a:defRPr>
            </a:lvl5pPr>
            <a:lvl6pPr marR="0" lvl="5" algn="l" rtl="0">
              <a:lnSpc>
                <a:spcPct val="100000"/>
              </a:lnSpc>
              <a:spcBef>
                <a:spcPts val="0"/>
              </a:spcBef>
              <a:spcAft>
                <a:spcPts val="0"/>
              </a:spcAft>
              <a:buClr>
                <a:srgbClr val="000000"/>
              </a:buClr>
              <a:buSzPts val="1300"/>
              <a:buNone/>
              <a:defRPr sz="1800" i="0" u="none" strike="noStrike" cap="none">
                <a:solidFill>
                  <a:schemeClr val="dk2"/>
                </a:solidFill>
              </a:defRPr>
            </a:lvl6pPr>
            <a:lvl7pPr marR="0" lvl="6" algn="l" rtl="0">
              <a:lnSpc>
                <a:spcPct val="100000"/>
              </a:lnSpc>
              <a:spcBef>
                <a:spcPts val="0"/>
              </a:spcBef>
              <a:spcAft>
                <a:spcPts val="0"/>
              </a:spcAft>
              <a:buClr>
                <a:srgbClr val="000000"/>
              </a:buClr>
              <a:buSzPts val="1300"/>
              <a:buNone/>
              <a:defRPr sz="1800" i="0" u="none" strike="noStrike" cap="none">
                <a:solidFill>
                  <a:schemeClr val="dk2"/>
                </a:solidFill>
              </a:defRPr>
            </a:lvl7pPr>
            <a:lvl8pPr marR="0" lvl="7" algn="l" rtl="0">
              <a:lnSpc>
                <a:spcPct val="100000"/>
              </a:lnSpc>
              <a:spcBef>
                <a:spcPts val="0"/>
              </a:spcBef>
              <a:spcAft>
                <a:spcPts val="0"/>
              </a:spcAft>
              <a:buClr>
                <a:srgbClr val="000000"/>
              </a:buClr>
              <a:buSzPts val="1300"/>
              <a:buNone/>
              <a:defRPr sz="1800" i="0" u="none" strike="noStrike" cap="none">
                <a:solidFill>
                  <a:schemeClr val="dk2"/>
                </a:solidFill>
              </a:defRPr>
            </a:lvl8pPr>
            <a:lvl9pPr marR="0" lvl="8" algn="l" rtl="0">
              <a:lnSpc>
                <a:spcPct val="100000"/>
              </a:lnSpc>
              <a:spcBef>
                <a:spcPts val="0"/>
              </a:spcBef>
              <a:spcAft>
                <a:spcPts val="0"/>
              </a:spcAft>
              <a:buClr>
                <a:srgbClr val="000000"/>
              </a:buClr>
              <a:buSzPts val="1300"/>
              <a:buNone/>
              <a:defRPr sz="1800" i="0" u="none" strike="noStrike" cap="none">
                <a:solidFill>
                  <a:schemeClr val="dk2"/>
                </a:solidFill>
              </a:defRPr>
            </a:lvl9pPr>
          </a:lstStyle>
          <a:p>
            <a:endParaRPr/>
          </a:p>
        </p:txBody>
      </p:sp>
      <p:sp>
        <p:nvSpPr>
          <p:cNvPr id="6" name="Google Shape;12;p32">
            <a:extLst>
              <a:ext uri="{FF2B5EF4-FFF2-40B4-BE49-F238E27FC236}">
                <a16:creationId xmlns:a16="http://schemas.microsoft.com/office/drawing/2014/main" id="{DDF0F993-8018-4979-86D3-F8CBB4ECD394}"/>
              </a:ext>
            </a:extLst>
          </p:cNvPr>
          <p:cNvSpPr txBox="1">
            <a:spLocks noGrp="1" noChangeAspect="1"/>
          </p:cNvSpPr>
          <p:nvPr>
            <p:ph type="body" idx="2"/>
          </p:nvPr>
        </p:nvSpPr>
        <p:spPr>
          <a:xfrm>
            <a:off x="1462611" y="3242650"/>
            <a:ext cx="4765685" cy="463846"/>
          </a:xfrm>
          <a:prstGeom prst="rect">
            <a:avLst/>
          </a:prstGeom>
          <a:noFill/>
          <a:ln>
            <a:noFill/>
          </a:ln>
        </p:spPr>
        <p:txBody>
          <a:bodyPr spcFirstLastPara="1" wrap="square" lIns="90000" tIns="46800" rIns="90000" bIns="46800" anchor="t" anchorCtr="0">
            <a:spAutoFit/>
          </a:bodyPr>
          <a:lstStyle>
            <a:lvl1pPr marL="0" marR="0" lvl="0" indent="-228600" algn="l" rtl="0">
              <a:lnSpc>
                <a:spcPct val="100000"/>
              </a:lnSpc>
              <a:spcBef>
                <a:spcPts val="0"/>
              </a:spcBef>
              <a:spcAft>
                <a:spcPts val="0"/>
              </a:spcAft>
              <a:buClr>
                <a:schemeClr val="dk1"/>
              </a:buClr>
              <a:buSzPts val="1900"/>
              <a:buFont typeface="Microsoft JhengHei"/>
              <a:buNone/>
              <a:defRPr sz="2400"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914400" marR="0" lvl="1" indent="-228600" algn="l" rtl="0">
              <a:lnSpc>
                <a:spcPct val="100000"/>
              </a:lnSpc>
              <a:spcBef>
                <a:spcPts val="0"/>
              </a:spcBef>
              <a:spcAft>
                <a:spcPts val="0"/>
              </a:spcAft>
              <a:buClr>
                <a:schemeClr val="dk1"/>
              </a:buClr>
              <a:buSzPts val="1400"/>
              <a:buFont typeface="Times New Roman"/>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0"/>
              </a:spcBef>
              <a:spcAft>
                <a:spcPts val="0"/>
              </a:spcAft>
              <a:buClr>
                <a:schemeClr val="dk1"/>
              </a:buClr>
              <a:buSzPts val="8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lang="en-US"/>
          </a:p>
        </p:txBody>
      </p:sp>
    </p:spTree>
    <p:extLst>
      <p:ext uri="{BB962C8B-B14F-4D97-AF65-F5344CB8AC3E}">
        <p14:creationId xmlns:p14="http://schemas.microsoft.com/office/powerpoint/2010/main" val="125324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標題投影片" preserve="1" userDrawn="1">
  <p:cSld name="1_標題投影片">
    <p:spTree>
      <p:nvGrpSpPr>
        <p:cNvPr id="1" name="Shape 8"/>
        <p:cNvGrpSpPr/>
        <p:nvPr/>
      </p:nvGrpSpPr>
      <p:grpSpPr>
        <a:xfrm>
          <a:off x="0" y="0"/>
          <a:ext cx="0" cy="0"/>
          <a:chOff x="0" y="0"/>
          <a:chExt cx="0" cy="0"/>
        </a:xfrm>
      </p:grpSpPr>
      <p:cxnSp>
        <p:nvCxnSpPr>
          <p:cNvPr id="2" name="Google Shape;9;p32">
            <a:extLst>
              <a:ext uri="{FF2B5EF4-FFF2-40B4-BE49-F238E27FC236}">
                <a16:creationId xmlns:a16="http://schemas.microsoft.com/office/drawing/2014/main" id="{0B55ED0F-F4F0-E097-1D04-EC10B927CE44}"/>
              </a:ext>
            </a:extLst>
          </p:cNvPr>
          <p:cNvCxnSpPr>
            <a:cxnSpLocks/>
          </p:cNvCxnSpPr>
          <p:nvPr userDrawn="1"/>
        </p:nvCxnSpPr>
        <p:spPr>
          <a:xfrm>
            <a:off x="1441038" y="2965770"/>
            <a:ext cx="8640000" cy="0"/>
          </a:xfrm>
          <a:prstGeom prst="straightConnector1">
            <a:avLst/>
          </a:prstGeom>
          <a:noFill/>
          <a:ln w="15875" cap="flat" cmpd="sng">
            <a:solidFill>
              <a:srgbClr val="FF0000"/>
            </a:solidFill>
            <a:prstDash val="solid"/>
            <a:round/>
            <a:headEnd type="none" w="sm" len="sm"/>
            <a:tailEnd type="none" w="sm" len="sm"/>
          </a:ln>
        </p:spPr>
      </p:cxnSp>
      <p:sp>
        <p:nvSpPr>
          <p:cNvPr id="3" name="Google Shape;10;p32">
            <a:extLst>
              <a:ext uri="{FF2B5EF4-FFF2-40B4-BE49-F238E27FC236}">
                <a16:creationId xmlns:a16="http://schemas.microsoft.com/office/drawing/2014/main" id="{24C16EC9-E508-E2C3-2A12-43E1525FA8D9}"/>
              </a:ext>
            </a:extLst>
          </p:cNvPr>
          <p:cNvSpPr txBox="1">
            <a:spLocks noGrp="1"/>
          </p:cNvSpPr>
          <p:nvPr>
            <p:ph type="title"/>
          </p:nvPr>
        </p:nvSpPr>
        <p:spPr>
          <a:xfrm>
            <a:off x="1440000" y="1943936"/>
            <a:ext cx="8640000" cy="720000"/>
          </a:xfrm>
          <a:prstGeom prst="rect">
            <a:avLst/>
          </a:prstGeom>
          <a:noFill/>
          <a:ln>
            <a:noFill/>
          </a:ln>
        </p:spPr>
        <p:txBody>
          <a:bodyPr spcFirstLastPara="1" wrap="square" lIns="90000" tIns="46800" rIns="90000" bIns="46800" anchor="ctr" anchorCtr="0">
            <a:noAutofit/>
          </a:bodyPr>
          <a:lstStyle>
            <a:lvl1pPr marR="0" lvl="0" algn="ctr" rtl="0">
              <a:lnSpc>
                <a:spcPct val="100000"/>
              </a:lnSpc>
              <a:spcBef>
                <a:spcPts val="0"/>
              </a:spcBef>
              <a:spcAft>
                <a:spcPts val="0"/>
              </a:spcAft>
              <a:buClr>
                <a:srgbClr val="000000"/>
              </a:buClr>
              <a:buSzPts val="1300"/>
              <a:buNone/>
              <a:defRPr sz="4400" b="1"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R="0" lvl="1" algn="l" rtl="0">
              <a:lnSpc>
                <a:spcPct val="100000"/>
              </a:lnSpc>
              <a:spcBef>
                <a:spcPts val="0"/>
              </a:spcBef>
              <a:spcAft>
                <a:spcPts val="0"/>
              </a:spcAft>
              <a:buClr>
                <a:srgbClr val="000000"/>
              </a:buClr>
              <a:buSzPts val="1300"/>
              <a:buNone/>
              <a:defRPr sz="1800" i="0" u="none" strike="noStrike" cap="none">
                <a:solidFill>
                  <a:schemeClr val="dk2"/>
                </a:solidFill>
              </a:defRPr>
            </a:lvl2pPr>
            <a:lvl3pPr marR="0" lvl="2" algn="l" rtl="0">
              <a:lnSpc>
                <a:spcPct val="100000"/>
              </a:lnSpc>
              <a:spcBef>
                <a:spcPts val="0"/>
              </a:spcBef>
              <a:spcAft>
                <a:spcPts val="0"/>
              </a:spcAft>
              <a:buClr>
                <a:srgbClr val="000000"/>
              </a:buClr>
              <a:buSzPts val="1300"/>
              <a:buNone/>
              <a:defRPr sz="1800" i="0" u="none" strike="noStrike" cap="none">
                <a:solidFill>
                  <a:schemeClr val="dk2"/>
                </a:solidFill>
              </a:defRPr>
            </a:lvl3pPr>
            <a:lvl4pPr marR="0" lvl="3" algn="l" rtl="0">
              <a:lnSpc>
                <a:spcPct val="100000"/>
              </a:lnSpc>
              <a:spcBef>
                <a:spcPts val="0"/>
              </a:spcBef>
              <a:spcAft>
                <a:spcPts val="0"/>
              </a:spcAft>
              <a:buClr>
                <a:srgbClr val="000000"/>
              </a:buClr>
              <a:buSzPts val="1300"/>
              <a:buNone/>
              <a:defRPr sz="1800" i="0" u="none" strike="noStrike" cap="none">
                <a:solidFill>
                  <a:schemeClr val="dk2"/>
                </a:solidFill>
              </a:defRPr>
            </a:lvl4pPr>
            <a:lvl5pPr marR="0" lvl="4" algn="l" rtl="0">
              <a:lnSpc>
                <a:spcPct val="100000"/>
              </a:lnSpc>
              <a:spcBef>
                <a:spcPts val="0"/>
              </a:spcBef>
              <a:spcAft>
                <a:spcPts val="0"/>
              </a:spcAft>
              <a:buClr>
                <a:srgbClr val="000000"/>
              </a:buClr>
              <a:buSzPts val="1300"/>
              <a:buNone/>
              <a:defRPr sz="1800" i="0" u="none" strike="noStrike" cap="none">
                <a:solidFill>
                  <a:schemeClr val="dk2"/>
                </a:solidFill>
              </a:defRPr>
            </a:lvl5pPr>
            <a:lvl6pPr marR="0" lvl="5" algn="l" rtl="0">
              <a:lnSpc>
                <a:spcPct val="100000"/>
              </a:lnSpc>
              <a:spcBef>
                <a:spcPts val="0"/>
              </a:spcBef>
              <a:spcAft>
                <a:spcPts val="0"/>
              </a:spcAft>
              <a:buClr>
                <a:srgbClr val="000000"/>
              </a:buClr>
              <a:buSzPts val="1300"/>
              <a:buNone/>
              <a:defRPr sz="1800" i="0" u="none" strike="noStrike" cap="none">
                <a:solidFill>
                  <a:schemeClr val="dk2"/>
                </a:solidFill>
              </a:defRPr>
            </a:lvl6pPr>
            <a:lvl7pPr marR="0" lvl="6" algn="l" rtl="0">
              <a:lnSpc>
                <a:spcPct val="100000"/>
              </a:lnSpc>
              <a:spcBef>
                <a:spcPts val="0"/>
              </a:spcBef>
              <a:spcAft>
                <a:spcPts val="0"/>
              </a:spcAft>
              <a:buClr>
                <a:srgbClr val="000000"/>
              </a:buClr>
              <a:buSzPts val="1300"/>
              <a:buNone/>
              <a:defRPr sz="1800" i="0" u="none" strike="noStrike" cap="none">
                <a:solidFill>
                  <a:schemeClr val="dk2"/>
                </a:solidFill>
              </a:defRPr>
            </a:lvl7pPr>
            <a:lvl8pPr marR="0" lvl="7" algn="l" rtl="0">
              <a:lnSpc>
                <a:spcPct val="100000"/>
              </a:lnSpc>
              <a:spcBef>
                <a:spcPts val="0"/>
              </a:spcBef>
              <a:spcAft>
                <a:spcPts val="0"/>
              </a:spcAft>
              <a:buClr>
                <a:srgbClr val="000000"/>
              </a:buClr>
              <a:buSzPts val="1300"/>
              <a:buNone/>
              <a:defRPr sz="1800" i="0" u="none" strike="noStrike" cap="none">
                <a:solidFill>
                  <a:schemeClr val="dk2"/>
                </a:solidFill>
              </a:defRPr>
            </a:lvl8pPr>
            <a:lvl9pPr marR="0" lvl="8" algn="l" rtl="0">
              <a:lnSpc>
                <a:spcPct val="100000"/>
              </a:lnSpc>
              <a:spcBef>
                <a:spcPts val="0"/>
              </a:spcBef>
              <a:spcAft>
                <a:spcPts val="0"/>
              </a:spcAft>
              <a:buClr>
                <a:srgbClr val="000000"/>
              </a:buClr>
              <a:buSzPts val="1300"/>
              <a:buNone/>
              <a:defRPr sz="1800" i="0" u="none" strike="noStrike" cap="none">
                <a:solidFill>
                  <a:schemeClr val="dk2"/>
                </a:solidFill>
              </a:defRPr>
            </a:lvl9pPr>
          </a:lstStyle>
          <a:p>
            <a:endParaRPr/>
          </a:p>
        </p:txBody>
      </p:sp>
      <p:sp>
        <p:nvSpPr>
          <p:cNvPr id="4" name="Google Shape;11;p32">
            <a:extLst>
              <a:ext uri="{FF2B5EF4-FFF2-40B4-BE49-F238E27FC236}">
                <a16:creationId xmlns:a16="http://schemas.microsoft.com/office/drawing/2014/main" id="{DD4BFDDB-330C-E440-98CF-4770DD1DDEBB}"/>
              </a:ext>
            </a:extLst>
          </p:cNvPr>
          <p:cNvSpPr txBox="1">
            <a:spLocks noGrp="1"/>
          </p:cNvSpPr>
          <p:nvPr>
            <p:ph type="body" idx="1"/>
          </p:nvPr>
        </p:nvSpPr>
        <p:spPr>
          <a:xfrm>
            <a:off x="1441038" y="3240088"/>
            <a:ext cx="8640000" cy="540000"/>
          </a:xfrm>
          <a:prstGeom prst="rect">
            <a:avLst/>
          </a:prstGeom>
          <a:noFill/>
          <a:ln>
            <a:noFill/>
          </a:ln>
        </p:spPr>
        <p:txBody>
          <a:bodyPr spcFirstLastPara="1" wrap="square" lIns="90000" tIns="46800" rIns="90000" bIns="46800" anchor="t" anchorCtr="0">
            <a:spAutoFit/>
          </a:bodyPr>
          <a:lstStyle>
            <a:lvl1pPr marL="0" marR="0" lvl="0" indent="-228600" algn="ctr" rtl="0">
              <a:lnSpc>
                <a:spcPct val="100000"/>
              </a:lnSpc>
              <a:spcBef>
                <a:spcPts val="0"/>
              </a:spcBef>
              <a:spcAft>
                <a:spcPts val="0"/>
              </a:spcAft>
              <a:buClr>
                <a:schemeClr val="dk1"/>
              </a:buClr>
              <a:buSzPts val="3200"/>
              <a:buFont typeface="Microsoft JhengHei"/>
              <a:buNone/>
              <a:defRPr sz="2800"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914400" marR="0" lvl="1" indent="-228600" algn="l" rtl="0">
              <a:lnSpc>
                <a:spcPct val="100000"/>
              </a:lnSpc>
              <a:spcBef>
                <a:spcPts val="0"/>
              </a:spcBef>
              <a:spcAft>
                <a:spcPts val="0"/>
              </a:spcAft>
              <a:buClr>
                <a:schemeClr val="dk1"/>
              </a:buClr>
              <a:buSzPts val="1400"/>
              <a:buFont typeface="Times New Roman"/>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0"/>
              </a:spcBef>
              <a:spcAft>
                <a:spcPts val="0"/>
              </a:spcAft>
              <a:buClr>
                <a:schemeClr val="dk1"/>
              </a:buClr>
              <a:buSzPts val="8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12;p32">
            <a:extLst>
              <a:ext uri="{FF2B5EF4-FFF2-40B4-BE49-F238E27FC236}">
                <a16:creationId xmlns:a16="http://schemas.microsoft.com/office/drawing/2014/main" id="{E48EF14F-563D-2584-2465-3B54717A11F3}"/>
              </a:ext>
            </a:extLst>
          </p:cNvPr>
          <p:cNvSpPr txBox="1">
            <a:spLocks noGrp="1"/>
          </p:cNvSpPr>
          <p:nvPr>
            <p:ph type="body" idx="2"/>
          </p:nvPr>
        </p:nvSpPr>
        <p:spPr>
          <a:xfrm>
            <a:off x="1452793" y="3895860"/>
            <a:ext cx="8640000" cy="360000"/>
          </a:xfrm>
          <a:prstGeom prst="rect">
            <a:avLst/>
          </a:prstGeom>
          <a:noFill/>
          <a:ln>
            <a:noFill/>
          </a:ln>
        </p:spPr>
        <p:txBody>
          <a:bodyPr spcFirstLastPara="1" wrap="square" lIns="90000" tIns="46800" rIns="90000" bIns="46800" anchor="ctr" anchorCtr="0">
            <a:noAutofit/>
          </a:bodyPr>
          <a:lstStyle>
            <a:lvl1pPr marL="0" marR="0" lvl="0" indent="-228600" algn="ctr" rtl="0">
              <a:lnSpc>
                <a:spcPct val="100000"/>
              </a:lnSpc>
              <a:spcBef>
                <a:spcPts val="0"/>
              </a:spcBef>
              <a:spcAft>
                <a:spcPts val="0"/>
              </a:spcAft>
              <a:buClr>
                <a:schemeClr val="dk1"/>
              </a:buClr>
              <a:buSzPts val="1900"/>
              <a:buFont typeface="Microsoft JhengHei"/>
              <a:buNone/>
              <a:defRPr sz="1600"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914400" marR="0" lvl="1" indent="-228600" algn="l" rtl="0">
              <a:lnSpc>
                <a:spcPct val="100000"/>
              </a:lnSpc>
              <a:spcBef>
                <a:spcPts val="0"/>
              </a:spcBef>
              <a:spcAft>
                <a:spcPts val="0"/>
              </a:spcAft>
              <a:buClr>
                <a:schemeClr val="dk1"/>
              </a:buClr>
              <a:buSzPts val="1400"/>
              <a:buFont typeface="Times New Roman"/>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0"/>
              </a:spcBef>
              <a:spcAft>
                <a:spcPts val="0"/>
              </a:spcAft>
              <a:buClr>
                <a:schemeClr val="dk1"/>
              </a:buClr>
              <a:buSzPts val="8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Tree>
    <p:extLst>
      <p:ext uri="{BB962C8B-B14F-4D97-AF65-F5344CB8AC3E}">
        <p14:creationId xmlns:p14="http://schemas.microsoft.com/office/powerpoint/2010/main" val="3910211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標題投影片" preserve="1">
  <p:cSld name="標題投影片">
    <p:spTree>
      <p:nvGrpSpPr>
        <p:cNvPr id="1" name="Shape 8"/>
        <p:cNvGrpSpPr/>
        <p:nvPr/>
      </p:nvGrpSpPr>
      <p:grpSpPr>
        <a:xfrm>
          <a:off x="0" y="0"/>
          <a:ext cx="0" cy="0"/>
          <a:chOff x="0" y="0"/>
          <a:chExt cx="0" cy="0"/>
        </a:xfrm>
      </p:grpSpPr>
      <p:cxnSp>
        <p:nvCxnSpPr>
          <p:cNvPr id="9" name="Google Shape;9;p32"/>
          <p:cNvCxnSpPr>
            <a:cxnSpLocks/>
          </p:cNvCxnSpPr>
          <p:nvPr/>
        </p:nvCxnSpPr>
        <p:spPr>
          <a:xfrm>
            <a:off x="1441038" y="2965770"/>
            <a:ext cx="8640000" cy="0"/>
          </a:xfrm>
          <a:prstGeom prst="straightConnector1">
            <a:avLst/>
          </a:prstGeom>
          <a:noFill/>
          <a:ln w="15875" cap="flat" cmpd="sng">
            <a:solidFill>
              <a:srgbClr val="FF0000"/>
            </a:solidFill>
            <a:prstDash val="solid"/>
            <a:round/>
            <a:headEnd type="none" w="sm" len="sm"/>
            <a:tailEnd type="none" w="sm" len="sm"/>
          </a:ln>
        </p:spPr>
      </p:cxnSp>
      <p:sp>
        <p:nvSpPr>
          <p:cNvPr id="10" name="Google Shape;10;p32"/>
          <p:cNvSpPr txBox="1">
            <a:spLocks noGrp="1"/>
          </p:cNvSpPr>
          <p:nvPr>
            <p:ph type="title"/>
          </p:nvPr>
        </p:nvSpPr>
        <p:spPr>
          <a:xfrm>
            <a:off x="1440000" y="2123963"/>
            <a:ext cx="5220344" cy="720000"/>
          </a:xfrm>
          <a:prstGeom prst="rect">
            <a:avLst/>
          </a:prstGeom>
          <a:noFill/>
          <a:ln>
            <a:noFill/>
          </a:ln>
        </p:spPr>
        <p:txBody>
          <a:bodyPr spcFirstLastPara="1" wrap="square" lIns="90000" tIns="46800" rIns="90000" bIns="46800" anchor="t" anchorCtr="0">
            <a:noAutofit/>
          </a:bodyPr>
          <a:lstStyle>
            <a:lvl1pPr marR="0" lvl="0" algn="l" rtl="0">
              <a:lnSpc>
                <a:spcPct val="100000"/>
              </a:lnSpc>
              <a:spcBef>
                <a:spcPts val="0"/>
              </a:spcBef>
              <a:spcAft>
                <a:spcPts val="0"/>
              </a:spcAft>
              <a:buClr>
                <a:srgbClr val="000000"/>
              </a:buClr>
              <a:buSzPts val="1300"/>
              <a:buNone/>
              <a:defRPr sz="4400" b="1"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R="0" lvl="1" algn="l" rtl="0">
              <a:lnSpc>
                <a:spcPct val="100000"/>
              </a:lnSpc>
              <a:spcBef>
                <a:spcPts val="0"/>
              </a:spcBef>
              <a:spcAft>
                <a:spcPts val="0"/>
              </a:spcAft>
              <a:buClr>
                <a:srgbClr val="000000"/>
              </a:buClr>
              <a:buSzPts val="1300"/>
              <a:buNone/>
              <a:defRPr sz="1800" i="0" u="none" strike="noStrike" cap="none">
                <a:solidFill>
                  <a:schemeClr val="dk2"/>
                </a:solidFill>
              </a:defRPr>
            </a:lvl2pPr>
            <a:lvl3pPr marR="0" lvl="2" algn="l" rtl="0">
              <a:lnSpc>
                <a:spcPct val="100000"/>
              </a:lnSpc>
              <a:spcBef>
                <a:spcPts val="0"/>
              </a:spcBef>
              <a:spcAft>
                <a:spcPts val="0"/>
              </a:spcAft>
              <a:buClr>
                <a:srgbClr val="000000"/>
              </a:buClr>
              <a:buSzPts val="1300"/>
              <a:buNone/>
              <a:defRPr sz="1800" i="0" u="none" strike="noStrike" cap="none">
                <a:solidFill>
                  <a:schemeClr val="dk2"/>
                </a:solidFill>
              </a:defRPr>
            </a:lvl3pPr>
            <a:lvl4pPr marR="0" lvl="3" algn="l" rtl="0">
              <a:lnSpc>
                <a:spcPct val="100000"/>
              </a:lnSpc>
              <a:spcBef>
                <a:spcPts val="0"/>
              </a:spcBef>
              <a:spcAft>
                <a:spcPts val="0"/>
              </a:spcAft>
              <a:buClr>
                <a:srgbClr val="000000"/>
              </a:buClr>
              <a:buSzPts val="1300"/>
              <a:buNone/>
              <a:defRPr sz="1800" i="0" u="none" strike="noStrike" cap="none">
                <a:solidFill>
                  <a:schemeClr val="dk2"/>
                </a:solidFill>
              </a:defRPr>
            </a:lvl4pPr>
            <a:lvl5pPr marR="0" lvl="4" algn="l" rtl="0">
              <a:lnSpc>
                <a:spcPct val="100000"/>
              </a:lnSpc>
              <a:spcBef>
                <a:spcPts val="0"/>
              </a:spcBef>
              <a:spcAft>
                <a:spcPts val="0"/>
              </a:spcAft>
              <a:buClr>
                <a:srgbClr val="000000"/>
              </a:buClr>
              <a:buSzPts val="1300"/>
              <a:buNone/>
              <a:defRPr sz="1800" i="0" u="none" strike="noStrike" cap="none">
                <a:solidFill>
                  <a:schemeClr val="dk2"/>
                </a:solidFill>
              </a:defRPr>
            </a:lvl5pPr>
            <a:lvl6pPr marR="0" lvl="5" algn="l" rtl="0">
              <a:lnSpc>
                <a:spcPct val="100000"/>
              </a:lnSpc>
              <a:spcBef>
                <a:spcPts val="0"/>
              </a:spcBef>
              <a:spcAft>
                <a:spcPts val="0"/>
              </a:spcAft>
              <a:buClr>
                <a:srgbClr val="000000"/>
              </a:buClr>
              <a:buSzPts val="1300"/>
              <a:buNone/>
              <a:defRPr sz="1800" i="0" u="none" strike="noStrike" cap="none">
                <a:solidFill>
                  <a:schemeClr val="dk2"/>
                </a:solidFill>
              </a:defRPr>
            </a:lvl6pPr>
            <a:lvl7pPr marR="0" lvl="6" algn="l" rtl="0">
              <a:lnSpc>
                <a:spcPct val="100000"/>
              </a:lnSpc>
              <a:spcBef>
                <a:spcPts val="0"/>
              </a:spcBef>
              <a:spcAft>
                <a:spcPts val="0"/>
              </a:spcAft>
              <a:buClr>
                <a:srgbClr val="000000"/>
              </a:buClr>
              <a:buSzPts val="1300"/>
              <a:buNone/>
              <a:defRPr sz="1800" i="0" u="none" strike="noStrike" cap="none">
                <a:solidFill>
                  <a:schemeClr val="dk2"/>
                </a:solidFill>
              </a:defRPr>
            </a:lvl7pPr>
            <a:lvl8pPr marR="0" lvl="7" algn="l" rtl="0">
              <a:lnSpc>
                <a:spcPct val="100000"/>
              </a:lnSpc>
              <a:spcBef>
                <a:spcPts val="0"/>
              </a:spcBef>
              <a:spcAft>
                <a:spcPts val="0"/>
              </a:spcAft>
              <a:buClr>
                <a:srgbClr val="000000"/>
              </a:buClr>
              <a:buSzPts val="1300"/>
              <a:buNone/>
              <a:defRPr sz="1800" i="0" u="none" strike="noStrike" cap="none">
                <a:solidFill>
                  <a:schemeClr val="dk2"/>
                </a:solidFill>
              </a:defRPr>
            </a:lvl8pPr>
            <a:lvl9pPr marR="0" lvl="8" algn="l" rtl="0">
              <a:lnSpc>
                <a:spcPct val="100000"/>
              </a:lnSpc>
              <a:spcBef>
                <a:spcPts val="0"/>
              </a:spcBef>
              <a:spcAft>
                <a:spcPts val="0"/>
              </a:spcAft>
              <a:buClr>
                <a:srgbClr val="000000"/>
              </a:buClr>
              <a:buSzPts val="1300"/>
              <a:buNone/>
              <a:defRPr sz="1800" i="0" u="none" strike="noStrike" cap="none">
                <a:solidFill>
                  <a:schemeClr val="dk2"/>
                </a:solidFill>
              </a:defRPr>
            </a:lvl9pPr>
          </a:lstStyle>
          <a:p>
            <a:endParaRPr/>
          </a:p>
        </p:txBody>
      </p:sp>
      <p:sp>
        <p:nvSpPr>
          <p:cNvPr id="11" name="Google Shape;11;p32"/>
          <p:cNvSpPr txBox="1">
            <a:spLocks noGrp="1"/>
          </p:cNvSpPr>
          <p:nvPr>
            <p:ph type="body" idx="1"/>
          </p:nvPr>
        </p:nvSpPr>
        <p:spPr>
          <a:xfrm>
            <a:off x="1441038" y="3240088"/>
            <a:ext cx="5219306" cy="540000"/>
          </a:xfrm>
          <a:prstGeom prst="rect">
            <a:avLst/>
          </a:prstGeom>
          <a:noFill/>
          <a:ln>
            <a:noFill/>
          </a:ln>
        </p:spPr>
        <p:txBody>
          <a:bodyPr spcFirstLastPara="1" wrap="square" lIns="90000" tIns="46800" rIns="90000" bIns="46800" anchor="t" anchorCtr="0">
            <a:noAutofit/>
          </a:bodyPr>
          <a:lstStyle>
            <a:lvl1pPr marL="0" marR="0" lvl="0" indent="-228600" algn="l" rtl="0">
              <a:lnSpc>
                <a:spcPct val="100000"/>
              </a:lnSpc>
              <a:spcBef>
                <a:spcPts val="0"/>
              </a:spcBef>
              <a:spcAft>
                <a:spcPts val="0"/>
              </a:spcAft>
              <a:buClr>
                <a:schemeClr val="dk1"/>
              </a:buClr>
              <a:buSzPts val="3200"/>
              <a:buFont typeface="Microsoft JhengHei"/>
              <a:buNone/>
              <a:defRPr sz="2800"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914400" marR="0" lvl="1" indent="-228600" algn="l" rtl="0">
              <a:lnSpc>
                <a:spcPct val="100000"/>
              </a:lnSpc>
              <a:spcBef>
                <a:spcPts val="0"/>
              </a:spcBef>
              <a:spcAft>
                <a:spcPts val="0"/>
              </a:spcAft>
              <a:buClr>
                <a:schemeClr val="dk1"/>
              </a:buClr>
              <a:buSzPts val="1400"/>
              <a:buFont typeface="Times New Roman"/>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0"/>
              </a:spcBef>
              <a:spcAft>
                <a:spcPts val="0"/>
              </a:spcAft>
              <a:buClr>
                <a:schemeClr val="dk1"/>
              </a:buClr>
              <a:buSzPts val="8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32"/>
          <p:cNvSpPr txBox="1">
            <a:spLocks noGrp="1"/>
          </p:cNvSpPr>
          <p:nvPr>
            <p:ph type="body" idx="2"/>
          </p:nvPr>
        </p:nvSpPr>
        <p:spPr>
          <a:xfrm>
            <a:off x="1452793" y="3895860"/>
            <a:ext cx="5219306" cy="360000"/>
          </a:xfrm>
          <a:prstGeom prst="rect">
            <a:avLst/>
          </a:prstGeom>
          <a:noFill/>
          <a:ln>
            <a:noFill/>
          </a:ln>
        </p:spPr>
        <p:txBody>
          <a:bodyPr spcFirstLastPara="1" wrap="square" lIns="90000" tIns="46800" rIns="90000" bIns="46800" anchor="ctr" anchorCtr="0">
            <a:noAutofit/>
          </a:bodyPr>
          <a:lstStyle>
            <a:lvl1pPr marL="0" marR="0" lvl="0" indent="-228600" algn="l" rtl="0">
              <a:lnSpc>
                <a:spcPct val="100000"/>
              </a:lnSpc>
              <a:spcBef>
                <a:spcPts val="0"/>
              </a:spcBef>
              <a:spcAft>
                <a:spcPts val="0"/>
              </a:spcAft>
              <a:buClr>
                <a:schemeClr val="dk1"/>
              </a:buClr>
              <a:buSzPts val="1900"/>
              <a:buFont typeface="Microsoft JhengHei"/>
              <a:buNone/>
              <a:defRPr sz="1600"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914400" marR="0" lvl="1" indent="-228600" algn="l" rtl="0">
              <a:lnSpc>
                <a:spcPct val="100000"/>
              </a:lnSpc>
              <a:spcBef>
                <a:spcPts val="0"/>
              </a:spcBef>
              <a:spcAft>
                <a:spcPts val="0"/>
              </a:spcAft>
              <a:buClr>
                <a:schemeClr val="dk1"/>
              </a:buClr>
              <a:buSzPts val="1400"/>
              <a:buFont typeface="Times New Roman"/>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0"/>
              </a:spcBef>
              <a:spcAft>
                <a:spcPts val="0"/>
              </a:spcAft>
              <a:buClr>
                <a:schemeClr val="dk1"/>
              </a:buClr>
              <a:buSzPts val="8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Tree>
    <p:extLst>
      <p:ext uri="{BB962C8B-B14F-4D97-AF65-F5344CB8AC3E}">
        <p14:creationId xmlns:p14="http://schemas.microsoft.com/office/powerpoint/2010/main" val="1921113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兩欄">
    <p:spTree>
      <p:nvGrpSpPr>
        <p:cNvPr id="1" name=""/>
        <p:cNvGrpSpPr/>
        <p:nvPr/>
      </p:nvGrpSpPr>
      <p:grpSpPr>
        <a:xfrm>
          <a:off x="0" y="0"/>
          <a:ext cx="0" cy="0"/>
          <a:chOff x="0" y="0"/>
          <a:chExt cx="0" cy="0"/>
        </a:xfrm>
      </p:grpSpPr>
      <p:sp>
        <p:nvSpPr>
          <p:cNvPr id="2" name="Google Shape;19;p34">
            <a:extLst>
              <a:ext uri="{FF2B5EF4-FFF2-40B4-BE49-F238E27FC236}">
                <a16:creationId xmlns:a16="http://schemas.microsoft.com/office/drawing/2014/main" id="{444EEE93-7199-FFDA-E88B-B7283230B1E1}"/>
              </a:ext>
            </a:extLst>
          </p:cNvPr>
          <p:cNvSpPr txBox="1">
            <a:spLocks noGrp="1"/>
          </p:cNvSpPr>
          <p:nvPr>
            <p:ph type="body" idx="10" hasCustomPrompt="1"/>
          </p:nvPr>
        </p:nvSpPr>
        <p:spPr>
          <a:xfrm>
            <a:off x="179388" y="900114"/>
            <a:ext cx="5472112" cy="5219700"/>
          </a:xfrm>
          <a:prstGeom prst="rect">
            <a:avLst/>
          </a:prstGeom>
          <a:noFill/>
          <a:ln>
            <a:noFill/>
          </a:ln>
        </p:spPr>
        <p:txBody>
          <a:bodyPr spcFirstLastPara="1" wrap="square" lIns="88150" tIns="44050" rIns="88150" bIns="44050" anchor="t" anchorCtr="0">
            <a:noAutofit/>
          </a:bodyPr>
          <a:lstStyle>
            <a:lvl1pPr marL="252000" marR="0" lvl="0" indent="-216000" algn="l" rtl="0">
              <a:lnSpc>
                <a:spcPct val="130000"/>
              </a:lnSpc>
              <a:spcBef>
                <a:spcPts val="0"/>
              </a:spcBef>
              <a:spcAft>
                <a:spcPts val="0"/>
              </a:spcAft>
              <a:buClrTx/>
              <a:buSzPct val="100000"/>
              <a:buFont typeface="Arial" panose="020B0604020202020204" pitchFamily="34" charset="0"/>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30000"/>
              </a:lnSpc>
              <a:spcBef>
                <a:spcPts val="0"/>
              </a:spcBef>
              <a:spcAft>
                <a:spcPts val="0"/>
              </a:spcAft>
              <a:buClrTx/>
              <a:buSzPct val="100000"/>
              <a:buFont typeface="Arial" panose="020B0604020202020204" pitchFamily="34" charset="0"/>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30000"/>
              </a:lnSpc>
              <a:spcBef>
                <a:spcPts val="0"/>
              </a:spcBef>
              <a:spcAft>
                <a:spcPts val="0"/>
              </a:spcAft>
              <a:buClrTx/>
              <a:buSzPct val="100000"/>
              <a:buFont typeface="Arial" panose="020B0604020202020204" pitchFamily="34" charset="0"/>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30000"/>
              </a:lnSpc>
              <a:spcBef>
                <a:spcPts val="0"/>
              </a:spcBef>
              <a:spcAft>
                <a:spcPts val="0"/>
              </a:spcAft>
              <a:buClrTx/>
              <a:buSzPct val="100000"/>
              <a:buFont typeface="Arial" panose="020B0604020202020204" pitchFamily="34" charset="0"/>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30000"/>
              </a:lnSpc>
              <a:spcBef>
                <a:spcPts val="0"/>
              </a:spcBef>
              <a:spcAft>
                <a:spcPts val="0"/>
              </a:spcAft>
              <a:buClrTx/>
              <a:buSzPct val="100000"/>
              <a:buFont typeface="Arial" panose="020B0604020202020204" pitchFamily="34" charset="0"/>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pPr lvl="0"/>
            <a:r>
              <a:rPr lang="zh-TW" altLang="en-US"/>
              <a:t>第一層</a:t>
            </a:r>
          </a:p>
          <a:p>
            <a:pPr lvl="1"/>
            <a:r>
              <a:rPr lang="zh-TW" altLang="en-US"/>
              <a:t>第二層</a:t>
            </a:r>
          </a:p>
          <a:p>
            <a:pPr lvl="2"/>
            <a:r>
              <a:rPr lang="zh-TW" altLang="en-US"/>
              <a:t>第三層</a:t>
            </a:r>
          </a:p>
          <a:p>
            <a:pPr lvl="3"/>
            <a:r>
              <a:rPr lang="zh-TW" altLang="en-US"/>
              <a:t>第四層</a:t>
            </a:r>
          </a:p>
          <a:p>
            <a:pPr lvl="4"/>
            <a:r>
              <a:rPr lang="zh-TW" altLang="en-US"/>
              <a:t>第五層</a:t>
            </a:r>
            <a:endParaRPr lang="en-US" altLang="zh-TW"/>
          </a:p>
        </p:txBody>
      </p:sp>
      <p:sp>
        <p:nvSpPr>
          <p:cNvPr id="6" name="Google Shape;19;p34">
            <a:extLst>
              <a:ext uri="{FF2B5EF4-FFF2-40B4-BE49-F238E27FC236}">
                <a16:creationId xmlns:a16="http://schemas.microsoft.com/office/drawing/2014/main" id="{286B973F-A3C7-28D8-1C0A-F024F3D7A1F5}"/>
              </a:ext>
            </a:extLst>
          </p:cNvPr>
          <p:cNvSpPr txBox="1">
            <a:spLocks noGrp="1"/>
          </p:cNvSpPr>
          <p:nvPr>
            <p:ph type="body" idx="11" hasCustomPrompt="1"/>
          </p:nvPr>
        </p:nvSpPr>
        <p:spPr>
          <a:xfrm>
            <a:off x="5868989" y="900114"/>
            <a:ext cx="5472112" cy="5219700"/>
          </a:xfrm>
          <a:prstGeom prst="rect">
            <a:avLst/>
          </a:prstGeom>
          <a:noFill/>
          <a:ln>
            <a:noFill/>
          </a:ln>
        </p:spPr>
        <p:txBody>
          <a:bodyPr spcFirstLastPara="1" wrap="square" lIns="88150" tIns="44050" rIns="88150" bIns="44050" anchor="t" anchorCtr="0">
            <a:noAutofit/>
          </a:bodyPr>
          <a:lstStyle>
            <a:lvl1pPr marL="252000" marR="0" lvl="0" indent="-216000" algn="l" rtl="0">
              <a:lnSpc>
                <a:spcPct val="130000"/>
              </a:lnSpc>
              <a:spcBef>
                <a:spcPts val="0"/>
              </a:spcBef>
              <a:spcAft>
                <a:spcPts val="0"/>
              </a:spcAft>
              <a:buClrTx/>
              <a:buSzPct val="100000"/>
              <a:buFont typeface="Arial" panose="020B0604020202020204" pitchFamily="34" charset="0"/>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30000"/>
              </a:lnSpc>
              <a:spcBef>
                <a:spcPts val="0"/>
              </a:spcBef>
              <a:spcAft>
                <a:spcPts val="0"/>
              </a:spcAft>
              <a:buClrTx/>
              <a:buSzPct val="100000"/>
              <a:buFont typeface="Arial" panose="020B0604020202020204" pitchFamily="34" charset="0"/>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30000"/>
              </a:lnSpc>
              <a:spcBef>
                <a:spcPts val="0"/>
              </a:spcBef>
              <a:spcAft>
                <a:spcPts val="0"/>
              </a:spcAft>
              <a:buClrTx/>
              <a:buSzPct val="100000"/>
              <a:buFont typeface="Arial" panose="020B0604020202020204" pitchFamily="34" charset="0"/>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30000"/>
              </a:lnSpc>
              <a:spcBef>
                <a:spcPts val="0"/>
              </a:spcBef>
              <a:spcAft>
                <a:spcPts val="0"/>
              </a:spcAft>
              <a:buClrTx/>
              <a:buSzPct val="100000"/>
              <a:buFont typeface="Arial" panose="020B0604020202020204" pitchFamily="34" charset="0"/>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30000"/>
              </a:lnSpc>
              <a:spcBef>
                <a:spcPts val="0"/>
              </a:spcBef>
              <a:spcAft>
                <a:spcPts val="0"/>
              </a:spcAft>
              <a:buClrTx/>
              <a:buSzPct val="100000"/>
              <a:buFont typeface="Arial" panose="020B0604020202020204" pitchFamily="34" charset="0"/>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pPr lvl="0"/>
            <a:r>
              <a:rPr lang="zh-TW" altLang="en-US"/>
              <a:t>第一層</a:t>
            </a:r>
          </a:p>
          <a:p>
            <a:pPr lvl="1"/>
            <a:r>
              <a:rPr lang="zh-TW" altLang="en-US"/>
              <a:t>第二層</a:t>
            </a:r>
          </a:p>
          <a:p>
            <a:pPr lvl="2"/>
            <a:r>
              <a:rPr lang="zh-TW" altLang="en-US"/>
              <a:t>第三層</a:t>
            </a:r>
          </a:p>
          <a:p>
            <a:pPr lvl="3"/>
            <a:r>
              <a:rPr lang="zh-TW" altLang="en-US"/>
              <a:t>第四層</a:t>
            </a:r>
          </a:p>
          <a:p>
            <a:pPr lvl="4"/>
            <a:r>
              <a:rPr lang="zh-TW" altLang="en-US"/>
              <a:t>第五層</a:t>
            </a:r>
            <a:endParaRPr lang="en-US" altLang="zh-TW"/>
          </a:p>
        </p:txBody>
      </p:sp>
      <p:sp>
        <p:nvSpPr>
          <p:cNvPr id="3" name="Google Shape;23;p35">
            <a:extLst>
              <a:ext uri="{FF2B5EF4-FFF2-40B4-BE49-F238E27FC236}">
                <a16:creationId xmlns:a16="http://schemas.microsoft.com/office/drawing/2014/main" id="{91408B87-3C86-138F-DA10-0F9C29E98655}"/>
              </a:ext>
            </a:extLst>
          </p:cNvPr>
          <p:cNvSpPr txBox="1">
            <a:spLocks noGrp="1"/>
          </p:cNvSpPr>
          <p:nvPr>
            <p:ph type="title"/>
          </p:nvPr>
        </p:nvSpPr>
        <p:spPr>
          <a:xfrm>
            <a:off x="179387" y="179389"/>
            <a:ext cx="11161713" cy="540418"/>
          </a:xfrm>
          <a:prstGeom prst="rect">
            <a:avLst/>
          </a:prstGeom>
          <a:noFill/>
          <a:ln>
            <a:noFill/>
          </a:ln>
        </p:spPr>
        <p:txBody>
          <a:bodyPr spcFirstLastPara="1" wrap="square" lIns="88150" tIns="44050" rIns="88150" bIns="44050" anchor="ctr" anchorCtr="0">
            <a:noAutofit/>
          </a:bodyPr>
          <a:lstStyle>
            <a:lvl1pPr marR="0" lvl="0" algn="l" rtl="0">
              <a:lnSpc>
                <a:spcPct val="100000"/>
              </a:lnSpc>
              <a:spcBef>
                <a:spcPts val="0"/>
              </a:spcBef>
              <a:spcAft>
                <a:spcPts val="0"/>
              </a:spcAft>
              <a:buClr>
                <a:srgbClr val="000000"/>
              </a:buClr>
              <a:buSzPts val="3200"/>
              <a:buFont typeface="Arial"/>
              <a:buNone/>
              <a:defRPr sz="3200" b="1" i="0" u="none" strike="noStrike" cap="none">
                <a:solidFill>
                  <a:schemeClr val="dk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endParaRPr/>
          </a:p>
        </p:txBody>
      </p:sp>
      <p:cxnSp>
        <p:nvCxnSpPr>
          <p:cNvPr id="4" name="Google Shape;24;p35">
            <a:extLst>
              <a:ext uri="{FF2B5EF4-FFF2-40B4-BE49-F238E27FC236}">
                <a16:creationId xmlns:a16="http://schemas.microsoft.com/office/drawing/2014/main" id="{2FBE8317-877F-7B8D-1B52-8FEA6C9B3582}"/>
              </a:ext>
            </a:extLst>
          </p:cNvPr>
          <p:cNvCxnSpPr>
            <a:cxnSpLocks/>
          </p:cNvCxnSpPr>
          <p:nvPr userDrawn="1"/>
        </p:nvCxnSpPr>
        <p:spPr>
          <a:xfrm>
            <a:off x="180181" y="719138"/>
            <a:ext cx="11161713" cy="0"/>
          </a:xfrm>
          <a:prstGeom prst="straightConnector1">
            <a:avLst/>
          </a:prstGeom>
          <a:noFill/>
          <a:ln w="15875" cap="flat" cmpd="sng">
            <a:solidFill>
              <a:srgbClr val="FF0000"/>
            </a:solidFill>
            <a:prstDash val="solid"/>
            <a:round/>
            <a:headEnd type="none" w="sm" len="sm"/>
            <a:tailEnd type="none" w="sm" len="sm"/>
          </a:ln>
        </p:spPr>
      </p:cxnSp>
    </p:spTree>
    <p:extLst>
      <p:ext uri="{BB962C8B-B14F-4D97-AF65-F5344CB8AC3E}">
        <p14:creationId xmlns:p14="http://schemas.microsoft.com/office/powerpoint/2010/main" val="4184499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版本">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64E9B3DD-FAA0-DF43-8AE4-2105CE51701D}"/>
              </a:ext>
            </a:extLst>
          </p:cNvPr>
          <p:cNvSpPr txBox="1"/>
          <p:nvPr userDrawn="1"/>
        </p:nvSpPr>
        <p:spPr>
          <a:xfrm>
            <a:off x="604826" y="608597"/>
            <a:ext cx="10310836" cy="5262979"/>
          </a:xfrm>
          <a:prstGeom prst="rect">
            <a:avLst/>
          </a:prstGeom>
          <a:noFill/>
        </p:spPr>
        <p:txBody>
          <a:bodyPr wrap="none" rtlCol="0">
            <a:spAutoFit/>
          </a:bodyPr>
          <a:lstStyle/>
          <a:p>
            <a:pPr algn="ctr"/>
            <a:r>
              <a:rPr kumimoji="1" lang="en-US" altLang="zh-TW" sz="9600">
                <a:latin typeface="Microsoft JhengHei" panose="020B0604030504040204" pitchFamily="34" charset="-120"/>
                <a:ea typeface="Microsoft JhengHei" panose="020B0604030504040204" pitchFamily="34" charset="-120"/>
              </a:rPr>
              <a:t>Template Version</a:t>
            </a:r>
          </a:p>
          <a:p>
            <a:pPr algn="ctr"/>
            <a:r>
              <a:rPr kumimoji="1" lang="en-US" altLang="zh-TW" sz="24000">
                <a:latin typeface="Microsoft JhengHei" panose="020B0604030504040204" pitchFamily="34" charset="-120"/>
                <a:ea typeface="Microsoft JhengHei" panose="020B0604030504040204" pitchFamily="34" charset="-120"/>
              </a:rPr>
              <a:t>v8.0</a:t>
            </a:r>
            <a:endParaRPr kumimoji="1" lang="zh-TW" altLang="en-US" sz="2400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2318675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7" name="圖片 66">
            <a:extLst>
              <a:ext uri="{FF2B5EF4-FFF2-40B4-BE49-F238E27FC236}">
                <a16:creationId xmlns:a16="http://schemas.microsoft.com/office/drawing/2014/main" id="{012F1885-A071-984B-D8D1-A7A74638F33F}"/>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74176" y="5984483"/>
            <a:ext cx="4406303" cy="705606"/>
          </a:xfrm>
          <a:prstGeom prst="rect">
            <a:avLst/>
          </a:prstGeom>
        </p:spPr>
      </p:pic>
      <p:pic>
        <p:nvPicPr>
          <p:cNvPr id="68" name="圖片 67">
            <a:extLst>
              <a:ext uri="{FF2B5EF4-FFF2-40B4-BE49-F238E27FC236}">
                <a16:creationId xmlns:a16="http://schemas.microsoft.com/office/drawing/2014/main" id="{86B86B43-7EF9-A594-81B6-50F14A778A11}"/>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9320954" y="6214413"/>
            <a:ext cx="2020146" cy="238891"/>
          </a:xfrm>
          <a:prstGeom prst="rect">
            <a:avLst/>
          </a:prstGeom>
        </p:spPr>
      </p:pic>
      <p:sp>
        <p:nvSpPr>
          <p:cNvPr id="69" name="矩形 68">
            <a:extLst>
              <a:ext uri="{FF2B5EF4-FFF2-40B4-BE49-F238E27FC236}">
                <a16:creationId xmlns:a16="http://schemas.microsoft.com/office/drawing/2014/main" id="{0FC72A07-6165-7427-F0C9-0A7152F41AC2}"/>
              </a:ext>
            </a:extLst>
          </p:cNvPr>
          <p:cNvSpPr>
            <a:spLocks noChangeArrowheads="1"/>
          </p:cNvSpPr>
          <p:nvPr userDrawn="1"/>
        </p:nvSpPr>
        <p:spPr bwMode="auto">
          <a:xfrm>
            <a:off x="7813775" y="6238791"/>
            <a:ext cx="1487660" cy="20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400" tIns="43200" rIns="86400" bIns="43200" anchor="ctr">
            <a:spAutoFit/>
          </a:bodyPr>
          <a:lstStyle>
            <a:defPPr>
              <a:defRPr lang="en-US"/>
            </a:defPPr>
            <a:lvl1pPr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5pPr>
            <a:lvl6pPr marL="22860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6pPr>
            <a:lvl7pPr marL="27432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7pPr>
            <a:lvl8pPr marL="32004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8pPr>
            <a:lvl9pPr marL="36576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9pPr>
          </a:lstStyle>
          <a:p>
            <a:pPr algn="ctr" eaLnBrk="1" hangingPunct="1">
              <a:lnSpc>
                <a:spcPts val="964"/>
              </a:lnSpc>
              <a:defRPr/>
            </a:pPr>
            <a:r>
              <a:rPr lang="zh-TW" altLang="en-US" sz="800" b="0">
                <a:solidFill>
                  <a:srgbClr val="B2B2B2"/>
                </a:solidFill>
                <a:latin typeface="微軟正黑體" panose="020B0604030504040204" pitchFamily="34" charset="-120"/>
                <a:ea typeface="微軟正黑體" panose="020B0604030504040204" pitchFamily="34" charset="-120"/>
              </a:rPr>
              <a:t>機密資料僅限永豐金控內部使用 </a:t>
            </a:r>
            <a:endParaRPr lang="en-US" altLang="zh-TW" sz="800" b="0">
              <a:solidFill>
                <a:srgbClr val="B2B2B2"/>
              </a:solidFill>
              <a:latin typeface="微軟正黑體" panose="020B0604030504040204" pitchFamily="34" charset="-120"/>
              <a:ea typeface="微軟正黑體" panose="020B0604030504040204" pitchFamily="34" charset="-120"/>
            </a:endParaRPr>
          </a:p>
        </p:txBody>
      </p:sp>
      <p:sp>
        <p:nvSpPr>
          <p:cNvPr id="70" name="Google Shape;99;p13">
            <a:extLst>
              <a:ext uri="{FF2B5EF4-FFF2-40B4-BE49-F238E27FC236}">
                <a16:creationId xmlns:a16="http://schemas.microsoft.com/office/drawing/2014/main" id="{39C7D9F4-362D-49AC-1CAE-96C5BC5F75C0}"/>
              </a:ext>
            </a:extLst>
          </p:cNvPr>
          <p:cNvSpPr txBox="1"/>
          <p:nvPr userDrawn="1"/>
        </p:nvSpPr>
        <p:spPr>
          <a:xfrm>
            <a:off x="-189321" y="6080816"/>
            <a:ext cx="737417" cy="495887"/>
          </a:xfrm>
          <a:prstGeom prst="rect">
            <a:avLst/>
          </a:prstGeom>
          <a:noFill/>
          <a:ln>
            <a:noFill/>
          </a:ln>
        </p:spPr>
        <p:txBody>
          <a:bodyPr spcFirstLastPara="1" wrap="square" lIns="115184" tIns="115184" rIns="115184" bIns="115184" anchor="ctr" anchorCtr="0">
            <a:noAutofit/>
          </a:bodyPr>
          <a:lstStyle/>
          <a:p>
            <a:pPr marL="0" lvl="0" indent="0" algn="r" rtl="0">
              <a:spcBef>
                <a:spcPts val="0"/>
              </a:spcBef>
              <a:spcAft>
                <a:spcPts val="0"/>
              </a:spcAft>
              <a:buNone/>
            </a:pPr>
            <a:fld id="{00000000-1234-1234-1234-123412341234}" type="slidenum">
              <a:rPr lang="en" sz="1400" b="1">
                <a:solidFill>
                  <a:schemeClr val="tx1"/>
                </a:solidFill>
                <a:latin typeface="Noto Serif TC Black" panose="02020200000000000000" pitchFamily="18" charset="-120"/>
                <a:ea typeface="Noto Serif TC Black" panose="02020200000000000000" pitchFamily="18" charset="-120"/>
                <a:cs typeface="Josefin Sans"/>
                <a:sym typeface="Josefin Sans"/>
              </a:rPr>
              <a:pPr marL="0" lvl="0" indent="0" algn="r" rtl="0">
                <a:spcBef>
                  <a:spcPts val="0"/>
                </a:spcBef>
                <a:spcAft>
                  <a:spcPts val="0"/>
                </a:spcAft>
                <a:buNone/>
              </a:pPr>
              <a:t>‹#›</a:t>
            </a:fld>
            <a:endParaRPr sz="1386" b="1">
              <a:solidFill>
                <a:schemeClr val="tx1"/>
              </a:solidFill>
              <a:latin typeface="Noto Serif TC Black" panose="02020200000000000000" pitchFamily="18" charset="-120"/>
              <a:ea typeface="Noto Serif TC Black" panose="02020200000000000000" pitchFamily="18" charset="-120"/>
              <a:cs typeface="Josefin Sans"/>
              <a:sym typeface="Josefin Sans"/>
            </a:endParaRPr>
          </a:p>
        </p:txBody>
      </p:sp>
    </p:spTree>
    <p:extLst>
      <p:ext uri="{BB962C8B-B14F-4D97-AF65-F5344CB8AC3E}">
        <p14:creationId xmlns:p14="http://schemas.microsoft.com/office/powerpoint/2010/main" val="3497672679"/>
      </p:ext>
    </p:extLst>
  </p:cSld>
  <p:clrMap bg1="lt1" tx1="dk1" bg2="dk2" tx2="lt2" accent1="accent1" accent2="accent2" accent3="accent3" accent4="accent4" accent5="accent5" accent6="accent6" hlink="hlink" folHlink="folHlink"/>
  <p:sldLayoutIdLst>
    <p:sldLayoutId id="2147483709" r:id="rId1"/>
    <p:sldLayoutId id="2147483702" r:id="rId2"/>
    <p:sldLayoutId id="2147483711" r:id="rId3"/>
    <p:sldLayoutId id="2147483703" r:id="rId4"/>
    <p:sldLayoutId id="2147483706" r:id="rId5"/>
    <p:sldLayoutId id="2147483705" r:id="rId6"/>
    <p:sldLayoutId id="2147483707" r:id="rId7"/>
    <p:sldLayoutId id="214748372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54" userDrawn="1">
          <p15:clr>
            <a:srgbClr val="A4A3A4"/>
          </p15:clr>
        </p15:guide>
        <p15:guide id="2" pos="3685" userDrawn="1">
          <p15:clr>
            <a:srgbClr val="A4A3A4"/>
          </p15:clr>
        </p15:guide>
        <p15:guide id="3" pos="7144" userDrawn="1">
          <p15:clr>
            <a:srgbClr val="A4A3A4"/>
          </p15:clr>
        </p15:guide>
        <p15:guide id="5" orient="horz" pos="3855" userDrawn="1">
          <p15:clr>
            <a:srgbClr val="A4A3A4"/>
          </p15:clr>
        </p15:guide>
        <p15:guide id="11" pos="3629">
          <p15:clr>
            <a:srgbClr val="F26B43"/>
          </p15:clr>
        </p15:guide>
        <p15:guide id="12" pos="3572" userDrawn="1">
          <p15:clr>
            <a:srgbClr val="A4A3A4"/>
          </p15:clr>
        </p15:guide>
        <p15:guide id="13" pos="2495" userDrawn="1">
          <p15:clr>
            <a:srgbClr val="A4A3A4"/>
          </p15:clr>
        </p15:guide>
        <p15:guide id="14" pos="2381" userDrawn="1">
          <p15:clr>
            <a:srgbClr val="A4A3A4"/>
          </p15:clr>
        </p15:guide>
        <p15:guide id="15" pos="4762" userDrawn="1">
          <p15:clr>
            <a:srgbClr val="A4A3A4"/>
          </p15:clr>
        </p15:guide>
        <p15:guide id="22" orient="horz" pos="567" userDrawn="1">
          <p15:clr>
            <a:srgbClr val="A4A3A4"/>
          </p15:clr>
        </p15:guide>
        <p15:guide id="23" orient="horz" pos="2268" userDrawn="1">
          <p15:clr>
            <a:srgbClr val="A4A3A4"/>
          </p15:clr>
        </p15:guide>
        <p15:guide id="24" orient="horz" pos="2211" userDrawn="1">
          <p15:clr>
            <a:srgbClr val="F26B43"/>
          </p15:clr>
        </p15:guide>
        <p15:guide id="25" orient="horz" pos="453" userDrawn="1">
          <p15:clr>
            <a:srgbClr val="A4A3A4"/>
          </p15:clr>
        </p15:guide>
        <p15:guide id="26" pos="3628" userDrawn="1">
          <p15:clr>
            <a:srgbClr val="F26B43"/>
          </p15:clr>
        </p15:guide>
        <p15:guide id="27" pos="113" userDrawn="1">
          <p15:clr>
            <a:srgbClr val="A4A3A4"/>
          </p15:clr>
        </p15:guide>
        <p15:guide id="28" pos="4876" userDrawn="1">
          <p15:clr>
            <a:srgbClr val="A4A3A4"/>
          </p15:clr>
        </p15:guide>
        <p15:guide id="29" orient="horz" pos="113"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3.xml"/><Relationship Id="rId7" Type="http://schemas.openxmlformats.org/officeDocument/2006/relationships/slide" Target="slide9.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5.xml"/><Relationship Id="rId10" Type="http://schemas.openxmlformats.org/officeDocument/2006/relationships/slide" Target="slide2.xml"/><Relationship Id="rId4" Type="http://schemas.openxmlformats.org/officeDocument/2006/relationships/slide" Target="slide4.xml"/><Relationship Id="rId9" Type="http://schemas.openxmlformats.org/officeDocument/2006/relationships/slide" Target="slide12.xml"/></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27.xml"/><Relationship Id="rId3" Type="http://schemas.openxmlformats.org/officeDocument/2006/relationships/slide" Target="slide4.xml"/><Relationship Id="rId7" Type="http://schemas.openxmlformats.org/officeDocument/2006/relationships/slide" Target="slide9.xml"/><Relationship Id="rId12" Type="http://schemas.openxmlformats.org/officeDocument/2006/relationships/slide" Target="slide21.xml"/><Relationship Id="rId2" Type="http://schemas.openxmlformats.org/officeDocument/2006/relationships/slide" Target="slide3.xml"/><Relationship Id="rId1" Type="http://schemas.openxmlformats.org/officeDocument/2006/relationships/slideLayout" Target="../slideLayouts/slideLayout1.xml"/><Relationship Id="rId6" Type="http://schemas.openxmlformats.org/officeDocument/2006/relationships/slide" Target="slide8.xml"/><Relationship Id="rId11" Type="http://schemas.openxmlformats.org/officeDocument/2006/relationships/slide" Target="slide14.xml"/><Relationship Id="rId5" Type="http://schemas.openxmlformats.org/officeDocument/2006/relationships/slide" Target="slide7.xml"/><Relationship Id="rId10" Type="http://schemas.openxmlformats.org/officeDocument/2006/relationships/slide" Target="slide13.xml"/><Relationship Id="rId4" Type="http://schemas.openxmlformats.org/officeDocument/2006/relationships/slide" Target="slide6.xml"/><Relationship Id="rId9" Type="http://schemas.openxmlformats.org/officeDocument/2006/relationships/slide" Target="slide11.xml"/><Relationship Id="rId14" Type="http://schemas.openxmlformats.org/officeDocument/2006/relationships/slide" Target="sl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slide" Target="slide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 Target="slide7.xml"/><Relationship Id="rId7" Type="http://schemas.openxmlformats.org/officeDocument/2006/relationships/slide" Target="slide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slide" Target="slide8.xml"/></Relationships>
</file>

<file path=ppt/slides/_rels/slide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slide" Target="slide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slide" Target="slide1.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slide" Target="slide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slide" Target="slide1.xml"/></Relationships>
</file>

<file path=ppt/slides/_rels/slide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slide" Target="slide1.xml"/></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slide" Target="slide1.xml"/></Relationships>
</file>

<file path=ppt/slides/_rels/slide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7562C374-9328-9A7C-9ED4-C57A7F77FD2A}"/>
              </a:ext>
            </a:extLst>
          </p:cNvPr>
          <p:cNvSpPr>
            <a:spLocks noGrp="1"/>
          </p:cNvSpPr>
          <p:nvPr>
            <p:ph type="body" idx="10"/>
          </p:nvPr>
        </p:nvSpPr>
        <p:spPr/>
        <p:txBody>
          <a:bodyPr/>
          <a:lstStyle/>
          <a:p>
            <a:r>
              <a:rPr lang="zh-TW" altLang="en-US">
                <a:solidFill>
                  <a:srgbClr val="71717A"/>
                </a:solidFill>
                <a:hlinkClick r:id="rId3" action="ppaction://hlinksldjump">
                  <a:extLst>
                    <a:ext uri="{A12FA001-AC4F-418D-AE19-62706E023703}">
                      <ahyp:hlinkClr xmlns:ahyp="http://schemas.microsoft.com/office/drawing/2018/hyperlinkcolor" val="tx"/>
                    </a:ext>
                  </a:extLst>
                </a:hlinkClick>
              </a:rPr>
              <a:t>輔助線調整</a:t>
            </a:r>
            <a:r>
              <a:rPr lang="zh-TW" altLang="en-US" sz="1400">
                <a:solidFill>
                  <a:srgbClr val="71717A"/>
                </a:solidFill>
              </a:rPr>
              <a:t> </a:t>
            </a:r>
            <a:r>
              <a:rPr lang="zh-TW" altLang="en-US" sz="1200">
                <a:solidFill>
                  <a:schemeClr val="bg2"/>
                </a:solidFill>
              </a:rPr>
              <a:t>以 </a:t>
            </a:r>
            <a:r>
              <a:rPr lang="en-US" altLang="zh-TW" sz="1200">
                <a:solidFill>
                  <a:schemeClr val="bg2"/>
                </a:solidFill>
              </a:rPr>
              <a:t>0.25</a:t>
            </a:r>
            <a:r>
              <a:rPr lang="zh-TW" altLang="en-US" sz="1200">
                <a:solidFill>
                  <a:schemeClr val="bg2"/>
                </a:solidFill>
              </a:rPr>
              <a:t> 為單位</a:t>
            </a:r>
            <a:endParaRPr lang="en-US" altLang="zh-TW" sz="1200">
              <a:solidFill>
                <a:schemeClr val="bg2"/>
              </a:solidFill>
            </a:endParaRPr>
          </a:p>
          <a:p>
            <a:pPr lvl="1"/>
            <a:r>
              <a:rPr lang="zh-TW" altLang="en-US"/>
              <a:t>討論問題</a:t>
            </a:r>
            <a:r>
              <a:rPr lang="en-US" altLang="zh-TW"/>
              <a:t>:</a:t>
            </a:r>
            <a:r>
              <a:rPr lang="zh-TW" altLang="en-US"/>
              <a:t> 因為上下要均分，所以水平輔助線沒有設定在</a:t>
            </a:r>
            <a:r>
              <a:rPr lang="en-US" altLang="zh-TW"/>
              <a:t>0</a:t>
            </a:r>
            <a:r>
              <a:rPr lang="zh-TW" altLang="en-US"/>
              <a:t>，</a:t>
            </a:r>
            <a:r>
              <a:rPr lang="en-US" altLang="zh-TW"/>
              <a:t>windows</a:t>
            </a:r>
            <a:r>
              <a:rPr lang="zh-TW" altLang="en-US"/>
              <a:t> 開啟簡報系統會自動多一條，要手動刪除 </a:t>
            </a:r>
            <a:br>
              <a:rPr lang="en-US" altLang="zh-TW"/>
            </a:br>
            <a:r>
              <a:rPr lang="en-US" altLang="zh-TW" sz="1200">
                <a:solidFill>
                  <a:schemeClr val="bg2"/>
                </a:solidFill>
              </a:rPr>
              <a:t>@</a:t>
            </a:r>
            <a:r>
              <a:rPr lang="zh-TW" altLang="en-US" sz="1200">
                <a:solidFill>
                  <a:schemeClr val="bg2"/>
                </a:solidFill>
              </a:rPr>
              <a:t>薇淳</a:t>
            </a:r>
            <a:r>
              <a:rPr lang="en-US" altLang="zh-TW" sz="1200">
                <a:solidFill>
                  <a:schemeClr val="bg2"/>
                </a:solidFill>
              </a:rPr>
              <a:t>:</a:t>
            </a:r>
            <a:r>
              <a:rPr lang="zh-TW" altLang="en-US" sz="1200">
                <a:solidFill>
                  <a:schemeClr val="bg2"/>
                </a:solidFill>
              </a:rPr>
              <a:t> 建議還是要均分 </a:t>
            </a:r>
            <a:r>
              <a:rPr lang="en-US" altLang="zh-TW" sz="1200">
                <a:solidFill>
                  <a:schemeClr val="bg2"/>
                </a:solidFill>
              </a:rPr>
              <a:t>-&gt;</a:t>
            </a:r>
            <a:r>
              <a:rPr lang="zh-TW" altLang="en-US" sz="1200">
                <a:solidFill>
                  <a:schemeClr val="bg2"/>
                </a:solidFill>
              </a:rPr>
              <a:t> 在使用說明中請使用者先手動刪除</a:t>
            </a:r>
            <a:endParaRPr lang="en-US" altLang="zh-TW">
              <a:solidFill>
                <a:schemeClr val="bg2"/>
              </a:solidFill>
            </a:endParaRPr>
          </a:p>
          <a:p>
            <a:pPr>
              <a:spcBef>
                <a:spcPts val="600"/>
              </a:spcBef>
            </a:pPr>
            <a:r>
              <a:rPr lang="zh-TW" altLang="en-US"/>
              <a:t>調整 </a:t>
            </a:r>
            <a:r>
              <a:rPr lang="en-US" altLang="zh-TW"/>
              <a:t>foot bar</a:t>
            </a:r>
          </a:p>
          <a:p>
            <a:pPr lvl="1"/>
            <a:r>
              <a:rPr lang="zh-TW" altLang="en-US"/>
              <a:t>確認頁碼要跟”翻轉金融”是否要有高度差 </a:t>
            </a:r>
            <a:r>
              <a:rPr lang="zh-TW" altLang="en-US" sz="1200">
                <a:solidFill>
                  <a:schemeClr val="bg2"/>
                </a:solidFill>
              </a:rPr>
              <a:t>否，已調整</a:t>
            </a:r>
            <a:endParaRPr lang="en-US" altLang="zh-TW">
              <a:solidFill>
                <a:schemeClr val="bg2"/>
              </a:solidFill>
            </a:endParaRPr>
          </a:p>
          <a:p>
            <a:pPr>
              <a:spcBef>
                <a:spcPts val="600"/>
              </a:spcBef>
            </a:pPr>
            <a:r>
              <a:rPr lang="zh-TW" altLang="en-US"/>
              <a:t>分隔頁面 </a:t>
            </a:r>
            <a:r>
              <a:rPr lang="en-US" altLang="zh-TW"/>
              <a:t>(</a:t>
            </a:r>
            <a:r>
              <a:rPr lang="zh-TW" altLang="en-US"/>
              <a:t>封面頁、章節頁</a:t>
            </a:r>
            <a:r>
              <a:rPr lang="en-US" altLang="zh-TW"/>
              <a:t>)</a:t>
            </a:r>
          </a:p>
          <a:p>
            <a:pPr lvl="1"/>
            <a:r>
              <a:rPr lang="zh-TW" altLang="en-US">
                <a:solidFill>
                  <a:srgbClr val="71717A"/>
                </a:solidFill>
                <a:hlinkClick r:id="rId4" action="ppaction://hlinksldjump">
                  <a:extLst>
                    <a:ext uri="{A12FA001-AC4F-418D-AE19-62706E023703}">
                      <ahyp:hlinkClr xmlns:ahyp="http://schemas.microsoft.com/office/drawing/2018/hyperlinkcolor" val="tx"/>
                    </a:ext>
                  </a:extLst>
                </a:hlinkClick>
              </a:rPr>
              <a:t>有圖封面頁</a:t>
            </a:r>
            <a:r>
              <a:rPr lang="zh-TW" altLang="en-US"/>
              <a:t>標題太長會跟圖太接近</a:t>
            </a:r>
            <a:br>
              <a:rPr lang="en-US" altLang="zh-TW"/>
            </a:br>
            <a:r>
              <a:rPr lang="zh-TW" altLang="en-US" sz="1200">
                <a:solidFill>
                  <a:schemeClr val="bg2"/>
                </a:solidFill>
              </a:rPr>
              <a:t>標題不可超過中線一個中文字符，適當斷行或換句話說</a:t>
            </a:r>
            <a:endParaRPr lang="en-US" altLang="zh-TW" sz="1200">
              <a:solidFill>
                <a:schemeClr val="bg2"/>
              </a:solidFill>
            </a:endParaRPr>
          </a:p>
          <a:p>
            <a:pPr lvl="1"/>
            <a:r>
              <a:rPr lang="zh-TW" altLang="en-US">
                <a:solidFill>
                  <a:srgbClr val="71717A"/>
                </a:solidFill>
                <a:hlinkClick r:id="rId5" action="ppaction://hlinksldjump">
                  <a:extLst>
                    <a:ext uri="{A12FA001-AC4F-418D-AE19-62706E023703}">
                      <ahyp:hlinkClr xmlns:ahyp="http://schemas.microsoft.com/office/drawing/2018/hyperlinkcolor" val="tx"/>
                    </a:ext>
                  </a:extLst>
                </a:hlinkClick>
              </a:rPr>
              <a:t>章節頁</a:t>
            </a:r>
            <a:endParaRPr lang="en-US" altLang="zh-TW">
              <a:solidFill>
                <a:srgbClr val="71717A"/>
              </a:solidFill>
            </a:endParaRPr>
          </a:p>
          <a:p>
            <a:pPr marL="540000" lvl="2" indent="0">
              <a:buNone/>
            </a:pPr>
            <a:r>
              <a:rPr lang="zh-TW" altLang="en-US"/>
              <a:t>調整</a:t>
            </a:r>
            <a:r>
              <a:rPr lang="zh-TW" altLang="en-US">
                <a:solidFill>
                  <a:schemeClr val="bg2"/>
                </a:solidFill>
              </a:rPr>
              <a:t>副標行高、故意打一個很長的副標題</a:t>
            </a:r>
            <a:endParaRPr lang="en-US" altLang="zh-TW">
              <a:solidFill>
                <a:schemeClr val="bg2"/>
              </a:solidFill>
            </a:endParaRPr>
          </a:p>
          <a:p>
            <a:pPr>
              <a:spcBef>
                <a:spcPts val="600"/>
              </a:spcBef>
            </a:pPr>
            <a:r>
              <a:rPr lang="zh-TW" altLang="en-US">
                <a:solidFill>
                  <a:srgbClr val="71717A"/>
                </a:solidFill>
                <a:hlinkClick r:id="rId6" action="ppaction://hlinksldjump">
                  <a:extLst>
                    <a:ext uri="{A12FA001-AC4F-418D-AE19-62706E023703}">
                      <ahyp:hlinkClr xmlns:ahyp="http://schemas.microsoft.com/office/drawing/2018/hyperlinkcolor" val="tx"/>
                    </a:ext>
                  </a:extLst>
                </a:hlinkClick>
              </a:rPr>
              <a:t>文字設定說明</a:t>
            </a:r>
            <a:endParaRPr lang="en-US" altLang="zh-TW">
              <a:solidFill>
                <a:srgbClr val="71717A"/>
              </a:solidFill>
            </a:endParaRPr>
          </a:p>
          <a:p>
            <a:pPr lvl="1"/>
            <a:r>
              <a:rPr lang="zh-TW" altLang="en-US"/>
              <a:t>新增</a:t>
            </a:r>
            <a:r>
              <a:rPr lang="zh-TW" altLang="en-US">
                <a:solidFill>
                  <a:schemeClr val="bg2"/>
                </a:solidFill>
              </a:rPr>
              <a:t>等距字體請使用 </a:t>
            </a:r>
            <a:r>
              <a:rPr lang="en-US" altLang="zh-TW">
                <a:solidFill>
                  <a:schemeClr val="bg2"/>
                </a:solidFill>
              </a:rPr>
              <a:t>Consolas </a:t>
            </a:r>
            <a:r>
              <a:rPr lang="zh-TW" altLang="en-US">
                <a:solidFill>
                  <a:schemeClr val="bg2"/>
                </a:solidFill>
              </a:rPr>
              <a:t>、少使用粗體</a:t>
            </a:r>
            <a:r>
              <a:rPr lang="zh-TW" altLang="en-US"/>
              <a:t>的文字說明</a:t>
            </a:r>
            <a:endParaRPr lang="en-US" altLang="zh-TW"/>
          </a:p>
          <a:p>
            <a:pPr lvl="1"/>
            <a:r>
              <a:rPr lang="zh-TW" altLang="en-US"/>
              <a:t>決定 </a:t>
            </a:r>
            <a:r>
              <a:rPr lang="en-US" altLang="zh-TW">
                <a:solidFill>
                  <a:schemeClr val="bg2"/>
                </a:solidFill>
              </a:rPr>
              <a:t>Bullet point </a:t>
            </a:r>
            <a:r>
              <a:rPr lang="zh-TW" altLang="en-US"/>
              <a:t>最終格式，並設定至簡報中</a:t>
            </a:r>
            <a:endParaRPr lang="en-US" altLang="zh-TW"/>
          </a:p>
          <a:p>
            <a:pPr>
              <a:spcBef>
                <a:spcPts val="600"/>
              </a:spcBef>
            </a:pPr>
            <a:r>
              <a:rPr lang="zh-TW" altLang="en-US">
                <a:solidFill>
                  <a:srgbClr val="71717A"/>
                </a:solidFill>
                <a:hlinkClick r:id="rId7" action="ppaction://hlinksldjump">
                  <a:extLst>
                    <a:ext uri="{A12FA001-AC4F-418D-AE19-62706E023703}">
                      <ahyp:hlinkClr xmlns:ahyp="http://schemas.microsoft.com/office/drawing/2018/hyperlinkcolor" val="tx"/>
                    </a:ext>
                  </a:extLst>
                </a:hlinkClick>
              </a:rPr>
              <a:t>縮排、間距設定說明</a:t>
            </a:r>
            <a:endParaRPr lang="en-US" altLang="zh-TW">
              <a:solidFill>
                <a:srgbClr val="71717A"/>
              </a:solidFill>
            </a:endParaRPr>
          </a:p>
          <a:p>
            <a:pPr lvl="1"/>
            <a:r>
              <a:rPr lang="zh-TW" altLang="en-US"/>
              <a:t>新增字太多可調整</a:t>
            </a:r>
            <a:r>
              <a:rPr lang="zh-TW" altLang="en-US">
                <a:solidFill>
                  <a:schemeClr val="bg2"/>
                </a:solidFill>
              </a:rPr>
              <a:t>行距不得小於 </a:t>
            </a:r>
            <a:r>
              <a:rPr lang="en-US" altLang="zh-TW">
                <a:solidFill>
                  <a:schemeClr val="bg2"/>
                </a:solidFill>
              </a:rPr>
              <a:t>1.15</a:t>
            </a:r>
            <a:endParaRPr lang="en-US" altLang="zh-TW"/>
          </a:p>
          <a:p>
            <a:pPr lvl="1"/>
            <a:r>
              <a:rPr lang="zh-TW" altLang="en-US"/>
              <a:t>間距原則</a:t>
            </a:r>
            <a:r>
              <a:rPr lang="en-US" altLang="zh-TW"/>
              <a:t>: </a:t>
            </a:r>
            <a:r>
              <a:rPr lang="zh-TW" altLang="en-US"/>
              <a:t>第一層級 </a:t>
            </a:r>
            <a:r>
              <a:rPr lang="en-US" altLang="zh-TW"/>
              <a:t>block </a:t>
            </a:r>
            <a:r>
              <a:rPr lang="zh-TW" altLang="en-US"/>
              <a:t>跟 </a:t>
            </a:r>
            <a:r>
              <a:rPr lang="en-US" altLang="zh-TW"/>
              <a:t>block </a:t>
            </a:r>
            <a:r>
              <a:rPr lang="zh-TW" altLang="en-US"/>
              <a:t>之間要 </a:t>
            </a:r>
            <a:r>
              <a:rPr lang="en-US" altLang="zh-TW"/>
              <a:t>6pt</a:t>
            </a:r>
          </a:p>
        </p:txBody>
      </p:sp>
      <p:sp>
        <p:nvSpPr>
          <p:cNvPr id="3" name="文字版面配置區 2">
            <a:extLst>
              <a:ext uri="{FF2B5EF4-FFF2-40B4-BE49-F238E27FC236}">
                <a16:creationId xmlns:a16="http://schemas.microsoft.com/office/drawing/2014/main" id="{67C4859B-D176-98E6-A3DF-861AF1529F68}"/>
              </a:ext>
            </a:extLst>
          </p:cNvPr>
          <p:cNvSpPr>
            <a:spLocks noGrp="1"/>
          </p:cNvSpPr>
          <p:nvPr>
            <p:ph type="body" idx="11"/>
          </p:nvPr>
        </p:nvSpPr>
        <p:spPr/>
        <p:txBody>
          <a:bodyPr/>
          <a:lstStyle/>
          <a:p>
            <a:r>
              <a:rPr lang="zh-TW" altLang="en-US">
                <a:solidFill>
                  <a:srgbClr val="71717A"/>
                </a:solidFill>
                <a:hlinkClick r:id="rId8" action="ppaction://hlinksldjump">
                  <a:extLst>
                    <a:ext uri="{A12FA001-AC4F-418D-AE19-62706E023703}">
                      <ahyp:hlinkClr xmlns:ahyp="http://schemas.microsoft.com/office/drawing/2018/hyperlinkcolor" val="tx"/>
                    </a:ext>
                  </a:extLst>
                </a:hlinkClick>
              </a:rPr>
              <a:t>表格設定說明</a:t>
            </a:r>
            <a:endParaRPr lang="en-US" altLang="zh-TW">
              <a:solidFill>
                <a:srgbClr val="71717A"/>
              </a:solidFill>
            </a:endParaRPr>
          </a:p>
          <a:p>
            <a:pPr lvl="1"/>
            <a:r>
              <a:rPr lang="zh-TW" altLang="en-US"/>
              <a:t>提供</a:t>
            </a:r>
            <a:r>
              <a:rPr lang="zh-TW" altLang="en-US">
                <a:solidFill>
                  <a:schemeClr val="bg2"/>
                </a:solidFill>
              </a:rPr>
              <a:t>建議數值</a:t>
            </a:r>
            <a:r>
              <a:rPr lang="zh-TW" altLang="en-US"/>
              <a:t>設定，新增”</a:t>
            </a:r>
            <a:r>
              <a:rPr lang="zh-TW" altLang="en-US">
                <a:solidFill>
                  <a:schemeClr val="bg2"/>
                </a:solidFill>
              </a:rPr>
              <a:t>上下高度可以自行調整</a:t>
            </a:r>
            <a:r>
              <a:rPr lang="zh-TW" altLang="en-US"/>
              <a:t>”文字</a:t>
            </a:r>
            <a:endParaRPr lang="en-US" altLang="zh-TW"/>
          </a:p>
          <a:p>
            <a:pPr lvl="1"/>
            <a:r>
              <a:rPr lang="zh-TW" altLang="en-US"/>
              <a:t>新增</a:t>
            </a:r>
            <a:r>
              <a:rPr lang="zh-TW" altLang="en-US">
                <a:solidFill>
                  <a:schemeClr val="bg2"/>
                </a:solidFill>
              </a:rPr>
              <a:t>表格內間距 </a:t>
            </a:r>
            <a:r>
              <a:rPr lang="en-US" altLang="zh-TW">
                <a:solidFill>
                  <a:schemeClr val="bg2"/>
                </a:solidFill>
              </a:rPr>
              <a:t>1.15 </a:t>
            </a:r>
            <a:r>
              <a:rPr lang="zh-TW" altLang="en-US">
                <a:solidFill>
                  <a:schemeClr val="bg2"/>
                </a:solidFill>
              </a:rPr>
              <a:t>倍行高</a:t>
            </a:r>
            <a:endParaRPr lang="en-US" altLang="zh-TW">
              <a:solidFill>
                <a:schemeClr val="bg2"/>
              </a:solidFill>
            </a:endParaRPr>
          </a:p>
          <a:p>
            <a:pPr>
              <a:spcBef>
                <a:spcPts val="600"/>
              </a:spcBef>
            </a:pPr>
            <a:r>
              <a:rPr lang="zh-TW" altLang="en-US">
                <a:solidFill>
                  <a:srgbClr val="71717A"/>
                </a:solidFill>
                <a:latin typeface="微軟正黑體"/>
                <a:ea typeface="微軟正黑體"/>
                <a:hlinkClick r:id="rId9" action="ppaction://hlinksldjump">
                  <a:extLst>
                    <a:ext uri="{A12FA001-AC4F-418D-AE19-62706E023703}">
                      <ahyp:hlinkClr xmlns:ahyp="http://schemas.microsoft.com/office/drawing/2018/hyperlinkcolor" val="tx"/>
                    </a:ext>
                  </a:extLst>
                </a:hlinkClick>
              </a:rPr>
              <a:t>配色</a:t>
            </a:r>
            <a:endParaRPr lang="zh-TW" altLang="en-US">
              <a:solidFill>
                <a:srgbClr val="71717A"/>
              </a:solidFill>
              <a:latin typeface="微軟正黑體"/>
              <a:ea typeface="微軟正黑體"/>
            </a:endParaRPr>
          </a:p>
          <a:p>
            <a:pPr lvl="1"/>
            <a:r>
              <a:rPr lang="zh-TW" altLang="en-US">
                <a:latin typeface="微軟正黑體"/>
                <a:ea typeface="微軟正黑體"/>
              </a:rPr>
              <a:t>主色順序 </a:t>
            </a:r>
            <a:r>
              <a:rPr lang="en-US" altLang="zh-TW">
                <a:latin typeface="微軟正黑體"/>
                <a:ea typeface="微軟正黑體"/>
              </a:rPr>
              <a:t>(</a:t>
            </a:r>
            <a:r>
              <a:rPr lang="zh-TW" altLang="en-US">
                <a:latin typeface="微軟正黑體"/>
                <a:ea typeface="微軟正黑體"/>
              </a:rPr>
              <a:t>數科較常使用藍色，以主色為藍色進行調整 </a:t>
            </a:r>
            <a:r>
              <a:rPr lang="en-US" altLang="zh-TW">
                <a:latin typeface="微軟正黑體"/>
                <a:ea typeface="微軟正黑體"/>
              </a:rPr>
              <a:t>)</a:t>
            </a:r>
            <a:r>
              <a:rPr lang="zh-TW" altLang="en-US">
                <a:latin typeface="微軟正黑體"/>
                <a:ea typeface="微軟正黑體"/>
              </a:rPr>
              <a:t> </a:t>
            </a:r>
            <a:br>
              <a:rPr lang="en-US" altLang="zh-TW">
                <a:latin typeface="微軟正黑體"/>
                <a:ea typeface="微軟正黑體"/>
              </a:rPr>
            </a:br>
            <a:r>
              <a:rPr lang="zh-TW" altLang="en-US" sz="1200">
                <a:solidFill>
                  <a:schemeClr val="bg2"/>
                </a:solidFill>
                <a:latin typeface="微軟正黑體"/>
                <a:ea typeface="微軟正黑體"/>
              </a:rPr>
              <a:t>主色以 </a:t>
            </a:r>
            <a:r>
              <a:rPr lang="en-US" altLang="zh-TW" sz="1200">
                <a:solidFill>
                  <a:schemeClr val="bg2"/>
                </a:solidFill>
                <a:latin typeface="微軟正黑體"/>
                <a:ea typeface="微軟正黑體"/>
              </a:rPr>
              <a:t>blue</a:t>
            </a:r>
            <a:r>
              <a:rPr lang="zh-TW" altLang="en-US" sz="1200">
                <a:solidFill>
                  <a:schemeClr val="bg2"/>
                </a:solidFill>
                <a:latin typeface="微軟正黑體"/>
                <a:ea typeface="微軟正黑體"/>
              </a:rPr>
              <a:t> 為主，新增配色推薦</a:t>
            </a:r>
            <a:endParaRPr lang="en-US" altLang="zh-TW" sz="1200">
              <a:solidFill>
                <a:schemeClr val="bg2"/>
              </a:solidFill>
              <a:latin typeface="微軟正黑體"/>
              <a:ea typeface="微軟正黑體"/>
            </a:endParaRPr>
          </a:p>
          <a:p>
            <a:pPr lvl="1"/>
            <a:r>
              <a:rPr lang="zh-TW" altLang="en-US">
                <a:latin typeface="微軟正黑體"/>
                <a:ea typeface="微軟正黑體"/>
              </a:rPr>
              <a:t>仿造農民曆 </a:t>
            </a:r>
            <a:r>
              <a:rPr lang="en-US" altLang="zh-TW">
                <a:latin typeface="微軟正黑體"/>
                <a:ea typeface="微軟正黑體"/>
              </a:rPr>
              <a:t>- </a:t>
            </a:r>
            <a:r>
              <a:rPr lang="zh-TW" altLang="en-US">
                <a:latin typeface="微軟正黑體"/>
                <a:ea typeface="微軟正黑體"/>
              </a:rPr>
              <a:t>設計同個主色，但 </a:t>
            </a:r>
            <a:r>
              <a:rPr lang="en-US" altLang="zh-TW">
                <a:latin typeface="微軟正黑體"/>
                <a:ea typeface="微軟正黑體"/>
              </a:rPr>
              <a:t>weight </a:t>
            </a:r>
            <a:r>
              <a:rPr lang="zh-TW" altLang="en-US">
                <a:latin typeface="微軟正黑體"/>
                <a:ea typeface="微軟正黑體"/>
              </a:rPr>
              <a:t>不同</a:t>
            </a:r>
            <a:br>
              <a:rPr lang="en-US" altLang="zh-TW">
                <a:latin typeface="微軟正黑體"/>
                <a:ea typeface="微軟正黑體"/>
              </a:rPr>
            </a:br>
            <a:r>
              <a:rPr lang="zh-TW" altLang="en-US" sz="1200">
                <a:solidFill>
                  <a:schemeClr val="bg2"/>
                </a:solidFill>
                <a:latin typeface="微軟正黑體"/>
                <a:ea typeface="微軟正黑體"/>
              </a:rPr>
              <a:t>已定義不同 </a:t>
            </a:r>
            <a:r>
              <a:rPr lang="en-US" altLang="zh-TW" sz="1200">
                <a:solidFill>
                  <a:schemeClr val="bg2"/>
                </a:solidFill>
                <a:latin typeface="微軟正黑體"/>
                <a:ea typeface="微軟正黑體"/>
              </a:rPr>
              <a:t>weight</a:t>
            </a:r>
            <a:r>
              <a:rPr lang="zh-TW" altLang="en-US" sz="1200">
                <a:solidFill>
                  <a:schemeClr val="bg2"/>
                </a:solidFill>
                <a:latin typeface="微軟正黑體"/>
                <a:ea typeface="微軟正黑體"/>
              </a:rPr>
              <a:t> 的使用方式</a:t>
            </a:r>
            <a:endParaRPr lang="en-US" altLang="zh-TW">
              <a:solidFill>
                <a:schemeClr val="bg2"/>
              </a:solidFill>
              <a:latin typeface="微軟正黑體"/>
              <a:ea typeface="微軟正黑體"/>
            </a:endParaRPr>
          </a:p>
          <a:p>
            <a:pPr lvl="1"/>
            <a:r>
              <a:rPr lang="zh-TW" altLang="en-US">
                <a:latin typeface="微軟正黑體"/>
                <a:ea typeface="微軟正黑體"/>
              </a:rPr>
              <a:t>避免顏色讓字不明顯的狀況 </a:t>
            </a:r>
            <a:br>
              <a:rPr lang="en-US" altLang="zh-TW">
                <a:latin typeface="微軟正黑體"/>
                <a:ea typeface="微軟正黑體"/>
              </a:rPr>
            </a:br>
            <a:r>
              <a:rPr lang="zh-TW" altLang="en-US" sz="1200">
                <a:solidFill>
                  <a:schemeClr val="bg2"/>
                </a:solidFill>
                <a:latin typeface="微軟正黑體"/>
                <a:ea typeface="微軟正黑體"/>
              </a:rPr>
              <a:t>重要文字使用主色</a:t>
            </a:r>
            <a:r>
              <a:rPr lang="en-US" altLang="zh-TW" sz="1200">
                <a:solidFill>
                  <a:schemeClr val="bg2"/>
                </a:solidFill>
                <a:latin typeface="微軟正黑體"/>
                <a:ea typeface="微軟正黑體"/>
              </a:rPr>
              <a:t>-</a:t>
            </a:r>
            <a:r>
              <a:rPr lang="zh-TW" altLang="en-US" sz="1200">
                <a:solidFill>
                  <a:schemeClr val="bg2"/>
                </a:solidFill>
                <a:latin typeface="微軟正黑體"/>
                <a:ea typeface="微軟正黑體"/>
              </a:rPr>
              <a:t>深色 </a:t>
            </a:r>
            <a:r>
              <a:rPr lang="en-US" altLang="zh-TW" sz="1200">
                <a:solidFill>
                  <a:schemeClr val="bg2"/>
                </a:solidFill>
                <a:latin typeface="微軟正黑體"/>
                <a:ea typeface="微軟正黑體"/>
              </a:rPr>
              <a:t>2</a:t>
            </a:r>
          </a:p>
          <a:p>
            <a:pPr lvl="1"/>
            <a:r>
              <a:rPr lang="zh-TW" altLang="en-US">
                <a:latin typeface="微軟正黑體"/>
                <a:ea typeface="微軟正黑體"/>
              </a:rPr>
              <a:t>設定簡報佈景主題色彩</a:t>
            </a:r>
            <a:br>
              <a:rPr lang="en-US" altLang="zh-TW">
                <a:latin typeface="微軟正黑體"/>
                <a:ea typeface="微軟正黑體"/>
              </a:rPr>
            </a:br>
            <a:r>
              <a:rPr lang="zh-TW" altLang="en-US" sz="1200">
                <a:solidFill>
                  <a:schemeClr val="bg2"/>
                </a:solidFill>
                <a:latin typeface="微軟正黑體"/>
                <a:ea typeface="微軟正黑體"/>
              </a:rPr>
              <a:t>預設 </a:t>
            </a:r>
            <a:r>
              <a:rPr lang="en-US" altLang="zh-TW" sz="1200" err="1">
                <a:solidFill>
                  <a:schemeClr val="bg2"/>
                </a:solidFill>
                <a:latin typeface="微軟正黑體"/>
                <a:ea typeface="微軟正黑體"/>
              </a:rPr>
              <a:t>blue+violet</a:t>
            </a:r>
            <a:r>
              <a:rPr lang="zh-TW" altLang="en-US" sz="1200">
                <a:solidFill>
                  <a:schemeClr val="bg2"/>
                </a:solidFill>
                <a:latin typeface="微軟正黑體"/>
                <a:ea typeface="微軟正黑體"/>
              </a:rPr>
              <a:t> </a:t>
            </a:r>
            <a:r>
              <a:rPr lang="en-US" altLang="zh-TW" sz="1200">
                <a:solidFill>
                  <a:schemeClr val="bg2"/>
                </a:solidFill>
                <a:latin typeface="微軟正黑體"/>
                <a:ea typeface="微軟正黑體"/>
              </a:rPr>
              <a:t>(</a:t>
            </a:r>
            <a:r>
              <a:rPr lang="zh-TW" altLang="en-US" sz="1200">
                <a:solidFill>
                  <a:schemeClr val="bg2"/>
                </a:solidFill>
                <a:latin typeface="微軟正黑體"/>
                <a:ea typeface="微軟正黑體"/>
              </a:rPr>
              <a:t>最推薦配色</a:t>
            </a:r>
            <a:r>
              <a:rPr lang="en-US" altLang="zh-TW" sz="1200">
                <a:solidFill>
                  <a:schemeClr val="bg2"/>
                </a:solidFill>
                <a:latin typeface="微軟正黑體"/>
                <a:ea typeface="微軟正黑體"/>
              </a:rPr>
              <a:t>)</a:t>
            </a:r>
            <a:r>
              <a:rPr lang="zh-TW" altLang="en-US" sz="1200">
                <a:solidFill>
                  <a:schemeClr val="bg2"/>
                </a:solidFill>
                <a:latin typeface="微軟正黑體"/>
                <a:ea typeface="微軟正黑體"/>
              </a:rPr>
              <a:t>，也提供其他 </a:t>
            </a:r>
            <a:r>
              <a:rPr lang="en-US" altLang="zh-TW" sz="1200">
                <a:solidFill>
                  <a:schemeClr val="bg2"/>
                </a:solidFill>
                <a:latin typeface="微軟正黑體"/>
                <a:ea typeface="微軟正黑體"/>
              </a:rPr>
              <a:t>2</a:t>
            </a:r>
            <a:r>
              <a:rPr lang="zh-TW" altLang="en-US" sz="1200">
                <a:solidFill>
                  <a:schemeClr val="bg2"/>
                </a:solidFill>
                <a:latin typeface="微軟正黑體"/>
                <a:ea typeface="微軟正黑體"/>
              </a:rPr>
              <a:t> 種配色及設定佈景主題路徑</a:t>
            </a:r>
            <a:endParaRPr lang="en-US" altLang="zh-TW" sz="1200">
              <a:solidFill>
                <a:schemeClr val="bg2"/>
              </a:solidFill>
              <a:latin typeface="微軟正黑體"/>
              <a:ea typeface="微軟正黑體"/>
            </a:endParaRPr>
          </a:p>
          <a:p>
            <a:pPr>
              <a:spcBef>
                <a:spcPts val="600"/>
              </a:spcBef>
            </a:pPr>
            <a:r>
              <a:rPr lang="zh-TW" altLang="en-US">
                <a:solidFill>
                  <a:srgbClr val="71717A"/>
                </a:solidFill>
                <a:latin typeface="微軟正黑體"/>
                <a:ea typeface="微軟正黑體"/>
                <a:hlinkClick r:id="rId10" action="ppaction://hlinksldjump">
                  <a:extLst>
                    <a:ext uri="{A12FA001-AC4F-418D-AE19-62706E023703}">
                      <ahyp:hlinkClr xmlns:ahyp="http://schemas.microsoft.com/office/drawing/2018/hyperlinkcolor" val="tx"/>
                    </a:ext>
                  </a:extLst>
                </a:hlinkClick>
              </a:rPr>
              <a:t>調整整個投影片順序及使用方式</a:t>
            </a:r>
            <a:endParaRPr lang="zh-TW" altLang="en-US">
              <a:solidFill>
                <a:srgbClr val="71717A"/>
              </a:solidFill>
              <a:latin typeface="微軟正黑體"/>
              <a:ea typeface="微軟正黑體"/>
            </a:endParaRPr>
          </a:p>
          <a:p>
            <a:pPr marL="0" indent="0">
              <a:spcBef>
                <a:spcPts val="600"/>
              </a:spcBef>
              <a:buNone/>
            </a:pPr>
            <a:endParaRPr lang="en-US" altLang="zh-TW">
              <a:latin typeface="微軟正黑體"/>
              <a:ea typeface="微軟正黑體"/>
            </a:endParaRPr>
          </a:p>
          <a:p>
            <a:pPr marL="251460" indent="-215900"/>
            <a:endParaRPr lang="en-US" altLang="zh-TW"/>
          </a:p>
        </p:txBody>
      </p:sp>
      <p:sp>
        <p:nvSpPr>
          <p:cNvPr id="4" name="標題 3">
            <a:extLst>
              <a:ext uri="{FF2B5EF4-FFF2-40B4-BE49-F238E27FC236}">
                <a16:creationId xmlns:a16="http://schemas.microsoft.com/office/drawing/2014/main" id="{BAD71DEE-3584-D49A-2E6B-C191930523D2}"/>
              </a:ext>
            </a:extLst>
          </p:cNvPr>
          <p:cNvSpPr>
            <a:spLocks noGrp="1"/>
          </p:cNvSpPr>
          <p:nvPr>
            <p:ph type="title"/>
          </p:nvPr>
        </p:nvSpPr>
        <p:spPr>
          <a:xfrm>
            <a:off x="179387" y="179388"/>
            <a:ext cx="11161713" cy="540418"/>
          </a:xfrm>
          <a:prstGeom prst="rect">
            <a:avLst/>
          </a:prstGeom>
        </p:spPr>
        <p:txBody>
          <a:bodyPr/>
          <a:lstStyle/>
          <a:p>
            <a:r>
              <a:rPr lang="zh-TW" altLang="en-US"/>
              <a:t>上次討論後 </a:t>
            </a:r>
            <a:r>
              <a:rPr lang="en-US" altLang="zh-TW" err="1"/>
              <a:t>todo</a:t>
            </a:r>
            <a:endParaRPr lang="zh-TW" altLang="en-US"/>
          </a:p>
        </p:txBody>
      </p:sp>
    </p:spTree>
    <p:extLst>
      <p:ext uri="{BB962C8B-B14F-4D97-AF65-F5344CB8AC3E}">
        <p14:creationId xmlns:p14="http://schemas.microsoft.com/office/powerpoint/2010/main" val="230350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59D2C47F-F8DE-43CB-B46D-D6A6AF83347E}"/>
              </a:ext>
            </a:extLst>
          </p:cNvPr>
          <p:cNvSpPr>
            <a:spLocks noGrp="1"/>
          </p:cNvSpPr>
          <p:nvPr>
            <p:ph type="title"/>
          </p:nvPr>
        </p:nvSpPr>
        <p:spPr>
          <a:prstGeom prst="rect">
            <a:avLst/>
          </a:prstGeom>
        </p:spPr>
        <p:txBody>
          <a:bodyPr/>
          <a:lstStyle/>
          <a:p>
            <a:r>
              <a:rPr lang="zh-TW" altLang="en-US" dirty="0">
                <a:latin typeface="+mj-ea"/>
                <a:ea typeface="+mj-ea"/>
              </a:rPr>
              <a:t>使用方式</a:t>
            </a:r>
          </a:p>
        </p:txBody>
      </p:sp>
      <p:sp>
        <p:nvSpPr>
          <p:cNvPr id="6" name="文字版面配置區 5">
            <a:extLst>
              <a:ext uri="{FF2B5EF4-FFF2-40B4-BE49-F238E27FC236}">
                <a16:creationId xmlns:a16="http://schemas.microsoft.com/office/drawing/2014/main" id="{4B0BEFF6-7576-F03B-6928-72A9AEB67D29}"/>
              </a:ext>
            </a:extLst>
          </p:cNvPr>
          <p:cNvSpPr>
            <a:spLocks noGrp="1"/>
          </p:cNvSpPr>
          <p:nvPr>
            <p:ph type="body" idx="10"/>
          </p:nvPr>
        </p:nvSpPr>
        <p:spPr>
          <a:prstGeom prst="rect">
            <a:avLst/>
          </a:prstGeom>
        </p:spPr>
        <p:txBody>
          <a:bodyPr/>
          <a:lstStyle/>
          <a:p>
            <a:pPr marL="252000" indent="-216000">
              <a:buFont typeface="+mj-lt"/>
              <a:buAutoNum type="arabicPeriod"/>
            </a:pPr>
            <a:r>
              <a:rPr lang="zh-TW" altLang="en-US" sz="1600" dirty="0">
                <a:latin typeface="+mn-lt"/>
                <a:ea typeface="+mn-ea"/>
              </a:rPr>
              <a:t>複製這份簡報 </a:t>
            </a:r>
            <a:r>
              <a:rPr lang="zh-TW" altLang="en-US" sz="1400" dirty="0">
                <a:latin typeface="+mn-lt"/>
                <a:ea typeface="+mn-ea"/>
              </a:rPr>
              <a:t>如果經常使用，可以存成 </a:t>
            </a:r>
            <a:r>
              <a:rPr lang="en-US" altLang="zh-TW" sz="1400" dirty="0">
                <a:latin typeface="+mn-lt"/>
                <a:ea typeface="+mn-ea"/>
              </a:rPr>
              <a:t>.</a:t>
            </a:r>
            <a:r>
              <a:rPr lang="en-US" altLang="zh-TW" sz="1400" dirty="0" err="1">
                <a:latin typeface="+mn-lt"/>
                <a:ea typeface="+mn-ea"/>
              </a:rPr>
              <a:t>potx</a:t>
            </a:r>
            <a:r>
              <a:rPr lang="en-US" altLang="zh-TW" sz="1400" dirty="0">
                <a:latin typeface="+mn-lt"/>
                <a:ea typeface="+mn-ea"/>
              </a:rPr>
              <a:t> </a:t>
            </a:r>
            <a:r>
              <a:rPr lang="zh-TW" altLang="en-US" sz="1400" dirty="0">
                <a:latin typeface="+mn-lt"/>
                <a:ea typeface="+mn-ea"/>
              </a:rPr>
              <a:t>範本檔案，之後打開 </a:t>
            </a:r>
            <a:r>
              <a:rPr lang="en-US" altLang="zh-TW" sz="1400" dirty="0" err="1">
                <a:latin typeface="+mn-lt"/>
                <a:ea typeface="+mn-ea"/>
              </a:rPr>
              <a:t>Powerpoint</a:t>
            </a:r>
            <a:r>
              <a:rPr lang="en-US" altLang="zh-TW" sz="1400" dirty="0">
                <a:latin typeface="+mn-lt"/>
                <a:ea typeface="+mn-ea"/>
              </a:rPr>
              <a:t> </a:t>
            </a:r>
            <a:r>
              <a:rPr lang="zh-TW" altLang="en-US" sz="1400" dirty="0">
                <a:latin typeface="+mn-lt"/>
                <a:ea typeface="+mn-ea"/>
              </a:rPr>
              <a:t>後就可以點選範本，不用一直複製</a:t>
            </a:r>
            <a:endParaRPr lang="en-US" altLang="zh-TW" sz="1400" dirty="0">
              <a:latin typeface="+mn-lt"/>
              <a:ea typeface="+mn-ea"/>
            </a:endParaRPr>
          </a:p>
          <a:p>
            <a:pPr marL="252000" indent="-216000">
              <a:spcBef>
                <a:spcPts val="600"/>
              </a:spcBef>
              <a:buFont typeface="+mj-lt"/>
              <a:buAutoNum type="arabicPeriod"/>
            </a:pPr>
            <a:r>
              <a:rPr lang="zh-TW" altLang="en-US" sz="1600" dirty="0">
                <a:latin typeface="+mn-lt"/>
                <a:ea typeface="+mn-ea"/>
              </a:rPr>
              <a:t>水平線位置 </a:t>
            </a:r>
            <a:r>
              <a:rPr lang="en-US" altLang="zh-TW" sz="1600" dirty="0">
                <a:latin typeface="+mn-lt"/>
                <a:ea typeface="+mn-ea"/>
              </a:rPr>
              <a:t>0</a:t>
            </a:r>
            <a:r>
              <a:rPr lang="zh-TW" altLang="en-US" sz="1600" dirty="0">
                <a:latin typeface="+mn-lt"/>
                <a:ea typeface="+mn-ea"/>
              </a:rPr>
              <a:t>，系統會自動跳出一條輔助線，</a:t>
            </a:r>
            <a:r>
              <a:rPr lang="zh-TW" altLang="en-US" dirty="0">
                <a:latin typeface="+mn-lt"/>
                <a:ea typeface="+mn-ea"/>
              </a:rPr>
              <a:t>可以</a:t>
            </a:r>
            <a:r>
              <a:rPr lang="zh-TW" altLang="en-US" sz="1600" dirty="0">
                <a:latin typeface="+mn-lt"/>
                <a:ea typeface="+mn-ea"/>
              </a:rPr>
              <a:t>右鍵刪除</a:t>
            </a:r>
            <a:endParaRPr lang="en-US" altLang="zh-TW" sz="1600" dirty="0">
              <a:latin typeface="+mn-lt"/>
              <a:ea typeface="+mn-ea"/>
            </a:endParaRPr>
          </a:p>
          <a:p>
            <a:pPr marL="252000" indent="-216000">
              <a:spcBef>
                <a:spcPts val="600"/>
              </a:spcBef>
              <a:buFont typeface="+mj-lt"/>
              <a:buAutoNum type="arabicPeriod"/>
            </a:pPr>
            <a:r>
              <a:rPr lang="zh-TW" altLang="en-US" sz="1600" dirty="0">
                <a:latin typeface="+mn-lt"/>
                <a:ea typeface="+mn-ea"/>
              </a:rPr>
              <a:t>選擇封面頁 </a:t>
            </a:r>
            <a:r>
              <a:rPr lang="en-US" altLang="zh-TW" sz="1600" dirty="0">
                <a:latin typeface="+mn-lt"/>
                <a:ea typeface="+mn-ea"/>
              </a:rPr>
              <a:t>(</a:t>
            </a:r>
            <a:r>
              <a:rPr lang="zh-TW" altLang="en-US" sz="1600" dirty="0">
                <a:latin typeface="+mn-lt"/>
                <a:ea typeface="+mn-ea"/>
                <a:hlinkClick r:id="rId2" action="ppaction://hlinksldjump"/>
              </a:rPr>
              <a:t>純文字</a:t>
            </a:r>
            <a:r>
              <a:rPr lang="zh-TW" altLang="en-US" sz="1600" dirty="0">
                <a:latin typeface="+mn-lt"/>
                <a:ea typeface="+mn-ea"/>
              </a:rPr>
              <a:t>、</a:t>
            </a:r>
            <a:r>
              <a:rPr lang="zh-TW" altLang="en-US" sz="1600" dirty="0">
                <a:latin typeface="+mn-lt"/>
                <a:ea typeface="+mn-ea"/>
                <a:hlinkClick r:id="rId3" action="ppaction://hlinksldjump"/>
              </a:rPr>
              <a:t>有圖</a:t>
            </a:r>
            <a:r>
              <a:rPr lang="en-US" altLang="zh-TW" sz="1600" dirty="0">
                <a:latin typeface="+mn-lt"/>
                <a:ea typeface="+mn-ea"/>
              </a:rPr>
              <a:t>)</a:t>
            </a:r>
            <a:endParaRPr lang="en-US" altLang="zh-TW" dirty="0">
              <a:latin typeface="+mn-lt"/>
              <a:ea typeface="+mn-ea"/>
            </a:endParaRPr>
          </a:p>
          <a:p>
            <a:pPr>
              <a:spcBef>
                <a:spcPts val="600"/>
              </a:spcBef>
              <a:buFont typeface="+mj-lt"/>
              <a:buAutoNum type="arabicPeriod"/>
            </a:pPr>
            <a:r>
              <a:rPr lang="zh-TW" altLang="en-US" dirty="0">
                <a:latin typeface="+mn-lt"/>
                <a:ea typeface="+mn-ea"/>
              </a:rPr>
              <a:t>看</a:t>
            </a:r>
            <a:r>
              <a:rPr lang="zh-TW" altLang="en-US" dirty="0">
                <a:solidFill>
                  <a:schemeClr val="accent6">
                    <a:lumMod val="75000"/>
                  </a:schemeClr>
                </a:solidFill>
                <a:latin typeface="+mn-lt"/>
                <a:ea typeface="+mn-ea"/>
                <a:hlinkClick r:id="rId4" action="ppaction://hlinksldjump">
                  <a:extLst>
                    <a:ext uri="{A12FA001-AC4F-418D-AE19-62706E023703}">
                      <ahyp:hlinkClr xmlns:ahyp="http://schemas.microsoft.com/office/drawing/2018/hyperlinkcolor" val="tx"/>
                    </a:ext>
                  </a:extLst>
                </a:hlinkClick>
              </a:rPr>
              <a:t>文字設定說明</a:t>
            </a:r>
            <a:r>
              <a:rPr lang="zh-TW" altLang="en-US" dirty="0">
                <a:latin typeface="+mn-lt"/>
                <a:ea typeface="+mn-ea"/>
              </a:rPr>
              <a:t>，選擇內文規格 </a:t>
            </a:r>
            <a:r>
              <a:rPr lang="en-US" altLang="zh-TW" dirty="0">
                <a:latin typeface="+mn-lt"/>
                <a:ea typeface="+mn-ea"/>
              </a:rPr>
              <a:t>(</a:t>
            </a:r>
            <a:r>
              <a:rPr lang="zh-TW" altLang="en-US" dirty="0">
                <a:latin typeface="+mn-lt"/>
                <a:ea typeface="+mn-ea"/>
                <a:hlinkClick r:id="rId5" action="ppaction://hlinksldjump"/>
              </a:rPr>
              <a:t>內文</a:t>
            </a:r>
            <a:r>
              <a:rPr lang="en-US" altLang="zh-TW" dirty="0">
                <a:latin typeface="+mn-lt"/>
                <a:ea typeface="+mn-ea"/>
                <a:hlinkClick r:id="rId5" action="ppaction://hlinksldjump"/>
              </a:rPr>
              <a:t>16</a:t>
            </a:r>
            <a:r>
              <a:rPr lang="en-US" altLang="zh-TW" dirty="0">
                <a:latin typeface="+mn-lt"/>
                <a:ea typeface="+mn-ea"/>
              </a:rPr>
              <a:t>/</a:t>
            </a:r>
            <a:r>
              <a:rPr lang="zh-TW" altLang="en-US" dirty="0">
                <a:latin typeface="+mn-lt"/>
                <a:ea typeface="+mn-ea"/>
                <a:hlinkClick r:id="rId6" action="ppaction://hlinksldjump"/>
              </a:rPr>
              <a:t>內文</a:t>
            </a:r>
            <a:r>
              <a:rPr lang="en-US" altLang="zh-TW" dirty="0">
                <a:latin typeface="+mn-lt"/>
                <a:ea typeface="+mn-ea"/>
                <a:hlinkClick r:id="rId6" action="ppaction://hlinksldjump"/>
              </a:rPr>
              <a:t>14</a:t>
            </a:r>
            <a:r>
              <a:rPr lang="en-US" altLang="zh-TW" dirty="0">
                <a:latin typeface="+mn-lt"/>
                <a:ea typeface="+mn-ea"/>
              </a:rPr>
              <a:t>)</a:t>
            </a:r>
          </a:p>
          <a:p>
            <a:pPr marL="252000" indent="-216000">
              <a:spcBef>
                <a:spcPts val="600"/>
              </a:spcBef>
              <a:buFont typeface="+mj-lt"/>
              <a:buAutoNum type="arabicPeriod"/>
            </a:pPr>
            <a:r>
              <a:rPr lang="zh-TW" altLang="en-US" dirty="0">
                <a:latin typeface="+mn-lt"/>
                <a:ea typeface="+mn-ea"/>
              </a:rPr>
              <a:t>看</a:t>
            </a:r>
            <a:r>
              <a:rPr lang="zh-TW" altLang="en-US" dirty="0">
                <a:latin typeface="+mn-lt"/>
                <a:ea typeface="+mn-ea"/>
                <a:hlinkClick r:id="rId7" action="ppaction://hlinksldjump"/>
              </a:rPr>
              <a:t>縮排、間距設定說明</a:t>
            </a:r>
            <a:endParaRPr lang="en-US" altLang="zh-TW" dirty="0">
              <a:latin typeface="+mn-lt"/>
              <a:ea typeface="+mn-ea"/>
            </a:endParaRPr>
          </a:p>
          <a:p>
            <a:pPr marL="252000" indent="-216000">
              <a:spcBef>
                <a:spcPts val="600"/>
              </a:spcBef>
              <a:buFont typeface="+mj-lt"/>
              <a:buAutoNum type="arabicPeriod"/>
            </a:pPr>
            <a:r>
              <a:rPr lang="zh-TW" altLang="en-US" dirty="0">
                <a:latin typeface="+mn-lt"/>
                <a:ea typeface="+mn-ea"/>
              </a:rPr>
              <a:t>看</a:t>
            </a:r>
            <a:r>
              <a:rPr lang="zh-TW" altLang="en-US" dirty="0">
                <a:latin typeface="+mn-lt"/>
                <a:ea typeface="+mn-ea"/>
                <a:hlinkClick r:id="rId8" action="ppaction://hlinksldjump"/>
              </a:rPr>
              <a:t>表格設定說明</a:t>
            </a:r>
            <a:endParaRPr lang="en-US" altLang="zh-TW" dirty="0">
              <a:latin typeface="+mn-lt"/>
              <a:ea typeface="+mn-ea"/>
            </a:endParaRPr>
          </a:p>
          <a:p>
            <a:pPr>
              <a:spcBef>
                <a:spcPts val="600"/>
              </a:spcBef>
              <a:buFont typeface="+mj-lt"/>
              <a:buAutoNum type="arabicPeriod"/>
            </a:pPr>
            <a:r>
              <a:rPr lang="zh-TW" altLang="en-US" sz="1600" dirty="0">
                <a:latin typeface="+mn-lt"/>
                <a:ea typeface="+mn-ea"/>
              </a:rPr>
              <a:t>看</a:t>
            </a:r>
            <a:r>
              <a:rPr lang="zh-TW" altLang="en-US" sz="1600" dirty="0">
                <a:solidFill>
                  <a:schemeClr val="accent6">
                    <a:lumMod val="75000"/>
                  </a:schemeClr>
                </a:solidFill>
                <a:latin typeface="+mn-lt"/>
                <a:ea typeface="+mn-ea"/>
                <a:hlinkClick r:id="rId9" action="ppaction://hlinksldjump">
                  <a:extLst>
                    <a:ext uri="{A12FA001-AC4F-418D-AE19-62706E023703}">
                      <ahyp:hlinkClr xmlns:ahyp="http://schemas.microsoft.com/office/drawing/2018/hyperlinkcolor" val="tx"/>
                    </a:ext>
                  </a:extLst>
                </a:hlinkClick>
              </a:rPr>
              <a:t>配色邏輯</a:t>
            </a:r>
            <a:endParaRPr lang="en-US" altLang="zh-TW" dirty="0">
              <a:latin typeface="+mn-lt"/>
              <a:ea typeface="+mn-ea"/>
            </a:endParaRPr>
          </a:p>
          <a:p>
            <a:pPr lvl="1"/>
            <a:r>
              <a:rPr lang="zh-TW" altLang="en-US" dirty="0">
                <a:latin typeface="+mn-lt"/>
                <a:ea typeface="+mn-ea"/>
                <a:hlinkClick r:id="rId10" action="ppaction://hlinksldjump"/>
              </a:rPr>
              <a:t>速成玩家使用說明</a:t>
            </a:r>
            <a:r>
              <a:rPr lang="en-US" altLang="zh-TW" dirty="0">
                <a:latin typeface="+mn-lt"/>
                <a:ea typeface="+mn-ea"/>
              </a:rPr>
              <a:t>:</a:t>
            </a:r>
            <a:r>
              <a:rPr lang="zh-TW" altLang="en-US" dirty="0">
                <a:latin typeface="+mn-lt"/>
                <a:ea typeface="+mn-ea"/>
              </a:rPr>
              <a:t> 預設</a:t>
            </a:r>
            <a:r>
              <a:rPr lang="en-US" altLang="zh-TW" sz="1400" dirty="0">
                <a:solidFill>
                  <a:schemeClr val="tx1"/>
                </a:solidFill>
                <a:latin typeface="+mn-lt"/>
                <a:ea typeface="+mn-ea"/>
                <a:hlinkClick r:id="rId11" action="ppaction://hlinksldjump"/>
              </a:rPr>
              <a:t>blue + violet</a:t>
            </a:r>
            <a:r>
              <a:rPr lang="zh-TW" altLang="en-US" sz="1400" dirty="0">
                <a:solidFill>
                  <a:schemeClr val="tx1"/>
                </a:solidFill>
                <a:latin typeface="+mn-lt"/>
                <a:ea typeface="+mn-ea"/>
              </a:rPr>
              <a:t>，已設定於佈景主題中</a:t>
            </a:r>
            <a:endParaRPr lang="en-US" altLang="zh-TW" dirty="0">
              <a:latin typeface="+mn-lt"/>
              <a:ea typeface="+mn-ea"/>
            </a:endParaRPr>
          </a:p>
          <a:p>
            <a:pPr lvl="1"/>
            <a:r>
              <a:rPr lang="zh-TW" altLang="en-US" dirty="0">
                <a:latin typeface="+mn-lt"/>
                <a:ea typeface="+mn-ea"/>
                <a:hlinkClick r:id="rId12" action="ppaction://hlinksldjump"/>
              </a:rPr>
              <a:t>高階玩家使用說明</a:t>
            </a:r>
            <a:r>
              <a:rPr lang="en-US" altLang="zh-TW" dirty="0">
                <a:latin typeface="+mn-lt"/>
                <a:ea typeface="+mn-ea"/>
              </a:rPr>
              <a:t>:</a:t>
            </a:r>
            <a:r>
              <a:rPr lang="zh-TW" altLang="en-US" dirty="0">
                <a:latin typeface="+mn-lt"/>
                <a:ea typeface="+mn-ea"/>
              </a:rPr>
              <a:t> 需經老師同意才可使用</a:t>
            </a:r>
            <a:endParaRPr lang="en-US" altLang="zh-TW" dirty="0">
              <a:latin typeface="+mn-lt"/>
              <a:ea typeface="+mn-ea"/>
            </a:endParaRPr>
          </a:p>
          <a:p>
            <a:pPr>
              <a:spcBef>
                <a:spcPts val="600"/>
              </a:spcBef>
              <a:buFont typeface="+mj-lt"/>
              <a:buAutoNum type="arabicPeriod"/>
            </a:pPr>
            <a:r>
              <a:rPr lang="zh-TW" altLang="en-US" sz="1600" dirty="0">
                <a:latin typeface="+mn-lt"/>
                <a:ea typeface="+mn-ea"/>
              </a:rPr>
              <a:t>看</a:t>
            </a:r>
            <a:r>
              <a:rPr lang="zh-TW" altLang="en-US" sz="1600" dirty="0">
                <a:latin typeface="+mn-lt"/>
                <a:ea typeface="+mn-ea"/>
                <a:hlinkClick r:id="rId13" action="ppaction://hlinksldjump"/>
              </a:rPr>
              <a:t>輔助線說明</a:t>
            </a:r>
            <a:r>
              <a:rPr lang="zh-TW" altLang="en-US" sz="1600" dirty="0">
                <a:latin typeface="+mn-lt"/>
                <a:ea typeface="+mn-ea"/>
              </a:rPr>
              <a:t>，如果你還不熟悉輔助線的使用</a:t>
            </a:r>
            <a:endParaRPr lang="en-US" altLang="zh-TW" sz="1600" dirty="0">
              <a:latin typeface="+mn-lt"/>
              <a:ea typeface="+mn-ea"/>
            </a:endParaRPr>
          </a:p>
          <a:p>
            <a:pPr>
              <a:spcBef>
                <a:spcPts val="600"/>
              </a:spcBef>
              <a:buFont typeface="+mj-lt"/>
              <a:buAutoNum type="arabicPeriod"/>
            </a:pPr>
            <a:r>
              <a:rPr lang="zh-TW" altLang="en-US" sz="1600" dirty="0">
                <a:latin typeface="+mn-lt"/>
                <a:ea typeface="+mn-ea"/>
              </a:rPr>
              <a:t>留下</a:t>
            </a:r>
            <a:r>
              <a:rPr lang="zh-TW" altLang="en-US" dirty="0">
                <a:latin typeface="+mn-lt"/>
                <a:ea typeface="+mn-ea"/>
              </a:rPr>
              <a:t>選擇的頁面 </a:t>
            </a:r>
            <a:r>
              <a:rPr lang="en-US" altLang="zh-TW" dirty="0">
                <a:latin typeface="+mn-lt"/>
                <a:ea typeface="+mn-ea"/>
              </a:rPr>
              <a:t>(</a:t>
            </a:r>
            <a:r>
              <a:rPr lang="zh-TW" altLang="en-US" dirty="0">
                <a:latin typeface="+mn-lt"/>
                <a:ea typeface="+mn-ea"/>
              </a:rPr>
              <a:t>封面、文字、配色</a:t>
            </a:r>
            <a:r>
              <a:rPr lang="en-US" altLang="zh-TW" dirty="0">
                <a:latin typeface="+mn-lt"/>
                <a:ea typeface="+mn-ea"/>
              </a:rPr>
              <a:t>..)</a:t>
            </a:r>
            <a:r>
              <a:rPr lang="zh-TW" altLang="en-US" sz="1600" dirty="0">
                <a:latin typeface="+mn-lt"/>
                <a:ea typeface="+mn-ea"/>
              </a:rPr>
              <a:t>，剩下刪掉，開始製作簡報</a:t>
            </a:r>
            <a:endParaRPr lang="en-US" altLang="zh-TW" dirty="0">
              <a:latin typeface="+mn-lt"/>
              <a:ea typeface="+mn-ea"/>
            </a:endParaRPr>
          </a:p>
          <a:p>
            <a:pPr marL="252000" indent="-216000">
              <a:spcBef>
                <a:spcPts val="600"/>
              </a:spcBef>
              <a:buFont typeface="+mj-lt"/>
              <a:buAutoNum type="arabicPeriod"/>
            </a:pPr>
            <a:endParaRPr lang="en-US" altLang="zh-TW" sz="1600" dirty="0">
              <a:latin typeface="+mn-lt"/>
              <a:ea typeface="+mn-ea"/>
            </a:endParaRPr>
          </a:p>
        </p:txBody>
      </p:sp>
      <p:sp>
        <p:nvSpPr>
          <p:cNvPr id="2" name="文字方塊 1">
            <a:extLst>
              <a:ext uri="{FF2B5EF4-FFF2-40B4-BE49-F238E27FC236}">
                <a16:creationId xmlns:a16="http://schemas.microsoft.com/office/drawing/2014/main" id="{65CF8034-A39D-531F-A144-B45793A6077C}"/>
              </a:ext>
            </a:extLst>
          </p:cNvPr>
          <p:cNvSpPr txBox="1"/>
          <p:nvPr/>
        </p:nvSpPr>
        <p:spPr>
          <a:xfrm>
            <a:off x="-794" y="0"/>
            <a:ext cx="11520488" cy="307777"/>
          </a:xfrm>
          <a:prstGeom prst="rect">
            <a:avLst/>
          </a:prstGeom>
          <a:solidFill>
            <a:srgbClr val="FEF08A"/>
          </a:solidFill>
        </p:spPr>
        <p:txBody>
          <a:bodyPr wrap="square" rtlCol="0">
            <a:spAutoFit/>
          </a:bodyPr>
          <a:lstStyle/>
          <a:p>
            <a:pPr marL="252000" indent="-216000">
              <a:buFont typeface="+mj-lt"/>
              <a:buAutoNum type="arabicPeriod"/>
            </a:pPr>
            <a:r>
              <a:rPr kumimoji="1" lang="zh-TW" altLang="en-US">
                <a:solidFill>
                  <a:schemeClr val="tx1"/>
                </a:solidFill>
              </a:rPr>
              <a:t>待整體完成後重新確認本頁內容</a:t>
            </a:r>
            <a:endParaRPr kumimoji="1" lang="en-US" altLang="zh-TW">
              <a:solidFill>
                <a:schemeClr val="tx1"/>
              </a:solidFill>
            </a:endParaRPr>
          </a:p>
        </p:txBody>
      </p:sp>
      <p:sp>
        <p:nvSpPr>
          <p:cNvPr id="3" name="文字方塊 2">
            <a:extLst>
              <a:ext uri="{FF2B5EF4-FFF2-40B4-BE49-F238E27FC236}">
                <a16:creationId xmlns:a16="http://schemas.microsoft.com/office/drawing/2014/main" id="{75844F80-06E2-35BF-A9C4-3C1BF6CD2785}"/>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14"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2789434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7A1ACA-C372-4B8C-8BC1-E17975697F2F}"/>
              </a:ext>
            </a:extLst>
          </p:cNvPr>
          <p:cNvSpPr>
            <a:spLocks noGrp="1"/>
          </p:cNvSpPr>
          <p:nvPr>
            <p:ph type="title"/>
          </p:nvPr>
        </p:nvSpPr>
        <p:spPr>
          <a:prstGeom prst="rect">
            <a:avLst/>
          </a:prstGeom>
        </p:spPr>
        <p:txBody>
          <a:bodyPr/>
          <a:lstStyle/>
          <a:p>
            <a:r>
              <a:rPr lang="zh-TW" altLang="en-US"/>
              <a:t>純文字封面標題 </a:t>
            </a:r>
            <a:r>
              <a:rPr lang="en-US" altLang="zh-TW"/>
              <a:t>44 pt</a:t>
            </a:r>
            <a:endParaRPr lang="zh-TW" altLang="en-US"/>
          </a:p>
        </p:txBody>
      </p:sp>
      <p:sp>
        <p:nvSpPr>
          <p:cNvPr id="3" name="文字版面配置區 2">
            <a:extLst>
              <a:ext uri="{FF2B5EF4-FFF2-40B4-BE49-F238E27FC236}">
                <a16:creationId xmlns:a16="http://schemas.microsoft.com/office/drawing/2014/main" id="{16FA7565-0396-4A14-BCC3-99F5A4035A52}"/>
              </a:ext>
            </a:extLst>
          </p:cNvPr>
          <p:cNvSpPr>
            <a:spLocks noGrp="1"/>
          </p:cNvSpPr>
          <p:nvPr>
            <p:ph type="body" idx="1"/>
          </p:nvPr>
        </p:nvSpPr>
        <p:spPr>
          <a:prstGeom prst="rect">
            <a:avLst/>
          </a:prstGeom>
        </p:spPr>
        <p:txBody>
          <a:bodyPr anchor="t"/>
          <a:lstStyle/>
          <a:p>
            <a:r>
              <a:rPr lang="zh-TW" altLang="en-US"/>
              <a:t>封面副標</a:t>
            </a:r>
            <a:r>
              <a:rPr lang="en-US" altLang="zh-TW"/>
              <a:t> 28 pt</a:t>
            </a:r>
          </a:p>
        </p:txBody>
      </p:sp>
      <p:sp>
        <p:nvSpPr>
          <p:cNvPr id="4" name="文字版面配置區 3">
            <a:extLst>
              <a:ext uri="{FF2B5EF4-FFF2-40B4-BE49-F238E27FC236}">
                <a16:creationId xmlns:a16="http://schemas.microsoft.com/office/drawing/2014/main" id="{4E0324FD-5B2D-498E-A08A-4D201A8BA196}"/>
              </a:ext>
            </a:extLst>
          </p:cNvPr>
          <p:cNvSpPr>
            <a:spLocks noGrp="1"/>
          </p:cNvSpPr>
          <p:nvPr>
            <p:ph type="body" idx="2"/>
          </p:nvPr>
        </p:nvSpPr>
        <p:spPr>
          <a:prstGeom prst="rect">
            <a:avLst/>
          </a:prstGeom>
        </p:spPr>
        <p:txBody>
          <a:bodyPr/>
          <a:lstStyle/>
          <a:p>
            <a:r>
              <a:rPr lang="en-US" altLang="zh-TW"/>
              <a:t>YYYY.MM.DD 16 pt</a:t>
            </a:r>
          </a:p>
        </p:txBody>
      </p:sp>
    </p:spTree>
    <p:extLst>
      <p:ext uri="{BB962C8B-B14F-4D97-AF65-F5344CB8AC3E}">
        <p14:creationId xmlns:p14="http://schemas.microsoft.com/office/powerpoint/2010/main" val="954379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85E0BA-062F-09B6-C590-99704B80F031}"/>
              </a:ext>
            </a:extLst>
          </p:cNvPr>
          <p:cNvSpPr/>
          <p:nvPr/>
        </p:nvSpPr>
        <p:spPr>
          <a:xfrm>
            <a:off x="6546850" y="-5546"/>
            <a:ext cx="5292192" cy="6485721"/>
          </a:xfrm>
          <a:prstGeom prst="rect">
            <a:avLst/>
          </a:prstGeom>
          <a:solidFill>
            <a:srgbClr val="ECECEE">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descr="一張含有 美工圖案, 動畫卡通, 動畫, 卡通 的圖片&#10;&#10;自動產生的描述">
            <a:extLst>
              <a:ext uri="{FF2B5EF4-FFF2-40B4-BE49-F238E27FC236}">
                <a16:creationId xmlns:a16="http://schemas.microsoft.com/office/drawing/2014/main" id="{8B980523-A4B7-4D33-8B0C-E497EDDDE43C}"/>
              </a:ext>
            </a:extLst>
          </p:cNvPr>
          <p:cNvPicPr>
            <a:picLocks noChangeAspect="1"/>
          </p:cNvPicPr>
          <p:nvPr/>
        </p:nvPicPr>
        <p:blipFill>
          <a:blip r:embed="rId3"/>
          <a:stretch>
            <a:fillRect/>
          </a:stretch>
        </p:blipFill>
        <p:spPr>
          <a:xfrm>
            <a:off x="5865444" y="218661"/>
            <a:ext cx="7452745" cy="6470228"/>
          </a:xfrm>
          <a:prstGeom prst="rect">
            <a:avLst/>
          </a:prstGeom>
        </p:spPr>
      </p:pic>
      <p:sp>
        <p:nvSpPr>
          <p:cNvPr id="2" name="標題 1">
            <a:extLst>
              <a:ext uri="{FF2B5EF4-FFF2-40B4-BE49-F238E27FC236}">
                <a16:creationId xmlns:a16="http://schemas.microsoft.com/office/drawing/2014/main" id="{8C9BA2A0-E63D-4DC3-3E5D-BA0B4A5A2BC5}"/>
              </a:ext>
            </a:extLst>
          </p:cNvPr>
          <p:cNvSpPr>
            <a:spLocks noGrp="1" noChangeAspect="1"/>
          </p:cNvSpPr>
          <p:nvPr>
            <p:ph type="title"/>
          </p:nvPr>
        </p:nvSpPr>
        <p:spPr>
          <a:xfrm>
            <a:off x="1440000" y="2123963"/>
            <a:ext cx="5106850" cy="771623"/>
          </a:xfrm>
        </p:spPr>
        <p:txBody>
          <a:bodyPr wrap="square" anchor="t">
            <a:spAutoFit/>
          </a:bodyPr>
          <a:lstStyle/>
          <a:p>
            <a:r>
              <a:rPr lang="zh-TW" altLang="en-US" b="1"/>
              <a:t>有圖封面標題 </a:t>
            </a:r>
            <a:r>
              <a:rPr lang="en-US" altLang="zh-TW" b="1"/>
              <a:t>4</a:t>
            </a:r>
            <a:r>
              <a:rPr lang="en-US" altLang="zh-TW" b="1">
                <a:latin typeface="微軟正黑體" panose="020B0604030504040204" pitchFamily="34" charset="-120"/>
                <a:ea typeface="微軟正黑體" panose="020B0604030504040204" pitchFamily="34" charset="-120"/>
              </a:rPr>
              <a:t>4 pt</a:t>
            </a:r>
            <a:endParaRPr lang="en-US" b="1">
              <a:latin typeface="微軟正黑體" panose="020B0604030504040204" pitchFamily="34" charset="-120"/>
              <a:ea typeface="微軟正黑體" panose="020B0604030504040204" pitchFamily="34" charset="-120"/>
            </a:endParaRPr>
          </a:p>
        </p:txBody>
      </p:sp>
      <p:sp>
        <p:nvSpPr>
          <p:cNvPr id="3" name="文字版面配置區 2">
            <a:extLst>
              <a:ext uri="{FF2B5EF4-FFF2-40B4-BE49-F238E27FC236}">
                <a16:creationId xmlns:a16="http://schemas.microsoft.com/office/drawing/2014/main" id="{78DEA44A-DFA4-171F-DF40-957C78B3527D}"/>
              </a:ext>
            </a:extLst>
          </p:cNvPr>
          <p:cNvSpPr>
            <a:spLocks noGrp="1"/>
          </p:cNvSpPr>
          <p:nvPr>
            <p:ph type="body" idx="1"/>
          </p:nvPr>
        </p:nvSpPr>
        <p:spPr>
          <a:xfrm>
            <a:off x="1441038" y="3240088"/>
            <a:ext cx="5105812" cy="540000"/>
          </a:xfrm>
        </p:spPr>
        <p:txBody>
          <a:bodyPr anchor="t"/>
          <a:lstStyle/>
          <a:p>
            <a:r>
              <a:rPr lang="zh-TW" altLang="en-US" sz="2800" b="0">
                <a:latin typeface="微軟正黑體" panose="020B0604030504040204" pitchFamily="34" charset="-120"/>
                <a:ea typeface="微軟正黑體" panose="020B0604030504040204" pitchFamily="34" charset="-120"/>
              </a:rPr>
              <a:t>封面副標 </a:t>
            </a:r>
            <a:r>
              <a:rPr lang="en-US" altLang="zh-TW" sz="2800" b="0">
                <a:latin typeface="微軟正黑體" panose="020B0604030504040204" pitchFamily="34" charset="-120"/>
                <a:ea typeface="微軟正黑體" panose="020B0604030504040204" pitchFamily="34" charset="-120"/>
              </a:rPr>
              <a:t>28 pt</a:t>
            </a:r>
            <a:endParaRPr lang="en-US" sz="2800" b="0">
              <a:latin typeface="微軟正黑體" panose="020B0604030504040204" pitchFamily="34" charset="-120"/>
              <a:ea typeface="微軟正黑體" panose="020B0604030504040204" pitchFamily="34" charset="-120"/>
            </a:endParaRPr>
          </a:p>
        </p:txBody>
      </p:sp>
      <p:sp>
        <p:nvSpPr>
          <p:cNvPr id="4" name="文字版面配置區 3">
            <a:extLst>
              <a:ext uri="{FF2B5EF4-FFF2-40B4-BE49-F238E27FC236}">
                <a16:creationId xmlns:a16="http://schemas.microsoft.com/office/drawing/2014/main" id="{31A5AAC3-77CD-670B-4886-DC27F1F543B7}"/>
              </a:ext>
            </a:extLst>
          </p:cNvPr>
          <p:cNvSpPr>
            <a:spLocks noGrp="1"/>
          </p:cNvSpPr>
          <p:nvPr>
            <p:ph type="body" idx="2"/>
          </p:nvPr>
        </p:nvSpPr>
        <p:spPr>
          <a:xfrm>
            <a:off x="1452793" y="3895860"/>
            <a:ext cx="5105812" cy="360000"/>
          </a:xfrm>
        </p:spPr>
        <p:txBody>
          <a:bodyPr anchor="t"/>
          <a:lstStyle/>
          <a:p>
            <a:r>
              <a:rPr lang="en-US" altLang="zh-TW" sz="1600" b="0">
                <a:latin typeface="微軟正黑體" panose="020B0604030504040204" pitchFamily="34" charset="-120"/>
                <a:ea typeface="微軟正黑體" panose="020B0604030504040204" pitchFamily="34" charset="-120"/>
              </a:rPr>
              <a:t>YYYY.MM.DD 16 pt</a:t>
            </a:r>
            <a:endParaRPr lang="en-US" sz="1600" b="0">
              <a:latin typeface="微軟正黑體" panose="020B0604030504040204" pitchFamily="34" charset="-120"/>
              <a:ea typeface="微軟正黑體" panose="020B0604030504040204" pitchFamily="34" charset="-120"/>
            </a:endParaRPr>
          </a:p>
        </p:txBody>
      </p:sp>
      <p:pic>
        <p:nvPicPr>
          <p:cNvPr id="6" name="圖片 5" descr="一張含有 柳橙, 創造力, 南瓜 的圖片&#10;&#10;自動產生的描述">
            <a:extLst>
              <a:ext uri="{FF2B5EF4-FFF2-40B4-BE49-F238E27FC236}">
                <a16:creationId xmlns:a16="http://schemas.microsoft.com/office/drawing/2014/main" id="{BBA60B47-E695-4DA1-BE9B-D17B1A14079B}"/>
              </a:ext>
            </a:extLst>
          </p:cNvPr>
          <p:cNvPicPr>
            <a:picLocks noChangeAspect="1"/>
          </p:cNvPicPr>
          <p:nvPr/>
        </p:nvPicPr>
        <p:blipFill>
          <a:blip r:embed="rId4"/>
          <a:stretch>
            <a:fillRect/>
          </a:stretch>
        </p:blipFill>
        <p:spPr>
          <a:xfrm>
            <a:off x="6482778" y="4220742"/>
            <a:ext cx="6053881" cy="2631844"/>
          </a:xfrm>
          <a:prstGeom prst="rect">
            <a:avLst/>
          </a:prstGeom>
        </p:spPr>
      </p:pic>
      <p:sp>
        <p:nvSpPr>
          <p:cNvPr id="10" name="文字方塊 9">
            <a:extLst>
              <a:ext uri="{FF2B5EF4-FFF2-40B4-BE49-F238E27FC236}">
                <a16:creationId xmlns:a16="http://schemas.microsoft.com/office/drawing/2014/main" id="{94FBD3AA-C3DC-8117-244B-57A3C38C4AB7}"/>
              </a:ext>
            </a:extLst>
          </p:cNvPr>
          <p:cNvSpPr txBox="1"/>
          <p:nvPr/>
        </p:nvSpPr>
        <p:spPr>
          <a:xfrm>
            <a:off x="6482778" y="97897"/>
            <a:ext cx="2608261" cy="523220"/>
          </a:xfrm>
          <a:prstGeom prst="rect">
            <a:avLst/>
          </a:prstGeom>
          <a:noFill/>
        </p:spPr>
        <p:txBody>
          <a:bodyPr wrap="square">
            <a:spAutoFit/>
          </a:bodyPr>
          <a:lstStyle/>
          <a:p>
            <a:r>
              <a:rPr kumimoji="1" lang="zh-TW" altLang="en-US">
                <a:solidFill>
                  <a:schemeClr val="tx1"/>
                </a:solidFill>
                <a:latin typeface="微軟正黑體" panose="020B0604030504040204" pitchFamily="34" charset="-120"/>
                <a:ea typeface="微軟正黑體" panose="020B0604030504040204" pitchFamily="34" charset="-120"/>
              </a:rPr>
              <a:t>*圖片放於灰底處，占畫面比例 </a:t>
            </a:r>
            <a:endParaRPr kumimoji="1" lang="en-US" altLang="zh-TW">
              <a:solidFill>
                <a:schemeClr val="tx1"/>
              </a:solidFill>
              <a:latin typeface="微軟正黑體" panose="020B0604030504040204" pitchFamily="34" charset="-120"/>
              <a:ea typeface="微軟正黑體" panose="020B0604030504040204" pitchFamily="34" charset="-120"/>
            </a:endParaRPr>
          </a:p>
          <a:p>
            <a:r>
              <a:rPr kumimoji="1" lang="zh-TW" altLang="en-US">
                <a:solidFill>
                  <a:schemeClr val="tx1"/>
                </a:solidFill>
                <a:latin typeface="微軟正黑體" panose="020B0604030504040204" pitchFamily="34" charset="-120"/>
                <a:ea typeface="微軟正黑體" panose="020B0604030504040204" pitchFamily="34" charset="-120"/>
              </a:rPr>
              <a:t>  約三分之一到二分之一之間</a:t>
            </a:r>
            <a:endParaRPr lang="zh-TW" altLang="en-US">
              <a:solidFill>
                <a:schemeClr val="tx1"/>
              </a:solidFill>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F9EBC44A-BF8F-9F84-0CF0-A888D7590F5B}"/>
              </a:ext>
            </a:extLst>
          </p:cNvPr>
          <p:cNvSpPr txBox="1"/>
          <p:nvPr/>
        </p:nvSpPr>
        <p:spPr>
          <a:xfrm>
            <a:off x="0" y="9538"/>
            <a:ext cx="11520488" cy="954107"/>
          </a:xfrm>
          <a:prstGeom prst="rect">
            <a:avLst/>
          </a:prstGeom>
          <a:solidFill>
            <a:srgbClr val="FEF08A"/>
          </a:solidFill>
        </p:spPr>
        <p:txBody>
          <a:bodyPr wrap="square" rtlCol="0">
            <a:spAutoFit/>
          </a:bodyPr>
          <a:lstStyle/>
          <a:p>
            <a:pPr marL="252000" indent="-216000">
              <a:buFont typeface="+mj-lt"/>
              <a:buAutoNum type="arabicPeriod"/>
            </a:pPr>
            <a:r>
              <a:rPr kumimoji="1" lang="en-US" altLang="zh-TW">
                <a:solidFill>
                  <a:schemeClr val="bg2"/>
                </a:solidFill>
              </a:rPr>
              <a:t>@</a:t>
            </a:r>
            <a:r>
              <a:rPr kumimoji="1" lang="zh-TW" altLang="en-US">
                <a:solidFill>
                  <a:schemeClr val="bg2"/>
                </a:solidFill>
              </a:rPr>
              <a:t>薇淳</a:t>
            </a:r>
            <a:r>
              <a:rPr kumimoji="1" lang="en-US" altLang="zh-TW">
                <a:solidFill>
                  <a:schemeClr val="bg2"/>
                </a:solidFill>
              </a:rPr>
              <a:t>: </a:t>
            </a:r>
            <a:r>
              <a:rPr kumimoji="1" lang="zh-TW" altLang="en-US">
                <a:solidFill>
                  <a:schemeClr val="bg2"/>
                </a:solidFill>
              </a:rPr>
              <a:t>有圖才使用的封面格式，圖片放置格式為圖片占畫面比例約三分之一到二分之一之間</a:t>
            </a:r>
            <a:br>
              <a:rPr kumimoji="1" lang="en-US" altLang="zh-TW">
                <a:solidFill>
                  <a:schemeClr val="bg2"/>
                </a:solidFill>
              </a:rPr>
            </a:br>
            <a:r>
              <a:rPr kumimoji="1" lang="zh-TW" altLang="en-US">
                <a:solidFill>
                  <a:schemeClr val="bg2"/>
                </a:solidFill>
              </a:rPr>
              <a:t>有圖時，標題字不可超過中線一個中文字符，適當斷行或換句話說</a:t>
            </a:r>
            <a:endParaRPr kumimoji="1" lang="en-US" altLang="zh-TW">
              <a:solidFill>
                <a:schemeClr val="bg2"/>
              </a:solidFill>
            </a:endParaRPr>
          </a:p>
          <a:p>
            <a:pPr marL="252000" indent="-216000">
              <a:buFont typeface="+mj-lt"/>
              <a:buAutoNum type="arabicPeriod"/>
            </a:pPr>
            <a:r>
              <a:rPr kumimoji="1" lang="en-US" altLang="zh-TW">
                <a:solidFill>
                  <a:schemeClr val="tx1"/>
                </a:solidFill>
              </a:rPr>
              <a:t>dirty: </a:t>
            </a:r>
            <a:r>
              <a:rPr kumimoji="1" lang="zh-TW" altLang="en-US">
                <a:solidFill>
                  <a:schemeClr val="tx1"/>
                </a:solidFill>
              </a:rPr>
              <a:t>上面這種提醒的文字未來要寫在哪？</a:t>
            </a:r>
            <a:br>
              <a:rPr kumimoji="1" lang="en-US" altLang="zh-TW">
                <a:solidFill>
                  <a:schemeClr val="tx1"/>
                </a:solidFill>
              </a:rPr>
            </a:br>
            <a:r>
              <a:rPr kumimoji="1" lang="en-US" altLang="zh-TW">
                <a:solidFill>
                  <a:schemeClr val="bg2"/>
                </a:solidFill>
              </a:rPr>
              <a:t>@shannon: </a:t>
            </a:r>
            <a:r>
              <a:rPr kumimoji="1" lang="zh-TW" altLang="en-US">
                <a:solidFill>
                  <a:schemeClr val="bg2"/>
                </a:solidFill>
              </a:rPr>
              <a:t>文字長度已設定於簡報中，圖片位置提醒文字直接寫在簡報中</a:t>
            </a:r>
            <a:endParaRPr kumimoji="1" lang="en-US" altLang="zh-TW">
              <a:solidFill>
                <a:schemeClr val="bg2"/>
              </a:solidFill>
            </a:endParaRPr>
          </a:p>
        </p:txBody>
      </p:sp>
      <p:sp>
        <p:nvSpPr>
          <p:cNvPr id="8" name="文字方塊 7">
            <a:extLst>
              <a:ext uri="{FF2B5EF4-FFF2-40B4-BE49-F238E27FC236}">
                <a16:creationId xmlns:a16="http://schemas.microsoft.com/office/drawing/2014/main" id="{D7D6C46B-4769-1BDE-1B3A-D2103711D63C}"/>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5"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4162398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3FB9D81-0F48-5C4B-FD8E-45FA9A0CE18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A62BAA1B-47D9-C513-2448-372A68712142}"/>
              </a:ext>
            </a:extLst>
          </p:cNvPr>
          <p:cNvSpPr/>
          <p:nvPr/>
        </p:nvSpPr>
        <p:spPr>
          <a:xfrm>
            <a:off x="6217948" y="0"/>
            <a:ext cx="5292192" cy="6485721"/>
          </a:xfrm>
          <a:prstGeom prst="rect">
            <a:avLst/>
          </a:prstGeom>
          <a:solidFill>
            <a:srgbClr val="ECECEE">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5CA50461-AB62-5463-5ACE-181C59C44AC5}"/>
              </a:ext>
            </a:extLst>
          </p:cNvPr>
          <p:cNvSpPr>
            <a:spLocks noGrp="1" noChangeAspect="1"/>
          </p:cNvSpPr>
          <p:nvPr>
            <p:ph type="title"/>
          </p:nvPr>
        </p:nvSpPr>
        <p:spPr/>
        <p:txBody>
          <a:bodyPr wrap="square" anchor="t">
            <a:noAutofit/>
          </a:bodyPr>
          <a:lstStyle/>
          <a:p>
            <a:r>
              <a:rPr lang="zh-TW" altLang="en-US" sz="3600">
                <a:latin typeface="Microsoft JhengHei"/>
                <a:ea typeface="Microsoft JhengHei"/>
                <a:cs typeface="Microsoft JhengHei"/>
                <a:sym typeface="Microsoft JhengHei"/>
              </a:rPr>
              <a:t>章節標題 </a:t>
            </a:r>
            <a:r>
              <a:rPr lang="en-US" altLang="zh-TW" sz="3600">
                <a:latin typeface="Microsoft JhengHei"/>
                <a:ea typeface="Microsoft JhengHei"/>
                <a:cs typeface="Microsoft JhengHei"/>
                <a:sym typeface="Microsoft JhengHei"/>
              </a:rPr>
              <a:t>36 pt</a:t>
            </a:r>
            <a:endParaRPr lang="zh-TW" altLang="en-US"/>
          </a:p>
        </p:txBody>
      </p:sp>
      <p:sp>
        <p:nvSpPr>
          <p:cNvPr id="6" name="文字版面配置區 5">
            <a:extLst>
              <a:ext uri="{FF2B5EF4-FFF2-40B4-BE49-F238E27FC236}">
                <a16:creationId xmlns:a16="http://schemas.microsoft.com/office/drawing/2014/main" id="{B299BE0C-069C-5189-BC1F-92742ADBC8B9}"/>
              </a:ext>
            </a:extLst>
          </p:cNvPr>
          <p:cNvSpPr>
            <a:spLocks noGrp="1" noChangeAspect="1"/>
          </p:cNvSpPr>
          <p:nvPr>
            <p:ph type="body" idx="2"/>
          </p:nvPr>
        </p:nvSpPr>
        <p:spPr>
          <a:xfrm>
            <a:off x="1462611" y="3242650"/>
            <a:ext cx="4765685" cy="1534908"/>
          </a:xfrm>
        </p:spPr>
        <p:txBody>
          <a:bodyPr anchor="t">
            <a:spAutoFit/>
          </a:bodyPr>
          <a:lstStyle/>
          <a:p>
            <a:pPr indent="-216000">
              <a:lnSpc>
                <a:spcPct val="130000"/>
              </a:lnSpc>
            </a:pPr>
            <a:r>
              <a:rPr lang="zh-TW" altLang="en-US" dirty="0"/>
              <a:t>這是一個很長很長很長很長的章節副標這是一個很長很長很長很長的章節副標</a:t>
            </a:r>
            <a:r>
              <a:rPr lang="en-US" altLang="zh-TW" dirty="0"/>
              <a:t>24pt</a:t>
            </a:r>
          </a:p>
        </p:txBody>
      </p:sp>
      <p:sp>
        <p:nvSpPr>
          <p:cNvPr id="5" name="文字方塊 4">
            <a:extLst>
              <a:ext uri="{FF2B5EF4-FFF2-40B4-BE49-F238E27FC236}">
                <a16:creationId xmlns:a16="http://schemas.microsoft.com/office/drawing/2014/main" id="{26877356-3A32-99DA-0D54-43C3BBC7441F}"/>
              </a:ext>
            </a:extLst>
          </p:cNvPr>
          <p:cNvSpPr txBox="1"/>
          <p:nvPr/>
        </p:nvSpPr>
        <p:spPr>
          <a:xfrm>
            <a:off x="-794" y="-27220"/>
            <a:ext cx="11520488" cy="523220"/>
          </a:xfrm>
          <a:prstGeom prst="rect">
            <a:avLst/>
          </a:prstGeom>
          <a:solidFill>
            <a:srgbClr val="FEF08A"/>
          </a:solidFill>
        </p:spPr>
        <p:txBody>
          <a:bodyPr wrap="square" rtlCol="0">
            <a:spAutoFit/>
          </a:bodyPr>
          <a:lstStyle/>
          <a:p>
            <a:pPr marL="252000" indent="-216000">
              <a:buFont typeface="標準系統字體"/>
              <a:buChar char="○"/>
            </a:pPr>
            <a:r>
              <a:rPr kumimoji="1" lang="zh-TW" altLang="en-US">
                <a:solidFill>
                  <a:schemeClr val="bg2"/>
                </a:solidFill>
              </a:rPr>
              <a:t>若需要放圖，圖片放於右半邊，占畫面比例約三分之一到二分之一之間</a:t>
            </a:r>
            <a:endParaRPr kumimoji="1" lang="en-US" altLang="zh-TW">
              <a:solidFill>
                <a:schemeClr val="bg2"/>
              </a:solidFill>
            </a:endParaRPr>
          </a:p>
          <a:p>
            <a:pPr marL="252000" indent="-216000">
              <a:buFont typeface="標準系統字體"/>
              <a:buChar char="○"/>
            </a:pPr>
            <a:r>
              <a:rPr lang="zh-TW" altLang="en-US"/>
              <a:t>調整</a:t>
            </a:r>
            <a:r>
              <a:rPr lang="zh-TW" altLang="en-US">
                <a:solidFill>
                  <a:schemeClr val="bg2"/>
                </a:solidFill>
              </a:rPr>
              <a:t>副標行高、故意打一個很長的副標題</a:t>
            </a:r>
            <a:endParaRPr lang="en-US" altLang="zh-TW">
              <a:solidFill>
                <a:schemeClr val="bg2"/>
              </a:solidFill>
            </a:endParaRPr>
          </a:p>
        </p:txBody>
      </p:sp>
      <p:sp>
        <p:nvSpPr>
          <p:cNvPr id="3" name="文字方塊 2">
            <a:extLst>
              <a:ext uri="{FF2B5EF4-FFF2-40B4-BE49-F238E27FC236}">
                <a16:creationId xmlns:a16="http://schemas.microsoft.com/office/drawing/2014/main" id="{F634608B-EAC3-4503-8F68-D4CAA78BF69E}"/>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3"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
        <p:nvSpPr>
          <p:cNvPr id="10" name="文字方塊 9">
            <a:extLst>
              <a:ext uri="{FF2B5EF4-FFF2-40B4-BE49-F238E27FC236}">
                <a16:creationId xmlns:a16="http://schemas.microsoft.com/office/drawing/2014/main" id="{7D72EC68-BA8C-F755-9A42-7354A92207AA}"/>
              </a:ext>
            </a:extLst>
          </p:cNvPr>
          <p:cNvSpPr txBox="1"/>
          <p:nvPr/>
        </p:nvSpPr>
        <p:spPr>
          <a:xfrm>
            <a:off x="6217948" y="195620"/>
            <a:ext cx="2899664" cy="523220"/>
          </a:xfrm>
          <a:prstGeom prst="rect">
            <a:avLst/>
          </a:prstGeom>
          <a:noFill/>
        </p:spPr>
        <p:txBody>
          <a:bodyPr wrap="square">
            <a:spAutoFit/>
          </a:bodyPr>
          <a:lstStyle/>
          <a:p>
            <a:r>
              <a:rPr kumimoji="1" lang="zh-TW" altLang="en-US">
                <a:solidFill>
                  <a:schemeClr val="tx1"/>
                </a:solidFill>
                <a:latin typeface="微軟正黑體" panose="020B0604030504040204" pitchFamily="34" charset="-120"/>
                <a:ea typeface="微軟正黑體" panose="020B0604030504040204" pitchFamily="34" charset="-120"/>
              </a:rPr>
              <a:t>*若需放圖，放於灰底處，占畫面</a:t>
            </a:r>
            <a:endParaRPr kumimoji="1" lang="en-US" altLang="zh-TW">
              <a:solidFill>
                <a:schemeClr val="tx1"/>
              </a:solidFill>
              <a:latin typeface="微軟正黑體" panose="020B0604030504040204" pitchFamily="34" charset="-120"/>
              <a:ea typeface="微軟正黑體" panose="020B0604030504040204" pitchFamily="34" charset="-120"/>
            </a:endParaRPr>
          </a:p>
          <a:p>
            <a:r>
              <a:rPr kumimoji="1" lang="zh-TW" altLang="en-US">
                <a:solidFill>
                  <a:schemeClr val="tx1"/>
                </a:solidFill>
                <a:latin typeface="微軟正黑體" panose="020B0604030504040204" pitchFamily="34" charset="-120"/>
                <a:ea typeface="微軟正黑體" panose="020B0604030504040204" pitchFamily="34" charset="-120"/>
              </a:rPr>
              <a:t>  比例約三分之一到二分之一之間</a:t>
            </a:r>
            <a:endParaRPr lang="zh-TW" altLang="en-US">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245869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3EF168D9-B94A-EA5F-47A2-A4FFABF9C28F}"/>
            </a:ext>
          </a:extLst>
        </p:cNvPr>
        <p:cNvGrpSpPr/>
        <p:nvPr/>
      </p:nvGrpSpPr>
      <p:grpSpPr>
        <a:xfrm>
          <a:off x="0" y="0"/>
          <a:ext cx="0" cy="0"/>
          <a:chOff x="0" y="0"/>
          <a:chExt cx="0" cy="0"/>
        </a:xfrm>
      </p:grpSpPr>
      <p:sp>
        <p:nvSpPr>
          <p:cNvPr id="48" name="Google Shape;48;p3">
            <a:extLst>
              <a:ext uri="{FF2B5EF4-FFF2-40B4-BE49-F238E27FC236}">
                <a16:creationId xmlns:a16="http://schemas.microsoft.com/office/drawing/2014/main" id="{9258D298-F0BA-6A14-7F74-3ACBEFC6ED57}"/>
              </a:ext>
            </a:extLst>
          </p:cNvPr>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t>文字設定說明</a:t>
            </a:r>
            <a:endParaRPr/>
          </a:p>
        </p:txBody>
      </p:sp>
      <p:sp>
        <p:nvSpPr>
          <p:cNvPr id="4" name="文字版面配置區 3">
            <a:extLst>
              <a:ext uri="{FF2B5EF4-FFF2-40B4-BE49-F238E27FC236}">
                <a16:creationId xmlns:a16="http://schemas.microsoft.com/office/drawing/2014/main" id="{3A1D7382-6565-89A9-B733-265D5169F141}"/>
              </a:ext>
            </a:extLst>
          </p:cNvPr>
          <p:cNvSpPr>
            <a:spLocks noGrp="1"/>
          </p:cNvSpPr>
          <p:nvPr>
            <p:ph type="body" idx="10"/>
          </p:nvPr>
        </p:nvSpPr>
        <p:spPr>
          <a:xfrm>
            <a:off x="179388" y="900112"/>
            <a:ext cx="7380287" cy="5219701"/>
          </a:xfrm>
          <a:prstGeom prst="rect">
            <a:avLst/>
          </a:prstGeom>
        </p:spPr>
        <p:txBody>
          <a:bodyPr/>
          <a:lstStyle/>
          <a:p>
            <a:pPr>
              <a:lnSpc>
                <a:spcPct val="130000"/>
              </a:lnSpc>
              <a:buSzPct val="100000"/>
            </a:pPr>
            <a:r>
              <a:rPr lang="zh-TW" altLang="en-US" dirty="0">
                <a:latin typeface="+mn-lt"/>
                <a:ea typeface="+mn-ea"/>
              </a:rPr>
              <a:t>內文規格</a:t>
            </a:r>
            <a:endParaRPr lang="en-US" altLang="zh-TW" dirty="0">
              <a:latin typeface="+mn-lt"/>
              <a:ea typeface="+mn-ea"/>
            </a:endParaRPr>
          </a:p>
          <a:p>
            <a:pPr lvl="1"/>
            <a:r>
              <a:rPr lang="zh-TW" altLang="en-US" dirty="0">
                <a:latin typeface="+mn-lt"/>
                <a:ea typeface="+mn-ea"/>
              </a:rPr>
              <a:t>先決定</a:t>
            </a:r>
            <a:r>
              <a:rPr lang="zh-TW" altLang="en-US" u="sng" dirty="0">
                <a:latin typeface="+mn-lt"/>
                <a:ea typeface="+mn-ea"/>
              </a:rPr>
              <a:t>內文</a:t>
            </a:r>
            <a:r>
              <a:rPr lang="en-US" altLang="zh-TW" u="sng" dirty="0">
                <a:latin typeface="+mn-lt"/>
                <a:ea typeface="+mn-ea"/>
              </a:rPr>
              <a:t>(</a:t>
            </a:r>
            <a:r>
              <a:rPr lang="af-ZA" altLang="zh-TW" u="sng" dirty="0">
                <a:latin typeface="+mn-lt"/>
                <a:ea typeface="+mn-ea"/>
              </a:rPr>
              <a:t>Main Copy)</a:t>
            </a:r>
            <a:r>
              <a:rPr lang="zh-TW" altLang="en-US" dirty="0">
                <a:latin typeface="+mn-lt"/>
                <a:ea typeface="+mn-ea"/>
              </a:rPr>
              <a:t>的字型大小 </a:t>
            </a:r>
            <a:r>
              <a:rPr lang="en-US" altLang="zh-TW" dirty="0">
                <a:latin typeface="+mn-lt"/>
                <a:ea typeface="+mn-ea"/>
              </a:rPr>
              <a:t>(</a:t>
            </a:r>
            <a:r>
              <a:rPr lang="zh-TW" altLang="en-US" dirty="0">
                <a:latin typeface="+mn-lt"/>
                <a:ea typeface="+mn-ea"/>
                <a:hlinkClick r:id="rId3" action="ppaction://hlinksldjump"/>
              </a:rPr>
              <a:t>內文</a:t>
            </a:r>
            <a:r>
              <a:rPr lang="en-US" altLang="zh-TW" dirty="0">
                <a:latin typeface="+mn-lt"/>
                <a:ea typeface="+mn-ea"/>
                <a:hlinkClick r:id="rId3" action="ppaction://hlinksldjump"/>
              </a:rPr>
              <a:t>16</a:t>
            </a:r>
            <a:r>
              <a:rPr lang="en-US" altLang="zh-TW" dirty="0">
                <a:latin typeface="+mn-lt"/>
                <a:ea typeface="+mn-ea"/>
              </a:rPr>
              <a:t>/</a:t>
            </a:r>
            <a:r>
              <a:rPr lang="zh-TW" altLang="en-US" dirty="0">
                <a:latin typeface="+mn-lt"/>
                <a:ea typeface="+mn-ea"/>
                <a:hlinkClick r:id="rId4" action="ppaction://hlinksldjump"/>
              </a:rPr>
              <a:t>內文</a:t>
            </a:r>
            <a:r>
              <a:rPr lang="en-US" altLang="zh-TW" dirty="0">
                <a:latin typeface="+mn-lt"/>
                <a:ea typeface="+mn-ea"/>
                <a:hlinkClick r:id="rId4" action="ppaction://hlinksldjump"/>
              </a:rPr>
              <a:t>14</a:t>
            </a:r>
            <a:r>
              <a:rPr lang="en-US" altLang="zh-TW" dirty="0">
                <a:latin typeface="+mn-lt"/>
                <a:ea typeface="+mn-ea"/>
              </a:rPr>
              <a:t>)</a:t>
            </a:r>
            <a:endParaRPr lang="af-ZA" altLang="zh-TW" dirty="0">
              <a:latin typeface="+mn-lt"/>
              <a:ea typeface="+mn-ea"/>
            </a:endParaRPr>
          </a:p>
          <a:p>
            <a:pPr lvl="1">
              <a:lnSpc>
                <a:spcPct val="130000"/>
              </a:lnSpc>
              <a:spcBef>
                <a:spcPts val="0"/>
              </a:spcBef>
              <a:buSzPct val="100000"/>
            </a:pPr>
            <a:r>
              <a:rPr lang="zh-TW" altLang="en-US" sz="1400" u="sng" dirty="0">
                <a:latin typeface="+mn-lt"/>
                <a:ea typeface="+mn-ea"/>
                <a:cs typeface="Microsoft JhengHei"/>
                <a:sym typeface="Microsoft JhengHei"/>
              </a:rPr>
              <a:t>內文</a:t>
            </a:r>
            <a:r>
              <a:rPr lang="zh-TW" altLang="en-US" sz="1400" dirty="0">
                <a:latin typeface="+mn-lt"/>
                <a:ea typeface="+mn-ea"/>
                <a:cs typeface="Microsoft JhengHei"/>
                <a:sym typeface="Microsoft JhengHei"/>
              </a:rPr>
              <a:t>為單頁最多</a:t>
            </a:r>
            <a:r>
              <a:rPr lang="en-US" altLang="zh-TW" sz="1400" dirty="0">
                <a:latin typeface="+mn-lt"/>
                <a:ea typeface="+mn-ea"/>
                <a:cs typeface="Microsoft JhengHei"/>
                <a:sym typeface="Microsoft JhengHei"/>
              </a:rPr>
              <a:t>/</a:t>
            </a:r>
            <a:r>
              <a:rPr lang="zh-TW" altLang="en-US" sz="1400" dirty="0">
                <a:latin typeface="+mn-lt"/>
                <a:ea typeface="+mn-ea"/>
                <a:cs typeface="Microsoft JhengHei"/>
                <a:sym typeface="Microsoft JhengHei"/>
              </a:rPr>
              <a:t>主要段落的文字</a:t>
            </a:r>
          </a:p>
          <a:p>
            <a:pPr lvl="1">
              <a:lnSpc>
                <a:spcPct val="130000"/>
              </a:lnSpc>
              <a:spcBef>
                <a:spcPts val="0"/>
              </a:spcBef>
              <a:buSzPct val="100000"/>
            </a:pPr>
            <a:r>
              <a:rPr lang="zh-TW" altLang="en-US" sz="1400" dirty="0">
                <a:latin typeface="+mn-lt"/>
                <a:ea typeface="+mn-ea"/>
                <a:cs typeface="Microsoft JhengHei"/>
                <a:sym typeface="Microsoft JhengHei"/>
              </a:rPr>
              <a:t>依整份簡報的內容決定，以不壅擠且不超出輔助線區域為準</a:t>
            </a:r>
          </a:p>
          <a:p>
            <a:pPr>
              <a:lnSpc>
                <a:spcPct val="130000"/>
              </a:lnSpc>
              <a:spcBef>
                <a:spcPts val="600"/>
              </a:spcBef>
              <a:buSzPct val="100000"/>
            </a:pPr>
            <a:r>
              <a:rPr lang="zh-TW" altLang="en-US" dirty="0">
                <a:latin typeface="+mn-lt"/>
                <a:ea typeface="+mn-ea"/>
              </a:rPr>
              <a:t>文字層級</a:t>
            </a:r>
            <a:endParaRPr lang="en-US" altLang="zh-TW" dirty="0">
              <a:latin typeface="+mn-lt"/>
              <a:ea typeface="+mn-ea"/>
            </a:endParaRPr>
          </a:p>
          <a:p>
            <a:pPr lvl="1"/>
            <a:r>
              <a:rPr lang="zh-TW" altLang="en-US" dirty="0">
                <a:latin typeface="+mn-lt"/>
                <a:ea typeface="+mn-ea"/>
              </a:rPr>
              <a:t>該頁如需其他層級的文字，從</a:t>
            </a:r>
            <a:r>
              <a:rPr lang="zh-TW" altLang="en-US" u="sng" dirty="0">
                <a:latin typeface="+mn-lt"/>
                <a:ea typeface="+mn-ea"/>
              </a:rPr>
              <a:t>內文</a:t>
            </a:r>
            <a:r>
              <a:rPr lang="zh-TW" altLang="en-US" dirty="0">
                <a:latin typeface="+mn-lt"/>
                <a:ea typeface="+mn-ea"/>
              </a:rPr>
              <a:t>去拓展</a:t>
            </a:r>
          </a:p>
          <a:p>
            <a:pPr lvl="1">
              <a:lnSpc>
                <a:spcPct val="130000"/>
              </a:lnSpc>
              <a:spcBef>
                <a:spcPts val="0"/>
              </a:spcBef>
              <a:buSzPct val="100000"/>
            </a:pPr>
            <a:r>
              <a:rPr lang="zh-TW" altLang="en-US" sz="1400" dirty="0">
                <a:latin typeface="+mn-lt"/>
                <a:ea typeface="+mn-ea"/>
                <a:cs typeface="Microsoft JhengHei"/>
                <a:sym typeface="Microsoft JhengHei"/>
              </a:rPr>
              <a:t>原則一個層級差距為 </a:t>
            </a:r>
            <a:r>
              <a:rPr lang="en-US" altLang="zh-TW" sz="1400" dirty="0">
                <a:latin typeface="+mn-lt"/>
                <a:ea typeface="+mn-ea"/>
                <a:cs typeface="Microsoft JhengHei"/>
                <a:sym typeface="Microsoft JhengHei"/>
              </a:rPr>
              <a:t>2 </a:t>
            </a:r>
            <a:r>
              <a:rPr lang="zh-TW" altLang="en-US" sz="1400" dirty="0">
                <a:latin typeface="+mn-lt"/>
                <a:ea typeface="+mn-ea"/>
                <a:cs typeface="Microsoft JhengHei"/>
                <a:sym typeface="Microsoft JhengHei"/>
              </a:rPr>
              <a:t>個單位</a:t>
            </a:r>
          </a:p>
          <a:p>
            <a:pPr lvl="1">
              <a:lnSpc>
                <a:spcPct val="130000"/>
              </a:lnSpc>
              <a:spcBef>
                <a:spcPts val="0"/>
              </a:spcBef>
              <a:buSzPct val="100000"/>
            </a:pPr>
            <a:r>
              <a:rPr lang="zh-TW" altLang="en-US" sz="1400" dirty="0">
                <a:latin typeface="+mn-lt"/>
                <a:ea typeface="+mn-ea"/>
                <a:cs typeface="Microsoft JhengHei"/>
                <a:sym typeface="Microsoft JhengHei"/>
              </a:rPr>
              <a:t>當只需要一個層級的標題時，使用</a:t>
            </a:r>
            <a:r>
              <a:rPr lang="zh-TW" altLang="en-US" sz="1400" u="sng" dirty="0">
                <a:latin typeface="+mn-lt"/>
                <a:ea typeface="+mn-ea"/>
                <a:cs typeface="Microsoft JhengHei"/>
                <a:sym typeface="Microsoft JhengHei"/>
              </a:rPr>
              <a:t>標題</a:t>
            </a:r>
            <a:r>
              <a:rPr lang="en-US" altLang="zh-TW" sz="1400" u="sng" dirty="0">
                <a:latin typeface="+mn-lt"/>
                <a:ea typeface="+mn-ea"/>
                <a:cs typeface="Microsoft JhengHei"/>
                <a:sym typeface="Microsoft JhengHei"/>
              </a:rPr>
              <a:t>2</a:t>
            </a:r>
            <a:r>
              <a:rPr lang="zh-TW" altLang="en-US" sz="1400" dirty="0">
                <a:latin typeface="+mn-lt"/>
                <a:ea typeface="+mn-ea"/>
                <a:cs typeface="Microsoft JhengHei"/>
                <a:sym typeface="Microsoft JhengHei"/>
              </a:rPr>
              <a:t>＋</a:t>
            </a:r>
            <a:r>
              <a:rPr lang="zh-TW" altLang="en-US" sz="1400" u="sng" dirty="0">
                <a:latin typeface="+mn-lt"/>
                <a:ea typeface="+mn-ea"/>
                <a:cs typeface="Microsoft JhengHei"/>
                <a:sym typeface="Microsoft JhengHei"/>
              </a:rPr>
              <a:t>內文</a:t>
            </a:r>
            <a:r>
              <a:rPr lang="zh-TW" altLang="en-US" sz="1400" dirty="0">
                <a:latin typeface="+mn-lt"/>
                <a:ea typeface="+mn-ea"/>
                <a:cs typeface="Microsoft JhengHei"/>
                <a:sym typeface="Microsoft JhengHei"/>
              </a:rPr>
              <a:t>，而非</a:t>
            </a:r>
            <a:r>
              <a:rPr lang="zh-TW" altLang="en-US" sz="1400" u="sng" dirty="0">
                <a:latin typeface="+mn-lt"/>
                <a:ea typeface="+mn-ea"/>
                <a:cs typeface="Microsoft JhengHei"/>
                <a:sym typeface="Microsoft JhengHei"/>
              </a:rPr>
              <a:t>標題</a:t>
            </a:r>
            <a:r>
              <a:rPr lang="en-US" altLang="zh-TW" sz="1400" u="sng" dirty="0">
                <a:latin typeface="+mn-lt"/>
                <a:ea typeface="+mn-ea"/>
                <a:cs typeface="Microsoft JhengHei"/>
                <a:sym typeface="Microsoft JhengHei"/>
              </a:rPr>
              <a:t>1</a:t>
            </a:r>
            <a:r>
              <a:rPr lang="zh-TW" altLang="en-US" sz="1400" dirty="0">
                <a:latin typeface="+mn-lt"/>
                <a:ea typeface="+mn-ea"/>
                <a:cs typeface="Microsoft JhengHei"/>
                <a:sym typeface="Microsoft JhengHei"/>
              </a:rPr>
              <a:t>＋</a:t>
            </a:r>
            <a:r>
              <a:rPr lang="zh-TW" altLang="en-US" sz="1400" u="sng" dirty="0">
                <a:latin typeface="+mn-lt"/>
                <a:ea typeface="+mn-ea"/>
                <a:cs typeface="Microsoft JhengHei"/>
                <a:sym typeface="Microsoft JhengHei"/>
              </a:rPr>
              <a:t>內文</a:t>
            </a:r>
          </a:p>
          <a:p>
            <a:pPr>
              <a:lnSpc>
                <a:spcPct val="130000"/>
              </a:lnSpc>
              <a:spcBef>
                <a:spcPts val="600"/>
              </a:spcBef>
              <a:buSzPct val="100000"/>
            </a:pPr>
            <a:r>
              <a:rPr lang="zh-TW" altLang="en-US" dirty="0">
                <a:latin typeface="+mn-lt"/>
                <a:ea typeface="+mn-ea"/>
              </a:rPr>
              <a:t>字型設定</a:t>
            </a:r>
            <a:endParaRPr lang="en-US" altLang="zh-TW" dirty="0">
              <a:latin typeface="+mn-lt"/>
              <a:ea typeface="+mn-ea"/>
            </a:endParaRPr>
          </a:p>
          <a:p>
            <a:pPr lvl="1"/>
            <a:r>
              <a:rPr lang="zh-TW" altLang="en-US" dirty="0">
                <a:latin typeface="+mn-lt"/>
                <a:ea typeface="+mn-ea"/>
              </a:rPr>
              <a:t>字體沒特別需求時，中文字體請使用「微軟正黑體」，英文字體請使用「</a:t>
            </a:r>
            <a:r>
              <a:rPr lang="en-US" altLang="zh-TW" dirty="0">
                <a:latin typeface="+mn-lt"/>
                <a:ea typeface="+mn-ea"/>
              </a:rPr>
              <a:t>Century Gothic</a:t>
            </a:r>
            <a:r>
              <a:rPr lang="zh-TW" altLang="en-US" dirty="0">
                <a:solidFill>
                  <a:schemeClr val="bg2"/>
                </a:solidFill>
                <a:latin typeface="+mn-lt"/>
                <a:ea typeface="+mn-ea"/>
              </a:rPr>
              <a:t>」</a:t>
            </a:r>
            <a:r>
              <a:rPr lang="zh-TW" altLang="en-US" sz="1200" dirty="0">
                <a:solidFill>
                  <a:schemeClr val="bg2"/>
                </a:solidFill>
                <a:latin typeface="+mn-lt"/>
                <a:ea typeface="+mn-ea"/>
              </a:rPr>
              <a:t>*若是中英夾雜的語句，可以先全選點「微軟正黑體」再點「</a:t>
            </a:r>
            <a:r>
              <a:rPr lang="en-US" altLang="zh-TW" sz="1200" dirty="0">
                <a:solidFill>
                  <a:schemeClr val="bg2"/>
                </a:solidFill>
                <a:latin typeface="+mn-lt"/>
                <a:ea typeface="+mn-ea"/>
              </a:rPr>
              <a:t>Century Gothic</a:t>
            </a:r>
            <a:r>
              <a:rPr lang="zh-TW" altLang="en-US" sz="1200" dirty="0">
                <a:solidFill>
                  <a:schemeClr val="bg2"/>
                </a:solidFill>
                <a:latin typeface="+mn-lt"/>
                <a:ea typeface="+mn-ea"/>
              </a:rPr>
              <a:t>」</a:t>
            </a:r>
            <a:endParaRPr lang="en-US" altLang="zh-TW" dirty="0">
              <a:solidFill>
                <a:schemeClr val="bg2"/>
              </a:solidFill>
              <a:latin typeface="+mn-lt"/>
              <a:ea typeface="+mn-ea"/>
            </a:endParaRPr>
          </a:p>
          <a:p>
            <a:pPr lvl="1"/>
            <a:r>
              <a:rPr lang="zh-TW" altLang="en-US" dirty="0">
                <a:latin typeface="+mn-lt"/>
                <a:ea typeface="+mn-ea"/>
              </a:rPr>
              <a:t>等距字體請使用「</a:t>
            </a:r>
            <a:r>
              <a:rPr lang="en-US" altLang="zh-TW" dirty="0">
                <a:latin typeface="+mn-lt"/>
                <a:ea typeface="+mn-ea"/>
              </a:rPr>
              <a:t>Consolas</a:t>
            </a:r>
            <a:r>
              <a:rPr lang="zh-TW" altLang="en-US" dirty="0">
                <a:latin typeface="+mn-lt"/>
                <a:ea typeface="+mn-ea"/>
              </a:rPr>
              <a:t>」 </a:t>
            </a:r>
            <a:r>
              <a:rPr lang="en-US" altLang="zh-TW" sz="1200" dirty="0">
                <a:latin typeface="+mn-lt"/>
                <a:ea typeface="+mn-ea"/>
              </a:rPr>
              <a:t>*e.g. </a:t>
            </a:r>
            <a:r>
              <a:rPr lang="zh-TW" altLang="en-US" sz="1200" dirty="0">
                <a:latin typeface="+mn-lt"/>
                <a:ea typeface="+mn-ea"/>
              </a:rPr>
              <a:t>程式碼</a:t>
            </a:r>
            <a:endParaRPr lang="en-US" altLang="zh-TW" sz="1200" dirty="0">
              <a:latin typeface="+mn-lt"/>
              <a:ea typeface="+mn-ea"/>
            </a:endParaRPr>
          </a:p>
          <a:p>
            <a:pPr lvl="1"/>
            <a:r>
              <a:rPr lang="zh-TW" altLang="en-US" dirty="0">
                <a:latin typeface="+mn-lt"/>
                <a:ea typeface="+mn-ea"/>
              </a:rPr>
              <a:t>勿使用斜體，少使用粗體，若使用限「微軟正黑體」</a:t>
            </a:r>
            <a:endParaRPr lang="en-US" altLang="zh-TW" strike="sngStrike" dirty="0">
              <a:solidFill>
                <a:schemeClr val="accent1"/>
              </a:solidFill>
              <a:latin typeface="+mn-lt"/>
              <a:ea typeface="+mn-ea"/>
            </a:endParaRPr>
          </a:p>
          <a:p>
            <a:pPr>
              <a:lnSpc>
                <a:spcPct val="130000"/>
              </a:lnSpc>
              <a:spcBef>
                <a:spcPts val="600"/>
              </a:spcBef>
              <a:buSzPct val="100000"/>
            </a:pPr>
            <a:r>
              <a:rPr lang="en-US" altLang="zh-TW" dirty="0">
                <a:latin typeface="+mn-lt"/>
                <a:ea typeface="+mn-ea"/>
              </a:rPr>
              <a:t>bullet</a:t>
            </a:r>
            <a:r>
              <a:rPr lang="zh-TW" altLang="en-US" dirty="0">
                <a:latin typeface="+mn-lt"/>
                <a:ea typeface="+mn-ea"/>
              </a:rPr>
              <a:t> </a:t>
            </a:r>
            <a:r>
              <a:rPr lang="en-US" altLang="zh-TW" dirty="0">
                <a:latin typeface="+mn-lt"/>
                <a:ea typeface="+mn-ea"/>
              </a:rPr>
              <a:t>point</a:t>
            </a:r>
            <a:r>
              <a:rPr lang="zh-TW" altLang="en-US" dirty="0">
                <a:latin typeface="+mn-lt"/>
                <a:ea typeface="+mn-ea"/>
              </a:rPr>
              <a:t> 格式設定</a:t>
            </a:r>
            <a:endParaRPr lang="en-US" altLang="zh-TW" dirty="0">
              <a:latin typeface="+mn-lt"/>
              <a:ea typeface="+mn-ea"/>
            </a:endParaRPr>
          </a:p>
          <a:p>
            <a:pPr lvl="1">
              <a:buSzPct val="100000"/>
            </a:pPr>
            <a:r>
              <a:rPr lang="zh-TW" altLang="en-US" dirty="0">
                <a:latin typeface="+mn-lt"/>
                <a:ea typeface="+mn-ea"/>
              </a:rPr>
              <a:t>全選 </a:t>
            </a:r>
            <a:r>
              <a:rPr lang="en-US" altLang="zh-TW" dirty="0">
                <a:latin typeface="+mn-lt"/>
                <a:ea typeface="+mn-ea"/>
              </a:rPr>
              <a:t>bullet</a:t>
            </a:r>
            <a:r>
              <a:rPr lang="zh-TW" altLang="en-US" dirty="0">
                <a:latin typeface="+mn-lt"/>
                <a:ea typeface="+mn-ea"/>
              </a:rPr>
              <a:t> </a:t>
            </a:r>
            <a:r>
              <a:rPr lang="en-US" altLang="zh-TW" dirty="0">
                <a:latin typeface="+mn-lt"/>
                <a:ea typeface="+mn-ea"/>
              </a:rPr>
              <a:t>point</a:t>
            </a:r>
            <a:r>
              <a:rPr lang="zh-TW" altLang="en-US" dirty="0">
                <a:latin typeface="+mn-lt"/>
                <a:ea typeface="+mn-ea"/>
              </a:rPr>
              <a:t> 文字，「常用」找到「段落</a:t>
            </a:r>
            <a:r>
              <a:rPr lang="en-US" altLang="zh-TW" dirty="0">
                <a:latin typeface="+mn-lt"/>
                <a:ea typeface="+mn-ea"/>
              </a:rPr>
              <a:t>-</a:t>
            </a:r>
            <a:r>
              <a:rPr lang="zh-TW" altLang="en-US" dirty="0">
                <a:latin typeface="+mn-lt"/>
                <a:ea typeface="+mn-ea"/>
              </a:rPr>
              <a:t>項目符號        」右邊的「下拉選單」，最下方「項目符號及編號」</a:t>
            </a:r>
            <a:endParaRPr lang="en-US" altLang="zh-TW" dirty="0">
              <a:latin typeface="+mn-lt"/>
              <a:ea typeface="+mn-ea"/>
            </a:endParaRPr>
          </a:p>
          <a:p>
            <a:pPr lvl="1"/>
            <a:r>
              <a:rPr lang="zh-TW" altLang="en-US" dirty="0">
                <a:latin typeface="+mn-lt"/>
                <a:ea typeface="+mn-ea"/>
              </a:rPr>
              <a:t>大小</a:t>
            </a:r>
            <a:r>
              <a:rPr lang="en-US" altLang="zh-TW" dirty="0">
                <a:latin typeface="+mn-lt"/>
                <a:ea typeface="+mn-ea"/>
              </a:rPr>
              <a:t>:</a:t>
            </a:r>
            <a:r>
              <a:rPr lang="zh-TW" altLang="en-US" dirty="0">
                <a:latin typeface="+mn-lt"/>
                <a:ea typeface="+mn-ea"/>
              </a:rPr>
              <a:t> </a:t>
            </a:r>
            <a:r>
              <a:rPr lang="en-US" altLang="zh-TW" dirty="0">
                <a:latin typeface="+mn-lt"/>
                <a:ea typeface="+mn-ea"/>
              </a:rPr>
              <a:t>100</a:t>
            </a:r>
            <a:r>
              <a:rPr lang="zh-TW" altLang="en-US" dirty="0">
                <a:latin typeface="+mn-lt"/>
                <a:ea typeface="+mn-ea"/>
              </a:rPr>
              <a:t>，點擊「自訂」，字型「</a:t>
            </a:r>
            <a:r>
              <a:rPr lang="en-US" altLang="zh-TW" dirty="0">
                <a:latin typeface="+mn-lt"/>
                <a:ea typeface="+mn-ea"/>
              </a:rPr>
              <a:t>Arial</a:t>
            </a:r>
            <a:r>
              <a:rPr lang="zh-TW" altLang="en-US" dirty="0">
                <a:latin typeface="+mn-lt"/>
                <a:ea typeface="+mn-ea"/>
              </a:rPr>
              <a:t>」，字元代碼「</a:t>
            </a:r>
            <a:r>
              <a:rPr lang="en-US" altLang="zh-TW" dirty="0">
                <a:latin typeface="+mn-lt"/>
                <a:ea typeface="+mn-ea"/>
              </a:rPr>
              <a:t>25CB</a:t>
            </a:r>
            <a:r>
              <a:rPr lang="zh-TW" altLang="en-US" dirty="0">
                <a:latin typeface="+mn-lt"/>
                <a:ea typeface="+mn-ea"/>
              </a:rPr>
              <a:t>」</a:t>
            </a:r>
            <a:r>
              <a:rPr lang="en-US" altLang="zh-TW" sz="1200" dirty="0">
                <a:solidFill>
                  <a:srgbClr val="71717A"/>
                </a:solidFill>
                <a:latin typeface="+mn-lt"/>
                <a:ea typeface="+mn-ea"/>
              </a:rPr>
              <a:t>(</a:t>
            </a:r>
            <a:r>
              <a:rPr lang="zh-TW" altLang="en-US" sz="1200" dirty="0">
                <a:solidFill>
                  <a:srgbClr val="71717A"/>
                </a:solidFill>
                <a:latin typeface="+mn-lt"/>
                <a:ea typeface="+mn-ea"/>
              </a:rPr>
              <a:t>格式如右圖</a:t>
            </a:r>
            <a:r>
              <a:rPr lang="en-US" altLang="zh-TW" sz="1200" dirty="0">
                <a:solidFill>
                  <a:srgbClr val="71717A"/>
                </a:solidFill>
                <a:latin typeface="+mn-lt"/>
                <a:ea typeface="+mn-ea"/>
              </a:rPr>
              <a:t>)</a:t>
            </a:r>
            <a:endParaRPr lang="en-US" altLang="zh-TW" sz="1400" dirty="0">
              <a:solidFill>
                <a:srgbClr val="71717A"/>
              </a:solidFill>
              <a:latin typeface="+mn-lt"/>
              <a:ea typeface="+mn-ea"/>
            </a:endParaRPr>
          </a:p>
        </p:txBody>
      </p:sp>
      <p:sp>
        <p:nvSpPr>
          <p:cNvPr id="2" name="文字方塊 1">
            <a:extLst>
              <a:ext uri="{FF2B5EF4-FFF2-40B4-BE49-F238E27FC236}">
                <a16:creationId xmlns:a16="http://schemas.microsoft.com/office/drawing/2014/main" id="{F429E632-351F-D79F-BA9F-BD8582DCC2A4}"/>
              </a:ext>
            </a:extLst>
          </p:cNvPr>
          <p:cNvSpPr txBox="1"/>
          <p:nvPr/>
        </p:nvSpPr>
        <p:spPr>
          <a:xfrm>
            <a:off x="-794" y="0"/>
            <a:ext cx="11520488" cy="738664"/>
          </a:xfrm>
          <a:prstGeom prst="rect">
            <a:avLst/>
          </a:prstGeom>
          <a:solidFill>
            <a:srgbClr val="FEF08A"/>
          </a:solidFill>
        </p:spPr>
        <p:txBody>
          <a:bodyPr wrap="square" rtlCol="0">
            <a:spAutoFit/>
          </a:bodyPr>
          <a:lstStyle/>
          <a:p>
            <a:pPr marL="252000" indent="-216000">
              <a:buFont typeface="+mj-lt"/>
              <a:buAutoNum type="arabicPeriod"/>
            </a:pPr>
            <a:r>
              <a:rPr kumimoji="1" lang="en-US" altLang="zh-TW" dirty="0">
                <a:solidFill>
                  <a:schemeClr val="tx1"/>
                </a:solidFill>
              </a:rPr>
              <a:t>bullet point </a:t>
            </a:r>
            <a:r>
              <a:rPr kumimoji="1" lang="zh-TW" altLang="en-US" dirty="0">
                <a:solidFill>
                  <a:schemeClr val="tx1"/>
                </a:solidFill>
              </a:rPr>
              <a:t>的圖文有相關嗎？</a:t>
            </a:r>
            <a:br>
              <a:rPr kumimoji="1" lang="en-US" altLang="zh-TW" dirty="0">
                <a:solidFill>
                  <a:schemeClr val="tx1"/>
                </a:solidFill>
              </a:rPr>
            </a:br>
            <a:r>
              <a:rPr kumimoji="1" lang="en-US" altLang="zh-TW" dirty="0">
                <a:solidFill>
                  <a:schemeClr val="bg2"/>
                </a:solidFill>
              </a:rPr>
              <a:t>@shannon:</a:t>
            </a:r>
            <a:r>
              <a:rPr kumimoji="1" lang="zh-TW" altLang="en-US" dirty="0">
                <a:solidFill>
                  <a:schemeClr val="bg2"/>
                </a:solidFill>
              </a:rPr>
              <a:t> 有的，圖片提供 </a:t>
            </a:r>
            <a:r>
              <a:rPr kumimoji="1" lang="en-US" altLang="zh-TW" dirty="0">
                <a:solidFill>
                  <a:schemeClr val="bg2"/>
                </a:solidFill>
              </a:rPr>
              <a:t>bullet point</a:t>
            </a:r>
            <a:r>
              <a:rPr kumimoji="1" lang="zh-TW" altLang="en-US" dirty="0">
                <a:solidFill>
                  <a:schemeClr val="bg2"/>
                </a:solidFill>
              </a:rPr>
              <a:t> 格式的細項</a:t>
            </a:r>
            <a:r>
              <a:rPr kumimoji="1" lang="en-US" altLang="zh-TW" dirty="0">
                <a:solidFill>
                  <a:schemeClr val="bg2"/>
                </a:solidFill>
              </a:rPr>
              <a:t>(</a:t>
            </a:r>
            <a:r>
              <a:rPr kumimoji="1" lang="zh-TW" altLang="en-US" dirty="0">
                <a:solidFill>
                  <a:schemeClr val="bg2"/>
                </a:solidFill>
              </a:rPr>
              <a:t>如字型、字元代碼等</a:t>
            </a:r>
            <a:r>
              <a:rPr kumimoji="1" lang="en-US" altLang="zh-TW" dirty="0">
                <a:solidFill>
                  <a:schemeClr val="bg2"/>
                </a:solidFill>
              </a:rPr>
              <a:t>)</a:t>
            </a:r>
            <a:r>
              <a:rPr kumimoji="1" lang="zh-TW" altLang="en-US" dirty="0">
                <a:solidFill>
                  <a:schemeClr val="bg2"/>
                </a:solidFill>
              </a:rPr>
              <a:t>，已補文字說明</a:t>
            </a:r>
            <a:br>
              <a:rPr kumimoji="1" lang="en-US" altLang="zh-TW" dirty="0">
                <a:solidFill>
                  <a:schemeClr val="bg2"/>
                </a:solidFill>
              </a:rPr>
            </a:br>
            <a:r>
              <a:rPr kumimoji="1" lang="en-US" altLang="zh-TW" dirty="0">
                <a:solidFill>
                  <a:schemeClr val="bg2"/>
                </a:solidFill>
              </a:rPr>
              <a:t>@shannon:</a:t>
            </a:r>
            <a:r>
              <a:rPr kumimoji="1" lang="zh-TW" altLang="en-US" dirty="0">
                <a:solidFill>
                  <a:schemeClr val="bg2"/>
                </a:solidFill>
              </a:rPr>
              <a:t> 新增</a:t>
            </a:r>
            <a:r>
              <a:rPr kumimoji="1" lang="en-US" altLang="zh-TW" dirty="0">
                <a:solidFill>
                  <a:schemeClr val="bg2"/>
                </a:solidFill>
              </a:rPr>
              <a:t>”</a:t>
            </a:r>
            <a:r>
              <a:rPr kumimoji="1" lang="zh-TW" altLang="en-US" dirty="0">
                <a:solidFill>
                  <a:schemeClr val="bg2"/>
                </a:solidFill>
              </a:rPr>
              <a:t>等距字體請使用 </a:t>
            </a:r>
            <a:r>
              <a:rPr kumimoji="1" lang="en-US" altLang="zh-TW" dirty="0">
                <a:solidFill>
                  <a:schemeClr val="bg2"/>
                </a:solidFill>
              </a:rPr>
              <a:t>Consolas “</a:t>
            </a:r>
            <a:r>
              <a:rPr kumimoji="1" lang="zh-TW" altLang="en-US" dirty="0">
                <a:solidFill>
                  <a:schemeClr val="bg2"/>
                </a:solidFill>
              </a:rPr>
              <a:t>、</a:t>
            </a:r>
            <a:r>
              <a:rPr kumimoji="1" lang="en-US" altLang="zh-TW" dirty="0">
                <a:solidFill>
                  <a:schemeClr val="bg2"/>
                </a:solidFill>
              </a:rPr>
              <a:t>”</a:t>
            </a:r>
            <a:r>
              <a:rPr kumimoji="1" lang="zh-TW" altLang="en-US" dirty="0">
                <a:solidFill>
                  <a:schemeClr val="bg2"/>
                </a:solidFill>
              </a:rPr>
              <a:t>少使用粗體</a:t>
            </a:r>
            <a:r>
              <a:rPr kumimoji="1" lang="en-US" altLang="zh-TW" dirty="0">
                <a:solidFill>
                  <a:schemeClr val="bg2"/>
                </a:solidFill>
              </a:rPr>
              <a:t>”</a:t>
            </a:r>
            <a:r>
              <a:rPr kumimoji="1" lang="zh-TW" altLang="en-US" dirty="0">
                <a:solidFill>
                  <a:schemeClr val="bg2"/>
                </a:solidFill>
              </a:rPr>
              <a:t>的文字說明</a:t>
            </a:r>
          </a:p>
        </p:txBody>
      </p:sp>
      <p:pic>
        <p:nvPicPr>
          <p:cNvPr id="5" name="圖片 4">
            <a:extLst>
              <a:ext uri="{FF2B5EF4-FFF2-40B4-BE49-F238E27FC236}">
                <a16:creationId xmlns:a16="http://schemas.microsoft.com/office/drawing/2014/main" id="{2516300C-2045-FB9A-0486-48F7999357C2}"/>
              </a:ext>
            </a:extLst>
          </p:cNvPr>
          <p:cNvPicPr>
            <a:picLocks noChangeAspect="1"/>
          </p:cNvPicPr>
          <p:nvPr/>
        </p:nvPicPr>
        <p:blipFill>
          <a:blip r:embed="rId5"/>
          <a:stretch>
            <a:fillRect/>
          </a:stretch>
        </p:blipFill>
        <p:spPr>
          <a:xfrm>
            <a:off x="7740651" y="3842453"/>
            <a:ext cx="3600214" cy="2277954"/>
          </a:xfrm>
          <a:prstGeom prst="rect">
            <a:avLst/>
          </a:prstGeom>
        </p:spPr>
      </p:pic>
      <p:pic>
        <p:nvPicPr>
          <p:cNvPr id="7" name="圖片 6">
            <a:extLst>
              <a:ext uri="{FF2B5EF4-FFF2-40B4-BE49-F238E27FC236}">
                <a16:creationId xmlns:a16="http://schemas.microsoft.com/office/drawing/2014/main" id="{5EA9FF33-5EBF-35BF-8C34-EA08A32A1AEA}"/>
              </a:ext>
            </a:extLst>
          </p:cNvPr>
          <p:cNvPicPr>
            <a:picLocks noChangeAspect="1"/>
          </p:cNvPicPr>
          <p:nvPr/>
        </p:nvPicPr>
        <p:blipFill rotWithShape="1">
          <a:blip r:embed="rId6"/>
          <a:srcRect r="86527" b="91477"/>
          <a:stretch/>
        </p:blipFill>
        <p:spPr>
          <a:xfrm>
            <a:off x="5160207" y="5184939"/>
            <a:ext cx="326651" cy="251012"/>
          </a:xfrm>
          <a:prstGeom prst="rect">
            <a:avLst/>
          </a:prstGeom>
        </p:spPr>
      </p:pic>
      <p:sp>
        <p:nvSpPr>
          <p:cNvPr id="3" name="文字方塊 2">
            <a:extLst>
              <a:ext uri="{FF2B5EF4-FFF2-40B4-BE49-F238E27FC236}">
                <a16:creationId xmlns:a16="http://schemas.microsoft.com/office/drawing/2014/main" id="{0DD341FE-2BE1-EEEF-2FC3-80B02D13C40A}"/>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7"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1567470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2298809eb64_1_1"/>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lvl="0" indent="0" algn="l" rtl="0">
              <a:lnSpc>
                <a:spcPct val="115000"/>
              </a:lnSpc>
              <a:spcBef>
                <a:spcPts val="0"/>
              </a:spcBef>
              <a:spcAft>
                <a:spcPts val="0"/>
              </a:spcAft>
              <a:buSzPts val="3200"/>
              <a:buNone/>
            </a:pPr>
            <a:r>
              <a:rPr lang="zh-TW" altLang="en-US"/>
              <a:t>內文</a:t>
            </a:r>
            <a:r>
              <a:rPr lang="en-US" altLang="zh-TW"/>
              <a:t>16</a:t>
            </a:r>
            <a:endParaRPr sz="2000" b="0" strike="sngStrike">
              <a:solidFill>
                <a:schemeClr val="tx1"/>
              </a:solidFill>
              <a:cs typeface="Consolas"/>
              <a:sym typeface="Consolas"/>
            </a:endParaRPr>
          </a:p>
        </p:txBody>
      </p:sp>
      <p:graphicFrame>
        <p:nvGraphicFramePr>
          <p:cNvPr id="61" name="Google Shape;61;g2298809eb64_1_1"/>
          <p:cNvGraphicFramePr/>
          <p:nvPr>
            <p:extLst>
              <p:ext uri="{D42A27DB-BD31-4B8C-83A1-F6EECF244321}">
                <p14:modId xmlns:p14="http://schemas.microsoft.com/office/powerpoint/2010/main" val="894343185"/>
              </p:ext>
            </p:extLst>
          </p:nvPr>
        </p:nvGraphicFramePr>
        <p:xfrm>
          <a:off x="179387" y="899827"/>
          <a:ext cx="11161714" cy="3891041"/>
        </p:xfrm>
        <a:graphic>
          <a:graphicData uri="http://schemas.openxmlformats.org/drawingml/2006/table">
            <a:tbl>
              <a:tblPr>
                <a:noFill/>
                <a:tableStyleId>{91DB7C30-2B5D-4D34-8F22-85940E495A18}</a:tableStyleId>
              </a:tblPr>
              <a:tblGrid>
                <a:gridCol w="5580857">
                  <a:extLst>
                    <a:ext uri="{9D8B030D-6E8A-4147-A177-3AD203B41FA5}">
                      <a16:colId xmlns:a16="http://schemas.microsoft.com/office/drawing/2014/main" val="20000"/>
                    </a:ext>
                  </a:extLst>
                </a:gridCol>
                <a:gridCol w="2566863">
                  <a:extLst>
                    <a:ext uri="{9D8B030D-6E8A-4147-A177-3AD203B41FA5}">
                      <a16:colId xmlns:a16="http://schemas.microsoft.com/office/drawing/2014/main" val="20002"/>
                    </a:ext>
                  </a:extLst>
                </a:gridCol>
                <a:gridCol w="1923755">
                  <a:extLst>
                    <a:ext uri="{9D8B030D-6E8A-4147-A177-3AD203B41FA5}">
                      <a16:colId xmlns:a16="http://schemas.microsoft.com/office/drawing/2014/main" val="20003"/>
                    </a:ext>
                  </a:extLst>
                </a:gridCol>
                <a:gridCol w="1090239">
                  <a:extLst>
                    <a:ext uri="{9D8B030D-6E8A-4147-A177-3AD203B41FA5}">
                      <a16:colId xmlns:a16="http://schemas.microsoft.com/office/drawing/2014/main" val="20004"/>
                    </a:ext>
                  </a:extLst>
                </a:gridCol>
              </a:tblGrid>
              <a:tr h="273725">
                <a:tc>
                  <a:txBody>
                    <a:bodyPr/>
                    <a:lstStyle/>
                    <a:p>
                      <a:pPr marL="0" lvl="0" indent="0" algn="l" rtl="0">
                        <a:spcBef>
                          <a:spcPts val="0"/>
                        </a:spcBef>
                        <a:spcAft>
                          <a:spcPts val="0"/>
                        </a:spcAft>
                        <a:buNone/>
                      </a:pPr>
                      <a:r>
                        <a:rPr lang="zh-TW" sz="1800">
                          <a:latin typeface="Microsoft JhengHei"/>
                          <a:ea typeface="Microsoft JhengHei"/>
                          <a:cs typeface="Microsoft JhengHei"/>
                          <a:sym typeface="Microsoft JhengHei"/>
                        </a:rPr>
                        <a:t>Scale Category</a:t>
                      </a:r>
                      <a:endParaRPr sz="1800">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solidFill>
                      <a:srgbClr val="F8F8F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800" u="none" strike="noStrike" cap="none">
                          <a:latin typeface="Microsoft JhengHei"/>
                          <a:ea typeface="Microsoft JhengHei"/>
                          <a:cs typeface="Microsoft JhengHei"/>
                          <a:sym typeface="Microsoft JhengHei"/>
                        </a:rPr>
                        <a:t>Typeface</a:t>
                      </a:r>
                      <a:endParaRPr sz="1800" u="none" strike="noStrike" cap="none">
                        <a:latin typeface="Microsoft JhengHei"/>
                        <a:ea typeface="Microsoft JhengHei"/>
                        <a:cs typeface="Microsoft JhengHei"/>
                        <a:sym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solidFill>
                      <a:srgbClr val="F8F8F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800" u="none" strike="noStrike" cap="none">
                          <a:latin typeface="Microsoft JhengHei"/>
                          <a:ea typeface="Microsoft JhengHei"/>
                          <a:cs typeface="Microsoft JhengHei"/>
                          <a:sym typeface="Microsoft JhengHei"/>
                        </a:rPr>
                        <a:t>Weight</a:t>
                      </a:r>
                      <a:r>
                        <a:rPr lang="zh-TW" altLang="en-US" sz="1800" u="none" strike="noStrike" cap="none">
                          <a:latin typeface="Microsoft JhengHei"/>
                          <a:ea typeface="Microsoft JhengHei"/>
                          <a:cs typeface="Microsoft JhengHei"/>
                        </a:rPr>
                        <a:t> </a:t>
                      </a:r>
                      <a:endParaRPr sz="18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solidFill>
                      <a:srgbClr val="F8F8F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800" u="none" strike="noStrike" cap="none">
                          <a:latin typeface="Microsoft JhengHei"/>
                          <a:ea typeface="Microsoft JhengHei"/>
                          <a:cs typeface="Microsoft JhengHei"/>
                          <a:sym typeface="Microsoft JhengHei"/>
                        </a:rPr>
                        <a:t>Size</a:t>
                      </a:r>
                      <a:endParaRPr sz="18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solidFill>
                      <a:srgbClr val="F8F8F8"/>
                    </a:solidFill>
                  </a:tcPr>
                </a:tc>
                <a:extLst>
                  <a:ext uri="{0D108BD9-81ED-4DB2-BD59-A6C34878D82A}">
                    <a16:rowId xmlns:a16="http://schemas.microsoft.com/office/drawing/2014/main" val="10000"/>
                  </a:ext>
                </a:extLst>
              </a:tr>
              <a:tr h="463225">
                <a:tc>
                  <a:txBody>
                    <a:bodyPr/>
                    <a:lstStyle/>
                    <a:p>
                      <a:pPr marL="0" lvl="0" indent="0" algn="l" rtl="0">
                        <a:spcBef>
                          <a:spcPts val="0"/>
                        </a:spcBef>
                        <a:spcAft>
                          <a:spcPts val="0"/>
                        </a:spcAft>
                        <a:buNone/>
                      </a:pPr>
                      <a:r>
                        <a:rPr lang="zh-TW" sz="3200" b="1">
                          <a:latin typeface="微軟正黑體" panose="020B0604030504040204" pitchFamily="34" charset="-120"/>
                          <a:ea typeface="微軟正黑體" panose="020B0604030504040204" pitchFamily="34" charset="-120"/>
                          <a:cs typeface="Times New Roman" panose="02020603050405020304" pitchFamily="18" charset="0"/>
                          <a:sym typeface="Microsoft JhengHei"/>
                        </a:rPr>
                        <a:t>主標(Catch)</a:t>
                      </a:r>
                      <a:endParaRPr sz="3200" b="1">
                        <a:latin typeface="微軟正黑體" panose="020B0604030504040204" pitchFamily="34" charset="-120"/>
                        <a:ea typeface="微軟正黑體" panose="020B0604030504040204" pitchFamily="34" charset="-120"/>
                        <a:cs typeface="Times New Roman" panose="02020603050405020304" pitchFamily="18" charset="0"/>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zh-TW" sz="1400" b="1" u="none" strike="noStrike" cap="none">
                          <a:latin typeface="Microsoft JhengHei"/>
                          <a:ea typeface="Microsoft JhengHei"/>
                          <a:cs typeface="Microsoft JhengHei"/>
                          <a:sym typeface="Microsoft JhengHei"/>
                        </a:rPr>
                        <a:t>Bold</a:t>
                      </a:r>
                      <a:endParaRPr lang="en-US" sz="1400" b="1"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b="1" u="none" strike="noStrike" cap="none">
                          <a:latin typeface="Microsoft JhengHei"/>
                          <a:ea typeface="Microsoft JhengHei"/>
                        </a:rPr>
                        <a:t>32</a:t>
                      </a:r>
                      <a:endParaRPr sz="1400" b="1" u="none" strike="noStrike" cap="none">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1"/>
                  </a:ext>
                </a:extLst>
              </a:tr>
              <a:tr h="336875">
                <a:tc>
                  <a:txBody>
                    <a:bodyPr/>
                    <a:lstStyle/>
                    <a:p>
                      <a:pPr marL="0" lvl="0" indent="0" algn="l" rtl="0">
                        <a:spcBef>
                          <a:spcPts val="0"/>
                        </a:spcBef>
                        <a:spcAft>
                          <a:spcPts val="0"/>
                        </a:spcAft>
                        <a:buNone/>
                      </a:pPr>
                      <a:r>
                        <a:rPr lang="zh-TW" sz="2000">
                          <a:latin typeface="微軟正黑體" panose="020B0604030504040204" pitchFamily="34" charset="-120"/>
                          <a:ea typeface="微軟正黑體" panose="020B0604030504040204" pitchFamily="34" charset="-120"/>
                          <a:cs typeface="Microsoft JhengHei"/>
                          <a:sym typeface="Microsoft JhengHei"/>
                        </a:rPr>
                        <a:t>副標(Pre catch)</a:t>
                      </a:r>
                      <a:endParaRPr sz="2000">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solidFill>
                            <a:schemeClr val="dk1"/>
                          </a:solidFill>
                          <a:latin typeface="Microsoft JhengHei"/>
                          <a:ea typeface="Microsoft JhengHei"/>
                          <a:cs typeface="Microsoft JhengHei"/>
                          <a:sym typeface="Microsoft JhengHei"/>
                        </a:rPr>
                        <a:t>Regular</a:t>
                      </a:r>
                      <a:endParaRPr sz="14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latin typeface="Microsoft JhengHei"/>
                          <a:ea typeface="Microsoft JhengHei"/>
                        </a:rPr>
                        <a:t>20</a:t>
                      </a:r>
                      <a:endParaRPr sz="1400" u="none" strike="noStrike" cap="none">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2"/>
                  </a:ext>
                </a:extLst>
              </a:tr>
              <a:tr h="336875">
                <a:tc>
                  <a:txBody>
                    <a:bodyPr/>
                    <a:lstStyle/>
                    <a:p>
                      <a:pPr marL="0" lvl="0" indent="0" algn="l" rtl="0">
                        <a:lnSpc>
                          <a:spcPct val="114000"/>
                        </a:lnSpc>
                        <a:spcBef>
                          <a:spcPts val="0"/>
                        </a:spcBef>
                        <a:spcAft>
                          <a:spcPts val="0"/>
                        </a:spcAft>
                        <a:buNone/>
                      </a:pPr>
                      <a:r>
                        <a:rPr lang="zh-TW" sz="2200">
                          <a:latin typeface="微軟正黑體" panose="020B0604030504040204" pitchFamily="34" charset="-120"/>
                          <a:ea typeface="微軟正黑體" panose="020B0604030504040204" pitchFamily="34" charset="-120"/>
                          <a:cs typeface="Microsoft JhengHei"/>
                          <a:sym typeface="Microsoft JhengHei"/>
                        </a:rPr>
                        <a:t>標題1 (</a:t>
                      </a:r>
                      <a:r>
                        <a:rPr lang="zh-TW" sz="2200">
                          <a:solidFill>
                            <a:schemeClr val="dk1"/>
                          </a:solidFill>
                          <a:latin typeface="微軟正黑體" panose="020B0604030504040204" pitchFamily="34" charset="-120"/>
                          <a:ea typeface="微軟正黑體" panose="020B0604030504040204" pitchFamily="34" charset="-120"/>
                          <a:cs typeface="Microsoft JhengHei"/>
                          <a:sym typeface="Microsoft JhengHei"/>
                        </a:rPr>
                        <a:t>Sub Catch 1)</a:t>
                      </a:r>
                      <a:endParaRPr>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solidFill>
                            <a:schemeClr val="dk1"/>
                          </a:solidFill>
                          <a:latin typeface="Microsoft JhengHei"/>
                          <a:ea typeface="Microsoft JhengHei"/>
                          <a:cs typeface="Microsoft JhengHei"/>
                          <a:sym typeface="Microsoft JhengHei"/>
                        </a:rPr>
                        <a:t>Regular</a:t>
                      </a:r>
                      <a:endParaRPr sz="14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latin typeface="Microsoft JhengHei"/>
                          <a:ea typeface="Microsoft JhengHei"/>
                        </a:rPr>
                        <a:t>2</a:t>
                      </a:r>
                      <a:r>
                        <a:rPr lang="zh-TW">
                          <a:latin typeface="Microsoft JhengHei"/>
                          <a:ea typeface="Microsoft JhengHei"/>
                        </a:rPr>
                        <a:t>2</a:t>
                      </a:r>
                      <a:endParaRPr>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3"/>
                  </a:ext>
                </a:extLst>
              </a:tr>
              <a:tr h="336875">
                <a:tc>
                  <a:txBody>
                    <a:bodyPr/>
                    <a:lstStyle/>
                    <a:p>
                      <a:pPr marL="0" lvl="0" indent="0" algn="l" rtl="0">
                        <a:lnSpc>
                          <a:spcPct val="114000"/>
                        </a:lnSpc>
                        <a:spcBef>
                          <a:spcPts val="0"/>
                        </a:spcBef>
                        <a:spcAft>
                          <a:spcPts val="0"/>
                        </a:spcAft>
                        <a:buNone/>
                      </a:pPr>
                      <a:r>
                        <a:rPr lang="zh-TW" sz="2000">
                          <a:latin typeface="微軟正黑體" panose="020B0604030504040204" pitchFamily="34" charset="-120"/>
                          <a:ea typeface="微軟正黑體" panose="020B0604030504040204" pitchFamily="34" charset="-120"/>
                          <a:cs typeface="Microsoft JhengHei"/>
                          <a:sym typeface="Microsoft JhengHei"/>
                        </a:rPr>
                        <a:t>標題2 (</a:t>
                      </a:r>
                      <a:r>
                        <a:rPr lang="zh-TW" sz="2000">
                          <a:solidFill>
                            <a:schemeClr val="dk1"/>
                          </a:solidFill>
                          <a:latin typeface="微軟正黑體" panose="020B0604030504040204" pitchFamily="34" charset="-120"/>
                          <a:ea typeface="微軟正黑體" panose="020B0604030504040204" pitchFamily="34" charset="-120"/>
                          <a:cs typeface="Microsoft JhengHei"/>
                          <a:sym typeface="Microsoft JhengHei"/>
                        </a:rPr>
                        <a:t>Sub Catch 2)</a:t>
                      </a:r>
                      <a:endParaRPr sz="1400">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solidFill>
                            <a:schemeClr val="dk1"/>
                          </a:solidFill>
                          <a:latin typeface="Microsoft JhengHei"/>
                          <a:ea typeface="Microsoft JhengHei"/>
                          <a:cs typeface="Microsoft JhengHei"/>
                          <a:sym typeface="Microsoft JhengHei"/>
                        </a:rPr>
                        <a:t>Regular</a:t>
                      </a:r>
                      <a:endParaRPr sz="14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14000"/>
                        </a:lnSpc>
                        <a:spcBef>
                          <a:spcPts val="0"/>
                        </a:spcBef>
                        <a:spcAft>
                          <a:spcPts val="0"/>
                        </a:spcAft>
                        <a:buClr>
                          <a:srgbClr val="000000"/>
                        </a:buClr>
                        <a:buSzPts val="1400"/>
                        <a:buFont typeface="Arial"/>
                        <a:buNone/>
                      </a:pPr>
                      <a:r>
                        <a:rPr lang="en-US" altLang="zh-TW" sz="1400" u="none" strike="noStrike" cap="none">
                          <a:latin typeface="Microsoft JhengHei"/>
                          <a:ea typeface="Microsoft JhengHei"/>
                        </a:rPr>
                        <a:t>20</a:t>
                      </a:r>
                      <a:endParaRPr sz="1400" u="none" strike="noStrike" cap="none">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4"/>
                  </a:ext>
                </a:extLst>
              </a:tr>
              <a:tr h="336875">
                <a:tc>
                  <a:txBody>
                    <a:bodyPr/>
                    <a:lstStyle/>
                    <a:p>
                      <a:pPr marL="0" lvl="0" indent="0" algn="l" rtl="0">
                        <a:lnSpc>
                          <a:spcPct val="114000"/>
                        </a:lnSpc>
                        <a:spcBef>
                          <a:spcPts val="0"/>
                        </a:spcBef>
                        <a:spcAft>
                          <a:spcPts val="0"/>
                        </a:spcAft>
                        <a:buNone/>
                      </a:pPr>
                      <a:r>
                        <a:rPr lang="zh-TW" altLang="en-US" sz="1600">
                          <a:solidFill>
                            <a:schemeClr val="dk1"/>
                          </a:solidFill>
                          <a:latin typeface="微軟正黑體" panose="020B0604030504040204" pitchFamily="34" charset="-120"/>
                          <a:ea typeface="微軟正黑體" panose="020B0604030504040204" pitchFamily="34" charset="-120"/>
                          <a:cs typeface="Microsoft JhengHei"/>
                          <a:sym typeface="Microsoft JhengHei"/>
                        </a:rPr>
                        <a:t>內</a:t>
                      </a:r>
                      <a:r>
                        <a:rPr lang="zh-TW" sz="1600">
                          <a:solidFill>
                            <a:schemeClr val="dk1"/>
                          </a:solidFill>
                          <a:latin typeface="微軟正黑體" panose="020B0604030504040204" pitchFamily="34" charset="-120"/>
                          <a:ea typeface="微軟正黑體" panose="020B0604030504040204" pitchFamily="34" charset="-120"/>
                          <a:cs typeface="Microsoft JhengHei"/>
                          <a:sym typeface="Microsoft JhengHei"/>
                        </a:rPr>
                        <a:t>文</a:t>
                      </a:r>
                      <a:r>
                        <a:rPr lang="zh-TW" sz="1600">
                          <a:latin typeface="微軟正黑體" panose="020B0604030504040204" pitchFamily="34" charset="-120"/>
                          <a:ea typeface="微軟正黑體" panose="020B0604030504040204" pitchFamily="34" charset="-120"/>
                          <a:cs typeface="Microsoft JhengHei"/>
                          <a:sym typeface="Microsoft JhengHei"/>
                        </a:rPr>
                        <a:t>(</a:t>
                      </a:r>
                      <a:r>
                        <a:rPr lang="zh-TW" sz="1600">
                          <a:solidFill>
                            <a:schemeClr val="dk1"/>
                          </a:solidFill>
                          <a:latin typeface="微軟正黑體" panose="020B0604030504040204" pitchFamily="34" charset="-120"/>
                          <a:ea typeface="微軟正黑體" panose="020B0604030504040204" pitchFamily="34" charset="-120"/>
                          <a:cs typeface="Microsoft JhengHei"/>
                          <a:sym typeface="Microsoft JhengHei"/>
                        </a:rPr>
                        <a:t>Main Copy)</a:t>
                      </a:r>
                      <a:r>
                        <a:rPr lang="zh-TW" altLang="en-US" sz="1600">
                          <a:solidFill>
                            <a:schemeClr val="dk1"/>
                          </a:solidFill>
                          <a:latin typeface="微軟正黑體" panose="020B0604030504040204" pitchFamily="34" charset="-120"/>
                          <a:ea typeface="微軟正黑體" panose="020B0604030504040204" pitchFamily="34" charset="-120"/>
                          <a:cs typeface="Microsoft JhengHei"/>
                        </a:rPr>
                        <a:t> </a:t>
                      </a:r>
                      <a:endParaRPr sz="1200">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i="0" u="none" strike="noStrike" cap="none">
                          <a:solidFill>
                            <a:srgbClr val="000000"/>
                          </a:solidFill>
                          <a:latin typeface="Microsoft JhengHei"/>
                          <a:ea typeface="Microsoft JhengHei"/>
                          <a:cs typeface="Microsoft JhengHei"/>
                          <a:sym typeface="Microsoft JhengHei"/>
                        </a:rPr>
                        <a:t>Regular</a:t>
                      </a:r>
                      <a:endParaRPr>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14000"/>
                        </a:lnSpc>
                        <a:spcBef>
                          <a:spcPts val="0"/>
                        </a:spcBef>
                        <a:spcAft>
                          <a:spcPts val="0"/>
                        </a:spcAft>
                        <a:buClr>
                          <a:srgbClr val="000000"/>
                        </a:buClr>
                        <a:buSzPts val="1400"/>
                        <a:buFont typeface="Arial"/>
                        <a:buNone/>
                      </a:pPr>
                      <a:r>
                        <a:rPr lang="en-US" altLang="zh-TW" sz="1400" u="none" strike="noStrike" cap="none">
                          <a:latin typeface="Microsoft JhengHei"/>
                          <a:ea typeface="Microsoft JhengHei"/>
                        </a:rPr>
                        <a:t>16</a:t>
                      </a:r>
                      <a:endParaRPr sz="1400" u="none" strike="noStrike" cap="none">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5"/>
                  </a:ext>
                </a:extLst>
              </a:tr>
              <a:tr h="336875">
                <a:tc>
                  <a:txBody>
                    <a:bodyPr/>
                    <a:lstStyle/>
                    <a:p>
                      <a:pPr marL="0" lvl="0" indent="0" algn="l" rtl="0">
                        <a:lnSpc>
                          <a:spcPct val="114000"/>
                        </a:lnSpc>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Microsoft JhengHei"/>
                          <a:sym typeface="Microsoft JhengHei"/>
                        </a:rPr>
                        <a:t>註解 (Annotation)</a:t>
                      </a:r>
                      <a:endParaRPr sz="12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i="0" u="none" strike="noStrike" cap="none">
                          <a:solidFill>
                            <a:srgbClr val="000000"/>
                          </a:solidFill>
                          <a:latin typeface="Microsoft JhengHei"/>
                          <a:ea typeface="Microsoft JhengHei"/>
                          <a:cs typeface="Microsoft JhengHei"/>
                          <a:sym typeface="Microsoft JhengHei"/>
                        </a:rPr>
                        <a:t>Regular</a:t>
                      </a:r>
                      <a:endParaRPr>
                        <a:latin typeface="Microsoft JhengHei"/>
                        <a:ea typeface="Microsoft JhengHei"/>
                        <a:cs typeface="Microsoft JhengHei"/>
                        <a:sym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14000"/>
                        </a:lnSpc>
                        <a:spcBef>
                          <a:spcPts val="0"/>
                        </a:spcBef>
                        <a:spcAft>
                          <a:spcPts val="0"/>
                        </a:spcAft>
                        <a:buClr>
                          <a:srgbClr val="000000"/>
                        </a:buClr>
                        <a:buSzPts val="1400"/>
                        <a:buFont typeface="Arial"/>
                        <a:buNone/>
                      </a:pPr>
                      <a:r>
                        <a:rPr lang="zh-TW" sz="1400" u="none" strike="noStrike" cap="none">
                          <a:latin typeface="Microsoft JhengHei"/>
                          <a:ea typeface="Microsoft JhengHei"/>
                        </a:rPr>
                        <a:t>12</a:t>
                      </a:r>
                      <a:endParaRPr sz="1400" u="none" strike="noStrike" cap="none">
                        <a:latin typeface="Microsoft JhengHei"/>
                        <a:ea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extLst>
                  <a:ext uri="{0D108BD9-81ED-4DB2-BD59-A6C34878D82A}">
                    <a16:rowId xmlns:a16="http://schemas.microsoft.com/office/drawing/2014/main" val="10007"/>
                  </a:ext>
                </a:extLst>
              </a:tr>
              <a:tr h="336875">
                <a:tc>
                  <a:txBody>
                    <a:bodyPr/>
                    <a:lstStyle/>
                    <a:p>
                      <a:pPr marL="0" marR="0" lvl="0" indent="0" algn="l" defTabSz="914400" rtl="0" eaLnBrk="1" fontAlgn="auto" latinLnBrk="0" hangingPunct="1">
                        <a:lnSpc>
                          <a:spcPct val="114000"/>
                        </a:lnSpc>
                        <a:spcBef>
                          <a:spcPts val="0"/>
                        </a:spcBef>
                        <a:spcAft>
                          <a:spcPts val="0"/>
                        </a:spcAft>
                        <a:buClr>
                          <a:srgbClr val="000000"/>
                        </a:buClr>
                        <a:buSzTx/>
                        <a:buFont typeface="Arial"/>
                        <a:buNone/>
                        <a:tabLst/>
                        <a:defRPr/>
                      </a:pPr>
                      <a:r>
                        <a:rPr lang="zh-TW" altLang="en-US" sz="1000">
                          <a:solidFill>
                            <a:schemeClr val="dk1"/>
                          </a:solidFill>
                          <a:latin typeface="Microsoft JhengHei"/>
                          <a:ea typeface="Microsoft JhengHei"/>
                          <a:cs typeface="Microsoft JhengHei"/>
                          <a:sym typeface="Microsoft JhengHei"/>
                        </a:rPr>
                        <a:t>註解</a:t>
                      </a:r>
                      <a:r>
                        <a:rPr lang="en-US" altLang="zh-TW" sz="1000">
                          <a:solidFill>
                            <a:schemeClr val="dk1"/>
                          </a:solidFill>
                          <a:latin typeface="Microsoft JhengHei"/>
                          <a:ea typeface="Microsoft JhengHei"/>
                          <a:cs typeface="Microsoft JhengHei"/>
                          <a:sym typeface="Microsoft JhengHei"/>
                        </a:rPr>
                        <a:t>2 (Annotation 2)</a:t>
                      </a:r>
                    </a:p>
                  </a:txBody>
                  <a:tcPr marL="91425" marR="91425" marT="91425" marB="91425" anchor="ctr">
                    <a:lnL w="9525" cap="flat" cmpd="sng">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lvl="0" indent="0" algn="l" rtl="0">
                        <a:lnSpc>
                          <a:spcPct val="100000"/>
                        </a:lnSpc>
                        <a:spcBef>
                          <a:spcPts val="600"/>
                        </a:spcBef>
                        <a:spcAft>
                          <a:spcPts val="0"/>
                        </a:spcAft>
                        <a:buClr>
                          <a:schemeClr val="dk1"/>
                        </a:buClr>
                        <a:buSzPts val="1400"/>
                        <a:buFont typeface="Arial"/>
                        <a:buNone/>
                      </a:pPr>
                      <a:r>
                        <a:rPr lang="zh-TW">
                          <a:solidFill>
                            <a:schemeClr val="dk1"/>
                          </a:solidFill>
                          <a:latin typeface="Microsoft JhengHei"/>
                          <a:ea typeface="Microsoft JhengHei"/>
                          <a:cs typeface="Microsoft JhengHei"/>
                          <a:sym typeface="Microsoft JhengHei"/>
                        </a:rPr>
                        <a:t>微軟正黑體</a:t>
                      </a:r>
                      <a:endParaRPr sz="1400" i="0" u="none" strike="noStrike" cap="none">
                        <a:solidFill>
                          <a:srgbClr val="000000"/>
                        </a:solidFill>
                        <a:latin typeface="Microsoft JhengHei"/>
                        <a:ea typeface="Microsoft JhengHei"/>
                        <a:cs typeface="Microsoft JhengHei"/>
                        <a:sym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600"/>
                        </a:spcBef>
                        <a:spcAft>
                          <a:spcPts val="0"/>
                        </a:spcAft>
                        <a:buClr>
                          <a:srgbClr val="000000"/>
                        </a:buClr>
                        <a:buSzPts val="1400"/>
                        <a:buFont typeface="Arial"/>
                        <a:buNone/>
                      </a:pPr>
                      <a:r>
                        <a:rPr lang="zh-TW" sz="1400" i="0" u="none" strike="noStrike" cap="none">
                          <a:solidFill>
                            <a:srgbClr val="000000"/>
                          </a:solidFill>
                          <a:latin typeface="Microsoft JhengHei"/>
                          <a:ea typeface="Microsoft JhengHei"/>
                          <a:cs typeface="Microsoft JhengHei"/>
                          <a:sym typeface="Microsoft JhengHei"/>
                        </a:rPr>
                        <a:t>Regular</a:t>
                      </a:r>
                      <a:endParaRPr>
                        <a:latin typeface="Microsoft JhengHei"/>
                        <a:ea typeface="Microsoft JhengHei"/>
                        <a:cs typeface="Microsoft JhengHei"/>
                        <a:sym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600"/>
                        </a:spcBef>
                        <a:spcAft>
                          <a:spcPts val="0"/>
                        </a:spcAft>
                        <a:buClr>
                          <a:srgbClr val="000000"/>
                        </a:buClr>
                        <a:buSzPts val="1400"/>
                        <a:buFont typeface="Arial"/>
                        <a:buNone/>
                      </a:pPr>
                      <a:r>
                        <a:rPr lang="zh-TW" sz="1400" u="none" strike="noStrike" cap="none">
                          <a:latin typeface="Microsoft JhengHei"/>
                          <a:ea typeface="Microsoft JhengHei"/>
                        </a:rPr>
                        <a:t>1</a:t>
                      </a:r>
                      <a:r>
                        <a:rPr lang="zh-TW">
                          <a:latin typeface="Microsoft JhengHei"/>
                          <a:ea typeface="Microsoft JhengHei"/>
                        </a:rPr>
                        <a:t>0</a:t>
                      </a:r>
                      <a:endParaRPr sz="1400" u="none" strike="noStrike" cap="none">
                        <a:latin typeface="Microsoft JhengHei"/>
                        <a:ea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928751316"/>
                  </a:ext>
                </a:extLst>
              </a:tr>
            </a:tbl>
          </a:graphicData>
        </a:graphic>
      </p:graphicFrame>
      <p:sp>
        <p:nvSpPr>
          <p:cNvPr id="3" name="文字方塊 2">
            <a:extLst>
              <a:ext uri="{FF2B5EF4-FFF2-40B4-BE49-F238E27FC236}">
                <a16:creationId xmlns:a16="http://schemas.microsoft.com/office/drawing/2014/main" id="{95D0E147-D39B-0A75-8F83-4BCE683B75ED}"/>
              </a:ext>
            </a:extLst>
          </p:cNvPr>
          <p:cNvSpPr txBox="1"/>
          <p:nvPr/>
        </p:nvSpPr>
        <p:spPr>
          <a:xfrm>
            <a:off x="794" y="0"/>
            <a:ext cx="11520488" cy="523220"/>
          </a:xfrm>
          <a:prstGeom prst="rect">
            <a:avLst/>
          </a:prstGeom>
          <a:solidFill>
            <a:srgbClr val="FEF08A"/>
          </a:solidFill>
        </p:spPr>
        <p:txBody>
          <a:bodyPr wrap="square" rtlCol="0">
            <a:spAutoFit/>
          </a:bodyPr>
          <a:lstStyle/>
          <a:p>
            <a:pPr marL="252000" indent="-216000">
              <a:buFont typeface="+mj-lt"/>
              <a:buAutoNum type="arabicPeriod"/>
            </a:pPr>
            <a:r>
              <a:rPr kumimoji="1" lang="zh-TW" altLang="en-US">
                <a:solidFill>
                  <a:schemeClr val="tx1"/>
                </a:solidFill>
              </a:rPr>
              <a:t>行距</a:t>
            </a:r>
            <a:r>
              <a:rPr kumimoji="1" lang="en-US" altLang="zh-TW">
                <a:solidFill>
                  <a:schemeClr val="tx1"/>
                </a:solidFill>
              </a:rPr>
              <a:t> 1.3 </a:t>
            </a:r>
            <a:r>
              <a:rPr kumimoji="1" lang="zh-TW" altLang="en-US">
                <a:solidFill>
                  <a:schemeClr val="tx1"/>
                </a:solidFill>
              </a:rPr>
              <a:t>是寫在這，還是在文字設定頁面？</a:t>
            </a:r>
            <a:br>
              <a:rPr kumimoji="1" lang="en-US" altLang="zh-TW">
                <a:solidFill>
                  <a:schemeClr val="tx1"/>
                </a:solidFill>
              </a:rPr>
            </a:br>
            <a:r>
              <a:rPr kumimoji="1" lang="en-US" altLang="zh-TW">
                <a:solidFill>
                  <a:schemeClr val="bg2"/>
                </a:solidFill>
              </a:rPr>
              <a:t>@shannon: </a:t>
            </a:r>
            <a:r>
              <a:rPr kumimoji="1" lang="zh-TW" altLang="en-US">
                <a:solidFill>
                  <a:schemeClr val="bg2"/>
                </a:solidFill>
              </a:rPr>
              <a:t>行距寫在</a:t>
            </a:r>
            <a:r>
              <a:rPr kumimoji="1" lang="zh-TW" altLang="en-US">
                <a:solidFill>
                  <a:schemeClr val="bg2"/>
                </a:solidFill>
                <a:hlinkClick r:id="rId3" action="ppaction://hlinksldjump">
                  <a:extLst>
                    <a:ext uri="{A12FA001-AC4F-418D-AE19-62706E023703}">
                      <ahyp:hlinkClr xmlns:ahyp="http://schemas.microsoft.com/office/drawing/2018/hyperlinkcolor" val="tx"/>
                    </a:ext>
                  </a:extLst>
                </a:hlinkClick>
              </a:rPr>
              <a:t>縮排、間距設定頁面</a:t>
            </a:r>
            <a:r>
              <a:rPr kumimoji="1" lang="zh-TW" altLang="en-US">
                <a:solidFill>
                  <a:schemeClr val="bg2"/>
                </a:solidFill>
              </a:rPr>
              <a:t>中</a:t>
            </a:r>
          </a:p>
        </p:txBody>
      </p:sp>
    </p:spTree>
    <p:extLst>
      <p:ext uri="{BB962C8B-B14F-4D97-AF65-F5344CB8AC3E}">
        <p14:creationId xmlns:p14="http://schemas.microsoft.com/office/powerpoint/2010/main" val="1116360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2298809eb64_1_1"/>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lvl="0" indent="0" algn="l" rtl="0">
              <a:lnSpc>
                <a:spcPct val="115000"/>
              </a:lnSpc>
              <a:spcBef>
                <a:spcPts val="0"/>
              </a:spcBef>
              <a:spcAft>
                <a:spcPts val="0"/>
              </a:spcAft>
              <a:buSzPts val="3200"/>
              <a:buNone/>
            </a:pPr>
            <a:r>
              <a:rPr lang="zh-TW" altLang="en-US" b="1"/>
              <a:t>內文</a:t>
            </a:r>
            <a:r>
              <a:rPr lang="en-US" altLang="zh-TW" b="1"/>
              <a:t>14</a:t>
            </a:r>
            <a:endParaRPr lang="zh-TW" altLang="en-US" sz="2000" b="0" strike="sngStrike">
              <a:cs typeface="Consolas"/>
              <a:sym typeface="Consolas"/>
            </a:endParaRPr>
          </a:p>
        </p:txBody>
      </p:sp>
      <p:graphicFrame>
        <p:nvGraphicFramePr>
          <p:cNvPr id="61" name="Google Shape;61;g2298809eb64_1_1"/>
          <p:cNvGraphicFramePr/>
          <p:nvPr>
            <p:extLst>
              <p:ext uri="{D42A27DB-BD31-4B8C-83A1-F6EECF244321}">
                <p14:modId xmlns:p14="http://schemas.microsoft.com/office/powerpoint/2010/main" val="3203050066"/>
              </p:ext>
            </p:extLst>
          </p:nvPr>
        </p:nvGraphicFramePr>
        <p:xfrm>
          <a:off x="179387" y="899827"/>
          <a:ext cx="11161712" cy="3827224"/>
        </p:xfrm>
        <a:graphic>
          <a:graphicData uri="http://schemas.openxmlformats.org/drawingml/2006/table">
            <a:tbl>
              <a:tblPr>
                <a:noFill/>
                <a:tableStyleId>{91DB7C30-2B5D-4D34-8F22-85940E495A18}</a:tableStyleId>
              </a:tblPr>
              <a:tblGrid>
                <a:gridCol w="5580857">
                  <a:extLst>
                    <a:ext uri="{9D8B030D-6E8A-4147-A177-3AD203B41FA5}">
                      <a16:colId xmlns:a16="http://schemas.microsoft.com/office/drawing/2014/main" val="20000"/>
                    </a:ext>
                  </a:extLst>
                </a:gridCol>
                <a:gridCol w="2566863">
                  <a:extLst>
                    <a:ext uri="{9D8B030D-6E8A-4147-A177-3AD203B41FA5}">
                      <a16:colId xmlns:a16="http://schemas.microsoft.com/office/drawing/2014/main" val="20002"/>
                    </a:ext>
                  </a:extLst>
                </a:gridCol>
                <a:gridCol w="1923754">
                  <a:extLst>
                    <a:ext uri="{9D8B030D-6E8A-4147-A177-3AD203B41FA5}">
                      <a16:colId xmlns:a16="http://schemas.microsoft.com/office/drawing/2014/main" val="20003"/>
                    </a:ext>
                  </a:extLst>
                </a:gridCol>
                <a:gridCol w="1090238">
                  <a:extLst>
                    <a:ext uri="{9D8B030D-6E8A-4147-A177-3AD203B41FA5}">
                      <a16:colId xmlns:a16="http://schemas.microsoft.com/office/drawing/2014/main" val="20004"/>
                    </a:ext>
                  </a:extLst>
                </a:gridCol>
              </a:tblGrid>
              <a:tr h="273725">
                <a:tc>
                  <a:txBody>
                    <a:bodyPr/>
                    <a:lstStyle/>
                    <a:p>
                      <a:pPr marL="0" lvl="0" indent="0" algn="l" rtl="0">
                        <a:spcBef>
                          <a:spcPts val="0"/>
                        </a:spcBef>
                        <a:spcAft>
                          <a:spcPts val="0"/>
                        </a:spcAft>
                        <a:buNone/>
                      </a:pPr>
                      <a:r>
                        <a:rPr lang="zh-TW" sz="1800">
                          <a:latin typeface="Microsoft JhengHei"/>
                          <a:ea typeface="Microsoft JhengHei"/>
                          <a:cs typeface="Microsoft JhengHei"/>
                          <a:sym typeface="Microsoft JhengHei"/>
                        </a:rPr>
                        <a:t>Scale Category</a:t>
                      </a:r>
                      <a:endParaRPr sz="1800">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solidFill>
                      <a:srgbClr val="F8F8F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800" u="none" strike="noStrike" cap="none">
                          <a:latin typeface="Microsoft JhengHei"/>
                          <a:ea typeface="Microsoft JhengHei"/>
                          <a:cs typeface="Microsoft JhengHei"/>
                          <a:sym typeface="Microsoft JhengHei"/>
                        </a:rPr>
                        <a:t>Typeface</a:t>
                      </a:r>
                      <a:endParaRPr sz="1800" u="none" strike="noStrike" cap="none">
                        <a:latin typeface="Microsoft JhengHei"/>
                        <a:ea typeface="Microsoft JhengHei"/>
                        <a:cs typeface="Microsoft JhengHei"/>
                        <a:sym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solidFill>
                      <a:srgbClr val="F8F8F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800" u="none" strike="noStrike" cap="none">
                          <a:latin typeface="Microsoft JhengHei"/>
                          <a:ea typeface="Microsoft JhengHei"/>
                          <a:cs typeface="Microsoft JhengHei"/>
                          <a:sym typeface="Microsoft JhengHei"/>
                        </a:rPr>
                        <a:t>Weight</a:t>
                      </a:r>
                      <a:r>
                        <a:rPr lang="zh-TW" altLang="en-US" sz="1800" u="none" strike="noStrike" cap="none">
                          <a:latin typeface="Microsoft JhengHei"/>
                          <a:ea typeface="Microsoft JhengHei"/>
                          <a:cs typeface="Microsoft JhengHei"/>
                        </a:rPr>
                        <a:t> </a:t>
                      </a:r>
                      <a:endParaRPr sz="18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solidFill>
                      <a:srgbClr val="F8F8F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800" u="none" strike="noStrike" cap="none">
                          <a:latin typeface="Microsoft JhengHei"/>
                          <a:ea typeface="Microsoft JhengHei"/>
                          <a:cs typeface="Microsoft JhengHei"/>
                          <a:sym typeface="Microsoft JhengHei"/>
                        </a:rPr>
                        <a:t>Size</a:t>
                      </a:r>
                      <a:endParaRPr sz="18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solidFill>
                      <a:srgbClr val="F8F8F8"/>
                    </a:solidFill>
                  </a:tcPr>
                </a:tc>
                <a:extLst>
                  <a:ext uri="{0D108BD9-81ED-4DB2-BD59-A6C34878D82A}">
                    <a16:rowId xmlns:a16="http://schemas.microsoft.com/office/drawing/2014/main" val="10000"/>
                  </a:ext>
                </a:extLst>
              </a:tr>
              <a:tr h="463225">
                <a:tc>
                  <a:txBody>
                    <a:bodyPr/>
                    <a:lstStyle/>
                    <a:p>
                      <a:pPr marL="0" lvl="0" indent="0" algn="l" rtl="0">
                        <a:spcBef>
                          <a:spcPts val="0"/>
                        </a:spcBef>
                        <a:spcAft>
                          <a:spcPts val="0"/>
                        </a:spcAft>
                        <a:buNone/>
                      </a:pPr>
                      <a:r>
                        <a:rPr lang="zh-TW" sz="3200" b="1">
                          <a:latin typeface="微軟正黑體" panose="020B0604030504040204" pitchFamily="34" charset="-120"/>
                          <a:ea typeface="微軟正黑體" panose="020B0604030504040204" pitchFamily="34" charset="-120"/>
                          <a:cs typeface="Times New Roman" panose="02020603050405020304" pitchFamily="18" charset="0"/>
                          <a:sym typeface="Microsoft JhengHei"/>
                        </a:rPr>
                        <a:t>主標(Catch)</a:t>
                      </a:r>
                      <a:endParaRPr sz="3200" b="1">
                        <a:latin typeface="微軟正黑體" panose="020B0604030504040204" pitchFamily="34" charset="-120"/>
                        <a:ea typeface="微軟正黑體" panose="020B0604030504040204" pitchFamily="34" charset="-120"/>
                        <a:cs typeface="Times New Roman" panose="02020603050405020304" pitchFamily="18" charset="0"/>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zh-TW" sz="1400" b="1" u="none" strike="noStrike" cap="none">
                          <a:latin typeface="Microsoft JhengHei"/>
                          <a:ea typeface="Microsoft JhengHei"/>
                          <a:cs typeface="Microsoft JhengHei"/>
                          <a:sym typeface="Microsoft JhengHei"/>
                        </a:rPr>
                        <a:t>Bold</a:t>
                      </a:r>
                      <a:endParaRPr sz="1400" b="1"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b="1" u="none" strike="noStrike" cap="none">
                          <a:latin typeface="Microsoft JhengHei"/>
                          <a:ea typeface="Microsoft JhengHei"/>
                        </a:rPr>
                        <a:t>32</a:t>
                      </a:r>
                      <a:endParaRPr sz="1400" b="1" u="none" strike="noStrike" cap="none">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1"/>
                  </a:ext>
                </a:extLst>
              </a:tr>
              <a:tr h="336875">
                <a:tc>
                  <a:txBody>
                    <a:bodyPr/>
                    <a:lstStyle/>
                    <a:p>
                      <a:pPr marL="0" lvl="0" indent="0" algn="l" rtl="0">
                        <a:spcBef>
                          <a:spcPts val="0"/>
                        </a:spcBef>
                        <a:spcAft>
                          <a:spcPts val="0"/>
                        </a:spcAft>
                        <a:buNone/>
                      </a:pPr>
                      <a:r>
                        <a:rPr lang="zh-TW" sz="2000">
                          <a:latin typeface="微軟正黑體" panose="020B0604030504040204" pitchFamily="34" charset="-120"/>
                          <a:ea typeface="微軟正黑體" panose="020B0604030504040204" pitchFamily="34" charset="-120"/>
                          <a:cs typeface="Microsoft JhengHei"/>
                          <a:sym typeface="Microsoft JhengHei"/>
                        </a:rPr>
                        <a:t>副標(Pre catch)</a:t>
                      </a:r>
                      <a:endParaRPr sz="2000">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solidFill>
                            <a:schemeClr val="dk1"/>
                          </a:solidFill>
                          <a:latin typeface="Microsoft JhengHei"/>
                          <a:ea typeface="Microsoft JhengHei"/>
                          <a:cs typeface="Microsoft JhengHei"/>
                          <a:sym typeface="Microsoft JhengHei"/>
                        </a:rPr>
                        <a:t>Regular</a:t>
                      </a:r>
                      <a:endParaRPr sz="14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latin typeface="Microsoft JhengHei"/>
                          <a:ea typeface="Microsoft JhengHei"/>
                        </a:rPr>
                        <a:t>20</a:t>
                      </a:r>
                      <a:endParaRPr sz="1400" u="none" strike="noStrike" cap="none">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2"/>
                  </a:ext>
                </a:extLst>
              </a:tr>
              <a:tr h="336875">
                <a:tc>
                  <a:txBody>
                    <a:bodyPr/>
                    <a:lstStyle/>
                    <a:p>
                      <a:pPr marL="0" lvl="0" indent="0" algn="l" rtl="0">
                        <a:lnSpc>
                          <a:spcPct val="114000"/>
                        </a:lnSpc>
                        <a:spcBef>
                          <a:spcPts val="0"/>
                        </a:spcBef>
                        <a:spcAft>
                          <a:spcPts val="0"/>
                        </a:spcAft>
                        <a:buNone/>
                      </a:pPr>
                      <a:r>
                        <a:rPr lang="zh-TW" sz="2200">
                          <a:latin typeface="微軟正黑體" panose="020B0604030504040204" pitchFamily="34" charset="-120"/>
                          <a:ea typeface="微軟正黑體" panose="020B0604030504040204" pitchFamily="34" charset="-120"/>
                          <a:cs typeface="Microsoft JhengHei"/>
                          <a:sym typeface="Microsoft JhengHei"/>
                        </a:rPr>
                        <a:t>標題1 (</a:t>
                      </a:r>
                      <a:r>
                        <a:rPr lang="zh-TW" sz="2200">
                          <a:solidFill>
                            <a:schemeClr val="dk1"/>
                          </a:solidFill>
                          <a:latin typeface="微軟正黑體" panose="020B0604030504040204" pitchFamily="34" charset="-120"/>
                          <a:ea typeface="微軟正黑體" panose="020B0604030504040204" pitchFamily="34" charset="-120"/>
                          <a:cs typeface="Microsoft JhengHei"/>
                          <a:sym typeface="Microsoft JhengHei"/>
                        </a:rPr>
                        <a:t>Sub Catch 1)</a:t>
                      </a:r>
                      <a:endParaRPr>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solidFill>
                            <a:schemeClr val="dk1"/>
                          </a:solidFill>
                          <a:latin typeface="Microsoft JhengHei"/>
                          <a:ea typeface="Microsoft JhengHei"/>
                          <a:cs typeface="Microsoft JhengHei"/>
                          <a:sym typeface="Microsoft JhengHei"/>
                        </a:rPr>
                        <a:t>Regular</a:t>
                      </a:r>
                      <a:endParaRPr sz="14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latin typeface="Microsoft JhengHei"/>
                          <a:ea typeface="Microsoft JhengHei"/>
                        </a:rPr>
                        <a:t>2</a:t>
                      </a:r>
                      <a:r>
                        <a:rPr lang="zh-TW">
                          <a:latin typeface="Microsoft JhengHei"/>
                          <a:ea typeface="Microsoft JhengHei"/>
                        </a:rPr>
                        <a:t>2</a:t>
                      </a:r>
                      <a:endParaRPr>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3"/>
                  </a:ext>
                </a:extLst>
              </a:tr>
              <a:tr h="336875">
                <a:tc>
                  <a:txBody>
                    <a:bodyPr/>
                    <a:lstStyle/>
                    <a:p>
                      <a:pPr marL="0" lvl="0" indent="0" algn="l" rtl="0">
                        <a:lnSpc>
                          <a:spcPct val="114000"/>
                        </a:lnSpc>
                        <a:spcBef>
                          <a:spcPts val="0"/>
                        </a:spcBef>
                        <a:spcAft>
                          <a:spcPts val="0"/>
                        </a:spcAft>
                        <a:buNone/>
                      </a:pPr>
                      <a:r>
                        <a:rPr lang="zh-TW" sz="1800">
                          <a:latin typeface="微軟正黑體" panose="020B0604030504040204" pitchFamily="34" charset="-120"/>
                          <a:ea typeface="微軟正黑體" panose="020B0604030504040204" pitchFamily="34" charset="-120"/>
                          <a:cs typeface="Microsoft JhengHei"/>
                          <a:sym typeface="Microsoft JhengHei"/>
                        </a:rPr>
                        <a:t>標題2 (</a:t>
                      </a:r>
                      <a:r>
                        <a:rPr lang="zh-TW" sz="1800">
                          <a:solidFill>
                            <a:schemeClr val="dk1"/>
                          </a:solidFill>
                          <a:latin typeface="微軟正黑體" panose="020B0604030504040204" pitchFamily="34" charset="-120"/>
                          <a:ea typeface="微軟正黑體" panose="020B0604030504040204" pitchFamily="34" charset="-120"/>
                          <a:cs typeface="Microsoft JhengHei"/>
                          <a:sym typeface="Microsoft JhengHei"/>
                        </a:rPr>
                        <a:t>Sub Catch 2)</a:t>
                      </a:r>
                      <a:endParaRPr sz="1200">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u="none" strike="noStrike" cap="none">
                          <a:solidFill>
                            <a:schemeClr val="dk1"/>
                          </a:solidFill>
                          <a:latin typeface="Microsoft JhengHei"/>
                          <a:ea typeface="Microsoft JhengHei"/>
                          <a:cs typeface="Microsoft JhengHei"/>
                          <a:sym typeface="Microsoft JhengHei"/>
                        </a:rPr>
                        <a:t>Regular</a:t>
                      </a:r>
                      <a:endParaRPr sz="1400" u="none" strike="noStrike" cap="none">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14000"/>
                        </a:lnSpc>
                        <a:spcBef>
                          <a:spcPts val="0"/>
                        </a:spcBef>
                        <a:spcAft>
                          <a:spcPts val="0"/>
                        </a:spcAft>
                        <a:buClr>
                          <a:srgbClr val="000000"/>
                        </a:buClr>
                        <a:buSzPts val="1400"/>
                        <a:buFont typeface="Arial"/>
                        <a:buNone/>
                      </a:pPr>
                      <a:r>
                        <a:rPr lang="zh-TW" sz="1400" u="none" strike="noStrike" cap="none">
                          <a:latin typeface="Microsoft JhengHei"/>
                          <a:ea typeface="Microsoft JhengHei"/>
                        </a:rPr>
                        <a:t>18</a:t>
                      </a:r>
                      <a:endParaRPr sz="1400" u="none" strike="noStrike" cap="none">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4"/>
                  </a:ext>
                </a:extLst>
              </a:tr>
              <a:tr h="336875">
                <a:tc>
                  <a:txBody>
                    <a:bodyPr/>
                    <a:lstStyle/>
                    <a:p>
                      <a:pPr marL="0" lvl="0" indent="0" algn="l" rtl="0">
                        <a:lnSpc>
                          <a:spcPct val="114000"/>
                        </a:lnSpc>
                        <a:spcBef>
                          <a:spcPts val="0"/>
                        </a:spcBef>
                        <a:spcAft>
                          <a:spcPts val="0"/>
                        </a:spcAft>
                        <a:buNone/>
                      </a:pPr>
                      <a:r>
                        <a:rPr lang="zh-TW" altLang="en-US"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內</a:t>
                      </a: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文</a:t>
                      </a:r>
                      <a:r>
                        <a:rPr lang="zh-TW" sz="1400">
                          <a:latin typeface="微軟正黑體" panose="020B0604030504040204" pitchFamily="34" charset="-120"/>
                          <a:ea typeface="微軟正黑體" panose="020B0604030504040204" pitchFamily="34" charset="-120"/>
                          <a:cs typeface="Microsoft JhengHei"/>
                          <a:sym typeface="Microsoft JhengHei"/>
                        </a:rPr>
                        <a:t>(</a:t>
                      </a: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Main Copy)</a:t>
                      </a:r>
                      <a:r>
                        <a:rPr lang="zh-TW" altLang="en-US" sz="1400">
                          <a:solidFill>
                            <a:schemeClr val="dk1"/>
                          </a:solidFill>
                          <a:latin typeface="微軟正黑體" panose="020B0604030504040204" pitchFamily="34" charset="-120"/>
                          <a:ea typeface="微軟正黑體" panose="020B0604030504040204" pitchFamily="34" charset="-120"/>
                          <a:cs typeface="Microsoft JhengHei"/>
                        </a:rPr>
                        <a:t> </a:t>
                      </a:r>
                      <a:endParaRPr sz="1100">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i="0" u="none" strike="noStrike" cap="none">
                          <a:solidFill>
                            <a:srgbClr val="000000"/>
                          </a:solidFill>
                          <a:latin typeface="Microsoft JhengHei"/>
                          <a:ea typeface="Microsoft JhengHei"/>
                          <a:cs typeface="Microsoft JhengHei"/>
                          <a:sym typeface="Microsoft JhengHei"/>
                        </a:rPr>
                        <a:t>Regular</a:t>
                      </a:r>
                      <a:endParaRPr>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14000"/>
                        </a:lnSpc>
                        <a:spcBef>
                          <a:spcPts val="0"/>
                        </a:spcBef>
                        <a:spcAft>
                          <a:spcPts val="0"/>
                        </a:spcAft>
                        <a:buClr>
                          <a:srgbClr val="000000"/>
                        </a:buClr>
                        <a:buSzPts val="1400"/>
                        <a:buFont typeface="Arial"/>
                        <a:buNone/>
                      </a:pPr>
                      <a:r>
                        <a:rPr lang="en-US" altLang="zh-TW" sz="1400" u="none" strike="noStrike" cap="none">
                          <a:latin typeface="Microsoft JhengHei"/>
                          <a:ea typeface="Microsoft JhengHei"/>
                        </a:rPr>
                        <a:t>14</a:t>
                      </a:r>
                      <a:endParaRPr sz="1400" u="none" strike="noStrike" cap="none">
                        <a:latin typeface="Microsoft JhengHei"/>
                        <a:ea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10005"/>
                  </a:ext>
                </a:extLst>
              </a:tr>
              <a:tr h="336875">
                <a:tc>
                  <a:txBody>
                    <a:bodyPr/>
                    <a:lstStyle/>
                    <a:p>
                      <a:pPr marL="0" lvl="0" indent="0" algn="l" rtl="0">
                        <a:lnSpc>
                          <a:spcPct val="114000"/>
                        </a:lnSpc>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Microsoft JhengHei"/>
                          <a:sym typeface="Microsoft JhengHei"/>
                        </a:rPr>
                        <a:t>註解 (Annotation)</a:t>
                      </a:r>
                      <a:endParaRPr sz="12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zh-TW" altLang="en-US"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微軟正黑體</a:t>
                      </a:r>
                    </a:p>
                  </a:txBody>
                  <a:tcPr marL="91425" marR="91425" marT="91425" marB="91425" anchor="ctr">
                    <a:lnL w="9525" cap="flat" cmpd="sng" algn="ctr">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zh-TW" sz="1400" i="0" u="none" strike="noStrike" cap="none">
                          <a:solidFill>
                            <a:srgbClr val="000000"/>
                          </a:solidFill>
                          <a:latin typeface="Microsoft JhengHei"/>
                          <a:ea typeface="Microsoft JhengHei"/>
                          <a:cs typeface="Microsoft JhengHei"/>
                          <a:sym typeface="Microsoft JhengHei"/>
                        </a:rPr>
                        <a:t>Regular</a:t>
                      </a:r>
                      <a:endParaRPr>
                        <a:latin typeface="Microsoft JhengHei"/>
                        <a:ea typeface="Microsoft JhengHei"/>
                        <a:cs typeface="Microsoft JhengHei"/>
                        <a:sym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tc>
                  <a:txBody>
                    <a:bodyPr/>
                    <a:lstStyle/>
                    <a:p>
                      <a:pPr marL="0" marR="0" lvl="0" indent="0" algn="l" rtl="0">
                        <a:lnSpc>
                          <a:spcPct val="114000"/>
                        </a:lnSpc>
                        <a:spcBef>
                          <a:spcPts val="0"/>
                        </a:spcBef>
                        <a:spcAft>
                          <a:spcPts val="0"/>
                        </a:spcAft>
                        <a:buClr>
                          <a:srgbClr val="000000"/>
                        </a:buClr>
                        <a:buSzPts val="1400"/>
                        <a:buFont typeface="Arial"/>
                        <a:buNone/>
                      </a:pPr>
                      <a:r>
                        <a:rPr lang="zh-TW" sz="1400" u="none" strike="noStrike" cap="none">
                          <a:latin typeface="Microsoft JhengHei"/>
                          <a:ea typeface="Microsoft JhengHei"/>
                        </a:rPr>
                        <a:t>12</a:t>
                      </a:r>
                      <a:endParaRPr sz="1400" u="none" strike="noStrike" cap="none">
                        <a:latin typeface="Microsoft JhengHei"/>
                        <a:ea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lgn="ctr">
                      <a:solidFill>
                        <a:srgbClr val="B2B2B2"/>
                      </a:solidFill>
                      <a:prstDash val="solid"/>
                      <a:round/>
                      <a:headEnd type="none" w="sm" len="sm"/>
                      <a:tailEnd type="none" w="sm" len="sm"/>
                    </a:lnB>
                  </a:tcPr>
                </a:tc>
                <a:extLst>
                  <a:ext uri="{0D108BD9-81ED-4DB2-BD59-A6C34878D82A}">
                    <a16:rowId xmlns:a16="http://schemas.microsoft.com/office/drawing/2014/main" val="10007"/>
                  </a:ext>
                </a:extLst>
              </a:tr>
              <a:tr h="336875">
                <a:tc>
                  <a:txBody>
                    <a:bodyPr/>
                    <a:lstStyle/>
                    <a:p>
                      <a:pPr marL="0" marR="0" lvl="0" indent="0" algn="l" defTabSz="914400" rtl="0" eaLnBrk="1" fontAlgn="auto" latinLnBrk="0" hangingPunct="1">
                        <a:lnSpc>
                          <a:spcPct val="114000"/>
                        </a:lnSpc>
                        <a:spcBef>
                          <a:spcPts val="0"/>
                        </a:spcBef>
                        <a:spcAft>
                          <a:spcPts val="0"/>
                        </a:spcAft>
                        <a:buClr>
                          <a:srgbClr val="000000"/>
                        </a:buClr>
                        <a:buSzTx/>
                        <a:buFont typeface="Arial"/>
                        <a:buNone/>
                        <a:tabLst/>
                        <a:defRPr/>
                      </a:pPr>
                      <a:r>
                        <a:rPr lang="zh-TW" altLang="en-US" sz="1000">
                          <a:solidFill>
                            <a:schemeClr val="dk1"/>
                          </a:solidFill>
                          <a:latin typeface="Microsoft JhengHei"/>
                          <a:ea typeface="Microsoft JhengHei"/>
                          <a:cs typeface="Microsoft JhengHei"/>
                          <a:sym typeface="Microsoft JhengHei"/>
                        </a:rPr>
                        <a:t>註解</a:t>
                      </a:r>
                      <a:r>
                        <a:rPr lang="en-US" altLang="zh-TW" sz="1000">
                          <a:solidFill>
                            <a:schemeClr val="dk1"/>
                          </a:solidFill>
                          <a:latin typeface="Microsoft JhengHei"/>
                          <a:ea typeface="Microsoft JhengHei"/>
                          <a:cs typeface="Microsoft JhengHei"/>
                          <a:sym typeface="Microsoft JhengHei"/>
                        </a:rPr>
                        <a:t>2 (Annotation 2)</a:t>
                      </a:r>
                    </a:p>
                  </a:txBody>
                  <a:tcPr marL="91425" marR="91425" marT="91425" marB="91425" anchor="ctr">
                    <a:lnL w="9525" cap="flat" cmpd="sng">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lvl="0" indent="0" algn="l" rtl="0">
                        <a:lnSpc>
                          <a:spcPct val="100000"/>
                        </a:lnSpc>
                        <a:spcBef>
                          <a:spcPts val="600"/>
                        </a:spcBef>
                        <a:spcAft>
                          <a:spcPts val="0"/>
                        </a:spcAft>
                        <a:buClr>
                          <a:schemeClr val="dk1"/>
                        </a:buClr>
                        <a:buSzPts val="1400"/>
                        <a:buFont typeface="Arial"/>
                        <a:buNone/>
                      </a:pPr>
                      <a:r>
                        <a:rPr lang="zh-TW">
                          <a:solidFill>
                            <a:schemeClr val="dk1"/>
                          </a:solidFill>
                          <a:latin typeface="Microsoft JhengHei"/>
                          <a:ea typeface="Microsoft JhengHei"/>
                          <a:cs typeface="Microsoft JhengHei"/>
                          <a:sym typeface="Microsoft JhengHei"/>
                        </a:rPr>
                        <a:t>微軟正黑體</a:t>
                      </a:r>
                      <a:endParaRPr sz="1400" i="0" u="none" strike="noStrike" cap="none">
                        <a:solidFill>
                          <a:srgbClr val="000000"/>
                        </a:solidFill>
                        <a:latin typeface="Microsoft JhengHei"/>
                        <a:ea typeface="Microsoft JhengHei"/>
                        <a:cs typeface="Microsoft JhengHei"/>
                        <a:sym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600"/>
                        </a:spcBef>
                        <a:spcAft>
                          <a:spcPts val="0"/>
                        </a:spcAft>
                        <a:buClr>
                          <a:srgbClr val="000000"/>
                        </a:buClr>
                        <a:buSzPts val="1400"/>
                        <a:buFont typeface="Arial"/>
                        <a:buNone/>
                      </a:pPr>
                      <a:r>
                        <a:rPr lang="zh-TW" sz="1400" i="0" u="none" strike="noStrike" cap="none">
                          <a:solidFill>
                            <a:srgbClr val="000000"/>
                          </a:solidFill>
                          <a:latin typeface="Microsoft JhengHei"/>
                          <a:ea typeface="Microsoft JhengHei"/>
                          <a:cs typeface="Microsoft JhengHei"/>
                          <a:sym typeface="Microsoft JhengHei"/>
                        </a:rPr>
                        <a:t>Regular</a:t>
                      </a:r>
                      <a:endParaRPr>
                        <a:latin typeface="Microsoft JhengHei"/>
                        <a:ea typeface="Microsoft JhengHei"/>
                        <a:cs typeface="Microsoft JhengHei"/>
                        <a:sym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lgn="ctr">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tc>
                  <a:txBody>
                    <a:bodyPr/>
                    <a:lstStyle/>
                    <a:p>
                      <a:pPr marL="0" marR="0" lvl="0" indent="0" algn="l" rtl="0">
                        <a:lnSpc>
                          <a:spcPct val="100000"/>
                        </a:lnSpc>
                        <a:spcBef>
                          <a:spcPts val="600"/>
                        </a:spcBef>
                        <a:spcAft>
                          <a:spcPts val="0"/>
                        </a:spcAft>
                        <a:buClr>
                          <a:srgbClr val="000000"/>
                        </a:buClr>
                        <a:buSzPts val="1400"/>
                        <a:buFont typeface="Arial"/>
                        <a:buNone/>
                      </a:pPr>
                      <a:r>
                        <a:rPr lang="zh-TW" sz="1400" u="none" strike="noStrike" cap="none">
                          <a:latin typeface="Microsoft JhengHei"/>
                          <a:ea typeface="Microsoft JhengHei"/>
                        </a:rPr>
                        <a:t>1</a:t>
                      </a:r>
                      <a:r>
                        <a:rPr lang="zh-TW">
                          <a:latin typeface="Microsoft JhengHei"/>
                          <a:ea typeface="Microsoft JhengHei"/>
                        </a:rPr>
                        <a:t>0</a:t>
                      </a:r>
                      <a:endParaRPr sz="1400" u="none" strike="noStrike" cap="none">
                        <a:latin typeface="Microsoft JhengHei"/>
                        <a:ea typeface="Microsoft JhengHei"/>
                      </a:endParaRPr>
                    </a:p>
                  </a:txBody>
                  <a:tcPr marL="91425" marR="91425" marT="91425" marB="91425" anchor="ctr">
                    <a:lnL w="9525" cap="flat" cmpd="sng" algn="ctr">
                      <a:solidFill>
                        <a:srgbClr val="B2B2B2"/>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lgn="ctr">
                      <a:solidFill>
                        <a:srgbClr val="B2B2B2"/>
                      </a:solidFill>
                      <a:prstDash val="solid"/>
                      <a:round/>
                      <a:headEnd type="none" w="sm" len="sm"/>
                      <a:tailEnd type="none" w="sm" len="sm"/>
                    </a:lnT>
                    <a:lnB w="9525" cap="flat" cmpd="sng">
                      <a:solidFill>
                        <a:srgbClr val="B2B2B2"/>
                      </a:solidFill>
                      <a:prstDash val="solid"/>
                      <a:round/>
                      <a:headEnd type="none" w="sm" len="sm"/>
                      <a:tailEnd type="none" w="sm" len="sm"/>
                    </a:lnB>
                  </a:tcPr>
                </a:tc>
                <a:extLst>
                  <a:ext uri="{0D108BD9-81ED-4DB2-BD59-A6C34878D82A}">
                    <a16:rowId xmlns:a16="http://schemas.microsoft.com/office/drawing/2014/main" val="92875131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3EF168D9-B94A-EA5F-47A2-A4FFABF9C28F}"/>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094D0213-515A-D1B0-D4BC-206B9A395EEB}"/>
              </a:ext>
            </a:extLst>
          </p:cNvPr>
          <p:cNvSpPr/>
          <p:nvPr/>
        </p:nvSpPr>
        <p:spPr>
          <a:xfrm>
            <a:off x="179388" y="3888159"/>
            <a:ext cx="5491162" cy="2231654"/>
          </a:xfrm>
          <a:prstGeom prst="rect">
            <a:avLst/>
          </a:prstGeom>
          <a:solidFill>
            <a:srgbClr val="DCEAFE">
              <a:alpha val="6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文字版面配置區 3">
            <a:extLst>
              <a:ext uri="{FF2B5EF4-FFF2-40B4-BE49-F238E27FC236}">
                <a16:creationId xmlns:a16="http://schemas.microsoft.com/office/drawing/2014/main" id="{3A1D7382-6565-89A9-B733-265D5169F141}"/>
              </a:ext>
            </a:extLst>
          </p:cNvPr>
          <p:cNvSpPr>
            <a:spLocks noGrp="1"/>
          </p:cNvSpPr>
          <p:nvPr>
            <p:ph type="body" idx="10"/>
          </p:nvPr>
        </p:nvSpPr>
        <p:spPr>
          <a:xfrm>
            <a:off x="179388" y="900112"/>
            <a:ext cx="5491162" cy="5219701"/>
          </a:xfrm>
          <a:prstGeom prst="rect">
            <a:avLst/>
          </a:prstGeom>
        </p:spPr>
        <p:txBody>
          <a:bodyPr/>
          <a:lstStyle/>
          <a:p>
            <a:pPr marL="36000" indent="0">
              <a:buNone/>
            </a:pPr>
            <a:r>
              <a:rPr lang="zh-TW" altLang="en-US" dirty="0"/>
              <a:t>有使用縮排時，請選擇「標題及物件」或「兩欄」版面</a:t>
            </a:r>
            <a:endParaRPr lang="en-US" altLang="zh-TW" sz="1200" dirty="0">
              <a:solidFill>
                <a:schemeClr val="tx1">
                  <a:lumMod val="50000"/>
                  <a:lumOff val="50000"/>
                </a:schemeClr>
              </a:solidFill>
            </a:endParaRPr>
          </a:p>
          <a:p>
            <a:pPr>
              <a:buFont typeface="Arial"/>
              <a:buChar char="○"/>
            </a:pPr>
            <a:r>
              <a:rPr lang="zh-TW" altLang="en-US" sz="1400" dirty="0"/>
              <a:t>調整縮排及間距，請選擇要調整的文字，點選「常用」找到「段落」，點擊右下的箭頭即可調整</a:t>
            </a:r>
            <a:endParaRPr lang="en-US" altLang="zh-TW" sz="1400" dirty="0">
              <a:effectLst/>
            </a:endParaRPr>
          </a:p>
          <a:p>
            <a:pPr marL="0" indent="0">
              <a:spcBef>
                <a:spcPts val="600"/>
              </a:spcBef>
              <a:buNone/>
            </a:pPr>
            <a:r>
              <a:rPr lang="zh-TW" altLang="en-US" dirty="0"/>
              <a:t>縮排設定</a:t>
            </a:r>
            <a:endParaRPr lang="en-US" altLang="zh-TW" dirty="0"/>
          </a:p>
          <a:p>
            <a:pPr>
              <a:buFont typeface="Arial"/>
              <a:buChar char="○"/>
            </a:pPr>
            <a:r>
              <a:rPr lang="zh-TW" altLang="en-US" sz="1400" dirty="0"/>
              <a:t>如圖</a:t>
            </a:r>
            <a:r>
              <a:rPr lang="zh-TW" altLang="en-US" sz="1400" dirty="0">
                <a:solidFill>
                  <a:srgbClr val="49A4FF"/>
                </a:solidFill>
              </a:rPr>
              <a:t>➊</a:t>
            </a:r>
            <a:endParaRPr lang="en-US" altLang="zh-TW" sz="1400" dirty="0"/>
          </a:p>
          <a:p>
            <a:pPr lvl="1">
              <a:lnSpc>
                <a:spcPct val="130000"/>
              </a:lnSpc>
              <a:spcBef>
                <a:spcPts val="0"/>
              </a:spcBef>
              <a:buFont typeface="Arial"/>
              <a:buChar char="○"/>
            </a:pPr>
            <a:r>
              <a:rPr lang="zh-TW" altLang="en-US" sz="1200" dirty="0"/>
              <a:t>文字之前</a:t>
            </a:r>
            <a:r>
              <a:rPr lang="en-US" altLang="zh-TW" sz="1200" dirty="0"/>
              <a:t>:</a:t>
            </a:r>
            <a:r>
              <a:rPr lang="zh-TW" altLang="en-US" sz="1200" dirty="0"/>
              <a:t> </a:t>
            </a:r>
            <a:r>
              <a:rPr lang="en-US" altLang="zh-TW" sz="1200" dirty="0"/>
              <a:t>0.7 cm</a:t>
            </a:r>
            <a:r>
              <a:rPr lang="zh-TW" altLang="en-US" sz="1200" dirty="0"/>
              <a:t>，縮排到下一階會是 </a:t>
            </a:r>
            <a:r>
              <a:rPr lang="en-US" altLang="zh-TW" sz="1200" dirty="0"/>
              <a:t>1.4 cm</a:t>
            </a:r>
            <a:r>
              <a:rPr lang="zh-TW" altLang="en-US" sz="1200" dirty="0"/>
              <a:t>，以此類推</a:t>
            </a:r>
            <a:endParaRPr lang="en-US" altLang="zh-TW" sz="1200" dirty="0"/>
          </a:p>
          <a:p>
            <a:pPr lvl="1">
              <a:lnSpc>
                <a:spcPct val="130000"/>
              </a:lnSpc>
              <a:spcBef>
                <a:spcPts val="0"/>
              </a:spcBef>
              <a:buFont typeface="Arial"/>
              <a:buChar char="○"/>
            </a:pPr>
            <a:r>
              <a:rPr lang="zh-TW" altLang="en-US" sz="1200" dirty="0"/>
              <a:t>特別、間距值固定</a:t>
            </a:r>
            <a:endParaRPr lang="en-US" altLang="zh-TW" sz="1200" dirty="0"/>
          </a:p>
          <a:p>
            <a:pPr marL="0" indent="0">
              <a:spcBef>
                <a:spcPts val="600"/>
              </a:spcBef>
              <a:buNone/>
            </a:pPr>
            <a:r>
              <a:rPr lang="zh-TW" altLang="en-US" dirty="0">
                <a:effectLst/>
              </a:rPr>
              <a:t>間距設定</a:t>
            </a:r>
            <a:endParaRPr lang="en-US" altLang="zh-TW" dirty="0">
              <a:effectLst/>
            </a:endParaRPr>
          </a:p>
          <a:p>
            <a:r>
              <a:rPr lang="zh-TW" altLang="en-US" sz="1400" dirty="0"/>
              <a:t>行距</a:t>
            </a:r>
            <a:r>
              <a:rPr lang="en-US" altLang="zh-TW" sz="1400" dirty="0"/>
              <a:t>:</a:t>
            </a:r>
            <a:r>
              <a:rPr lang="zh-TW" altLang="en-US" sz="1400" dirty="0"/>
              <a:t> 多行、位於</a:t>
            </a:r>
            <a:r>
              <a:rPr lang="en-US" altLang="zh-TW" sz="1400" dirty="0"/>
              <a:t>:</a:t>
            </a:r>
            <a:r>
              <a:rPr lang="zh-TW" altLang="en-US" sz="1400" dirty="0"/>
              <a:t> </a:t>
            </a:r>
            <a:r>
              <a:rPr lang="en-US" altLang="zh-TW" sz="1400" dirty="0"/>
              <a:t>1.3</a:t>
            </a:r>
            <a:r>
              <a:rPr lang="zh-TW" altLang="en-US" sz="1400" dirty="0"/>
              <a:t> </a:t>
            </a:r>
            <a:r>
              <a:rPr lang="en-US" altLang="zh-TW" sz="1200" dirty="0">
                <a:solidFill>
                  <a:schemeClr val="bg2"/>
                </a:solidFill>
              </a:rPr>
              <a:t>(</a:t>
            </a:r>
            <a:r>
              <a:rPr lang="zh-TW" altLang="en-US" sz="1200" dirty="0">
                <a:solidFill>
                  <a:schemeClr val="bg2"/>
                </a:solidFill>
                <a:effectLst/>
              </a:rPr>
              <a:t>若字太多可調整行距不得小於位於</a:t>
            </a:r>
            <a:r>
              <a:rPr lang="en-US" altLang="zh-TW" sz="1200" dirty="0">
                <a:solidFill>
                  <a:schemeClr val="bg2"/>
                </a:solidFill>
                <a:effectLst/>
              </a:rPr>
              <a:t>:</a:t>
            </a:r>
            <a:r>
              <a:rPr lang="zh-TW" altLang="en-US" sz="1200" dirty="0">
                <a:solidFill>
                  <a:schemeClr val="bg2"/>
                </a:solidFill>
                <a:effectLst/>
              </a:rPr>
              <a:t> </a:t>
            </a:r>
            <a:r>
              <a:rPr lang="en-US" altLang="zh-TW" sz="1200" dirty="0">
                <a:solidFill>
                  <a:schemeClr val="bg2"/>
                </a:solidFill>
                <a:effectLst/>
              </a:rPr>
              <a:t>1.15)</a:t>
            </a:r>
          </a:p>
          <a:p>
            <a:r>
              <a:rPr lang="zh-TW" altLang="en-US" sz="1400" dirty="0">
                <a:solidFill>
                  <a:schemeClr val="bg2"/>
                </a:solidFill>
                <a:effectLst/>
              </a:rPr>
              <a:t>大原則</a:t>
            </a:r>
            <a:r>
              <a:rPr lang="en-US" altLang="zh-TW" sz="1400" dirty="0">
                <a:solidFill>
                  <a:schemeClr val="bg2"/>
                </a:solidFill>
                <a:effectLst/>
              </a:rPr>
              <a:t>:</a:t>
            </a:r>
            <a:r>
              <a:rPr lang="zh-TW" altLang="en-US" sz="1400" dirty="0">
                <a:solidFill>
                  <a:schemeClr val="bg2"/>
                </a:solidFill>
                <a:effectLst/>
              </a:rPr>
              <a:t> 第一層級之間，</a:t>
            </a:r>
            <a:r>
              <a:rPr lang="zh-TW" altLang="en-US" sz="1400" dirty="0">
                <a:solidFill>
                  <a:schemeClr val="bg2"/>
                </a:solidFill>
              </a:rPr>
              <a:t>間距前段</a:t>
            </a:r>
            <a:r>
              <a:rPr lang="zh-TW" altLang="en-US" sz="1400" dirty="0">
                <a:solidFill>
                  <a:schemeClr val="bg2"/>
                </a:solidFill>
                <a:effectLst/>
              </a:rPr>
              <a:t>要 </a:t>
            </a:r>
            <a:r>
              <a:rPr lang="en-US" altLang="zh-TW" sz="1400" dirty="0">
                <a:solidFill>
                  <a:schemeClr val="bg2"/>
                </a:solidFill>
                <a:effectLst/>
              </a:rPr>
              <a:t>6pt</a:t>
            </a:r>
            <a:r>
              <a:rPr lang="zh-TW" altLang="en-US" sz="1400" dirty="0">
                <a:solidFill>
                  <a:schemeClr val="bg2"/>
                </a:solidFill>
                <a:effectLst/>
              </a:rPr>
              <a:t>，舉例如下</a:t>
            </a:r>
            <a:endParaRPr lang="en-US" altLang="zh-TW" sz="1400" dirty="0">
              <a:solidFill>
                <a:schemeClr val="bg2"/>
              </a:solidFill>
              <a:effectLst/>
            </a:endParaRPr>
          </a:p>
          <a:p>
            <a:pPr marL="0" indent="0">
              <a:buNone/>
            </a:pPr>
            <a:r>
              <a:rPr lang="zh-TW" altLang="en-US" sz="1400" dirty="0"/>
              <a:t>標題</a:t>
            </a:r>
            <a:endParaRPr lang="en-US" altLang="zh-TW" sz="1400" dirty="0">
              <a:effectLst/>
            </a:endParaRPr>
          </a:p>
          <a:p>
            <a:r>
              <a:rPr lang="zh-TW" altLang="en-US" sz="1400" dirty="0">
                <a:effectLst/>
              </a:rPr>
              <a:t>第一層級</a:t>
            </a:r>
            <a:r>
              <a:rPr lang="en-US" altLang="zh-TW" sz="1400" dirty="0">
                <a:effectLst/>
              </a:rPr>
              <a:t> </a:t>
            </a:r>
            <a:r>
              <a:rPr lang="zh-TW" altLang="en-US" sz="1400" dirty="0">
                <a:effectLst/>
              </a:rPr>
              <a:t>圖</a:t>
            </a:r>
            <a:r>
              <a:rPr lang="zh-TW" altLang="en-US" sz="1400" dirty="0">
                <a:solidFill>
                  <a:srgbClr val="49A4FF"/>
                </a:solidFill>
              </a:rPr>
              <a:t>➋</a:t>
            </a:r>
            <a:endParaRPr lang="en-US" altLang="zh-TW" sz="1400" dirty="0">
              <a:solidFill>
                <a:srgbClr val="49A4FF"/>
              </a:solidFill>
            </a:endParaRPr>
          </a:p>
          <a:p>
            <a:pPr lvl="1"/>
            <a:r>
              <a:rPr lang="zh-TW" altLang="en-US" sz="1200" dirty="0"/>
              <a:t>第二層級 </a:t>
            </a:r>
            <a:r>
              <a:rPr lang="zh-TW" altLang="en-US" sz="1200" dirty="0">
                <a:effectLst/>
              </a:rPr>
              <a:t>圖</a:t>
            </a:r>
            <a:r>
              <a:rPr lang="zh-TW" altLang="en-US" sz="1200" dirty="0">
                <a:solidFill>
                  <a:srgbClr val="49A4FF"/>
                </a:solidFill>
              </a:rPr>
              <a:t>➋</a:t>
            </a:r>
            <a:endParaRPr lang="en-US" altLang="zh-TW" sz="1200" dirty="0"/>
          </a:p>
          <a:p>
            <a:pPr lvl="2"/>
            <a:r>
              <a:rPr lang="zh-TW" altLang="en-US" sz="1000" dirty="0"/>
              <a:t>第三層級 </a:t>
            </a:r>
            <a:r>
              <a:rPr lang="zh-TW" altLang="en-US" sz="1000" dirty="0">
                <a:effectLst/>
              </a:rPr>
              <a:t>圖</a:t>
            </a:r>
            <a:r>
              <a:rPr lang="zh-TW" altLang="en-US" sz="1000" dirty="0">
                <a:solidFill>
                  <a:srgbClr val="49A4FF"/>
                </a:solidFill>
              </a:rPr>
              <a:t>➋</a:t>
            </a:r>
            <a:endParaRPr lang="en-US" altLang="zh-TW" sz="1000" dirty="0"/>
          </a:p>
          <a:p>
            <a:pPr lvl="1"/>
            <a:r>
              <a:rPr lang="zh-TW" altLang="en-US" sz="1200" dirty="0"/>
              <a:t>第二層級 </a:t>
            </a:r>
            <a:r>
              <a:rPr lang="zh-TW" altLang="en-US" sz="1200" dirty="0">
                <a:effectLst/>
              </a:rPr>
              <a:t>圖</a:t>
            </a:r>
            <a:r>
              <a:rPr lang="zh-TW" altLang="en-US" sz="1200" dirty="0">
                <a:solidFill>
                  <a:srgbClr val="49A4FF"/>
                </a:solidFill>
              </a:rPr>
              <a:t>➋</a:t>
            </a:r>
            <a:endParaRPr lang="zh-TW" altLang="en-US" sz="1200" dirty="0"/>
          </a:p>
          <a:p>
            <a:pPr>
              <a:spcBef>
                <a:spcPts val="600"/>
              </a:spcBef>
            </a:pPr>
            <a:r>
              <a:rPr lang="zh-TW" altLang="en-US" sz="1400" dirty="0">
                <a:effectLst/>
              </a:rPr>
              <a:t>第一層級 圖</a:t>
            </a:r>
            <a:r>
              <a:rPr lang="zh-TW" altLang="en-US" sz="1400" i="0" u="none" strike="noStrike" cap="none" dirty="0">
                <a:solidFill>
                  <a:srgbClr val="60A5FA"/>
                </a:solidFill>
                <a:cs typeface="Arial"/>
                <a:sym typeface="Arial"/>
              </a:rPr>
              <a:t>➌</a:t>
            </a:r>
            <a:endParaRPr lang="en-US" altLang="zh-TW" sz="1400" i="0" u="none" strike="noStrike" cap="none" dirty="0">
              <a:solidFill>
                <a:srgbClr val="60A5FA"/>
              </a:solidFill>
              <a:cs typeface="Arial"/>
              <a:sym typeface="Arial"/>
            </a:endParaRPr>
          </a:p>
          <a:p>
            <a:pPr lvl="1"/>
            <a:r>
              <a:rPr lang="zh-TW" altLang="en-US" sz="1200" dirty="0"/>
              <a:t>第二層級 </a:t>
            </a:r>
            <a:r>
              <a:rPr lang="zh-TW" altLang="en-US" sz="1200" dirty="0">
                <a:effectLst/>
              </a:rPr>
              <a:t>圖</a:t>
            </a:r>
            <a:r>
              <a:rPr lang="zh-TW" altLang="en-US" sz="1200" dirty="0">
                <a:solidFill>
                  <a:srgbClr val="49A4FF"/>
                </a:solidFill>
              </a:rPr>
              <a:t>➋</a:t>
            </a:r>
            <a:endParaRPr lang="en-US" altLang="zh-TW" sz="1200" dirty="0"/>
          </a:p>
          <a:p>
            <a:pPr lvl="2"/>
            <a:r>
              <a:rPr lang="zh-TW" altLang="en-US" sz="1000" dirty="0"/>
              <a:t>第三層級 </a:t>
            </a:r>
            <a:r>
              <a:rPr lang="zh-TW" altLang="en-US" sz="1000" dirty="0">
                <a:effectLst/>
              </a:rPr>
              <a:t>圖</a:t>
            </a:r>
            <a:r>
              <a:rPr lang="zh-TW" altLang="en-US" sz="1000" dirty="0">
                <a:solidFill>
                  <a:srgbClr val="49A4FF"/>
                </a:solidFill>
              </a:rPr>
              <a:t>➋</a:t>
            </a:r>
            <a:endParaRPr lang="en-US" altLang="zh-TW" sz="1000" dirty="0">
              <a:solidFill>
                <a:srgbClr val="49A4FF"/>
              </a:solidFill>
            </a:endParaRPr>
          </a:p>
          <a:p>
            <a:pPr marL="540000" lvl="2" indent="0">
              <a:buNone/>
            </a:pPr>
            <a:endParaRPr lang="en-US" altLang="zh-TW" sz="1100" dirty="0"/>
          </a:p>
        </p:txBody>
      </p:sp>
      <p:sp>
        <p:nvSpPr>
          <p:cNvPr id="48" name="Google Shape;48;p3">
            <a:extLst>
              <a:ext uri="{FF2B5EF4-FFF2-40B4-BE49-F238E27FC236}">
                <a16:creationId xmlns:a16="http://schemas.microsoft.com/office/drawing/2014/main" id="{9258D298-F0BA-6A14-7F74-3ACBEFC6ED57}"/>
              </a:ext>
            </a:extLst>
          </p:cNvPr>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ltLang="en-US"/>
              <a:t>縮排、間距</a:t>
            </a:r>
            <a:r>
              <a:rPr lang="zh-TW"/>
              <a:t>設定說明</a:t>
            </a:r>
            <a:endParaRPr/>
          </a:p>
        </p:txBody>
      </p:sp>
      <p:sp>
        <p:nvSpPr>
          <p:cNvPr id="2" name="文字方塊 1">
            <a:extLst>
              <a:ext uri="{FF2B5EF4-FFF2-40B4-BE49-F238E27FC236}">
                <a16:creationId xmlns:a16="http://schemas.microsoft.com/office/drawing/2014/main" id="{F429E632-351F-D79F-BA9F-BD8582DCC2A4}"/>
              </a:ext>
            </a:extLst>
          </p:cNvPr>
          <p:cNvSpPr txBox="1"/>
          <p:nvPr/>
        </p:nvSpPr>
        <p:spPr>
          <a:xfrm>
            <a:off x="-794" y="-3737"/>
            <a:ext cx="11520488" cy="523220"/>
          </a:xfrm>
          <a:prstGeom prst="rect">
            <a:avLst/>
          </a:prstGeom>
          <a:solidFill>
            <a:srgbClr val="FEF08A"/>
          </a:solidFill>
        </p:spPr>
        <p:txBody>
          <a:bodyPr wrap="square" rtlCol="0">
            <a:spAutoFit/>
          </a:bodyPr>
          <a:lstStyle/>
          <a:p>
            <a:pPr marL="36000"/>
            <a:r>
              <a:rPr kumimoji="1" lang="en-US" altLang="zh-TW">
                <a:solidFill>
                  <a:schemeClr val="tx1"/>
                </a:solidFill>
              </a:rPr>
              <a:t>@</a:t>
            </a:r>
            <a:r>
              <a:rPr kumimoji="1" lang="zh-TW" altLang="en-US">
                <a:solidFill>
                  <a:schemeClr val="tx1"/>
                </a:solidFill>
              </a:rPr>
              <a:t>薇淳</a:t>
            </a:r>
            <a:r>
              <a:rPr kumimoji="1" lang="en-US" altLang="zh-TW">
                <a:solidFill>
                  <a:schemeClr val="tx1"/>
                </a:solidFill>
              </a:rPr>
              <a:t>:</a:t>
            </a:r>
            <a:r>
              <a:rPr kumimoji="1" lang="zh-TW" altLang="en-US">
                <a:solidFill>
                  <a:schemeClr val="tx1"/>
                </a:solidFill>
              </a:rPr>
              <a:t>如果簡報塞不下可以微調行距，建議不得小於</a:t>
            </a:r>
            <a:r>
              <a:rPr kumimoji="1" lang="en-US" altLang="zh-TW">
                <a:solidFill>
                  <a:schemeClr val="tx1"/>
                </a:solidFill>
              </a:rPr>
              <a:t>1.15</a:t>
            </a:r>
            <a:r>
              <a:rPr kumimoji="1" lang="zh-TW" altLang="en-US">
                <a:solidFill>
                  <a:schemeClr val="accent1"/>
                </a:solidFill>
              </a:rPr>
              <a:t> </a:t>
            </a:r>
            <a:br>
              <a:rPr kumimoji="1" lang="en-US" altLang="zh-TW">
                <a:solidFill>
                  <a:schemeClr val="accent1"/>
                </a:solidFill>
              </a:rPr>
            </a:br>
            <a:r>
              <a:rPr kumimoji="1" lang="en-US" altLang="zh-TW">
                <a:solidFill>
                  <a:schemeClr val="bg2"/>
                </a:solidFill>
              </a:rPr>
              <a:t>@shannon:</a:t>
            </a:r>
            <a:r>
              <a:rPr kumimoji="1" lang="zh-TW" altLang="en-US">
                <a:solidFill>
                  <a:schemeClr val="bg2"/>
                </a:solidFill>
              </a:rPr>
              <a:t> 新增</a:t>
            </a:r>
            <a:r>
              <a:rPr kumimoji="1" lang="en-US" altLang="zh-TW">
                <a:solidFill>
                  <a:schemeClr val="bg2"/>
                </a:solidFill>
              </a:rPr>
              <a:t>“</a:t>
            </a:r>
            <a:r>
              <a:rPr lang="zh-TW" altLang="en-US" sz="1400">
                <a:solidFill>
                  <a:schemeClr val="bg2"/>
                </a:solidFill>
                <a:effectLst/>
              </a:rPr>
              <a:t>若字太多可調整行距不得小於位於</a:t>
            </a:r>
            <a:r>
              <a:rPr lang="en-US" altLang="zh-TW" sz="1400">
                <a:solidFill>
                  <a:schemeClr val="bg2"/>
                </a:solidFill>
                <a:effectLst/>
              </a:rPr>
              <a:t>:</a:t>
            </a:r>
            <a:r>
              <a:rPr lang="zh-TW" altLang="en-US" sz="1400">
                <a:solidFill>
                  <a:schemeClr val="bg2"/>
                </a:solidFill>
                <a:effectLst/>
              </a:rPr>
              <a:t> </a:t>
            </a:r>
            <a:r>
              <a:rPr lang="en-US" altLang="zh-TW" sz="1400">
                <a:solidFill>
                  <a:schemeClr val="bg2"/>
                </a:solidFill>
                <a:effectLst/>
              </a:rPr>
              <a:t>1.15”</a:t>
            </a:r>
            <a:r>
              <a:rPr kumimoji="1" lang="zh-TW" altLang="en-US">
                <a:solidFill>
                  <a:schemeClr val="bg2"/>
                </a:solidFill>
              </a:rPr>
              <a:t>、</a:t>
            </a:r>
            <a:r>
              <a:rPr kumimoji="1" lang="en-US" altLang="zh-TW" sz="1400">
                <a:solidFill>
                  <a:schemeClr val="bg2"/>
                </a:solidFill>
                <a:effectLst/>
              </a:rPr>
              <a:t>”</a:t>
            </a:r>
            <a:r>
              <a:rPr kumimoji="1" lang="zh-TW" altLang="en-US">
                <a:solidFill>
                  <a:schemeClr val="bg2"/>
                </a:solidFill>
              </a:rPr>
              <a:t>間距原則及範例</a:t>
            </a:r>
            <a:r>
              <a:rPr kumimoji="1" lang="en-US" altLang="zh-TW">
                <a:solidFill>
                  <a:schemeClr val="bg2"/>
                </a:solidFill>
              </a:rPr>
              <a:t>”</a:t>
            </a:r>
          </a:p>
        </p:txBody>
      </p:sp>
      <p:pic>
        <p:nvPicPr>
          <p:cNvPr id="7" name="圖片 6" descr="一張含有 文字, 螢幕擷取畫面, 圖表, 行 的圖片&#10;&#10;自動產生的描述">
            <a:extLst>
              <a:ext uri="{FF2B5EF4-FFF2-40B4-BE49-F238E27FC236}">
                <a16:creationId xmlns:a16="http://schemas.microsoft.com/office/drawing/2014/main" id="{F73C289A-12D4-D187-C746-314D1F26C80E}"/>
              </a:ext>
            </a:extLst>
          </p:cNvPr>
          <p:cNvPicPr>
            <a:picLocks noChangeAspect="1"/>
          </p:cNvPicPr>
          <p:nvPr/>
        </p:nvPicPr>
        <p:blipFill rotWithShape="1">
          <a:blip r:embed="rId3"/>
          <a:srcRect b="55873"/>
          <a:stretch/>
        </p:blipFill>
        <p:spPr>
          <a:xfrm>
            <a:off x="5849938" y="903136"/>
            <a:ext cx="5485970" cy="788779"/>
          </a:xfrm>
          <a:prstGeom prst="rect">
            <a:avLst/>
          </a:prstGeom>
        </p:spPr>
      </p:pic>
      <p:pic>
        <p:nvPicPr>
          <p:cNvPr id="10" name="圖片 9" descr="一張含有 文字, 螢幕擷取畫面, 圖表, 字型 的圖片&#10;&#10;自動產生的描述">
            <a:extLst>
              <a:ext uri="{FF2B5EF4-FFF2-40B4-BE49-F238E27FC236}">
                <a16:creationId xmlns:a16="http://schemas.microsoft.com/office/drawing/2014/main" id="{AC745AC3-D077-473D-2735-197828421A1A}"/>
              </a:ext>
            </a:extLst>
          </p:cNvPr>
          <p:cNvPicPr>
            <a:picLocks noChangeAspect="1"/>
          </p:cNvPicPr>
          <p:nvPr/>
        </p:nvPicPr>
        <p:blipFill rotWithShape="1">
          <a:blip r:embed="rId4"/>
          <a:srcRect t="41138" r="904"/>
          <a:stretch/>
        </p:blipFill>
        <p:spPr>
          <a:xfrm>
            <a:off x="5849937" y="3887550"/>
            <a:ext cx="5491162" cy="1039034"/>
          </a:xfrm>
          <a:prstGeom prst="rect">
            <a:avLst/>
          </a:prstGeom>
        </p:spPr>
      </p:pic>
      <p:pic>
        <p:nvPicPr>
          <p:cNvPr id="12" name="圖片 11" descr="一張含有 文字, 螢幕擷取畫面, 圖表, 行 的圖片&#10;&#10;自動產生的描述">
            <a:extLst>
              <a:ext uri="{FF2B5EF4-FFF2-40B4-BE49-F238E27FC236}">
                <a16:creationId xmlns:a16="http://schemas.microsoft.com/office/drawing/2014/main" id="{8959AAFD-E0E0-1985-317A-3701DE0EF41D}"/>
              </a:ext>
            </a:extLst>
          </p:cNvPr>
          <p:cNvPicPr>
            <a:picLocks noChangeAspect="1"/>
          </p:cNvPicPr>
          <p:nvPr/>
        </p:nvPicPr>
        <p:blipFill rotWithShape="1">
          <a:blip r:embed="rId5"/>
          <a:srcRect t="41873"/>
          <a:stretch/>
        </p:blipFill>
        <p:spPr>
          <a:xfrm>
            <a:off x="5861410" y="5072383"/>
            <a:ext cx="5491162" cy="1047430"/>
          </a:xfrm>
          <a:prstGeom prst="rect">
            <a:avLst/>
          </a:prstGeom>
        </p:spPr>
      </p:pic>
      <p:sp>
        <p:nvSpPr>
          <p:cNvPr id="13" name="橢圓 12">
            <a:extLst>
              <a:ext uri="{FF2B5EF4-FFF2-40B4-BE49-F238E27FC236}">
                <a16:creationId xmlns:a16="http://schemas.microsoft.com/office/drawing/2014/main" id="{A727A3D8-57F3-46C5-80FE-7D5827B560E2}"/>
              </a:ext>
            </a:extLst>
          </p:cNvPr>
          <p:cNvSpPr/>
          <p:nvPr/>
        </p:nvSpPr>
        <p:spPr>
          <a:xfrm>
            <a:off x="11185560" y="924307"/>
            <a:ext cx="155540" cy="155540"/>
          </a:xfrm>
          <a:prstGeom prst="ellipse">
            <a:avLst/>
          </a:prstGeom>
          <a:solidFill>
            <a:srgbClr val="60A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latin typeface="微軟正黑體" panose="020B0604030504040204" pitchFamily="34" charset="-120"/>
                <a:ea typeface="微軟正黑體" panose="020B0604030504040204" pitchFamily="34" charset="-120"/>
              </a:rPr>
              <a:t>1</a:t>
            </a:r>
            <a:endParaRPr lang="zh-TW" altLang="en-US" sz="1000">
              <a:latin typeface="微軟正黑體" panose="020B0604030504040204" pitchFamily="34" charset="-120"/>
              <a:ea typeface="微軟正黑體" panose="020B0604030504040204" pitchFamily="34" charset="-120"/>
            </a:endParaRPr>
          </a:p>
        </p:txBody>
      </p:sp>
      <p:sp>
        <p:nvSpPr>
          <p:cNvPr id="14" name="橢圓 13">
            <a:extLst>
              <a:ext uri="{FF2B5EF4-FFF2-40B4-BE49-F238E27FC236}">
                <a16:creationId xmlns:a16="http://schemas.microsoft.com/office/drawing/2014/main" id="{F0015BE4-C5B6-158E-FF5E-C49EF5DDFD20}"/>
              </a:ext>
            </a:extLst>
          </p:cNvPr>
          <p:cNvSpPr/>
          <p:nvPr/>
        </p:nvSpPr>
        <p:spPr>
          <a:xfrm>
            <a:off x="11172052" y="3903372"/>
            <a:ext cx="163876" cy="163876"/>
          </a:xfrm>
          <a:prstGeom prst="ellipse">
            <a:avLst/>
          </a:prstGeom>
          <a:solidFill>
            <a:srgbClr val="60A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latin typeface="微軟正黑體" panose="020B0604030504040204" pitchFamily="34" charset="-120"/>
                <a:ea typeface="微軟正黑體" panose="020B0604030504040204" pitchFamily="34" charset="-120"/>
              </a:rPr>
              <a:t>2</a:t>
            </a:r>
            <a:endParaRPr lang="zh-TW" altLang="en-US" sz="1200">
              <a:latin typeface="微軟正黑體" panose="020B0604030504040204" pitchFamily="34" charset="-120"/>
              <a:ea typeface="微軟正黑體" panose="020B0604030504040204" pitchFamily="34" charset="-120"/>
            </a:endParaRPr>
          </a:p>
        </p:txBody>
      </p:sp>
      <p:sp>
        <p:nvSpPr>
          <p:cNvPr id="16" name="橢圓 15">
            <a:extLst>
              <a:ext uri="{FF2B5EF4-FFF2-40B4-BE49-F238E27FC236}">
                <a16:creationId xmlns:a16="http://schemas.microsoft.com/office/drawing/2014/main" id="{40E272DC-54BD-D283-7C5B-742FCEF1C562}"/>
              </a:ext>
            </a:extLst>
          </p:cNvPr>
          <p:cNvSpPr/>
          <p:nvPr/>
        </p:nvSpPr>
        <p:spPr>
          <a:xfrm>
            <a:off x="11182474" y="5075858"/>
            <a:ext cx="172726" cy="172726"/>
          </a:xfrm>
          <a:prstGeom prst="ellipse">
            <a:avLst/>
          </a:prstGeom>
          <a:solidFill>
            <a:srgbClr val="60A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latin typeface="微軟正黑體" panose="020B0604030504040204" pitchFamily="34" charset="-120"/>
                <a:ea typeface="微軟正黑體" panose="020B0604030504040204" pitchFamily="34" charset="-120"/>
              </a:rPr>
              <a:t>3</a:t>
            </a:r>
            <a:endParaRPr lang="zh-TW" altLang="en-US">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3DF918C9-D4DC-34AC-039C-6FA88AD4FB05}"/>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6"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
        <p:nvSpPr>
          <p:cNvPr id="21" name="右中括弧 20">
            <a:extLst>
              <a:ext uri="{FF2B5EF4-FFF2-40B4-BE49-F238E27FC236}">
                <a16:creationId xmlns:a16="http://schemas.microsoft.com/office/drawing/2014/main" id="{86BBC610-5402-982C-4E29-CBAC9E89689F}"/>
              </a:ext>
            </a:extLst>
          </p:cNvPr>
          <p:cNvSpPr/>
          <p:nvPr/>
        </p:nvSpPr>
        <p:spPr>
          <a:xfrm>
            <a:off x="2013200" y="4252626"/>
            <a:ext cx="108012" cy="824184"/>
          </a:xfrm>
          <a:prstGeom prst="rightBracket">
            <a:avLst/>
          </a:pr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2" name="右中括弧 21">
            <a:extLst>
              <a:ext uri="{FF2B5EF4-FFF2-40B4-BE49-F238E27FC236}">
                <a16:creationId xmlns:a16="http://schemas.microsoft.com/office/drawing/2014/main" id="{DFD633CA-D311-9CCF-FF20-94E93FE0F3F1}"/>
              </a:ext>
            </a:extLst>
          </p:cNvPr>
          <p:cNvSpPr/>
          <p:nvPr/>
        </p:nvSpPr>
        <p:spPr>
          <a:xfrm>
            <a:off x="2013200" y="5295864"/>
            <a:ext cx="108012" cy="572515"/>
          </a:xfrm>
          <a:prstGeom prst="rightBracket">
            <a:avLst/>
          </a:pr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id="{7E44C8A1-F70B-8A53-96B7-4BD25D9B4070}"/>
              </a:ext>
            </a:extLst>
          </p:cNvPr>
          <p:cNvSpPr txBox="1"/>
          <p:nvPr/>
        </p:nvSpPr>
        <p:spPr>
          <a:xfrm>
            <a:off x="2121212" y="5049643"/>
            <a:ext cx="504056" cy="246221"/>
          </a:xfrm>
          <a:prstGeom prst="rect">
            <a:avLst/>
          </a:prstGeom>
          <a:noFill/>
        </p:spPr>
        <p:txBody>
          <a:bodyPr wrap="square" rtlCol="0">
            <a:spAutoFit/>
          </a:bodyPr>
          <a:lstStyle/>
          <a:p>
            <a:r>
              <a:rPr lang="en-US" altLang="zh-TW" sz="1000">
                <a:solidFill>
                  <a:schemeClr val="bg2"/>
                </a:solidFill>
                <a:latin typeface="微軟正黑體" panose="020B0604030504040204" pitchFamily="34" charset="-120"/>
                <a:ea typeface="微軟正黑體" panose="020B0604030504040204" pitchFamily="34" charset="-120"/>
              </a:rPr>
              <a:t>6 pt</a:t>
            </a:r>
            <a:endParaRPr lang="zh-TW" altLang="en-US" sz="1000">
              <a:solidFill>
                <a:schemeClr val="bg2"/>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857649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ltLang="en-US"/>
              <a:t>表格</a:t>
            </a:r>
            <a:r>
              <a:rPr lang="zh-TW"/>
              <a:t>設定說明</a:t>
            </a:r>
            <a:endParaRPr/>
          </a:p>
        </p:txBody>
      </p:sp>
      <p:sp>
        <p:nvSpPr>
          <p:cNvPr id="7" name="文字版面配置區 6">
            <a:extLst>
              <a:ext uri="{FF2B5EF4-FFF2-40B4-BE49-F238E27FC236}">
                <a16:creationId xmlns:a16="http://schemas.microsoft.com/office/drawing/2014/main" id="{2E3C2549-8CE5-1EBD-2266-09CA8BD84AC0}"/>
              </a:ext>
            </a:extLst>
          </p:cNvPr>
          <p:cNvSpPr>
            <a:spLocks noGrp="1"/>
          </p:cNvSpPr>
          <p:nvPr>
            <p:ph type="body" idx="10"/>
          </p:nvPr>
        </p:nvSpPr>
        <p:spPr>
          <a:prstGeom prst="rect">
            <a:avLst/>
          </a:prstGeom>
        </p:spPr>
        <p:txBody>
          <a:bodyPr lIns="86400" tIns="46800" bIns="46800">
            <a:noAutofit/>
          </a:bodyPr>
          <a:lstStyle/>
          <a:p>
            <a:pPr marL="251998" marR="0" lvl="0" indent="-216000" algn="l" defTabSz="914400" rtl="0" eaLnBrk="1" fontAlgn="auto" latinLnBrk="0" hangingPunct="1">
              <a:spcAft>
                <a:spcPts val="0"/>
              </a:spcAft>
              <a:buClr>
                <a:schemeClr val="tx1"/>
              </a:buClr>
              <a:buFont typeface="Arial"/>
              <a:buChar char="○"/>
              <a:tabLst/>
              <a:defRPr/>
            </a:pPr>
            <a:r>
              <a:rPr lang="zh-TW" altLang="en-US" sz="1600" b="0" i="0" u="none" strike="noStrike" cap="none">
                <a:solidFill>
                  <a:schemeClr val="dk1"/>
                </a:solidFill>
                <a:latin typeface="Microsoft JhengHei"/>
                <a:ea typeface="Microsoft JhengHei"/>
                <a:cs typeface="Arial"/>
                <a:sym typeface="Arial"/>
              </a:rPr>
              <a:t>呈現盡量簡潔，如果沒有框線也夠清楚，那就不要框線！讓文字、資料突出</a:t>
            </a:r>
            <a:endParaRPr lang="en-US" altLang="zh-TW" sz="1600" b="0" i="0" u="none" strike="noStrike" cap="none">
              <a:solidFill>
                <a:schemeClr val="dk1"/>
              </a:solidFill>
              <a:latin typeface="Microsoft JhengHei"/>
              <a:ea typeface="Microsoft JhengHei"/>
              <a:cs typeface="Arial"/>
              <a:sym typeface="Arial"/>
            </a:endParaRPr>
          </a:p>
          <a:p>
            <a:pPr marL="251998" marR="0" lvl="0" indent="-216000" algn="l" defTabSz="914400" rtl="0" eaLnBrk="1" fontAlgn="auto" latinLnBrk="0" hangingPunct="1">
              <a:spcBef>
                <a:spcPts val="600"/>
              </a:spcBef>
              <a:spcAft>
                <a:spcPts val="0"/>
              </a:spcAft>
              <a:buClr>
                <a:schemeClr val="tx1"/>
              </a:buClr>
              <a:buFont typeface="Arial"/>
              <a:buChar char="○"/>
              <a:tabLst/>
              <a:defRPr/>
            </a:pPr>
            <a:r>
              <a:rPr lang="zh-TW" altLang="en-US" sz="1600" b="0" i="0" u="none" strike="noStrike" cap="none">
                <a:latin typeface="Microsoft JhengHei"/>
                <a:ea typeface="Microsoft JhengHei"/>
                <a:cs typeface="Arial"/>
                <a:sym typeface="Arial"/>
              </a:rPr>
              <a:t>表格放置位置及邊界設定方式</a:t>
            </a:r>
            <a:endParaRPr lang="en-US" altLang="zh-TW" sz="1600" b="0" i="0" u="none" strike="noStrike" cap="none">
              <a:latin typeface="Microsoft JhengHei"/>
              <a:ea typeface="Microsoft JhengHei"/>
              <a:cs typeface="Arial"/>
              <a:sym typeface="Arial"/>
            </a:endParaRPr>
          </a:p>
          <a:p>
            <a:pPr marL="503998" lvl="1">
              <a:buClr>
                <a:schemeClr val="tx1"/>
              </a:buClr>
              <a:buFont typeface="Arial"/>
              <a:buChar char="○"/>
              <a:defRPr/>
            </a:pPr>
            <a:r>
              <a:rPr lang="zh-TW" altLang="en-US" b="0" i="0" u="none" strike="noStrike" cap="none">
                <a:solidFill>
                  <a:schemeClr val="bg2"/>
                </a:solidFill>
                <a:latin typeface="Microsoft JhengHei"/>
                <a:ea typeface="Microsoft JhengHei"/>
                <a:cs typeface="Arial"/>
                <a:sym typeface="Arial"/>
              </a:rPr>
              <a:t>左右</a:t>
            </a:r>
            <a:r>
              <a:rPr lang="zh-TW" altLang="en-US">
                <a:solidFill>
                  <a:schemeClr val="bg2"/>
                </a:solidFill>
                <a:latin typeface="Microsoft JhengHei"/>
                <a:ea typeface="Microsoft JhengHei"/>
                <a:cs typeface="Arial"/>
                <a:sym typeface="Arial"/>
              </a:rPr>
              <a:t>需</a:t>
            </a:r>
            <a:r>
              <a:rPr lang="zh-TW" altLang="en-US" b="0" i="0" u="none" strike="noStrike" cap="none">
                <a:solidFill>
                  <a:schemeClr val="bg2"/>
                </a:solidFill>
                <a:latin typeface="Microsoft JhengHei"/>
                <a:ea typeface="Microsoft JhengHei"/>
                <a:cs typeface="Arial"/>
                <a:sym typeface="Arial"/>
              </a:rPr>
              <a:t>貼齊輔助線、上下可依美觀自行調整</a:t>
            </a:r>
            <a:endParaRPr lang="en-US" altLang="zh-TW" b="0" i="0" u="none" strike="noStrike" cap="none">
              <a:solidFill>
                <a:schemeClr val="bg2"/>
              </a:solidFill>
              <a:latin typeface="Microsoft JhengHei"/>
              <a:ea typeface="Microsoft JhengHei"/>
              <a:cs typeface="Arial"/>
              <a:sym typeface="Arial"/>
            </a:endParaRPr>
          </a:p>
          <a:p>
            <a:pPr marL="503998" lvl="1">
              <a:buClr>
                <a:schemeClr val="tx1"/>
              </a:buClr>
              <a:buFont typeface="Arial"/>
              <a:buChar char="○"/>
              <a:defRPr/>
            </a:pPr>
            <a:r>
              <a:rPr lang="zh-TW" altLang="en-US" b="0" i="0" u="none" strike="noStrike" cap="none">
                <a:latin typeface="Microsoft JhengHei"/>
                <a:ea typeface="Microsoft JhengHei"/>
                <a:cs typeface="Arial"/>
                <a:sym typeface="Arial"/>
              </a:rPr>
              <a:t>全選表格右鍵「設定圖片格式」，「圖案選項</a:t>
            </a:r>
            <a:r>
              <a:rPr lang="zh-TW" altLang="en-US">
                <a:latin typeface="Microsoft JhengHei"/>
                <a:ea typeface="Microsoft JhengHei"/>
                <a:cs typeface="Arial"/>
                <a:sym typeface="Arial"/>
              </a:rPr>
              <a:t>」</a:t>
            </a:r>
            <a:r>
              <a:rPr lang="zh-TW" altLang="en-US" b="0" i="0" u="none" strike="noStrike" cap="none">
                <a:latin typeface="Microsoft JhengHei"/>
                <a:ea typeface="Microsoft JhengHei"/>
                <a:cs typeface="Arial"/>
                <a:sym typeface="Arial"/>
              </a:rPr>
              <a:t>最右邊</a:t>
            </a:r>
            <a:r>
              <a:rPr lang="zh-TW" altLang="en-US">
                <a:latin typeface="Microsoft JhengHei"/>
                <a:ea typeface="Microsoft JhengHei"/>
                <a:cs typeface="Arial"/>
                <a:sym typeface="Arial"/>
              </a:rPr>
              <a:t>的      </a:t>
            </a:r>
            <a:r>
              <a:rPr lang="zh-TW" altLang="en-US" b="0" i="0" u="none" strike="noStrike" cap="none">
                <a:latin typeface="Microsoft JhengHei"/>
                <a:ea typeface="Microsoft JhengHei"/>
                <a:cs typeface="Arial"/>
                <a:sym typeface="Arial"/>
              </a:rPr>
              <a:t>，「文字方塊」調整邊界</a:t>
            </a:r>
            <a:r>
              <a:rPr lang="zh-TW" altLang="en-US" b="0" i="0" u="none" strike="noStrike" cap="none">
                <a:solidFill>
                  <a:schemeClr val="accent1"/>
                </a:solidFill>
                <a:latin typeface="Microsoft JhengHei"/>
                <a:ea typeface="Microsoft JhengHei"/>
                <a:cs typeface="Arial"/>
                <a:sym typeface="Arial"/>
              </a:rPr>
              <a:t> </a:t>
            </a:r>
            <a:endParaRPr lang="en-US" altLang="zh-TW" b="0" i="0" u="none" strike="noStrike" cap="none">
              <a:solidFill>
                <a:schemeClr val="accent1"/>
              </a:solidFill>
              <a:latin typeface="Microsoft JhengHei"/>
              <a:ea typeface="Microsoft JhengHei"/>
              <a:cs typeface="Arial"/>
              <a:sym typeface="Arial"/>
            </a:endParaRPr>
          </a:p>
          <a:p>
            <a:pPr marL="251998" marR="0" lvl="0" indent="-216000" algn="l" defTabSz="914400" rtl="0" eaLnBrk="1" fontAlgn="auto" latinLnBrk="0" hangingPunct="1">
              <a:spcBef>
                <a:spcPts val="600"/>
              </a:spcBef>
              <a:spcAft>
                <a:spcPts val="0"/>
              </a:spcAft>
              <a:buClr>
                <a:schemeClr val="tx1"/>
              </a:buClr>
              <a:buFont typeface="Arial"/>
              <a:buChar char="○"/>
              <a:tabLst/>
              <a:defRPr/>
            </a:pPr>
            <a:r>
              <a:rPr lang="zh-TW" altLang="en-US" sz="1600" b="0" i="0" u="none" strike="noStrike" cap="none">
                <a:solidFill>
                  <a:schemeClr val="bg2"/>
                </a:solidFill>
                <a:latin typeface="Microsoft JhengHei"/>
                <a:ea typeface="Microsoft JhengHei"/>
                <a:cs typeface="Arial"/>
                <a:sym typeface="Arial"/>
              </a:rPr>
              <a:t>建議</a:t>
            </a:r>
            <a:r>
              <a:rPr lang="zh-TW" altLang="en-US">
                <a:solidFill>
                  <a:schemeClr val="bg2"/>
                </a:solidFill>
                <a:latin typeface="Microsoft JhengHei"/>
                <a:ea typeface="Microsoft JhengHei"/>
                <a:cs typeface="Arial"/>
                <a:sym typeface="Arial"/>
              </a:rPr>
              <a:t>數值</a:t>
            </a:r>
            <a:r>
              <a:rPr lang="zh-TW" altLang="en-US" sz="1600">
                <a:solidFill>
                  <a:schemeClr val="bg2"/>
                </a:solidFill>
                <a:latin typeface="Microsoft JhengHei"/>
                <a:ea typeface="Microsoft JhengHei"/>
                <a:cs typeface="Arial"/>
                <a:sym typeface="Arial"/>
              </a:rPr>
              <a:t>設定</a:t>
            </a:r>
            <a:endParaRPr lang="en-US" altLang="zh-TW" sz="1600">
              <a:solidFill>
                <a:schemeClr val="bg2"/>
              </a:solidFill>
              <a:latin typeface="Microsoft JhengHei"/>
              <a:ea typeface="Microsoft JhengHei"/>
              <a:cs typeface="Arial"/>
              <a:sym typeface="Arial"/>
            </a:endParaRPr>
          </a:p>
          <a:p>
            <a:pPr marL="503998" lvl="1">
              <a:buClr>
                <a:schemeClr val="tx1"/>
              </a:buClr>
              <a:buFont typeface="Arial"/>
              <a:buChar char="○"/>
              <a:defRPr/>
            </a:pPr>
            <a:r>
              <a:rPr lang="zh-TW" altLang="en-US" b="0" i="0" u="none" strike="noStrike" cap="none">
                <a:solidFill>
                  <a:schemeClr val="dk1"/>
                </a:solidFill>
                <a:latin typeface="Microsoft JhengHei"/>
                <a:ea typeface="Microsoft JhengHei"/>
                <a:cs typeface="Arial"/>
                <a:sym typeface="Arial"/>
              </a:rPr>
              <a:t>表格內左右邊界 </a:t>
            </a:r>
            <a:r>
              <a:rPr lang="en-US" altLang="zh-TW" b="0" i="0" u="none" strike="noStrike" cap="none">
                <a:solidFill>
                  <a:schemeClr val="dk1"/>
                </a:solidFill>
                <a:latin typeface="Microsoft JhengHei"/>
                <a:ea typeface="Microsoft JhengHei"/>
                <a:cs typeface="Arial"/>
                <a:sym typeface="Arial"/>
              </a:rPr>
              <a:t>0.25 cm</a:t>
            </a:r>
            <a:r>
              <a:rPr lang="zh-TW" altLang="en-US" b="0" i="0" u="none" strike="noStrike" cap="none">
                <a:solidFill>
                  <a:schemeClr val="dk1"/>
                </a:solidFill>
                <a:latin typeface="Microsoft JhengHei"/>
                <a:ea typeface="Microsoft JhengHei"/>
                <a:cs typeface="Arial"/>
                <a:sym typeface="Arial"/>
              </a:rPr>
              <a:t>，上下邊界 </a:t>
            </a:r>
            <a:r>
              <a:rPr lang="en-US" altLang="zh-TW" b="0" i="0" u="none" strike="noStrike" cap="none">
                <a:solidFill>
                  <a:schemeClr val="dk1"/>
                </a:solidFill>
                <a:latin typeface="Microsoft JhengHei"/>
                <a:ea typeface="Microsoft JhengHei"/>
                <a:cs typeface="Arial"/>
                <a:sym typeface="Arial"/>
              </a:rPr>
              <a:t>0.13 cm</a:t>
            </a:r>
            <a:r>
              <a:rPr lang="en-US" altLang="zh-TW" sz="1400">
                <a:solidFill>
                  <a:schemeClr val="tx1">
                    <a:lumMod val="50000"/>
                    <a:lumOff val="50000"/>
                  </a:schemeClr>
                </a:solidFill>
                <a:latin typeface="Microsoft JhengHei" panose="020B0604030504040204" pitchFamily="34" charset="-120"/>
                <a:ea typeface="Microsoft JhengHei" panose="020B0604030504040204" pitchFamily="34" charset="-120"/>
              </a:rPr>
              <a:t> </a:t>
            </a:r>
            <a:r>
              <a:rPr lang="en-US" altLang="zh-TW" sz="1200">
                <a:solidFill>
                  <a:schemeClr val="tx1">
                    <a:lumMod val="50000"/>
                    <a:lumOff val="50000"/>
                  </a:schemeClr>
                </a:solidFill>
                <a:latin typeface="Microsoft JhengHei" panose="020B0604030504040204" pitchFamily="34" charset="-120"/>
                <a:ea typeface="Microsoft JhengHei" panose="020B0604030504040204" pitchFamily="34" charset="-120"/>
              </a:rPr>
              <a:t>(</a:t>
            </a:r>
            <a:r>
              <a:rPr lang="zh-TW" altLang="en-US" sz="1200">
                <a:solidFill>
                  <a:schemeClr val="tx1">
                    <a:lumMod val="50000"/>
                    <a:lumOff val="50000"/>
                  </a:schemeClr>
                </a:solidFill>
                <a:latin typeface="Microsoft JhengHei" panose="020B0604030504040204" pitchFamily="34" charset="-120"/>
                <a:ea typeface="Microsoft JhengHei" panose="020B0604030504040204" pitchFamily="34" charset="-120"/>
              </a:rPr>
              <a:t>格式如右圖</a:t>
            </a:r>
            <a:r>
              <a:rPr lang="en-US" altLang="zh-TW" sz="1200">
                <a:solidFill>
                  <a:schemeClr val="tx1">
                    <a:lumMod val="50000"/>
                    <a:lumOff val="50000"/>
                  </a:schemeClr>
                </a:solidFill>
                <a:latin typeface="Microsoft JhengHei" panose="020B0604030504040204" pitchFamily="34" charset="-120"/>
                <a:ea typeface="Microsoft JhengHei" panose="020B0604030504040204" pitchFamily="34" charset="-120"/>
              </a:rPr>
              <a:t>)</a:t>
            </a:r>
          </a:p>
          <a:p>
            <a:pPr marL="503998" lvl="1">
              <a:buClr>
                <a:schemeClr val="tx1"/>
              </a:buClr>
              <a:buFont typeface="Arial"/>
              <a:buChar char="○"/>
              <a:defRPr/>
            </a:pPr>
            <a:r>
              <a:rPr lang="zh-TW" altLang="en-US">
                <a:solidFill>
                  <a:schemeClr val="bg2"/>
                </a:solidFill>
                <a:latin typeface="Microsoft JhengHei" panose="020B0604030504040204" pitchFamily="34" charset="-120"/>
                <a:ea typeface="Microsoft JhengHei" panose="020B0604030504040204" pitchFamily="34" charset="-120"/>
              </a:rPr>
              <a:t>表格內文字行距</a:t>
            </a:r>
            <a:r>
              <a:rPr lang="zh-TW" altLang="en-US" sz="1400">
                <a:solidFill>
                  <a:schemeClr val="bg2"/>
                </a:solidFill>
                <a:effectLst/>
              </a:rPr>
              <a:t>位於</a:t>
            </a:r>
            <a:r>
              <a:rPr lang="en-US" altLang="zh-TW" sz="1400">
                <a:solidFill>
                  <a:schemeClr val="bg2"/>
                </a:solidFill>
                <a:effectLst/>
              </a:rPr>
              <a:t>:</a:t>
            </a:r>
            <a:r>
              <a:rPr lang="zh-TW" altLang="en-US" sz="1400">
                <a:solidFill>
                  <a:schemeClr val="bg2"/>
                </a:solidFill>
                <a:effectLst/>
              </a:rPr>
              <a:t> </a:t>
            </a:r>
            <a:r>
              <a:rPr lang="en-US" altLang="zh-TW" sz="1400">
                <a:solidFill>
                  <a:schemeClr val="bg2"/>
                </a:solidFill>
                <a:effectLst/>
              </a:rPr>
              <a:t>1.15</a:t>
            </a:r>
            <a:endParaRPr lang="en-US" altLang="zh-TW">
              <a:solidFill>
                <a:schemeClr val="bg2"/>
              </a:solidFill>
              <a:latin typeface="Microsoft JhengHei" panose="020B0604030504040204" pitchFamily="34" charset="-120"/>
              <a:ea typeface="Microsoft JhengHei" panose="020B0604030504040204" pitchFamily="34" charset="-120"/>
            </a:endParaRPr>
          </a:p>
          <a:p>
            <a:pPr marL="503998" lvl="1">
              <a:spcBef>
                <a:spcPts val="600"/>
              </a:spcBef>
              <a:buClr>
                <a:schemeClr val="tx1"/>
              </a:buClr>
              <a:buFont typeface="Arial"/>
              <a:buChar char="○"/>
              <a:defRPr/>
            </a:pPr>
            <a:endParaRPr lang="en-US" altLang="zh-TW" b="0" i="0" u="none" strike="noStrike" cap="none">
              <a:solidFill>
                <a:schemeClr val="dk1"/>
              </a:solidFill>
              <a:latin typeface="Microsoft JhengHei"/>
              <a:ea typeface="Microsoft JhengHei"/>
              <a:cs typeface="Arial"/>
              <a:sym typeface="Arial"/>
            </a:endParaRPr>
          </a:p>
        </p:txBody>
      </p:sp>
      <p:graphicFrame>
        <p:nvGraphicFramePr>
          <p:cNvPr id="5" name="表格 4">
            <a:extLst>
              <a:ext uri="{FF2B5EF4-FFF2-40B4-BE49-F238E27FC236}">
                <a16:creationId xmlns:a16="http://schemas.microsoft.com/office/drawing/2014/main" id="{5D89DB35-D673-138D-D5DD-E21142D19880}"/>
              </a:ext>
            </a:extLst>
          </p:cNvPr>
          <p:cNvGraphicFramePr>
            <a:graphicFrameLocks noGrp="1"/>
          </p:cNvGraphicFramePr>
          <p:nvPr>
            <p:extLst>
              <p:ext uri="{D42A27DB-BD31-4B8C-83A1-F6EECF244321}">
                <p14:modId xmlns:p14="http://schemas.microsoft.com/office/powerpoint/2010/main" val="462129529"/>
              </p:ext>
            </p:extLst>
          </p:nvPr>
        </p:nvGraphicFramePr>
        <p:xfrm>
          <a:off x="178593" y="3211957"/>
          <a:ext cx="11161713" cy="2700327"/>
        </p:xfrm>
        <a:graphic>
          <a:graphicData uri="http://schemas.openxmlformats.org/drawingml/2006/table">
            <a:tbl>
              <a:tblPr firstRow="1" bandRow="1">
                <a:tableStyleId>{91DB7C30-2B5D-4D34-8F22-85940E495A18}</a:tableStyleId>
              </a:tblPr>
              <a:tblGrid>
                <a:gridCol w="3720571">
                  <a:extLst>
                    <a:ext uri="{9D8B030D-6E8A-4147-A177-3AD203B41FA5}">
                      <a16:colId xmlns:a16="http://schemas.microsoft.com/office/drawing/2014/main" val="1860503547"/>
                    </a:ext>
                  </a:extLst>
                </a:gridCol>
                <a:gridCol w="3720571">
                  <a:extLst>
                    <a:ext uri="{9D8B030D-6E8A-4147-A177-3AD203B41FA5}">
                      <a16:colId xmlns:a16="http://schemas.microsoft.com/office/drawing/2014/main" val="3659860070"/>
                    </a:ext>
                  </a:extLst>
                </a:gridCol>
                <a:gridCol w="3720571">
                  <a:extLst>
                    <a:ext uri="{9D8B030D-6E8A-4147-A177-3AD203B41FA5}">
                      <a16:colId xmlns:a16="http://schemas.microsoft.com/office/drawing/2014/main" val="1424678120"/>
                    </a:ext>
                  </a:extLst>
                </a:gridCol>
              </a:tblGrid>
              <a:tr h="338546">
                <a:tc>
                  <a:txBody>
                    <a:bodyPr/>
                    <a:lstStyle/>
                    <a:p>
                      <a:pPr algn="ctr">
                        <a:lnSpc>
                          <a:spcPct val="115000"/>
                        </a:lnSpc>
                      </a:pPr>
                      <a:r>
                        <a:rPr lang="zh-TW" altLang="en-US" sz="1300" b="1">
                          <a:solidFill>
                            <a:schemeClr val="bg1"/>
                          </a:solidFill>
                          <a:latin typeface="Microsoft JhengHei" panose="020B0604030504040204" pitchFamily="34" charset="-120"/>
                          <a:ea typeface="Microsoft JhengHei" panose="020B0604030504040204" pitchFamily="34" charset="-120"/>
                        </a:rPr>
                        <a:t>數據少，就用「純文字」</a:t>
                      </a:r>
                      <a:endParaRPr lang="zh-TW" altLang="en-US" sz="1300" b="1">
                        <a:solidFill>
                          <a:schemeClr val="bg1"/>
                        </a:solidFill>
                        <a:highlight>
                          <a:srgbClr val="BFDBFE"/>
                        </a:highlight>
                        <a:latin typeface="Microsoft JhengHei" panose="020B0604030504040204" pitchFamily="34" charset="-120"/>
                        <a:ea typeface="Microsoft JhengHei" panose="020B0604030504040204" pitchFamily="34" charset="-120"/>
                      </a:endParaRPr>
                    </a:p>
                  </a:txBody>
                  <a:tcPr marL="90000" marR="90000" marT="46800" marB="46800">
                    <a:lnL w="9525" cap="flat" cmpd="sng">
                      <a:noFill/>
                      <a:prstDash val="solid"/>
                      <a:round/>
                      <a:headEnd type="none" w="sm" len="sm"/>
                      <a:tailEnd type="none" w="sm" len="sm"/>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solidFill>
                  </a:tcPr>
                </a:tc>
                <a:tc>
                  <a:txBody>
                    <a:bodyPr/>
                    <a:lstStyle/>
                    <a:p>
                      <a:pPr algn="ctr">
                        <a:lnSpc>
                          <a:spcPct val="115000"/>
                        </a:lnSpc>
                      </a:pPr>
                      <a:r>
                        <a:rPr lang="zh-TW" altLang="en-US" sz="1300" b="1">
                          <a:solidFill>
                            <a:schemeClr val="bg1"/>
                          </a:solidFill>
                          <a:latin typeface="Microsoft JhengHei" panose="020B0604030504040204" pitchFamily="34" charset="-120"/>
                          <a:ea typeface="Microsoft JhengHei" panose="020B0604030504040204" pitchFamily="34" charset="-120"/>
                        </a:rPr>
                        <a:t>「表格」的主角是資料</a:t>
                      </a:r>
                    </a:p>
                  </a:txBody>
                  <a:tcPr marL="90000" marR="9000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zh-TW" altLang="en-US" sz="1300" b="1">
                          <a:solidFill>
                            <a:schemeClr val="bg1"/>
                          </a:solidFill>
                          <a:latin typeface="Microsoft JhengHei" panose="020B0604030504040204" pitchFamily="34" charset="-120"/>
                          <a:ea typeface="Microsoft JhengHei" panose="020B0604030504040204" pitchFamily="34" charset="-120"/>
                        </a:rPr>
                        <a:t>用「點型圖」看分布</a:t>
                      </a:r>
                    </a:p>
                  </a:txBody>
                  <a:tcPr marL="90000" marR="90000" marT="46800" marB="46800">
                    <a:lnL w="1270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481024376"/>
                  </a:ext>
                </a:extLst>
              </a:tr>
              <a:tr h="950286">
                <a:tc>
                  <a:txBody>
                    <a:bodyPr/>
                    <a:lstStyle/>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sym typeface="Microsoft JhengHei"/>
                        </a:rPr>
                        <a:t>分享的數據只有少數一兩個，純文字可能是最適合的溝通方式</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sym typeface="Microsoft JhengHei"/>
                      </a:endParaRPr>
                    </a:p>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sym typeface="Microsoft JhengHei"/>
                        </a:rPr>
                        <a:t>將一個或少數幾個數據做成表格或圖表，除了可能會誤導聽眾，氣勢也少了好幾分</a:t>
                      </a:r>
                    </a:p>
                  </a:txBody>
                  <a:tcPr marL="90000" marR="90000" marT="46800" marB="46800">
                    <a:lnL w="9525" cap="flat" cmpd="sng">
                      <a:noFill/>
                      <a:prstDash val="solid"/>
                      <a:round/>
                      <a:headEnd type="none" w="sm" len="sm"/>
                      <a:tailEnd type="none" w="sm" len="sm"/>
                    </a:lnL>
                    <a:lnR w="7620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左欄讀到右欄、從上列讀到下列，或是比較不同數值</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在現場簡報使用表格不是個好主意。考慮放附件，附上連結</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搶眼的應該是資料本身，而非框線。</a:t>
                      </a:r>
                    </a:p>
                  </a:txBody>
                  <a:tcPr marL="90000" marR="90000" marT="46800" marB="4680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很適合展示兩者之間的關係</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通常散布圖較常使用在科學領域</a:t>
                      </a:r>
                    </a:p>
                  </a:txBody>
                  <a:tcPr marL="90000" marR="90000" marT="46800" marB="46800">
                    <a:lnL w="7620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952197738"/>
                  </a:ext>
                </a:extLst>
              </a:tr>
              <a:tr h="338546">
                <a:tc>
                  <a:txBody>
                    <a:bodyPr/>
                    <a:lstStyle/>
                    <a:p>
                      <a:pPr algn="ctr">
                        <a:lnSpc>
                          <a:spcPct val="115000"/>
                        </a:lnSpc>
                      </a:pPr>
                      <a:r>
                        <a:rPr lang="zh-TW" altLang="en-US" sz="1300" b="1">
                          <a:solidFill>
                            <a:schemeClr val="bg1"/>
                          </a:solidFill>
                          <a:latin typeface="Microsoft JhengHei" panose="020B0604030504040204" pitchFamily="34" charset="-120"/>
                          <a:ea typeface="Microsoft JhengHei" panose="020B0604030504040204" pitchFamily="34" charset="-120"/>
                        </a:rPr>
                        <a:t>用「線型圖」看關聯</a:t>
                      </a:r>
                    </a:p>
                  </a:txBody>
                  <a:tcPr marL="90000" marR="90000" marT="46800" marB="46800">
                    <a:lnL w="9525" cap="flat" cmpd="sng">
                      <a:noFill/>
                      <a:prstDash val="solid"/>
                      <a:round/>
                      <a:headEnd type="none" w="sm" len="sm"/>
                      <a:tailEnd type="none" w="sm" len="sm"/>
                    </a:lnL>
                    <a:lnR w="1270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solidFill>
                  </a:tcPr>
                </a:tc>
                <a:tc>
                  <a:txBody>
                    <a:bodyPr/>
                    <a:lstStyle/>
                    <a:p>
                      <a:pPr algn="ctr">
                        <a:lnSpc>
                          <a:spcPct val="115000"/>
                        </a:lnSpc>
                      </a:pPr>
                      <a:r>
                        <a:rPr lang="zh-TW" altLang="en-US" sz="1300" b="1">
                          <a:solidFill>
                            <a:schemeClr val="bg1"/>
                          </a:solidFill>
                          <a:latin typeface="Microsoft JhengHei" panose="020B0604030504040204" pitchFamily="34" charset="-120"/>
                          <a:ea typeface="Microsoft JhengHei" panose="020B0604030504040204" pitchFamily="34" charset="-120"/>
                        </a:rPr>
                        <a:t>用「條狀圖」比多少</a:t>
                      </a:r>
                    </a:p>
                  </a:txBody>
                  <a:tcPr marL="90000" marR="9000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solidFill>
                  </a:tcPr>
                </a:tc>
                <a:tc>
                  <a:txBody>
                    <a:bodyPr/>
                    <a:lstStyle/>
                    <a:p>
                      <a:pPr algn="ctr">
                        <a:lnSpc>
                          <a:spcPct val="115000"/>
                        </a:lnSpc>
                      </a:pPr>
                      <a:r>
                        <a:rPr lang="zh-TW" altLang="en-US" sz="1300" b="1">
                          <a:solidFill>
                            <a:schemeClr val="bg1"/>
                          </a:solidFill>
                          <a:latin typeface="Microsoft JhengHei" panose="020B0604030504040204" pitchFamily="34" charset="-120"/>
                          <a:ea typeface="Microsoft JhengHei" panose="020B0604030504040204" pitchFamily="34" charset="-120"/>
                        </a:rPr>
                        <a:t>用「區域圖」看差異</a:t>
                      </a:r>
                    </a:p>
                  </a:txBody>
                  <a:tcPr marL="90000" marR="90000" marT="46800" marB="46800">
                    <a:lnL w="1270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826053961"/>
                  </a:ext>
                </a:extLst>
              </a:tr>
              <a:tr h="734403">
                <a:tc>
                  <a:txBody>
                    <a:bodyPr/>
                    <a:lstStyle/>
                    <a:p>
                      <a:pPr marL="251998" marR="0" lvl="0" indent="-216000" algn="l" defTabSz="914400" rtl="0" eaLnBrk="1" fontAlgn="auto" latinLnBrk="0" hangingPunct="1">
                        <a:lnSpc>
                          <a:spcPct val="115000"/>
                        </a:lnSpc>
                        <a:spcBef>
                          <a:spcPts val="0"/>
                        </a:spcBef>
                        <a:spcAft>
                          <a:spcPts val="0"/>
                        </a:spcAft>
                        <a:buClr>
                          <a:schemeClr val="tx1"/>
                        </a:buClr>
                        <a:buSzPts val="1400"/>
                        <a:buFont typeface="Arial"/>
                        <a:buChar char="○"/>
                        <a:tabLst/>
                        <a:defRP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最常使用來繪製連續資料</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a:p>
                      <a:pPr marL="251998" marR="0" lvl="0" indent="-216000" algn="l" defTabSz="914400" rtl="0" eaLnBrk="1" fontAlgn="auto" latinLnBrk="0" hangingPunct="1">
                        <a:lnSpc>
                          <a:spcPct val="115000"/>
                        </a:lnSpc>
                        <a:spcBef>
                          <a:spcPts val="0"/>
                        </a:spcBef>
                        <a:spcAft>
                          <a:spcPts val="0"/>
                        </a:spcAft>
                        <a:buClr>
                          <a:schemeClr val="tx1"/>
                        </a:buClr>
                        <a:buSzPts val="1400"/>
                        <a:buFont typeface="Arial"/>
                        <a:buChar char="○"/>
                        <a:tabLst/>
                        <a:defRP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標準折線圖與斜線圖</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a:p>
                      <a:pPr marL="251998" marR="0" lvl="0" indent="-216000" algn="l" defTabSz="914400" rtl="0" eaLnBrk="1" fontAlgn="auto" latinLnBrk="0" hangingPunct="1">
                        <a:lnSpc>
                          <a:spcPct val="115000"/>
                        </a:lnSpc>
                        <a:spcBef>
                          <a:spcPts val="0"/>
                        </a:spcBef>
                        <a:spcAft>
                          <a:spcPts val="0"/>
                        </a:spcAft>
                        <a:buClr>
                          <a:schemeClr val="tx1"/>
                        </a:buClr>
                        <a:buSzPts val="1400"/>
                        <a:buFont typeface="Arial"/>
                        <a:buChar char="○"/>
                        <a:tabLst/>
                        <a:defRP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水平 </a:t>
                      </a:r>
                      <a:r>
                        <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X</a:t>
                      </a: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 軸的時間時，繪製的資料間隔必須一致。</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a:txBody>
                  <a:tcPr marL="90000" marR="90000" marT="46800" marB="46800">
                    <a:lnL w="9525" cap="flat" cmpd="sng">
                      <a:noFill/>
                      <a:prstDash val="solid"/>
                      <a:round/>
                      <a:headEnd type="none" w="sm" len="sm"/>
                      <a:tailEnd type="none" w="sm" len="sm"/>
                    </a:lnL>
                    <a:lnR w="7620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因為眼睛會比較長條的相對長度，</a:t>
                      </a:r>
                      <a:r>
                        <a:rPr lang="zh-TW" altLang="en-US" sz="1100" b="0" i="0" u="none" strike="noStrike" cap="none">
                          <a:solidFill>
                            <a:schemeClr val="tx1"/>
                          </a:solidFill>
                          <a:latin typeface="Microsoft JhengHei" panose="020B0604030504040204" pitchFamily="34" charset="-120"/>
                          <a:ea typeface="Microsoft JhengHei" panose="020B0604030504040204" pitchFamily="34" charset="-120"/>
                          <a:cs typeface="Arial"/>
                          <a:sym typeface="Arial"/>
                        </a:rPr>
                        <a:t>所以條狀圖一定要以零為基線，</a:t>
                      </a: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不道德之外，可信度會隨之瓦解</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條狀的寬度要適中</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a:txBody>
                  <a:tcPr marL="90000" marR="90000" marT="46800" marB="4680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人類的眼睛並不擅長預估二元空間的量化數值</a:t>
                      </a:r>
                      <a:endParaRPr lang="en-US" altLang="zh-TW"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a:p>
                      <a:pPr marL="251998" marR="0" indent="-216000" algn="l" rtl="0">
                        <a:lnSpc>
                          <a:spcPct val="115000"/>
                        </a:lnSpc>
                        <a:spcBef>
                          <a:spcPts val="0"/>
                        </a:spcBef>
                        <a:spcAft>
                          <a:spcPts val="0"/>
                        </a:spcAft>
                        <a:buClr>
                          <a:schemeClr val="tx1"/>
                        </a:buClr>
                        <a:buSzPts val="1400"/>
                        <a:buFont typeface="Arial"/>
                        <a:buChar char="○"/>
                      </a:pPr>
                      <a:r>
                        <a:rPr lang="zh-TW" altLang="en-US" sz="11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rPr>
                        <a:t>要將規模差異甚大的數字視覺化時</a:t>
                      </a:r>
                    </a:p>
                  </a:txBody>
                  <a:tcPr marL="90000" marR="90000" marT="46800" marB="46800">
                    <a:lnL w="7620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582596303"/>
                  </a:ext>
                </a:extLst>
              </a:tr>
              <a:tr h="338546">
                <a:tc gridSpan="3">
                  <a:txBody>
                    <a:bodyPr/>
                    <a:lstStyle/>
                    <a:p>
                      <a:pPr marL="0" marR="0" lvl="0" indent="0" algn="ctr" defTabSz="914400" rtl="0" eaLnBrk="1" fontAlgn="auto" latinLnBrk="0" hangingPunct="1">
                        <a:lnSpc>
                          <a:spcPct val="115000"/>
                        </a:lnSpc>
                        <a:spcBef>
                          <a:spcPts val="0"/>
                        </a:spcBef>
                        <a:spcAft>
                          <a:spcPts val="0"/>
                        </a:spcAft>
                        <a:buClr>
                          <a:srgbClr val="000000"/>
                        </a:buClr>
                        <a:buSzPts val="1400"/>
                        <a:buFont typeface="Arial"/>
                        <a:buNone/>
                        <a:tabLst/>
                        <a:defRPr/>
                      </a:pPr>
                      <a:r>
                        <a:rPr lang="zh-TW" altLang="en-US" sz="1300" b="1" i="0" u="none" strike="noStrike" cap="none">
                          <a:solidFill>
                            <a:schemeClr val="bg1"/>
                          </a:solidFill>
                          <a:latin typeface="Microsoft JhengHei" panose="020B0604030504040204" pitchFamily="34" charset="-120"/>
                          <a:ea typeface="Microsoft JhengHei" panose="020B0604030504040204" pitchFamily="34" charset="-120"/>
                          <a:cs typeface="Arial"/>
                          <a:sym typeface="Arial"/>
                        </a:rPr>
                        <a:t>盡量別用的圖表：圓餅圖、環圈圖、</a:t>
                      </a:r>
                      <a:r>
                        <a:rPr lang="en-US" altLang="zh-TW" sz="1300" b="1" i="0" u="none" strike="noStrike" cap="none">
                          <a:solidFill>
                            <a:schemeClr val="bg1"/>
                          </a:solidFill>
                          <a:latin typeface="Microsoft JhengHei" panose="020B0604030504040204" pitchFamily="34" charset="-120"/>
                          <a:ea typeface="Microsoft JhengHei" panose="020B0604030504040204" pitchFamily="34" charset="-120"/>
                          <a:cs typeface="Arial"/>
                          <a:sym typeface="Arial"/>
                        </a:rPr>
                        <a:t>3D</a:t>
                      </a:r>
                      <a:r>
                        <a:rPr lang="zh-TW" altLang="en-US" sz="1300" b="1" i="0" u="none" strike="noStrike" cap="none">
                          <a:solidFill>
                            <a:schemeClr val="bg1"/>
                          </a:solidFill>
                          <a:latin typeface="Microsoft JhengHei" panose="020B0604030504040204" pitchFamily="34" charset="-120"/>
                          <a:ea typeface="Microsoft JhengHei" panose="020B0604030504040204" pitchFamily="34" charset="-120"/>
                          <a:cs typeface="Arial"/>
                          <a:sym typeface="Arial"/>
                        </a:rPr>
                        <a:t>立體圖雙</a:t>
                      </a:r>
                      <a:r>
                        <a:rPr lang="en-US" altLang="zh-TW" sz="1300" b="1" i="0" u="none" strike="noStrike" cap="none">
                          <a:solidFill>
                            <a:schemeClr val="bg1"/>
                          </a:solidFill>
                          <a:latin typeface="Microsoft JhengHei" panose="020B0604030504040204" pitchFamily="34" charset="-120"/>
                          <a:ea typeface="Microsoft JhengHei" panose="020B0604030504040204" pitchFamily="34" charset="-120"/>
                          <a:cs typeface="Arial"/>
                          <a:sym typeface="Arial"/>
                        </a:rPr>
                        <a:t>Y</a:t>
                      </a:r>
                      <a:r>
                        <a:rPr lang="zh-TW" altLang="en-US" sz="1300" b="1" i="0" u="none" strike="noStrike" cap="none">
                          <a:solidFill>
                            <a:schemeClr val="bg1"/>
                          </a:solidFill>
                          <a:latin typeface="Microsoft JhengHei" panose="020B0604030504040204" pitchFamily="34" charset="-120"/>
                          <a:ea typeface="Microsoft JhengHei" panose="020B0604030504040204" pitchFamily="34" charset="-120"/>
                          <a:cs typeface="Arial"/>
                          <a:sym typeface="Arial"/>
                        </a:rPr>
                        <a:t>座標軸</a:t>
                      </a:r>
                      <a:endParaRPr lang="en-US" altLang="zh-TW" sz="1300" b="1" i="0" u="none" strike="noStrike" cap="none">
                        <a:solidFill>
                          <a:schemeClr val="bg1"/>
                        </a:solidFill>
                        <a:latin typeface="Microsoft JhengHei" panose="020B0604030504040204" pitchFamily="34" charset="-120"/>
                        <a:ea typeface="Microsoft JhengHei" panose="020B0604030504040204" pitchFamily="34" charset="-120"/>
                        <a:cs typeface="Arial"/>
                        <a:sym typeface="Arial"/>
                      </a:endParaRPr>
                    </a:p>
                  </a:txBody>
                  <a:tcPr marL="90000" marR="90000" marT="46800" marB="468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solid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3787930879"/>
                  </a:ext>
                </a:extLst>
              </a:tr>
            </a:tbl>
          </a:graphicData>
        </a:graphic>
      </p:graphicFrame>
      <p:pic>
        <p:nvPicPr>
          <p:cNvPr id="3" name="圖片 2">
            <a:extLst>
              <a:ext uri="{FF2B5EF4-FFF2-40B4-BE49-F238E27FC236}">
                <a16:creationId xmlns:a16="http://schemas.microsoft.com/office/drawing/2014/main" id="{53376005-E94D-17C6-E950-F3E5A323FA74}"/>
              </a:ext>
            </a:extLst>
          </p:cNvPr>
          <p:cNvPicPr>
            <a:picLocks noChangeAspect="1"/>
          </p:cNvPicPr>
          <p:nvPr/>
        </p:nvPicPr>
        <p:blipFill rotWithShape="1">
          <a:blip r:embed="rId3"/>
          <a:srcRect l="9897" t="64384" r="6236" b="13222"/>
          <a:stretch/>
        </p:blipFill>
        <p:spPr>
          <a:xfrm>
            <a:off x="7740650" y="904924"/>
            <a:ext cx="3599656" cy="1795103"/>
          </a:xfrm>
          <a:prstGeom prst="rect">
            <a:avLst/>
          </a:prstGeom>
        </p:spPr>
      </p:pic>
      <p:sp>
        <p:nvSpPr>
          <p:cNvPr id="2" name="文字方塊 1">
            <a:extLst>
              <a:ext uri="{FF2B5EF4-FFF2-40B4-BE49-F238E27FC236}">
                <a16:creationId xmlns:a16="http://schemas.microsoft.com/office/drawing/2014/main" id="{B17563B7-BCF9-6910-6C12-B9B53F40AB84}"/>
              </a:ext>
            </a:extLst>
          </p:cNvPr>
          <p:cNvSpPr txBox="1"/>
          <p:nvPr/>
        </p:nvSpPr>
        <p:spPr>
          <a:xfrm>
            <a:off x="-794" y="0"/>
            <a:ext cx="11520488" cy="523220"/>
          </a:xfrm>
          <a:prstGeom prst="rect">
            <a:avLst/>
          </a:prstGeom>
          <a:solidFill>
            <a:srgbClr val="FEF08A"/>
          </a:solidFill>
        </p:spPr>
        <p:txBody>
          <a:bodyPr wrap="square" rtlCol="0">
            <a:spAutoFit/>
          </a:bodyPr>
          <a:lstStyle/>
          <a:p>
            <a:pPr marL="252000" indent="-216000">
              <a:buFont typeface="+mj-lt"/>
              <a:buAutoNum type="arabicPeriod"/>
            </a:pPr>
            <a:r>
              <a:rPr kumimoji="1" lang="zh-TW" altLang="en-US">
                <a:solidFill>
                  <a:schemeClr val="tx1"/>
                </a:solidFill>
              </a:rPr>
              <a:t>依討論，這頁的說明應該還會調整對吧 </a:t>
            </a:r>
            <a:br>
              <a:rPr kumimoji="1" lang="en-US" altLang="zh-TW">
                <a:solidFill>
                  <a:schemeClr val="tx1"/>
                </a:solidFill>
              </a:rPr>
            </a:br>
            <a:r>
              <a:rPr kumimoji="1" lang="en-US" altLang="zh-TW">
                <a:solidFill>
                  <a:schemeClr val="bg2"/>
                </a:solidFill>
              </a:rPr>
              <a:t>@shannon: </a:t>
            </a:r>
            <a:r>
              <a:rPr kumimoji="1" lang="zh-TW" altLang="en-US">
                <a:solidFill>
                  <a:schemeClr val="bg2"/>
                </a:solidFill>
              </a:rPr>
              <a:t>新增</a:t>
            </a:r>
            <a:r>
              <a:rPr kumimoji="1" lang="en-US" altLang="zh-TW">
                <a:solidFill>
                  <a:schemeClr val="bg2"/>
                </a:solidFill>
              </a:rPr>
              <a:t>”</a:t>
            </a:r>
            <a:r>
              <a:rPr kumimoji="1" lang="zh-TW" altLang="en-US">
                <a:solidFill>
                  <a:schemeClr val="bg2"/>
                </a:solidFill>
              </a:rPr>
              <a:t>表格上下可自行調整</a:t>
            </a:r>
            <a:r>
              <a:rPr kumimoji="1" lang="en-US" altLang="zh-TW">
                <a:solidFill>
                  <a:schemeClr val="bg2"/>
                </a:solidFill>
              </a:rPr>
              <a:t>”</a:t>
            </a:r>
            <a:r>
              <a:rPr kumimoji="1" lang="zh-TW" altLang="en-US">
                <a:solidFill>
                  <a:schemeClr val="bg2"/>
                </a:solidFill>
              </a:rPr>
              <a:t>、</a:t>
            </a:r>
            <a:r>
              <a:rPr kumimoji="1" lang="en-US" altLang="zh-TW">
                <a:solidFill>
                  <a:schemeClr val="bg2"/>
                </a:solidFill>
              </a:rPr>
              <a:t>”</a:t>
            </a:r>
            <a:r>
              <a:rPr kumimoji="1" lang="zh-TW" altLang="en-US">
                <a:solidFill>
                  <a:schemeClr val="bg2"/>
                </a:solidFill>
              </a:rPr>
              <a:t>表格邊界及行距建議數值</a:t>
            </a:r>
            <a:r>
              <a:rPr kumimoji="1" lang="en-US" altLang="zh-TW">
                <a:solidFill>
                  <a:schemeClr val="bg2"/>
                </a:solidFill>
              </a:rPr>
              <a:t>”</a:t>
            </a:r>
          </a:p>
        </p:txBody>
      </p:sp>
      <p:sp>
        <p:nvSpPr>
          <p:cNvPr id="4" name="文字方塊 3">
            <a:extLst>
              <a:ext uri="{FF2B5EF4-FFF2-40B4-BE49-F238E27FC236}">
                <a16:creationId xmlns:a16="http://schemas.microsoft.com/office/drawing/2014/main" id="{09AB971E-57D9-FD7C-7C1C-DBDA059D6480}"/>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4"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pic>
        <p:nvPicPr>
          <p:cNvPr id="8" name="圖片 7">
            <a:extLst>
              <a:ext uri="{FF2B5EF4-FFF2-40B4-BE49-F238E27FC236}">
                <a16:creationId xmlns:a16="http://schemas.microsoft.com/office/drawing/2014/main" id="{5D056933-8C69-5AEA-54ED-2419981F8E3E}"/>
              </a:ext>
            </a:extLst>
          </p:cNvPr>
          <p:cNvPicPr>
            <a:picLocks noChangeAspect="1"/>
          </p:cNvPicPr>
          <p:nvPr/>
        </p:nvPicPr>
        <p:blipFill rotWithShape="1">
          <a:blip r:embed="rId5"/>
          <a:srcRect l="11116" t="17540" r="11072" b="15763"/>
          <a:stretch/>
        </p:blipFill>
        <p:spPr>
          <a:xfrm>
            <a:off x="5245426" y="1926763"/>
            <a:ext cx="276833" cy="237283"/>
          </a:xfrm>
          <a:prstGeom prst="rect">
            <a:avLst/>
          </a:prstGeom>
        </p:spPr>
      </p:pic>
    </p:spTree>
    <p:extLst>
      <p:ext uri="{BB962C8B-B14F-4D97-AF65-F5344CB8AC3E}">
        <p14:creationId xmlns:p14="http://schemas.microsoft.com/office/powerpoint/2010/main" val="3467411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3119A00B-E431-266C-7BD3-3D0BEB29C3B7}"/>
            </a:ext>
          </a:extLst>
        </p:cNvPr>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6D6155F1-9041-0938-2B7C-75BAE0C78AEC}"/>
              </a:ext>
            </a:extLst>
          </p:cNvPr>
          <p:cNvSpPr>
            <a:spLocks noGrp="1"/>
          </p:cNvSpPr>
          <p:nvPr>
            <p:ph type="body" idx="10"/>
          </p:nvPr>
        </p:nvSpPr>
        <p:spPr>
          <a:xfrm>
            <a:off x="179388" y="898358"/>
            <a:ext cx="11161712" cy="1099632"/>
          </a:xfrm>
        </p:spPr>
        <p:txBody>
          <a:bodyPr/>
          <a:lstStyle/>
          <a:p>
            <a:r>
              <a:rPr lang="zh-TW" altLang="en-US" dirty="0"/>
              <a:t>原則</a:t>
            </a:r>
            <a:endParaRPr lang="en-US" altLang="zh-TW" dirty="0"/>
          </a:p>
          <a:p>
            <a:pPr lvl="1"/>
            <a:r>
              <a:rPr lang="zh-TW" altLang="en-US" dirty="0"/>
              <a:t>先以</a:t>
            </a:r>
            <a:r>
              <a:rPr lang="zh-TW" altLang="en-US" dirty="0">
                <a:solidFill>
                  <a:schemeClr val="bg2"/>
                </a:solidFill>
              </a:rPr>
              <a:t>主色中間色排版 → 重點資訊換深色 → 不重要可換淺色 </a:t>
            </a:r>
            <a:r>
              <a:rPr lang="en-US" altLang="zh-TW" dirty="0"/>
              <a:t>(</a:t>
            </a:r>
            <a:r>
              <a:rPr lang="zh-TW" altLang="en-US" dirty="0"/>
              <a:t>簡報視覺層級有分主、次即可幫助理解</a:t>
            </a:r>
            <a:r>
              <a:rPr lang="en-US" altLang="zh-TW" dirty="0"/>
              <a:t>)</a:t>
            </a:r>
          </a:p>
          <a:p>
            <a:pPr lvl="1"/>
            <a:r>
              <a:rPr lang="zh-TW" altLang="en-US" dirty="0"/>
              <a:t>主色優先使用，有需要強調的次要重點才使用輔色</a:t>
            </a:r>
            <a:endParaRPr lang="en-US" altLang="zh-TW" dirty="0"/>
          </a:p>
        </p:txBody>
      </p:sp>
      <p:sp>
        <p:nvSpPr>
          <p:cNvPr id="271" name="Google Shape;271;g23bcfb68efc_1_45">
            <a:extLst>
              <a:ext uri="{FF2B5EF4-FFF2-40B4-BE49-F238E27FC236}">
                <a16:creationId xmlns:a16="http://schemas.microsoft.com/office/drawing/2014/main" id="{B7AC7FD0-585B-2D02-9E23-5B0C79ED468A}"/>
              </a:ext>
            </a:extLst>
          </p:cNvPr>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ltLang="en-US">
                <a:solidFill>
                  <a:srgbClr val="212121"/>
                </a:solidFill>
              </a:rPr>
              <a:t>全主題色系與應用建議</a:t>
            </a:r>
            <a:endParaRPr/>
          </a:p>
        </p:txBody>
      </p:sp>
      <p:graphicFrame>
        <p:nvGraphicFramePr>
          <p:cNvPr id="11" name="Google Shape;273;g23bcfb68efc_1_45">
            <a:extLst>
              <a:ext uri="{FF2B5EF4-FFF2-40B4-BE49-F238E27FC236}">
                <a16:creationId xmlns:a16="http://schemas.microsoft.com/office/drawing/2014/main" id="{6C2E1EB0-AD04-EFF3-C711-62E1CCA9514B}"/>
              </a:ext>
            </a:extLst>
          </p:cNvPr>
          <p:cNvGraphicFramePr/>
          <p:nvPr>
            <p:extLst>
              <p:ext uri="{D42A27DB-BD31-4B8C-83A1-F6EECF244321}">
                <p14:modId xmlns:p14="http://schemas.microsoft.com/office/powerpoint/2010/main" val="3919017599"/>
              </p:ext>
            </p:extLst>
          </p:nvPr>
        </p:nvGraphicFramePr>
        <p:xfrm>
          <a:off x="178595" y="1980626"/>
          <a:ext cx="11161710" cy="4139189"/>
        </p:xfrm>
        <a:graphic>
          <a:graphicData uri="http://schemas.openxmlformats.org/drawingml/2006/table">
            <a:tbl>
              <a:tblPr>
                <a:noFill/>
                <a:tableStyleId>{C7E2D07F-EAD9-47BB-8D15-AB9D181D91B3}</a:tableStyleId>
              </a:tblPr>
              <a:tblGrid>
                <a:gridCol w="1386495">
                  <a:extLst>
                    <a:ext uri="{9D8B030D-6E8A-4147-A177-3AD203B41FA5}">
                      <a16:colId xmlns:a16="http://schemas.microsoft.com/office/drawing/2014/main" val="20001"/>
                    </a:ext>
                  </a:extLst>
                </a:gridCol>
                <a:gridCol w="1955043">
                  <a:extLst>
                    <a:ext uri="{9D8B030D-6E8A-4147-A177-3AD203B41FA5}">
                      <a16:colId xmlns:a16="http://schemas.microsoft.com/office/drawing/2014/main" val="20002"/>
                    </a:ext>
                  </a:extLst>
                </a:gridCol>
                <a:gridCol w="1955043">
                  <a:extLst>
                    <a:ext uri="{9D8B030D-6E8A-4147-A177-3AD203B41FA5}">
                      <a16:colId xmlns:a16="http://schemas.microsoft.com/office/drawing/2014/main" val="20003"/>
                    </a:ext>
                  </a:extLst>
                </a:gridCol>
                <a:gridCol w="1955043">
                  <a:extLst>
                    <a:ext uri="{9D8B030D-6E8A-4147-A177-3AD203B41FA5}">
                      <a16:colId xmlns:a16="http://schemas.microsoft.com/office/drawing/2014/main" val="20004"/>
                    </a:ext>
                  </a:extLst>
                </a:gridCol>
                <a:gridCol w="1955043">
                  <a:extLst>
                    <a:ext uri="{9D8B030D-6E8A-4147-A177-3AD203B41FA5}">
                      <a16:colId xmlns:a16="http://schemas.microsoft.com/office/drawing/2014/main" val="20005"/>
                    </a:ext>
                  </a:extLst>
                </a:gridCol>
                <a:gridCol w="1955043">
                  <a:extLst>
                    <a:ext uri="{9D8B030D-6E8A-4147-A177-3AD203B41FA5}">
                      <a16:colId xmlns:a16="http://schemas.microsoft.com/office/drawing/2014/main" val="3827510382"/>
                    </a:ext>
                  </a:extLst>
                </a:gridCol>
              </a:tblGrid>
              <a:tr h="448517">
                <a:tc>
                  <a:txBody>
                    <a:bodyPr/>
                    <a:lstStyle/>
                    <a:p>
                      <a:pPr marL="0" lvl="0" indent="0" algn="ctr" rtl="0">
                        <a:lnSpc>
                          <a:spcPct val="130000"/>
                        </a:lnSpc>
                        <a:spcBef>
                          <a:spcPts val="0"/>
                        </a:spcBef>
                        <a:spcAft>
                          <a:spcPts val="0"/>
                        </a:spcAft>
                        <a:buNone/>
                      </a:pPr>
                      <a:r>
                        <a:rPr lang="zh-TW" altLang="en-US" sz="1400" b="1">
                          <a:latin typeface="Microsoft JhengHei"/>
                          <a:ea typeface="Microsoft JhengHei"/>
                          <a:cs typeface="Microsoft JhengHei"/>
                          <a:sym typeface="Microsoft JhengHei"/>
                        </a:rPr>
                        <a:t>原則</a:t>
                      </a:r>
                      <a:endParaRPr sz="1400" b="1">
                        <a:latin typeface="Microsoft JhengHei"/>
                        <a:ea typeface="Microsoft JhengHei"/>
                        <a:cs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l"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400" b="1">
                          <a:latin typeface="Microsoft JhengHei"/>
                          <a:ea typeface="Microsoft JhengHei"/>
                          <a:sym typeface="Microsoft JhengHei"/>
                        </a:rPr>
                        <a:t>                重要</a:t>
                      </a:r>
                      <a:endParaRPr lang="en-US" altLang="zh-TW" sz="1400" b="1">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重要</a:t>
                      </a:r>
                      <a:endParaRPr lang="en-US" altLang="zh-TW" sz="120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400" b="1">
                          <a:latin typeface="Microsoft JhengHei"/>
                          <a:ea typeface="Microsoft JhengHei"/>
                          <a:sym typeface="Microsoft JhengHei"/>
                        </a:rPr>
                        <a:t>優先使用</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400" b="1">
                          <a:latin typeface="Microsoft JhengHei"/>
                          <a:ea typeface="Microsoft JhengHei"/>
                          <a:sym typeface="Microsoft JhengHei"/>
                        </a:rPr>
                        <a:t>                                            不重要</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endParaRPr sz="120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50241061"/>
                  </a:ext>
                </a:extLst>
              </a:tr>
              <a:tr h="659368">
                <a:tc>
                  <a:txBody>
                    <a:bodyPr/>
                    <a:lstStyle/>
                    <a:p>
                      <a:pPr marL="0" lvl="0" indent="0" algn="ctr" rtl="0">
                        <a:lnSpc>
                          <a:spcPct val="130000"/>
                        </a:lnSpc>
                        <a:spcBef>
                          <a:spcPts val="0"/>
                        </a:spcBef>
                        <a:spcAft>
                          <a:spcPts val="0"/>
                        </a:spcAft>
                        <a:buNone/>
                      </a:pPr>
                      <a:r>
                        <a:rPr lang="zh-TW" altLang="en-US">
                          <a:latin typeface="Microsoft JhengHei"/>
                          <a:ea typeface="Microsoft JhengHei"/>
                          <a:cs typeface="Microsoft JhengHei"/>
                          <a:sym typeface="Microsoft JhengHei"/>
                        </a:rPr>
                        <a:t>佈景主題</a:t>
                      </a:r>
                      <a:endParaRPr>
                        <a:latin typeface="Microsoft JhengHei"/>
                        <a:ea typeface="Microsoft JhengHei"/>
                        <a:cs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dirty="0">
                          <a:latin typeface="Microsoft JhengHei"/>
                          <a:ea typeface="Microsoft JhengHei"/>
                          <a:sym typeface="Microsoft JhengHei"/>
                        </a:rPr>
                        <a:t>深色</a:t>
                      </a:r>
                      <a:r>
                        <a:rPr lang="en-US" altLang="zh-TW" sz="1200" dirty="0">
                          <a:latin typeface="Microsoft JhengHei"/>
                          <a:ea typeface="Microsoft JhengHei"/>
                          <a:sym typeface="Microsoft JhengHei"/>
                        </a:rPr>
                        <a:t>2</a:t>
                      </a:r>
                      <a:r>
                        <a:rPr lang="zh-TW" altLang="en-US" sz="1200" dirty="0">
                          <a:latin typeface="Microsoft JhengHei"/>
                          <a:ea typeface="Microsoft JhengHei"/>
                          <a:sym typeface="Microsoft JhengHei"/>
                        </a:rPr>
                        <a:t>（配白字）</a:t>
                      </a:r>
                      <a:br>
                        <a:rPr lang="en-US" altLang="zh-TW" sz="1200" dirty="0">
                          <a:latin typeface="Microsoft JhengHei"/>
                          <a:ea typeface="Microsoft JhengHei"/>
                          <a:sym typeface="Microsoft JhengHei"/>
                        </a:rPr>
                      </a:br>
                      <a:r>
                        <a:rPr lang="zh-TW" altLang="en-US" sz="1200" dirty="0">
                          <a:latin typeface="Microsoft JhengHei"/>
                          <a:ea typeface="Microsoft JhengHei"/>
                          <a:sym typeface="Microsoft JhengHei"/>
                        </a:rPr>
                        <a:t>段落標題、重要文字</a:t>
                      </a:r>
                      <a:endParaRPr lang="en-US" altLang="zh-TW" sz="1200" dirty="0">
                        <a:latin typeface="Microsoft JhengHei"/>
                        <a:ea typeface="Microsoft JhengHei"/>
                        <a:sym typeface="Microsoft JhengHei"/>
                      </a:endParaRPr>
                    </a:p>
                  </a:txBody>
                  <a:tcPr marL="91425" marR="91425" marT="90000" marB="91425"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dirty="0">
                          <a:latin typeface="Microsoft JhengHei"/>
                          <a:ea typeface="Microsoft JhengHei"/>
                          <a:sym typeface="Microsoft JhengHei"/>
                        </a:rPr>
                        <a:t>深色</a:t>
                      </a:r>
                      <a:r>
                        <a:rPr lang="en-US" altLang="zh-TW" sz="1200" dirty="0">
                          <a:latin typeface="Microsoft JhengHei"/>
                          <a:ea typeface="Microsoft JhengHei"/>
                          <a:sym typeface="Microsoft JhengHei"/>
                        </a:rPr>
                        <a:t>1</a:t>
                      </a:r>
                      <a:r>
                        <a:rPr lang="zh-TW" altLang="en-US" sz="1200" dirty="0">
                          <a:latin typeface="Microsoft JhengHei"/>
                          <a:ea typeface="Microsoft JhengHei"/>
                          <a:sym typeface="Microsoft JhengHei"/>
                        </a:rPr>
                        <a:t>（配白字）</a:t>
                      </a:r>
                      <a:endParaRPr lang="en-US" altLang="zh-TW" sz="1200" dirty="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dirty="0">
                          <a:latin typeface="Microsoft JhengHei"/>
                          <a:ea typeface="Microsoft JhengHei"/>
                          <a:sym typeface="Microsoft JhengHei"/>
                        </a:rPr>
                        <a:t>外框線</a:t>
                      </a:r>
                      <a:endParaRPr lang="en-US" altLang="zh-TW" sz="1200" dirty="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中間色（可配黑</a:t>
                      </a:r>
                      <a:r>
                        <a:rPr lang="en-US" altLang="zh-TW" sz="1200">
                          <a:latin typeface="Microsoft JhengHei"/>
                          <a:ea typeface="Microsoft JhengHei"/>
                          <a:sym typeface="Microsoft JhengHei"/>
                        </a:rPr>
                        <a:t>/</a:t>
                      </a:r>
                      <a:r>
                        <a:rPr lang="zh-TW" altLang="en-US" sz="1200">
                          <a:latin typeface="Microsoft JhengHei"/>
                          <a:ea typeface="Microsoft JhengHei"/>
                          <a:sym typeface="Microsoft JhengHei"/>
                        </a:rPr>
                        <a:t>白字）</a:t>
                      </a: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排版優先</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dirty="0">
                          <a:latin typeface="Microsoft JhengHei"/>
                          <a:ea typeface="Microsoft JhengHei"/>
                          <a:sym typeface="Microsoft JhengHei"/>
                        </a:rPr>
                        <a:t>淺色</a:t>
                      </a:r>
                      <a:r>
                        <a:rPr lang="en-US" altLang="zh-TW" sz="1200" dirty="0">
                          <a:latin typeface="Microsoft JhengHei"/>
                          <a:ea typeface="Microsoft JhengHei"/>
                          <a:sym typeface="Microsoft JhengHei"/>
                        </a:rPr>
                        <a:t>1</a:t>
                      </a:r>
                      <a:r>
                        <a:rPr lang="zh-TW" altLang="en-US" sz="1200" dirty="0">
                          <a:latin typeface="Microsoft JhengHei"/>
                          <a:ea typeface="Microsoft JhengHei"/>
                          <a:sym typeface="Microsoft JhengHei"/>
                        </a:rPr>
                        <a:t>（配黑字）</a:t>
                      </a:r>
                      <a:endParaRPr lang="en-US" altLang="zh-TW" sz="1200" dirty="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dirty="0">
                          <a:latin typeface="Microsoft JhengHei"/>
                          <a:ea typeface="Microsoft JhengHei"/>
                          <a:sym typeface="Microsoft JhengHei"/>
                        </a:rPr>
                        <a:t>網底、螢光筆</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dirty="0">
                          <a:latin typeface="Microsoft JhengHei"/>
                          <a:ea typeface="Microsoft JhengHei"/>
                          <a:sym typeface="Microsoft JhengHei"/>
                        </a:rPr>
                        <a:t>淺色</a:t>
                      </a:r>
                      <a:r>
                        <a:rPr lang="en-US" altLang="zh-TW" sz="1200" dirty="0">
                          <a:latin typeface="Microsoft JhengHei"/>
                          <a:ea typeface="Microsoft JhengHei"/>
                          <a:sym typeface="Microsoft JhengHei"/>
                        </a:rPr>
                        <a:t>2</a:t>
                      </a:r>
                      <a:r>
                        <a:rPr lang="zh-TW" altLang="en-US" sz="1200" dirty="0">
                          <a:latin typeface="Microsoft JhengHei"/>
                          <a:ea typeface="Microsoft JhengHei"/>
                          <a:sym typeface="Microsoft JhengHei"/>
                        </a:rPr>
                        <a:t>（配黑字）</a:t>
                      </a:r>
                      <a:endParaRPr lang="en-US" altLang="zh-TW" sz="1200" dirty="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dirty="0">
                          <a:latin typeface="Microsoft JhengHei"/>
                          <a:ea typeface="Microsoft JhengHei"/>
                          <a:sym typeface="Microsoft JhengHei"/>
                        </a:rPr>
                        <a:t>大面積底色</a:t>
                      </a:r>
                      <a:endParaRPr sz="1200" dirty="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84101">
                <a:tc rowSpan="2">
                  <a:txBody>
                    <a:bodyPr/>
                    <a:lstStyle/>
                    <a:p>
                      <a:pPr marL="0" lvl="0" indent="0" algn="ctr" rtl="0">
                        <a:spcBef>
                          <a:spcPts val="0"/>
                        </a:spcBef>
                        <a:spcAft>
                          <a:spcPts val="0"/>
                        </a:spcAft>
                        <a:buNone/>
                      </a:pPr>
                      <a:r>
                        <a:rPr lang="en-US">
                          <a:latin typeface="Microsoft JhengHei"/>
                          <a:ea typeface="Microsoft JhengHei"/>
                          <a:cs typeface="Microsoft JhengHei"/>
                          <a:sym typeface="Microsoft JhengHei"/>
                        </a:rPr>
                        <a:t>Blue</a:t>
                      </a:r>
                      <a:endParaRPr>
                        <a:latin typeface="Microsoft JhengHei"/>
                        <a:ea typeface="Microsoft JhengHei"/>
                        <a:cs typeface="Microsoft JhengHei"/>
                        <a:sym typeface="Microsoft JhengHei"/>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3B82F6"/>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60A5F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93C5FD"/>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BFDBFF"/>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CEAFE"/>
                    </a:solidFill>
                  </a:tcPr>
                </a:tc>
                <a:extLst>
                  <a:ext uri="{0D108BD9-81ED-4DB2-BD59-A6C34878D82A}">
                    <a16:rowId xmlns:a16="http://schemas.microsoft.com/office/drawing/2014/main" val="10001"/>
                  </a:ext>
                </a:extLst>
              </a:tr>
              <a:tr h="331227">
                <a:tc vMerge="1">
                  <a:txBody>
                    <a:bodyPr/>
                    <a:lstStyle/>
                    <a:p>
                      <a:endParaRPr lang="zh-TW"/>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#3b82f6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#60a5fa</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#93c5fd</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#bfdbfe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#dbeafe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84101">
                <a:tc rowSpan="2">
                  <a:txBody>
                    <a:bodyPr/>
                    <a:lstStyle/>
                    <a:p>
                      <a:pPr algn="ctr"/>
                      <a:r>
                        <a:rPr lang="en-US" altLang="zh-TW" sz="1400">
                          <a:latin typeface="Microsoft JhengHei" panose="020B0604030504040204" pitchFamily="34" charset="-120"/>
                          <a:ea typeface="Microsoft JhengHei" panose="020B0604030504040204" pitchFamily="34" charset="-120"/>
                        </a:rPr>
                        <a:t>Violet</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8B5CF7"/>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A78BFB"/>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C4B5FD"/>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ED6FF"/>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DE9FE"/>
                    </a:solidFill>
                  </a:tcPr>
                </a:tc>
                <a:extLst>
                  <a:ext uri="{0D108BD9-81ED-4DB2-BD59-A6C34878D82A}">
                    <a16:rowId xmlns:a16="http://schemas.microsoft.com/office/drawing/2014/main" val="10003"/>
                  </a:ext>
                </a:extLst>
              </a:tr>
              <a:tr h="331227">
                <a:tc vMerge="1">
                  <a:txBody>
                    <a:bodyPr/>
                    <a:lstStyle/>
                    <a:p>
                      <a:endParaRPr lang="zh-TW"/>
                    </a:p>
                  </a:txBody>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#8b5cf6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#a78bfa</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#c4b5fd</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#ddd6fe</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#ede9fe</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4101">
                <a:tc rowSpan="2">
                  <a:txBody>
                    <a:bodyPr/>
                    <a:lstStyle/>
                    <a:p>
                      <a:pPr marL="0" lvl="0" indent="0" algn="ctr" rtl="0">
                        <a:spcBef>
                          <a:spcPts val="0"/>
                        </a:spcBef>
                        <a:spcAft>
                          <a:spcPts val="0"/>
                        </a:spcAft>
                        <a:buNone/>
                      </a:pPr>
                      <a:r>
                        <a:rPr lang="en-US" altLang="zh-TW">
                          <a:latin typeface="Microsoft JhengHei"/>
                          <a:ea typeface="Microsoft JhengHei"/>
                          <a:cs typeface="Microsoft JhengHei"/>
                          <a:sym typeface="Microsoft JhengHei"/>
                        </a:rPr>
                        <a:t>Rose</a:t>
                      </a:r>
                      <a:endParaRPr>
                        <a:latin typeface="Microsoft JhengHei"/>
                        <a:ea typeface="Microsoft JhengHei"/>
                        <a:cs typeface="Microsoft JhengHei"/>
                        <a:sym typeface="Microsoft JhengHei"/>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43F5E"/>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C7185"/>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DA4AF"/>
                    </a:solidFill>
                  </a:tcPr>
                </a:tc>
                <a:tc>
                  <a:txBody>
                    <a:bodyPr/>
                    <a:lstStyle/>
                    <a:p>
                      <a:pPr algn="ctr"/>
                      <a:endParaRPr lang="zh-TW" altLang="en-US" sz="1200">
                        <a:solidFill>
                          <a:srgbClr val="FECDD3"/>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ECDD3"/>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FE4E6"/>
                    </a:solidFill>
                  </a:tcPr>
                </a:tc>
                <a:extLst>
                  <a:ext uri="{0D108BD9-81ED-4DB2-BD59-A6C34878D82A}">
                    <a16:rowId xmlns:a16="http://schemas.microsoft.com/office/drawing/2014/main" val="10005"/>
                  </a:ext>
                </a:extLst>
              </a:tr>
              <a:tr h="331227">
                <a:tc vMerge="1">
                  <a:txBody>
                    <a:bodyPr/>
                    <a:lstStyle/>
                    <a:p>
                      <a:endParaRPr lang="zh-TW"/>
                    </a:p>
                  </a:txBody>
                  <a:tcPr>
                    <a:lnT w="9525" cap="flat" cmpd="sng">
                      <a:noFill/>
                      <a:prstDash val="solid"/>
                      <a:round/>
                      <a:headEnd type="none" w="sm" len="sm"/>
                      <a:tailEnd type="none" w="sm" len="sm"/>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#f43f5e</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#fb7185</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#fda4af</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#fecdd3</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#ffe4e6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84101">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a:latin typeface="Microsoft JhengHei" panose="020B0604030504040204" pitchFamily="34" charset="-120"/>
                          <a:ea typeface="Microsoft JhengHei" panose="020B0604030504040204" pitchFamily="34" charset="-120"/>
                        </a:rPr>
                        <a:t>Amber</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5910C"/>
                    </a:solidFill>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CD44C"/>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DE68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EF9C7"/>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FFBEC"/>
                    </a:solidFill>
                  </a:tcPr>
                </a:tc>
                <a:extLst>
                  <a:ext uri="{0D108BD9-81ED-4DB2-BD59-A6C34878D82A}">
                    <a16:rowId xmlns:a16="http://schemas.microsoft.com/office/drawing/2014/main" val="10007"/>
                  </a:ext>
                </a:extLst>
              </a:tr>
              <a:tr h="265721">
                <a:tc vMerge="1">
                  <a:txBody>
                    <a:bodyPr/>
                    <a:lstStyle/>
                    <a:p>
                      <a:endParaRPr lang="zh-TW"/>
                    </a:p>
                  </a:txBody>
                  <a:tcPr>
                    <a:lnT w="9525" cap="flat" cmpd="sng">
                      <a:noFill/>
                      <a:prstDash val="solid"/>
                      <a:round/>
                      <a:headEnd type="none" w="sm" len="sm"/>
                      <a:tailEnd type="none" w="sm" len="sm"/>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#fbbf24</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#fcd34d</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#fde68a</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#fef3c7</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#fffbeb</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04090">
                <a:tc rowSpan="2">
                  <a:txBody>
                    <a:bodyPr/>
                    <a:lstStyle/>
                    <a:p>
                      <a:pPr algn="ctr"/>
                      <a:r>
                        <a:rPr lang="en-US" altLang="zh-TW" sz="1400">
                          <a:latin typeface="Microsoft JhengHei" panose="020B0604030504040204" pitchFamily="34" charset="-120"/>
                          <a:ea typeface="Microsoft JhengHei" panose="020B0604030504040204" pitchFamily="34" charset="-120"/>
                        </a:rPr>
                        <a:t>Zinc</a:t>
                      </a:r>
                    </a:p>
                    <a:p>
                      <a:pPr algn="ctr"/>
                      <a:r>
                        <a:rPr lang="en-US" altLang="zh-TW" sz="1400">
                          <a:latin typeface="Microsoft JhengHei" panose="020B0604030504040204" pitchFamily="34" charset="-120"/>
                          <a:ea typeface="Microsoft JhengHei" panose="020B0604030504040204" pitchFamily="34" charset="-120"/>
                        </a:rPr>
                        <a:t>(</a:t>
                      </a:r>
                      <a:r>
                        <a:rPr lang="zh-TW" altLang="en-US" sz="1400">
                          <a:latin typeface="Microsoft JhengHei" panose="020B0604030504040204" pitchFamily="34" charset="-120"/>
                          <a:ea typeface="Microsoft JhengHei" panose="020B0604030504040204" pitchFamily="34" charset="-120"/>
                        </a:rPr>
                        <a:t>灰階</a:t>
                      </a:r>
                      <a:r>
                        <a:rPr lang="en-US" altLang="zh-TW" sz="1400">
                          <a:latin typeface="Microsoft JhengHei" panose="020B0604030504040204" pitchFamily="34" charset="-120"/>
                          <a:ea typeface="Microsoft JhengHei" panose="020B0604030504040204" pitchFamily="34" charset="-120"/>
                        </a:rPr>
                        <a:t>)</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1717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1A1A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4D4D8"/>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4E4E8"/>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4F4F6"/>
                    </a:solidFill>
                  </a:tcPr>
                </a:tc>
                <a:extLst>
                  <a:ext uri="{0D108BD9-81ED-4DB2-BD59-A6C34878D82A}">
                    <a16:rowId xmlns:a16="http://schemas.microsoft.com/office/drawing/2014/main" val="4230794412"/>
                  </a:ext>
                </a:extLst>
              </a:tr>
              <a:tr h="331408">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#71717a</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#a1a1aa</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#d4d4d8</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#e4e4e7</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dirty="0">
                          <a:latin typeface="Consolas" panose="020B0609020204030204" pitchFamily="49" charset="0"/>
                          <a:ea typeface="Microsoft JhengHei" panose="020B0604030504040204" pitchFamily="34" charset="-120"/>
                          <a:cs typeface="Consolas" panose="020B0609020204030204" pitchFamily="49" charset="0"/>
                        </a:rPr>
                        <a:t>#f4f4f5</a:t>
                      </a:r>
                      <a:endParaRPr lang="zh-TW" altLang="en-US" sz="1200" dirty="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792147376"/>
                  </a:ext>
                </a:extLst>
              </a:tr>
            </a:tbl>
          </a:graphicData>
        </a:graphic>
      </p:graphicFrame>
      <p:sp>
        <p:nvSpPr>
          <p:cNvPr id="3" name="箭號: 向左 2">
            <a:extLst>
              <a:ext uri="{FF2B5EF4-FFF2-40B4-BE49-F238E27FC236}">
                <a16:creationId xmlns:a16="http://schemas.microsoft.com/office/drawing/2014/main" id="{4A01F50A-7BDE-E737-2A57-872D3A92AFAE}"/>
              </a:ext>
            </a:extLst>
          </p:cNvPr>
          <p:cNvSpPr/>
          <p:nvPr/>
        </p:nvSpPr>
        <p:spPr>
          <a:xfrm>
            <a:off x="2861606" y="2157968"/>
            <a:ext cx="2988332" cy="112607"/>
          </a:xfrm>
          <a:prstGeom prst="leftArrow">
            <a:avLst/>
          </a:prstGeom>
          <a:gradFill flip="none" rotWithShape="1">
            <a:gsLst>
              <a:gs pos="0">
                <a:schemeClr val="bg2"/>
              </a:gs>
              <a:gs pos="50000">
                <a:schemeClr val="tx2"/>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箭號: 向左 3">
            <a:extLst>
              <a:ext uri="{FF2B5EF4-FFF2-40B4-BE49-F238E27FC236}">
                <a16:creationId xmlns:a16="http://schemas.microsoft.com/office/drawing/2014/main" id="{EC3B6CB0-2AC6-5DF9-B475-7657AB1E3AB2}"/>
              </a:ext>
            </a:extLst>
          </p:cNvPr>
          <p:cNvSpPr/>
          <p:nvPr/>
        </p:nvSpPr>
        <p:spPr>
          <a:xfrm rot="10800000">
            <a:off x="6948376" y="2157969"/>
            <a:ext cx="3060340" cy="112606"/>
          </a:xfrm>
          <a:prstGeom prst="leftArrow">
            <a:avLst/>
          </a:prstGeom>
          <a:gradFill flip="none" rotWithShape="1">
            <a:gsLst>
              <a:gs pos="0">
                <a:srgbClr val="DCEAFE"/>
              </a:gs>
              <a:gs pos="50000">
                <a:schemeClr val="accent2"/>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6E139B7C-27C4-BF38-FC46-A28173EED725}"/>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3"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3285279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3E2FC-8D8B-55B9-6478-5F644F02871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94159CD-E6F7-1297-0C56-E56CF2E637A9}"/>
              </a:ext>
            </a:extLst>
          </p:cNvPr>
          <p:cNvSpPr>
            <a:spLocks noGrp="1"/>
          </p:cNvSpPr>
          <p:nvPr>
            <p:ph type="title"/>
          </p:nvPr>
        </p:nvSpPr>
        <p:spPr/>
        <p:txBody>
          <a:bodyPr/>
          <a:lstStyle/>
          <a:p>
            <a:r>
              <a:rPr lang="zh-TW" altLang="en-US" b="1"/>
              <a:t>配色</a:t>
            </a:r>
          </a:p>
        </p:txBody>
      </p:sp>
      <p:sp>
        <p:nvSpPr>
          <p:cNvPr id="4" name="文字版面配置區 3">
            <a:extLst>
              <a:ext uri="{FF2B5EF4-FFF2-40B4-BE49-F238E27FC236}">
                <a16:creationId xmlns:a16="http://schemas.microsoft.com/office/drawing/2014/main" id="{CE9EFDFC-EA02-1656-C16C-45708140CBD2}"/>
              </a:ext>
            </a:extLst>
          </p:cNvPr>
          <p:cNvSpPr>
            <a:spLocks noGrp="1"/>
          </p:cNvSpPr>
          <p:nvPr>
            <p:ph type="body" idx="2"/>
          </p:nvPr>
        </p:nvSpPr>
        <p:spPr/>
        <p:txBody>
          <a:bodyPr/>
          <a:lstStyle/>
          <a:p>
            <a:endParaRPr lang="zh-TW" altLang="en-US"/>
          </a:p>
        </p:txBody>
      </p:sp>
    </p:spTree>
    <p:extLst>
      <p:ext uri="{BB962C8B-B14F-4D97-AF65-F5344CB8AC3E}">
        <p14:creationId xmlns:p14="http://schemas.microsoft.com/office/powerpoint/2010/main" val="2487164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a:extLst>
            <a:ext uri="{FF2B5EF4-FFF2-40B4-BE49-F238E27FC236}">
              <a16:creationId xmlns:a16="http://schemas.microsoft.com/office/drawing/2014/main" id="{3EA6E4F2-DB64-96B9-8E2D-E591563FF4E6}"/>
            </a:ext>
          </a:extLst>
        </p:cNvPr>
        <p:cNvGrpSpPr/>
        <p:nvPr/>
      </p:nvGrpSpPr>
      <p:grpSpPr>
        <a:xfrm>
          <a:off x="0" y="0"/>
          <a:ext cx="0" cy="0"/>
          <a:chOff x="0" y="0"/>
          <a:chExt cx="0" cy="0"/>
        </a:xfrm>
      </p:grpSpPr>
      <p:sp>
        <p:nvSpPr>
          <p:cNvPr id="8" name="Google Shape;279;g26107f9f4fa_0_30">
            <a:extLst>
              <a:ext uri="{FF2B5EF4-FFF2-40B4-BE49-F238E27FC236}">
                <a16:creationId xmlns:a16="http://schemas.microsoft.com/office/drawing/2014/main" id="{175FBE31-3B12-353B-CD86-0A16ABD22213}"/>
              </a:ext>
            </a:extLst>
          </p:cNvPr>
          <p:cNvSpPr txBox="1">
            <a:spLocks/>
          </p:cNvSpPr>
          <p:nvPr/>
        </p:nvSpPr>
        <p:spPr>
          <a:xfrm>
            <a:off x="161326" y="921880"/>
            <a:ext cx="5491162" cy="5197933"/>
          </a:xfrm>
          <a:prstGeom prst="rect">
            <a:avLst/>
          </a:prstGeom>
          <a:ln w="9525" cap="flat" cmpd="sng">
            <a:solidFill>
              <a:schemeClr val="lt1"/>
            </a:solidFill>
            <a:prstDash val="solid"/>
            <a:round/>
            <a:headEnd type="none" w="sm" len="sm"/>
            <a:tailEnd type="none" w="sm" len="sm"/>
          </a:ln>
        </p:spPr>
        <p:txBody>
          <a:bodyPr spcFirstLastPara="1" wrap="square" lIns="88150" tIns="44050" rIns="88150" bIns="440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52000" indent="-216000">
              <a:lnSpc>
                <a:spcPct val="130000"/>
              </a:lnSpc>
              <a:buSzPts val="1800"/>
              <a:buFont typeface="Arial"/>
              <a:buChar char="○"/>
            </a:pPr>
            <a:r>
              <a:rPr lang="zh-TW" altLang="en-US" sz="1600">
                <a:latin typeface="微軟正黑體" panose="020B0604030504040204" pitchFamily="34" charset="-120"/>
                <a:ea typeface="微軟正黑體" panose="020B0604030504040204" pitchFamily="34" charset="-120"/>
              </a:rPr>
              <a:t>配色說明</a:t>
            </a:r>
            <a:endParaRPr lang="en-US" altLang="zh-TW" sz="1600">
              <a:latin typeface="微軟正黑體" panose="020B0604030504040204" pitchFamily="34" charset="-120"/>
              <a:ea typeface="微軟正黑體" panose="020B0604030504040204" pitchFamily="34" charset="-120"/>
            </a:endParaRPr>
          </a:p>
          <a:p>
            <a:pPr marL="504000" lvl="4" indent="-216000">
              <a:lnSpc>
                <a:spcPct val="130000"/>
              </a:lnSpc>
              <a:buSzPts val="1800"/>
              <a:buFont typeface="Arial"/>
              <a:buChar char="○"/>
            </a:pPr>
            <a:r>
              <a:rPr lang="zh-TW" altLang="en-US">
                <a:solidFill>
                  <a:schemeClr val="tx1"/>
                </a:solidFill>
                <a:latin typeface="微軟正黑體" panose="020B0604030504040204" pitchFamily="34" charset="-120"/>
                <a:ea typeface="微軟正黑體" panose="020B0604030504040204" pitchFamily="34" charset="-120"/>
              </a:rPr>
              <a:t>主色 </a:t>
            </a:r>
            <a:r>
              <a:rPr lang="en-US" altLang="zh-TW">
                <a:solidFill>
                  <a:schemeClr val="tx1"/>
                </a:solidFill>
                <a:latin typeface="微軟正黑體" panose="020B0604030504040204" pitchFamily="34" charset="-120"/>
                <a:ea typeface="微軟正黑體" panose="020B0604030504040204" pitchFamily="34" charset="-120"/>
              </a:rPr>
              <a:t>Blue</a:t>
            </a:r>
            <a:r>
              <a:rPr lang="zh-TW" altLang="en-US">
                <a:solidFill>
                  <a:schemeClr val="tx1"/>
                </a:solidFill>
                <a:latin typeface="微軟正黑體" panose="020B0604030504040204" pitchFamily="34" charset="-120"/>
                <a:ea typeface="微軟正黑體" panose="020B0604030504040204" pitchFamily="34" charset="-120"/>
              </a:rPr>
              <a:t> → 輔色 </a:t>
            </a:r>
            <a:r>
              <a:rPr lang="en-US" altLang="zh-TW">
                <a:solidFill>
                  <a:schemeClr val="tx1"/>
                </a:solidFill>
                <a:latin typeface="微軟正黑體" panose="020B0604030504040204" pitchFamily="34" charset="-120"/>
                <a:ea typeface="微軟正黑體" panose="020B0604030504040204" pitchFamily="34" charset="-120"/>
              </a:rPr>
              <a:t>Violet</a:t>
            </a:r>
            <a:r>
              <a:rPr lang="zh-TW" altLang="en-US">
                <a:solidFill>
                  <a:schemeClr val="tx1"/>
                </a:solidFill>
                <a:latin typeface="微軟正黑體" panose="020B0604030504040204" pitchFamily="34" charset="-120"/>
                <a:ea typeface="微軟正黑體" panose="020B0604030504040204" pitchFamily="34" charset="-120"/>
              </a:rPr>
              <a:t> </a:t>
            </a:r>
            <a:r>
              <a:rPr lang="en-US" altLang="zh-TW">
                <a:solidFill>
                  <a:schemeClr val="tx1"/>
                </a:solidFill>
                <a:latin typeface="微軟正黑體" panose="020B0604030504040204" pitchFamily="34" charset="-120"/>
                <a:ea typeface="微軟正黑體" panose="020B0604030504040204" pitchFamily="34" charset="-120"/>
              </a:rPr>
              <a:t>(</a:t>
            </a:r>
            <a:r>
              <a:rPr lang="zh-TW" altLang="en-US">
                <a:solidFill>
                  <a:schemeClr val="tx1"/>
                </a:solidFill>
                <a:latin typeface="微軟正黑體" panose="020B0604030504040204" pitchFamily="34" charset="-120"/>
                <a:ea typeface="微軟正黑體" panose="020B0604030504040204" pitchFamily="34" charset="-120"/>
              </a:rPr>
              <a:t>預設</a:t>
            </a:r>
            <a:r>
              <a:rPr lang="en-US" altLang="zh-TW">
                <a:solidFill>
                  <a:schemeClr val="tx1"/>
                </a:solidFill>
                <a:latin typeface="微軟正黑體" panose="020B0604030504040204" pitchFamily="34" charset="-120"/>
                <a:ea typeface="微軟正黑體" panose="020B0604030504040204" pitchFamily="34" charset="-120"/>
              </a:rPr>
              <a:t>)</a:t>
            </a:r>
            <a:r>
              <a:rPr lang="zh-TW" altLang="en-US">
                <a:solidFill>
                  <a:schemeClr val="tx1"/>
                </a:solidFill>
                <a:latin typeface="微軟正黑體" panose="020B0604030504040204" pitchFamily="34" charset="-120"/>
                <a:ea typeface="微軟正黑體" panose="020B0604030504040204" pitchFamily="34" charset="-120"/>
              </a:rPr>
              <a:t> </a:t>
            </a:r>
            <a:r>
              <a:rPr lang="en-US" altLang="zh-TW">
                <a:solidFill>
                  <a:schemeClr val="tx1"/>
                </a:solidFill>
                <a:latin typeface="微軟正黑體" panose="020B0604030504040204" pitchFamily="34" charset="-120"/>
                <a:ea typeface="微軟正黑體" panose="020B0604030504040204" pitchFamily="34" charset="-120"/>
              </a:rPr>
              <a:t>/ Rose </a:t>
            </a:r>
            <a:r>
              <a:rPr lang="zh-TW" altLang="en-US">
                <a:solidFill>
                  <a:schemeClr val="tx1"/>
                </a:solidFill>
                <a:latin typeface="微軟正黑體" panose="020B0604030504040204" pitchFamily="34" charset="-120"/>
                <a:ea typeface="微軟正黑體" panose="020B0604030504040204" pitchFamily="34" charset="-120"/>
              </a:rPr>
              <a:t>擇一</a:t>
            </a:r>
            <a:endParaRPr lang="en-US" altLang="zh-TW">
              <a:solidFill>
                <a:schemeClr val="tx1"/>
              </a:solidFill>
              <a:latin typeface="微軟正黑體" panose="020B0604030504040204" pitchFamily="34" charset="-120"/>
              <a:ea typeface="微軟正黑體" panose="020B0604030504040204" pitchFamily="34" charset="-120"/>
              <a:cs typeface="Microsoft JhengHei"/>
              <a:sym typeface="Microsoft JhengHei"/>
            </a:endParaRPr>
          </a:p>
          <a:p>
            <a:pPr marL="252000" indent="-216000">
              <a:lnSpc>
                <a:spcPct val="130000"/>
              </a:lnSpc>
              <a:spcBef>
                <a:spcPts val="600"/>
              </a:spcBef>
              <a:buSzPts val="1800"/>
              <a:buFont typeface="Arial"/>
              <a:buChar char="○"/>
            </a:pPr>
            <a:r>
              <a:rPr lang="zh-TW" altLang="en-US" sz="1600">
                <a:latin typeface="微軟正黑體" panose="020B0604030504040204" pitchFamily="34" charset="-120"/>
                <a:ea typeface="微軟正黑體" panose="020B0604030504040204" pitchFamily="34" charset="-120"/>
              </a:rPr>
              <a:t>特殊需求</a:t>
            </a:r>
            <a:endParaRPr lang="en-US" altLang="zh-TW" sz="1600">
              <a:latin typeface="微軟正黑體" panose="020B0604030504040204" pitchFamily="34" charset="-120"/>
              <a:ea typeface="微軟正黑體" panose="020B0604030504040204" pitchFamily="34" charset="-120"/>
              <a:cs typeface="Microsoft JhengHei"/>
              <a:sym typeface="Microsoft JhengHei"/>
            </a:endParaRPr>
          </a:p>
          <a:p>
            <a:pPr marL="504000" lvl="1" indent="-216000">
              <a:lnSpc>
                <a:spcPct val="130000"/>
              </a:lnSpc>
              <a:buSzPts val="1800"/>
              <a:buFont typeface="Arial"/>
              <a:buChar char="○"/>
            </a:pPr>
            <a:r>
              <a:rPr lang="zh-TW" altLang="en-US" u="sng">
                <a:solidFill>
                  <a:srgbClr val="71717A"/>
                </a:solidFill>
                <a:latin typeface="微軟正黑體" panose="020B0604030504040204" pitchFamily="34" charset="-120"/>
                <a:ea typeface="微軟正黑體" panose="020B0604030504040204" pitchFamily="34" charset="-120"/>
              </a:rPr>
              <a:t>超連結</a:t>
            </a:r>
            <a:r>
              <a:rPr lang="zh-TW" altLang="en-US" b="1">
                <a:solidFill>
                  <a:srgbClr val="FB7185"/>
                </a:solidFill>
                <a:latin typeface="微軟正黑體" panose="020B0604030504040204" pitchFamily="34" charset="-120"/>
                <a:ea typeface="微軟正黑體" panose="020B0604030504040204" pitchFamily="34" charset="-120"/>
              </a:rPr>
              <a:t>      </a:t>
            </a:r>
            <a:r>
              <a:rPr lang="zh-TW" altLang="en-US">
                <a:latin typeface="微軟正黑體" panose="020B0604030504040204" pitchFamily="34" charset="-120"/>
                <a:ea typeface="微軟正黑體" panose="020B0604030504040204" pitchFamily="34" charset="-120"/>
              </a:rPr>
              <a:t>使用選擇灰階加底線</a:t>
            </a:r>
            <a:endParaRPr lang="en-US" altLang="zh-TW">
              <a:latin typeface="微軟正黑體" panose="020B0604030504040204" pitchFamily="34" charset="-120"/>
              <a:ea typeface="微軟正黑體" panose="020B0604030504040204" pitchFamily="34" charset="-120"/>
            </a:endParaRPr>
          </a:p>
          <a:p>
            <a:pPr marL="504000" lvl="1" indent="-216000">
              <a:lnSpc>
                <a:spcPct val="130000"/>
              </a:lnSpc>
              <a:buSzPts val="1800"/>
              <a:buFont typeface="Arial"/>
              <a:buChar char="○"/>
            </a:pPr>
            <a:r>
              <a:rPr lang="zh-TW" altLang="en-US">
                <a:solidFill>
                  <a:schemeClr val="bg2"/>
                </a:solidFill>
                <a:latin typeface="微軟正黑體" panose="020B0604030504040204" pitchFamily="34" charset="-120"/>
                <a:ea typeface="微軟正黑體" panose="020B0604030504040204" pitchFamily="34" charset="-120"/>
              </a:rPr>
              <a:t>重要文字</a:t>
            </a:r>
            <a:r>
              <a:rPr lang="zh-TW" altLang="en-US" b="1">
                <a:solidFill>
                  <a:schemeClr val="bg2"/>
                </a:solidFill>
                <a:latin typeface="微軟正黑體" panose="020B0604030504040204" pitchFamily="34" charset="-120"/>
                <a:ea typeface="微軟正黑體" panose="020B0604030504040204" pitchFamily="34" charset="-120"/>
              </a:rPr>
              <a:t>  </a:t>
            </a:r>
            <a:r>
              <a:rPr lang="zh-TW" altLang="en-US">
                <a:latin typeface="微軟正黑體" panose="020B0604030504040204" pitchFamily="34" charset="-120"/>
                <a:ea typeface="微軟正黑體" panose="020B0604030504040204" pitchFamily="34" charset="-120"/>
              </a:rPr>
              <a:t>使用主</a:t>
            </a:r>
            <a:r>
              <a:rPr lang="en-US" altLang="zh-TW">
                <a:latin typeface="微軟正黑體" panose="020B0604030504040204" pitchFamily="34" charset="-120"/>
                <a:ea typeface="微軟正黑體" panose="020B0604030504040204" pitchFamily="34" charset="-120"/>
              </a:rPr>
              <a:t>/</a:t>
            </a:r>
            <a:r>
              <a:rPr lang="zh-TW" altLang="en-US">
                <a:latin typeface="微軟正黑體" panose="020B0604030504040204" pitchFamily="34" charset="-120"/>
                <a:ea typeface="微軟正黑體" panose="020B0604030504040204" pitchFamily="34" charset="-120"/>
              </a:rPr>
              <a:t>輔色系深色 </a:t>
            </a:r>
            <a:r>
              <a:rPr lang="en-US" altLang="zh-TW">
                <a:latin typeface="微軟正黑體" panose="020B0604030504040204" pitchFamily="34" charset="-120"/>
                <a:ea typeface="微軟正黑體" panose="020B0604030504040204" pitchFamily="34" charset="-120"/>
              </a:rPr>
              <a:t>2</a:t>
            </a:r>
          </a:p>
          <a:p>
            <a:pPr marL="504000" lvl="1" indent="-216000">
              <a:lnSpc>
                <a:spcPct val="130000"/>
              </a:lnSpc>
              <a:buSzPts val="1800"/>
              <a:buFont typeface="Arial"/>
              <a:buChar char="○"/>
            </a:pPr>
            <a:r>
              <a:rPr lang="zh-TW" altLang="en-US">
                <a:solidFill>
                  <a:schemeClr val="tx1"/>
                </a:solidFill>
                <a:highlight>
                  <a:srgbClr val="DCEAFE"/>
                </a:highlight>
                <a:latin typeface="微軟正黑體" panose="020B0604030504040204" pitchFamily="34" charset="-120"/>
                <a:ea typeface="微軟正黑體" panose="020B0604030504040204" pitchFamily="34" charset="-120"/>
              </a:rPr>
              <a:t>螢光筆</a:t>
            </a:r>
            <a:r>
              <a:rPr lang="zh-TW" altLang="en-US">
                <a:solidFill>
                  <a:schemeClr val="tx1"/>
                </a:solidFill>
                <a:latin typeface="微軟正黑體" panose="020B0604030504040204" pitchFamily="34" charset="-120"/>
                <a:ea typeface="微軟正黑體" panose="020B0604030504040204" pitchFamily="34" charset="-120"/>
              </a:rPr>
              <a:t>      </a:t>
            </a:r>
            <a:r>
              <a:rPr lang="zh-TW" altLang="en-US">
                <a:latin typeface="微軟正黑體" panose="020B0604030504040204" pitchFamily="34" charset="-120"/>
                <a:ea typeface="微軟正黑體" panose="020B0604030504040204" pitchFamily="34" charset="-120"/>
              </a:rPr>
              <a:t>使用主</a:t>
            </a:r>
            <a:r>
              <a:rPr lang="en-US" altLang="zh-TW">
                <a:latin typeface="微軟正黑體" panose="020B0604030504040204" pitchFamily="34" charset="-120"/>
                <a:ea typeface="微軟正黑體" panose="020B0604030504040204" pitchFamily="34" charset="-120"/>
              </a:rPr>
              <a:t>/</a:t>
            </a:r>
            <a:r>
              <a:rPr lang="zh-TW" altLang="en-US">
                <a:latin typeface="微軟正黑體" panose="020B0604030504040204" pitchFamily="34" charset="-120"/>
                <a:ea typeface="微軟正黑體" panose="020B0604030504040204" pitchFamily="34" charset="-120"/>
              </a:rPr>
              <a:t>輔色系淺色 </a:t>
            </a:r>
            <a:r>
              <a:rPr lang="en-US" altLang="zh-TW">
                <a:latin typeface="微軟正黑體" panose="020B0604030504040204" pitchFamily="34" charset="-120"/>
                <a:ea typeface="微軟正黑體" panose="020B0604030504040204" pitchFamily="34" charset="-120"/>
              </a:rPr>
              <a:t>2</a:t>
            </a:r>
            <a:r>
              <a:rPr lang="zh-TW" altLang="en-US">
                <a:latin typeface="微軟正黑體" panose="020B0604030504040204" pitchFamily="34" charset="-120"/>
                <a:ea typeface="微軟正黑體" panose="020B0604030504040204" pitchFamily="34" charset="-120"/>
              </a:rPr>
              <a:t>，限用於內文</a:t>
            </a:r>
            <a:endParaRPr lang="zh-TW" altLang="en-US" sz="1200">
              <a:solidFill>
                <a:srgbClr val="71717A"/>
              </a:solidFill>
              <a:latin typeface="微軟正黑體" panose="020B0604030504040204" pitchFamily="34" charset="-120"/>
              <a:ea typeface="微軟正黑體" panose="020B0604030504040204" pitchFamily="34" charset="-120"/>
              <a:cs typeface="Microsoft JhengHei"/>
              <a:sym typeface="Microsoft JhengHei"/>
            </a:endParaRPr>
          </a:p>
          <a:p>
            <a:pPr marL="252000" indent="-216000">
              <a:lnSpc>
                <a:spcPct val="130000"/>
              </a:lnSpc>
              <a:spcBef>
                <a:spcPts val="600"/>
              </a:spcBef>
              <a:buSzPts val="1800"/>
              <a:buFont typeface="Arial"/>
              <a:buChar char="○"/>
            </a:pPr>
            <a:r>
              <a:rPr lang="zh-TW" altLang="en-US" sz="1600">
                <a:latin typeface="微軟正黑體" panose="020B0604030504040204" pitchFamily="34" charset="-120"/>
                <a:ea typeface="微軟正黑體" panose="020B0604030504040204" pitchFamily="34" charset="-120"/>
              </a:rPr>
              <a:t>色塊 </a:t>
            </a:r>
            <a:r>
              <a:rPr lang="zh-TW" altLang="en-US" sz="1600">
                <a:solidFill>
                  <a:srgbClr val="49A4FF"/>
                </a:solidFill>
                <a:latin typeface="微軟正黑體" panose="020B0604030504040204" pitchFamily="34" charset="-120"/>
                <a:ea typeface="微軟正黑體" panose="020B0604030504040204" pitchFamily="34" charset="-120"/>
              </a:rPr>
              <a:t>➊</a:t>
            </a:r>
            <a:endParaRPr lang="en-US" altLang="zh-TW" sz="1600">
              <a:latin typeface="微軟正黑體" panose="020B0604030504040204" pitchFamily="34" charset="-120"/>
              <a:ea typeface="微軟正黑體" panose="020B0604030504040204" pitchFamily="34" charset="-120"/>
              <a:cs typeface="Microsoft JhengHei"/>
              <a:sym typeface="Microsoft JhengHei"/>
            </a:endParaRPr>
          </a:p>
          <a:p>
            <a:pPr marL="504000" lvl="1" indent="-216000">
              <a:lnSpc>
                <a:spcPct val="130000"/>
              </a:lnSpc>
              <a:buSzPts val="1800"/>
              <a:buFont typeface="Arial"/>
              <a:buChar char="○"/>
            </a:pPr>
            <a:r>
              <a:rPr lang="zh-TW" altLang="en-US">
                <a:latin typeface="微軟正黑體" panose="020B0604030504040204" pitchFamily="34" charset="-120"/>
                <a:ea typeface="微軟正黑體" panose="020B0604030504040204" pitchFamily="34" charset="-120"/>
                <a:cs typeface="Microsoft JhengHei"/>
                <a:sym typeface="Microsoft JhengHei"/>
              </a:rPr>
              <a:t>各類小標題、重點標註以深色底 </a:t>
            </a:r>
            <a:r>
              <a:rPr lang="en-US" altLang="zh-TW">
                <a:latin typeface="微軟正黑體" panose="020B0604030504040204" pitchFamily="34" charset="-120"/>
                <a:ea typeface="微軟正黑體" panose="020B0604030504040204" pitchFamily="34" charset="-120"/>
                <a:cs typeface="Microsoft JhengHei"/>
                <a:sym typeface="Microsoft JhengHei"/>
              </a:rPr>
              <a:t>+</a:t>
            </a:r>
            <a:r>
              <a:rPr lang="zh-TW" altLang="en-US">
                <a:latin typeface="微軟正黑體" panose="020B0604030504040204" pitchFamily="34" charset="-120"/>
                <a:ea typeface="微軟正黑體" panose="020B0604030504040204" pitchFamily="34" charset="-120"/>
                <a:cs typeface="Microsoft JhengHei"/>
                <a:sym typeface="Microsoft JhengHei"/>
              </a:rPr>
              <a:t> 白字為主</a:t>
            </a:r>
            <a:endParaRPr lang="en-US" altLang="zh-TW">
              <a:latin typeface="微軟正黑體" panose="020B0604030504040204" pitchFamily="34" charset="-120"/>
              <a:ea typeface="微軟正黑體" panose="020B0604030504040204" pitchFamily="34" charset="-120"/>
              <a:cs typeface="Microsoft JhengHei"/>
              <a:sym typeface="Microsoft JhengHei"/>
            </a:endParaRPr>
          </a:p>
          <a:p>
            <a:pPr marL="504000" lvl="1" indent="-216000">
              <a:lnSpc>
                <a:spcPct val="130000"/>
              </a:lnSpc>
              <a:buSzPts val="1800"/>
              <a:buFont typeface="Arial"/>
              <a:buChar char="○"/>
            </a:pPr>
            <a:r>
              <a:rPr lang="zh-TW" altLang="en-US">
                <a:latin typeface="微軟正黑體" panose="020B0604030504040204" pitchFamily="34" charset="-120"/>
                <a:ea typeface="微軟正黑體" panose="020B0604030504040204" pitchFamily="34" charset="-120"/>
                <a:cs typeface="Microsoft JhengHei"/>
                <a:sym typeface="Microsoft JhengHei"/>
              </a:rPr>
              <a:t>其他文字標註以主色中間色</a:t>
            </a:r>
            <a:r>
              <a:rPr lang="en-US" altLang="zh-TW">
                <a:latin typeface="微軟正黑體" panose="020B0604030504040204" pitchFamily="34" charset="-120"/>
                <a:ea typeface="微軟正黑體" panose="020B0604030504040204" pitchFamily="34" charset="-120"/>
                <a:cs typeface="Microsoft JhengHei"/>
                <a:sym typeface="Microsoft JhengHei"/>
              </a:rPr>
              <a:t>/</a:t>
            </a:r>
            <a:r>
              <a:rPr lang="zh-TW" altLang="en-US">
                <a:latin typeface="微軟正黑體" panose="020B0604030504040204" pitchFamily="34" charset="-120"/>
                <a:ea typeface="微軟正黑體" panose="020B0604030504040204" pitchFamily="34" charset="-120"/>
                <a:cs typeface="Microsoft JhengHei"/>
                <a:sym typeface="Microsoft JhengHei"/>
              </a:rPr>
              <a:t>淺色 </a:t>
            </a:r>
            <a:r>
              <a:rPr lang="en-US" altLang="zh-TW">
                <a:latin typeface="微軟正黑體" panose="020B0604030504040204" pitchFamily="34" charset="-120"/>
                <a:ea typeface="微軟正黑體" panose="020B0604030504040204" pitchFamily="34" charset="-120"/>
                <a:cs typeface="Microsoft JhengHei"/>
                <a:sym typeface="Microsoft JhengHei"/>
              </a:rPr>
              <a:t>+</a:t>
            </a:r>
            <a:r>
              <a:rPr lang="zh-TW" altLang="en-US">
                <a:latin typeface="微軟正黑體" panose="020B0604030504040204" pitchFamily="34" charset="-120"/>
                <a:ea typeface="微軟正黑體" panose="020B0604030504040204" pitchFamily="34" charset="-120"/>
                <a:cs typeface="Microsoft JhengHei"/>
                <a:sym typeface="Microsoft JhengHei"/>
              </a:rPr>
              <a:t> 黑字為主</a:t>
            </a:r>
            <a:endParaRPr lang="en-US" altLang="zh-TW">
              <a:latin typeface="微軟正黑體" panose="020B0604030504040204" pitchFamily="34" charset="-120"/>
              <a:ea typeface="微軟正黑體" panose="020B0604030504040204" pitchFamily="34" charset="-120"/>
              <a:cs typeface="Microsoft JhengHei"/>
              <a:sym typeface="Microsoft JhengHei"/>
            </a:endParaRPr>
          </a:p>
          <a:p>
            <a:pPr marL="252000" indent="-216000">
              <a:lnSpc>
                <a:spcPct val="130000"/>
              </a:lnSpc>
              <a:spcBef>
                <a:spcPts val="600"/>
              </a:spcBef>
              <a:buSzPts val="1800"/>
              <a:buFont typeface="Arial"/>
              <a:buChar char="○"/>
            </a:pPr>
            <a:r>
              <a:rPr lang="zh-TW" altLang="en-US" sz="1600">
                <a:latin typeface="微軟正黑體" panose="020B0604030504040204" pitchFamily="34" charset="-120"/>
                <a:ea typeface="微軟正黑體" panose="020B0604030504040204" pitchFamily="34" charset="-120"/>
              </a:rPr>
              <a:t>圖標 </a:t>
            </a:r>
            <a:r>
              <a:rPr lang="zh-TW" altLang="en-US" sz="1600">
                <a:solidFill>
                  <a:srgbClr val="49A4FF"/>
                </a:solidFill>
                <a:latin typeface="微軟正黑體" panose="020B0604030504040204" pitchFamily="34" charset="-120"/>
                <a:ea typeface="微軟正黑體" panose="020B0604030504040204" pitchFamily="34" charset="-120"/>
              </a:rPr>
              <a:t>➋</a:t>
            </a:r>
          </a:p>
          <a:p>
            <a:pPr marL="504000" lvl="1" indent="-216000">
              <a:lnSpc>
                <a:spcPct val="130000"/>
              </a:lnSpc>
              <a:buSzPts val="1800"/>
              <a:buFont typeface="Arial"/>
              <a:buChar char="○"/>
            </a:pPr>
            <a:r>
              <a:rPr lang="zh-TW" altLang="en-US">
                <a:latin typeface="微軟正黑體" panose="020B0604030504040204" pitchFamily="34" charset="-120"/>
                <a:ea typeface="微軟正黑體" panose="020B0604030504040204" pitchFamily="34" charset="-120"/>
                <a:cs typeface="Microsoft JhengHei"/>
                <a:sym typeface="Microsoft JhengHei"/>
              </a:rPr>
              <a:t>預設位於圖片左上角，除非擋住重要資訊</a:t>
            </a:r>
          </a:p>
        </p:txBody>
      </p:sp>
      <p:sp>
        <p:nvSpPr>
          <p:cNvPr id="278" name="Google Shape;278;g26107f9f4fa_0_30">
            <a:extLst>
              <a:ext uri="{FF2B5EF4-FFF2-40B4-BE49-F238E27FC236}">
                <a16:creationId xmlns:a16="http://schemas.microsoft.com/office/drawing/2014/main" id="{54774ABE-09B3-7539-BC32-984C6367FCC0}"/>
              </a:ext>
            </a:extLst>
          </p:cNvPr>
          <p:cNvSpPr txBox="1">
            <a:spLocks noGrp="1"/>
          </p:cNvSpPr>
          <p:nvPr>
            <p:ph type="title"/>
          </p:nvPr>
        </p:nvSpPr>
        <p:spPr>
          <a:prstGeom prst="rect">
            <a:avLst/>
          </a:prstGeom>
        </p:spPr>
        <p:txBody>
          <a:bodyPr spcFirstLastPara="1" wrap="square" lIns="88150" tIns="44050" rIns="88150" bIns="44050" anchor="ctr" anchorCtr="0">
            <a:noAutofit/>
          </a:bodyPr>
          <a:lstStyle/>
          <a:p>
            <a:pPr lvl="0">
              <a:buClr>
                <a:schemeClr val="dk1"/>
              </a:buClr>
            </a:pPr>
            <a:r>
              <a:rPr lang="zh-TW" altLang="en-US">
                <a:solidFill>
                  <a:srgbClr val="212121"/>
                </a:solidFill>
              </a:rPr>
              <a:t>速成玩家使用說明</a:t>
            </a:r>
            <a:endParaRPr/>
          </a:p>
        </p:txBody>
      </p:sp>
      <p:graphicFrame>
        <p:nvGraphicFramePr>
          <p:cNvPr id="280" name="Google Shape;280;g26107f9f4fa_0_30">
            <a:extLst>
              <a:ext uri="{FF2B5EF4-FFF2-40B4-BE49-F238E27FC236}">
                <a16:creationId xmlns:a16="http://schemas.microsoft.com/office/drawing/2014/main" id="{674B9937-8565-38D8-27A2-08B68510CB61}"/>
              </a:ext>
            </a:extLst>
          </p:cNvPr>
          <p:cNvGraphicFramePr/>
          <p:nvPr>
            <p:extLst>
              <p:ext uri="{D42A27DB-BD31-4B8C-83A1-F6EECF244321}">
                <p14:modId xmlns:p14="http://schemas.microsoft.com/office/powerpoint/2010/main" val="722375085"/>
              </p:ext>
            </p:extLst>
          </p:nvPr>
        </p:nvGraphicFramePr>
        <p:xfrm>
          <a:off x="5868001" y="915988"/>
          <a:ext cx="5504300" cy="2839981"/>
        </p:xfrm>
        <a:graphic>
          <a:graphicData uri="http://schemas.openxmlformats.org/drawingml/2006/table">
            <a:tbl>
              <a:tblPr>
                <a:noFill/>
                <a:tableStyleId>{C7E2D07F-EAD9-47BB-8D15-AB9D181D91B3}</a:tableStyleId>
              </a:tblPr>
              <a:tblGrid>
                <a:gridCol w="2740668">
                  <a:extLst>
                    <a:ext uri="{9D8B030D-6E8A-4147-A177-3AD203B41FA5}">
                      <a16:colId xmlns:a16="http://schemas.microsoft.com/office/drawing/2014/main" val="20000"/>
                    </a:ext>
                  </a:extLst>
                </a:gridCol>
                <a:gridCol w="2763632">
                  <a:extLst>
                    <a:ext uri="{9D8B030D-6E8A-4147-A177-3AD203B41FA5}">
                      <a16:colId xmlns:a16="http://schemas.microsoft.com/office/drawing/2014/main" val="20001"/>
                    </a:ext>
                  </a:extLst>
                </a:gridCol>
              </a:tblGrid>
              <a:tr h="252475">
                <a:tc>
                  <a:txBody>
                    <a:bodyPr/>
                    <a:lstStyle/>
                    <a:p>
                      <a:pPr marL="0" lvl="0" indent="0" algn="l" rtl="0">
                        <a:lnSpc>
                          <a:spcPct val="130000"/>
                        </a:lnSpc>
                        <a:spcBef>
                          <a:spcPts val="0"/>
                        </a:spcBef>
                        <a:spcAft>
                          <a:spcPts val="0"/>
                        </a:spcAft>
                        <a:buClr>
                          <a:schemeClr val="dk1"/>
                        </a:buClr>
                        <a:buSzPts val="1100"/>
                        <a:buFont typeface="Arial"/>
                        <a:buNone/>
                      </a:pP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淺色底文字 #000000</a:t>
                      </a:r>
                      <a:endParaRPr sz="14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 </a:t>
                      </a:r>
                      <a:r>
                        <a:rPr lang="en" altLang="zh-TW" sz="1400" b="0" i="0" u="none" strike="noStrike" cap="none">
                          <a:solidFill>
                            <a:srgbClr val="000000"/>
                          </a:solidFill>
                          <a:latin typeface="微軟正黑體" panose="020B0604030504040204" pitchFamily="34" charset="-120"/>
                          <a:ea typeface="微軟正黑體" panose="020B0604030504040204" pitchFamily="34" charset="-120"/>
                          <a:cs typeface="Consolas" panose="020B0609020204030204" pitchFamily="49" charset="0"/>
                          <a:sym typeface="Arial"/>
                        </a:rPr>
                        <a:t>#</a:t>
                      </a:r>
                      <a:r>
                        <a:rPr lang="en" altLang="zh-TW" sz="1400" b="0" i="0" u="none" strike="noStrike" cap="none" err="1">
                          <a:solidFill>
                            <a:srgbClr val="000000"/>
                          </a:solidFill>
                          <a:latin typeface="微軟正黑體" panose="020B0604030504040204" pitchFamily="34" charset="-120"/>
                          <a:ea typeface="微軟正黑體" panose="020B0604030504040204" pitchFamily="34" charset="-120"/>
                          <a:cs typeface="Consolas" panose="020B0609020204030204" pitchFamily="49" charset="0"/>
                          <a:sym typeface="Arial"/>
                        </a:rPr>
                        <a:t>bfdbfe</a:t>
                      </a:r>
                      <a:endParaRPr lang="zh-TW" altLang="en-US" sz="1400" b="0" i="0" u="none" strike="noStrike" cap="none">
                        <a:solidFill>
                          <a:srgbClr val="000000"/>
                        </a:solidFill>
                        <a:latin typeface="微軟正黑體" panose="020B0604030504040204" pitchFamily="34" charset="-120"/>
                        <a:ea typeface="微軟正黑體" panose="020B0604030504040204" pitchFamily="34" charset="-120"/>
                        <a:cs typeface="Consolas" panose="020B0609020204030204" pitchFamily="49" charset="0"/>
                        <a:sym typeface="Arial"/>
                      </a:endParaRPr>
                    </a:p>
                  </a:txBody>
                  <a:tcPr marL="91425" marR="91425" marT="91425" marB="9142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BFDBFE"/>
                    </a:solidFill>
                  </a:tcPr>
                </a:tc>
                <a:tc>
                  <a:txBody>
                    <a:bodyPr/>
                    <a:lstStyle/>
                    <a:p>
                      <a:pPr marL="0" lvl="0" indent="0" algn="l" rtl="0">
                        <a:lnSpc>
                          <a:spcPct val="130000"/>
                        </a:lnSpc>
                        <a:spcBef>
                          <a:spcPts val="0"/>
                        </a:spcBef>
                        <a:spcAft>
                          <a:spcPts val="0"/>
                        </a:spcAft>
                        <a:buNone/>
                      </a:pPr>
                      <a:r>
                        <a:rPr lang="zh-TW" sz="14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深色底文字 #ffffff</a:t>
                      </a:r>
                      <a:endParaRPr sz="1400">
                        <a:solidFill>
                          <a:schemeClr val="bg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Tx/>
                        <a:buFont typeface="Arial"/>
                        <a:buNone/>
                        <a:tabLst/>
                        <a:defRPr/>
                      </a:pPr>
                      <a:r>
                        <a:rPr lang="zh-TW" sz="14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 </a:t>
                      </a:r>
                      <a:r>
                        <a:rPr lang="en" altLang="zh-TW" sz="1400">
                          <a:solidFill>
                            <a:schemeClr val="bg1"/>
                          </a:solidFill>
                          <a:latin typeface="微軟正黑體" panose="020B0604030504040204" pitchFamily="34" charset="-120"/>
                          <a:ea typeface="微軟正黑體" panose="020B0604030504040204" pitchFamily="34" charset="-120"/>
                          <a:cs typeface="Consolas" panose="020B0609020204030204" pitchFamily="49" charset="0"/>
                        </a:rPr>
                        <a:t>#3b82f6</a:t>
                      </a:r>
                      <a:endParaRPr lang="zh-TW" altLang="en-US" sz="1400">
                        <a:solidFill>
                          <a:schemeClr val="bg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91425" marR="91425" marT="91425" marB="9142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3B82F6"/>
                    </a:solidFill>
                  </a:tcPr>
                </a:tc>
                <a:extLst>
                  <a:ext uri="{0D108BD9-81ED-4DB2-BD59-A6C34878D82A}">
                    <a16:rowId xmlns:a16="http://schemas.microsoft.com/office/drawing/2014/main" val="10000"/>
                  </a:ext>
                </a:extLst>
              </a:tr>
              <a:tr h="231475">
                <a:tc>
                  <a:txBody>
                    <a:bodyPr/>
                    <a:lstStyle/>
                    <a:p>
                      <a:pPr marL="0" lvl="0" indent="0" algn="l" rtl="0">
                        <a:lnSpc>
                          <a:spcPct val="130000"/>
                        </a:lnSpc>
                        <a:spcBef>
                          <a:spcPts val="0"/>
                        </a:spcBef>
                        <a:spcAft>
                          <a:spcPts val="0"/>
                        </a:spcAft>
                        <a:buClr>
                          <a:schemeClr val="dk1"/>
                        </a:buClr>
                        <a:buSzPts val="1100"/>
                        <a:buFont typeface="Arial"/>
                        <a:buNone/>
                      </a:pP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淺色底文字 #000000</a:t>
                      </a:r>
                      <a:endParaRPr sz="14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 </a:t>
                      </a:r>
                      <a:r>
                        <a:rPr lang="en" altLang="zh-TW" sz="1400">
                          <a:solidFill>
                            <a:schemeClr val="tx1"/>
                          </a:solidFill>
                          <a:latin typeface="微軟正黑體" panose="020B0604030504040204" pitchFamily="34" charset="-120"/>
                          <a:ea typeface="微軟正黑體" panose="020B0604030504040204" pitchFamily="34" charset="-120"/>
                          <a:cs typeface="Consolas" panose="020B0609020204030204" pitchFamily="49" charset="0"/>
                        </a:rPr>
                        <a:t>#ddd6fe</a:t>
                      </a:r>
                      <a:endParaRPr lang="zh-TW" altLang="en-US" sz="1400">
                        <a:solidFill>
                          <a:schemeClr val="tx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91425" marR="91425" marT="91425" marB="9142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DDD6FE"/>
                    </a:solidFill>
                  </a:tcPr>
                </a:tc>
                <a:tc>
                  <a:txBody>
                    <a:bodyPr/>
                    <a:lstStyle/>
                    <a:p>
                      <a:pPr marL="0" lvl="0" indent="0" algn="l" rtl="0">
                        <a:lnSpc>
                          <a:spcPct val="130000"/>
                        </a:lnSpc>
                        <a:spcBef>
                          <a:spcPts val="0"/>
                        </a:spcBef>
                        <a:spcAft>
                          <a:spcPts val="0"/>
                        </a:spcAft>
                        <a:buClr>
                          <a:schemeClr val="dk1"/>
                        </a:buClr>
                        <a:buSzPts val="1100"/>
                        <a:buFont typeface="Arial"/>
                        <a:buNone/>
                      </a:pPr>
                      <a:r>
                        <a:rPr lang="zh-TW" sz="14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深色底文字 #ffffff</a:t>
                      </a:r>
                      <a:endParaRPr sz="1400">
                        <a:solidFill>
                          <a:schemeClr val="bg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4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 </a:t>
                      </a:r>
                      <a:r>
                        <a:rPr lang="en" altLang="zh-TW" sz="1400">
                          <a:solidFill>
                            <a:schemeClr val="bg1"/>
                          </a:solidFill>
                          <a:latin typeface="微軟正黑體" panose="020B0604030504040204" pitchFamily="34" charset="-120"/>
                          <a:ea typeface="微軟正黑體" panose="020B0604030504040204" pitchFamily="34" charset="-120"/>
                          <a:cs typeface="Consolas" panose="020B0609020204030204" pitchFamily="49" charset="0"/>
                        </a:rPr>
                        <a:t>#8b5cf6</a:t>
                      </a:r>
                      <a:endParaRPr lang="zh-TW" altLang="en-US" sz="1400">
                        <a:solidFill>
                          <a:schemeClr val="bg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91425" marR="91425" marT="91425" marB="9142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8B5CF6"/>
                    </a:solidFill>
                  </a:tcPr>
                </a:tc>
                <a:extLst>
                  <a:ext uri="{0D108BD9-81ED-4DB2-BD59-A6C34878D82A}">
                    <a16:rowId xmlns:a16="http://schemas.microsoft.com/office/drawing/2014/main" val="10001"/>
                  </a:ext>
                </a:extLst>
              </a:tr>
              <a:tr h="220475">
                <a:tc>
                  <a:txBody>
                    <a:bodyPr/>
                    <a:lstStyle/>
                    <a:p>
                      <a:pPr marL="0" lvl="0" indent="0" algn="l" rtl="0">
                        <a:lnSpc>
                          <a:spcPct val="130000"/>
                        </a:lnSpc>
                        <a:spcBef>
                          <a:spcPts val="0"/>
                        </a:spcBef>
                        <a:spcAft>
                          <a:spcPts val="0"/>
                        </a:spcAft>
                        <a:buClr>
                          <a:schemeClr val="dk1"/>
                        </a:buClr>
                        <a:buSzPts val="1100"/>
                        <a:buFont typeface="Arial"/>
                        <a:buNone/>
                      </a:pP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淺色底文字 #000000</a:t>
                      </a:r>
                      <a:endParaRPr sz="14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 </a:t>
                      </a:r>
                      <a:r>
                        <a:rPr lang="en" altLang="zh-TW" sz="1400">
                          <a:solidFill>
                            <a:schemeClr val="tx1"/>
                          </a:solidFill>
                          <a:latin typeface="微軟正黑體" panose="020B0604030504040204" pitchFamily="34" charset="-120"/>
                          <a:ea typeface="微軟正黑體" panose="020B0604030504040204" pitchFamily="34" charset="-120"/>
                          <a:cs typeface="Consolas" panose="020B0609020204030204" pitchFamily="49" charset="0"/>
                        </a:rPr>
                        <a:t>#fecdd3</a:t>
                      </a:r>
                      <a:endParaRPr lang="zh-TW" altLang="en-US" sz="1400">
                        <a:solidFill>
                          <a:schemeClr val="tx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91425" marR="91425" marT="91425" marB="91425" anchor="ctr">
                    <a:lnL w="9525" cap="flat" cmpd="sng">
                      <a:solidFill>
                        <a:srgbClr val="A5A5A5">
                          <a:alpha val="0"/>
                        </a:srgbClr>
                      </a:solidFill>
                      <a:prstDash val="solid"/>
                      <a:round/>
                      <a:headEnd type="none" w="sm" len="sm"/>
                      <a:tailEnd type="none" w="sm" len="sm"/>
                    </a:lnL>
                    <a:lnR w="9525" cap="flat" cmpd="sng" algn="ctr">
                      <a:solidFill>
                        <a:srgbClr val="A5A5A5">
                          <a:alpha val="0"/>
                        </a:srgbClr>
                      </a:solidFill>
                      <a:prstDash val="solid"/>
                      <a:round/>
                      <a:headEnd type="none" w="sm" len="sm"/>
                      <a:tailEnd type="none" w="sm" len="sm"/>
                    </a:lnR>
                    <a:lnT w="9525" cap="flat" cmpd="sng" algn="ctr">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ECDD3"/>
                    </a:solidFill>
                  </a:tcPr>
                </a:tc>
                <a:tc>
                  <a:txBody>
                    <a:bodyPr/>
                    <a:lstStyle/>
                    <a:p>
                      <a:pPr marL="0" lvl="0" indent="0" algn="l" rtl="0">
                        <a:lnSpc>
                          <a:spcPct val="130000"/>
                        </a:lnSpc>
                        <a:spcBef>
                          <a:spcPts val="0"/>
                        </a:spcBef>
                        <a:spcAft>
                          <a:spcPts val="0"/>
                        </a:spcAft>
                        <a:buClr>
                          <a:schemeClr val="dk1"/>
                        </a:buClr>
                        <a:buSzPts val="1100"/>
                        <a:buFont typeface="Arial"/>
                        <a:buNone/>
                      </a:pPr>
                      <a:r>
                        <a:rPr lang="zh-TW" sz="14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深色底文字 #ffffff</a:t>
                      </a:r>
                      <a:endParaRPr sz="1400">
                        <a:solidFill>
                          <a:schemeClr val="bg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4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 </a:t>
                      </a:r>
                      <a:r>
                        <a:rPr lang="en-US" altLang="zh-TW" sz="1400">
                          <a:solidFill>
                            <a:schemeClr val="bg1"/>
                          </a:solidFill>
                          <a:latin typeface="微軟正黑體" panose="020B0604030504040204" pitchFamily="34" charset="-120"/>
                          <a:ea typeface="微軟正黑體" panose="020B0604030504040204" pitchFamily="34" charset="-120"/>
                          <a:cs typeface="Consolas" panose="020B0609020204030204" pitchFamily="49" charset="0"/>
                        </a:rPr>
                        <a:t>#f43f5e</a:t>
                      </a:r>
                      <a:endParaRPr lang="zh-TW" altLang="en-US" sz="1400">
                        <a:solidFill>
                          <a:schemeClr val="bg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91425" marR="91425" marT="91425" marB="91425" anchor="ctr">
                    <a:lnL w="9525" cap="flat" cmpd="sng" algn="ctr">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lgn="ctr">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43F5E"/>
                    </a:solidFill>
                  </a:tcPr>
                </a:tc>
                <a:extLst>
                  <a:ext uri="{0D108BD9-81ED-4DB2-BD59-A6C34878D82A}">
                    <a16:rowId xmlns:a16="http://schemas.microsoft.com/office/drawing/2014/main" val="10002"/>
                  </a:ext>
                </a:extLst>
              </a:tr>
              <a:tr h="0">
                <a:tc>
                  <a:txBody>
                    <a:bodyPr/>
                    <a:lstStyle/>
                    <a:p>
                      <a:pPr marL="0" lvl="0" indent="0" algn="l" rtl="0">
                        <a:lnSpc>
                          <a:spcPct val="130000"/>
                        </a:lnSpc>
                        <a:spcBef>
                          <a:spcPts val="0"/>
                        </a:spcBef>
                        <a:spcAft>
                          <a:spcPts val="0"/>
                        </a:spcAft>
                        <a:buClr>
                          <a:schemeClr val="dk1"/>
                        </a:buClr>
                        <a:buSzPts val="1100"/>
                        <a:buFont typeface="Arial"/>
                        <a:buNone/>
                      </a:pP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淺色底文字 #000000</a:t>
                      </a:r>
                      <a:endParaRPr sz="14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4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 </a:t>
                      </a:r>
                      <a:r>
                        <a:rPr lang="en" altLang="zh-TW" sz="1400">
                          <a:latin typeface="微軟正黑體" panose="020B0604030504040204" pitchFamily="34" charset="-120"/>
                          <a:ea typeface="微軟正黑體" panose="020B0604030504040204" pitchFamily="34" charset="-120"/>
                          <a:cs typeface="Consolas" panose="020B0609020204030204" pitchFamily="49" charset="0"/>
                        </a:rPr>
                        <a:t>#</a:t>
                      </a:r>
                      <a:r>
                        <a:rPr lang="en" altLang="zh-TW" sz="1400">
                          <a:latin typeface="Consolas" panose="020B0609020204030204" pitchFamily="49" charset="0"/>
                          <a:ea typeface="Microsoft JhengHei" panose="020B0604030504040204" pitchFamily="34" charset="-120"/>
                          <a:cs typeface="Consolas" panose="020B0609020204030204" pitchFamily="49" charset="0"/>
                        </a:rPr>
                        <a:t>#fef3c7</a:t>
                      </a:r>
                      <a:endParaRPr lang="zh-TW" altLang="en-US" sz="1400">
                        <a:latin typeface="Consolas" panose="020B0609020204030204" pitchFamily="49" charset="0"/>
                        <a:ea typeface="Microsoft JhengHei" panose="020B0604030504040204" pitchFamily="34" charset="-120"/>
                        <a:cs typeface="Consolas" panose="020B0609020204030204" pitchFamily="49" charset="0"/>
                      </a:endParaRPr>
                    </a:p>
                  </a:txBody>
                  <a:tcPr marL="91425" marR="91425" marT="91425" marB="9142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EF3C7"/>
                    </a:solidFill>
                  </a:tcPr>
                </a:tc>
                <a:tc>
                  <a:txBody>
                    <a:bodyPr/>
                    <a:lstStyle/>
                    <a:p>
                      <a:pPr marL="0" lvl="0" indent="0" algn="l" rtl="0">
                        <a:lnSpc>
                          <a:spcPct val="130000"/>
                        </a:lnSpc>
                        <a:spcBef>
                          <a:spcPts val="0"/>
                        </a:spcBef>
                        <a:spcAft>
                          <a:spcPts val="0"/>
                        </a:spcAft>
                        <a:buClr>
                          <a:schemeClr val="dk1"/>
                        </a:buClr>
                        <a:buSzPts val="1100"/>
                        <a:buFont typeface="Arial"/>
                        <a:buNone/>
                      </a:pPr>
                      <a:r>
                        <a:rPr lang="zh-TW" sz="14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深色底文字 #ffffff</a:t>
                      </a:r>
                      <a:endParaRPr sz="1400">
                        <a:solidFill>
                          <a:schemeClr val="bg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4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 </a:t>
                      </a:r>
                      <a:r>
                        <a:rPr lang="en" altLang="zh-TW" sz="1400">
                          <a:solidFill>
                            <a:schemeClr val="bg1"/>
                          </a:solidFill>
                          <a:latin typeface="Consolas" panose="020B0609020204030204" pitchFamily="49" charset="0"/>
                          <a:ea typeface="Microsoft JhengHei" panose="020B0604030504040204" pitchFamily="34" charset="-120"/>
                          <a:cs typeface="Consolas" panose="020B0609020204030204" pitchFamily="49" charset="0"/>
                        </a:rPr>
                        <a:t>#fbbf24</a:t>
                      </a:r>
                      <a:endParaRPr lang="zh-TW" altLang="en-US" sz="14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L="91425" marR="91425" marT="91425" marB="9142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BBF24"/>
                    </a:solidFill>
                  </a:tcPr>
                </a:tc>
                <a:extLst>
                  <a:ext uri="{0D108BD9-81ED-4DB2-BD59-A6C34878D82A}">
                    <a16:rowId xmlns:a16="http://schemas.microsoft.com/office/drawing/2014/main" val="10003"/>
                  </a:ext>
                </a:extLst>
              </a:tr>
            </a:tbl>
          </a:graphicData>
        </a:graphic>
      </p:graphicFrame>
      <p:pic>
        <p:nvPicPr>
          <p:cNvPr id="281" name="Google Shape;281;g26107f9f4fa_0_30">
            <a:extLst>
              <a:ext uri="{FF2B5EF4-FFF2-40B4-BE49-F238E27FC236}">
                <a16:creationId xmlns:a16="http://schemas.microsoft.com/office/drawing/2014/main" id="{E1DB1DAB-C607-DB61-2425-06EFA3FD6C9A}"/>
              </a:ext>
            </a:extLst>
          </p:cNvPr>
          <p:cNvPicPr preferRelativeResize="0"/>
          <p:nvPr/>
        </p:nvPicPr>
        <p:blipFill rotWithShape="1">
          <a:blip r:embed="rId3">
            <a:alphaModFix/>
          </a:blip>
          <a:srcRect l="50661" t="-11141" b="-11153"/>
          <a:stretch/>
        </p:blipFill>
        <p:spPr>
          <a:xfrm>
            <a:off x="5868000" y="3752032"/>
            <a:ext cx="3185690" cy="2421756"/>
          </a:xfrm>
          <a:prstGeom prst="rect">
            <a:avLst/>
          </a:prstGeom>
          <a:noFill/>
          <a:ln w="9525" cap="flat" cmpd="sng">
            <a:solidFill>
              <a:srgbClr val="CCCCCC"/>
            </a:solidFill>
            <a:prstDash val="solid"/>
            <a:round/>
            <a:headEnd type="none" w="sm" len="sm"/>
            <a:tailEnd type="none" w="sm" len="sm"/>
          </a:ln>
        </p:spPr>
      </p:pic>
      <p:sp>
        <p:nvSpPr>
          <p:cNvPr id="282" name="Google Shape;282;g26107f9f4fa_0_30">
            <a:extLst>
              <a:ext uri="{FF2B5EF4-FFF2-40B4-BE49-F238E27FC236}">
                <a16:creationId xmlns:a16="http://schemas.microsoft.com/office/drawing/2014/main" id="{55EF5D4C-FDBA-67CA-F3D9-6A076CCA3177}"/>
              </a:ext>
            </a:extLst>
          </p:cNvPr>
          <p:cNvSpPr/>
          <p:nvPr/>
        </p:nvSpPr>
        <p:spPr>
          <a:xfrm>
            <a:off x="11069256" y="954156"/>
            <a:ext cx="252000" cy="25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a:solidFill>
                  <a:srgbClr val="FFFFFF"/>
                </a:solidFill>
                <a:latin typeface="微軟正黑體" panose="020B0604030504040204" pitchFamily="34" charset="-120"/>
                <a:ea typeface="微軟正黑體" panose="020B0604030504040204" pitchFamily="34" charset="-120"/>
                <a:cs typeface="Microsoft JhengHei"/>
                <a:sym typeface="Microsoft JhengHei"/>
              </a:rPr>
              <a:t>➊</a:t>
            </a:r>
            <a:endParaRPr>
              <a:solidFill>
                <a:srgbClr val="FFFFFF"/>
              </a:solidFill>
              <a:latin typeface="微軟正黑體" panose="020B0604030504040204" pitchFamily="34" charset="-120"/>
              <a:ea typeface="微軟正黑體" panose="020B0604030504040204" pitchFamily="34" charset="-120"/>
              <a:cs typeface="Microsoft JhengHei"/>
              <a:sym typeface="Microsoft JhengHei"/>
            </a:endParaRPr>
          </a:p>
        </p:txBody>
      </p:sp>
      <p:sp>
        <p:nvSpPr>
          <p:cNvPr id="283" name="Google Shape;283;g26107f9f4fa_0_30">
            <a:extLst>
              <a:ext uri="{FF2B5EF4-FFF2-40B4-BE49-F238E27FC236}">
                <a16:creationId xmlns:a16="http://schemas.microsoft.com/office/drawing/2014/main" id="{B4E264C9-9027-026F-3C23-6092AFAA30D2}"/>
              </a:ext>
            </a:extLst>
          </p:cNvPr>
          <p:cNvSpPr/>
          <p:nvPr/>
        </p:nvSpPr>
        <p:spPr>
          <a:xfrm>
            <a:off x="5928575" y="3824254"/>
            <a:ext cx="252000" cy="2520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rgbClr val="000000"/>
              </a:buClr>
              <a:buSzPts val="1100"/>
              <a:buFont typeface="Arial"/>
              <a:buNone/>
            </a:pPr>
            <a:r>
              <a:rPr lang="zh-TW">
                <a:solidFill>
                  <a:srgbClr val="49A4FF"/>
                </a:solidFill>
                <a:latin typeface="微軟正黑體" panose="020B0604030504040204" pitchFamily="34" charset="-120"/>
                <a:ea typeface="微軟正黑體" panose="020B0604030504040204" pitchFamily="34" charset="-120"/>
                <a:cs typeface="Microsoft JhengHei"/>
                <a:sym typeface="Microsoft JhengHei"/>
              </a:rPr>
              <a:t>➋</a:t>
            </a:r>
            <a:endParaRPr>
              <a:solidFill>
                <a:srgbClr val="49A4FF"/>
              </a:solidFill>
              <a:latin typeface="微軟正黑體" panose="020B0604030504040204" pitchFamily="34" charset="-120"/>
              <a:ea typeface="微軟正黑體" panose="020B0604030504040204" pitchFamily="34" charset="-120"/>
              <a:cs typeface="Microsoft JhengHei"/>
              <a:sym typeface="Microsoft JhengHei"/>
            </a:endParaRPr>
          </a:p>
        </p:txBody>
      </p:sp>
      <p:sp>
        <p:nvSpPr>
          <p:cNvPr id="2" name="文字方塊 1">
            <a:extLst>
              <a:ext uri="{FF2B5EF4-FFF2-40B4-BE49-F238E27FC236}">
                <a16:creationId xmlns:a16="http://schemas.microsoft.com/office/drawing/2014/main" id="{3EB6389B-967C-B432-36EB-F5E55B2368BA}"/>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4"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1509795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035F7360-A1C6-311F-6C76-02544A305E50}"/>
            </a:ext>
          </a:extLst>
        </p:cNvPr>
        <p:cNvGrpSpPr/>
        <p:nvPr/>
      </p:nvGrpSpPr>
      <p:grpSpPr>
        <a:xfrm>
          <a:off x="0" y="0"/>
          <a:ext cx="0" cy="0"/>
          <a:chOff x="0" y="0"/>
          <a:chExt cx="0" cy="0"/>
        </a:xfrm>
      </p:grpSpPr>
      <p:pic>
        <p:nvPicPr>
          <p:cNvPr id="14" name="圖片 13" descr="一張含有 螢幕擷取畫面, 文字, Rectangle, 正方形 的圖片&#10;&#10;自動產生的描述">
            <a:extLst>
              <a:ext uri="{FF2B5EF4-FFF2-40B4-BE49-F238E27FC236}">
                <a16:creationId xmlns:a16="http://schemas.microsoft.com/office/drawing/2014/main" id="{6C86ACFA-087E-A9DB-92ED-9CC7EAB8B5D4}"/>
              </a:ext>
            </a:extLst>
          </p:cNvPr>
          <p:cNvPicPr>
            <a:picLocks noChangeAspect="1"/>
          </p:cNvPicPr>
          <p:nvPr/>
        </p:nvPicPr>
        <p:blipFill rotWithShape="1">
          <a:blip r:embed="rId3"/>
          <a:srcRect t="4323" r="1670" b="7282"/>
          <a:stretch/>
        </p:blipFill>
        <p:spPr>
          <a:xfrm>
            <a:off x="7752452" y="924586"/>
            <a:ext cx="3588648" cy="2506268"/>
          </a:xfrm>
          <a:prstGeom prst="rect">
            <a:avLst/>
          </a:prstGeom>
        </p:spPr>
      </p:pic>
      <p:sp>
        <p:nvSpPr>
          <p:cNvPr id="271" name="Google Shape;271;g23bcfb68efc_1_45">
            <a:extLst>
              <a:ext uri="{FF2B5EF4-FFF2-40B4-BE49-F238E27FC236}">
                <a16:creationId xmlns:a16="http://schemas.microsoft.com/office/drawing/2014/main" id="{8C681EE7-47AF-41DF-09C2-FF4AB95257B1}"/>
              </a:ext>
            </a:extLst>
          </p:cNvPr>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lvl="0"/>
            <a:r>
              <a:rPr lang="zh-TW" altLang="en-US">
                <a:solidFill>
                  <a:schemeClr val="tx1"/>
                </a:solidFill>
              </a:rPr>
              <a:t>佈景主題應用建議 </a:t>
            </a:r>
            <a:r>
              <a:rPr lang="en-US" altLang="zh-TW" sz="2000">
                <a:solidFill>
                  <a:schemeClr val="tx1"/>
                </a:solidFill>
              </a:rPr>
              <a:t>blue + violet</a:t>
            </a:r>
            <a:r>
              <a:rPr lang="zh-TW" altLang="en-US" sz="2000">
                <a:solidFill>
                  <a:schemeClr val="tx1"/>
                </a:solidFill>
              </a:rPr>
              <a:t> </a:t>
            </a:r>
            <a:r>
              <a:rPr lang="en-US" altLang="zh-TW" sz="2000">
                <a:solidFill>
                  <a:schemeClr val="tx1"/>
                </a:solidFill>
              </a:rPr>
              <a:t>(</a:t>
            </a:r>
            <a:r>
              <a:rPr lang="zh-TW" altLang="en-US" sz="2000">
                <a:solidFill>
                  <a:schemeClr val="tx1"/>
                </a:solidFill>
              </a:rPr>
              <a:t>預設</a:t>
            </a:r>
            <a:r>
              <a:rPr lang="en-US" altLang="zh-TW" sz="2000">
                <a:solidFill>
                  <a:schemeClr val="tx1"/>
                </a:solidFill>
              </a:rPr>
              <a:t>)</a:t>
            </a:r>
            <a:endParaRPr sz="2000"/>
          </a:p>
        </p:txBody>
      </p:sp>
      <p:sp>
        <p:nvSpPr>
          <p:cNvPr id="2" name="文字版面配置區 1">
            <a:extLst>
              <a:ext uri="{FF2B5EF4-FFF2-40B4-BE49-F238E27FC236}">
                <a16:creationId xmlns:a16="http://schemas.microsoft.com/office/drawing/2014/main" id="{7F124C0F-25E1-C9EE-BE10-B8BC1401D03D}"/>
              </a:ext>
            </a:extLst>
          </p:cNvPr>
          <p:cNvSpPr>
            <a:spLocks noGrp="1"/>
          </p:cNvSpPr>
          <p:nvPr>
            <p:ph type="body" idx="10"/>
          </p:nvPr>
        </p:nvSpPr>
        <p:spPr/>
        <p:txBody>
          <a:bodyPr/>
          <a:lstStyle/>
          <a:p>
            <a:r>
              <a:rPr lang="zh-TW" altLang="en-US" sz="1600" dirty="0">
                <a:cs typeface="Microsoft JhengHei"/>
                <a:sym typeface="Microsoft JhengHei"/>
              </a:rPr>
              <a:t>標記「</a:t>
            </a:r>
            <a:r>
              <a:rPr lang="en-US" altLang="zh-TW" sz="1600" dirty="0">
                <a:cs typeface="Microsoft JhengHei"/>
                <a:sym typeface="Microsoft JhengHei"/>
              </a:rPr>
              <a:t>×</a:t>
            </a:r>
            <a:r>
              <a:rPr lang="zh-TW" altLang="en-US" sz="1600" dirty="0">
                <a:cs typeface="Microsoft JhengHei"/>
                <a:sym typeface="Microsoft JhengHei"/>
              </a:rPr>
              <a:t>」為不建議使用之顏色</a:t>
            </a:r>
            <a:endParaRPr lang="en-US" altLang="zh-TW" sz="1600" dirty="0">
              <a:cs typeface="Microsoft JhengHei"/>
              <a:sym typeface="Microsoft JhengHei"/>
            </a:endParaRPr>
          </a:p>
          <a:p>
            <a:r>
              <a:rPr lang="zh-TW" altLang="en-US" dirty="0">
                <a:cs typeface="Microsoft JhengHei"/>
              </a:rPr>
              <a:t>標記「</a:t>
            </a:r>
            <a:r>
              <a:rPr lang="en-US" altLang="zh-TW" dirty="0">
                <a:cs typeface="Microsoft JhengHei"/>
              </a:rPr>
              <a:t>−</a:t>
            </a:r>
            <a:r>
              <a:rPr lang="zh-TW" altLang="en-US" dirty="0">
                <a:cs typeface="Microsoft JhengHei"/>
              </a:rPr>
              <a:t>」為佈景主題外之色彩</a:t>
            </a:r>
            <a:endParaRPr lang="en-US" altLang="zh-TW" dirty="0">
              <a:cs typeface="Microsoft JhengHei"/>
            </a:endParaRPr>
          </a:p>
          <a:p>
            <a:r>
              <a:rPr lang="zh-TW" altLang="en-US" dirty="0">
                <a:cs typeface="Microsoft JhengHei"/>
              </a:rPr>
              <a:t>可</a:t>
            </a:r>
            <a:r>
              <a:rPr lang="zh-TW" altLang="en-US" sz="1600" dirty="0">
                <a:cs typeface="Microsoft JhengHei"/>
                <a:sym typeface="Microsoft JhengHei"/>
              </a:rPr>
              <a:t>使用「滴管」工具選取顏色，或輸入＃開頭之國際色碼</a:t>
            </a:r>
            <a:endParaRPr lang="en-US" altLang="zh-TW" sz="1600" dirty="0">
              <a:cs typeface="Microsoft JhengHei"/>
              <a:sym typeface="Microsoft JhengHei"/>
            </a:endParaRPr>
          </a:p>
          <a:p>
            <a:pPr marL="36000" indent="0">
              <a:buNone/>
            </a:pPr>
            <a:endParaRPr lang="zh-TW" altLang="en-US" sz="1600" dirty="0">
              <a:cs typeface="Microsoft JhengHei"/>
              <a:sym typeface="Microsoft JhengHei"/>
            </a:endParaRPr>
          </a:p>
        </p:txBody>
      </p:sp>
      <p:graphicFrame>
        <p:nvGraphicFramePr>
          <p:cNvPr id="11" name="Google Shape;273;g23bcfb68efc_1_45">
            <a:extLst>
              <a:ext uri="{FF2B5EF4-FFF2-40B4-BE49-F238E27FC236}">
                <a16:creationId xmlns:a16="http://schemas.microsoft.com/office/drawing/2014/main" id="{3B55B397-C823-A399-DFC3-6EAE71CD92C1}"/>
              </a:ext>
            </a:extLst>
          </p:cNvPr>
          <p:cNvGraphicFramePr/>
          <p:nvPr>
            <p:extLst>
              <p:ext uri="{D42A27DB-BD31-4B8C-83A1-F6EECF244321}">
                <p14:modId xmlns:p14="http://schemas.microsoft.com/office/powerpoint/2010/main" val="1589512969"/>
              </p:ext>
            </p:extLst>
          </p:nvPr>
        </p:nvGraphicFramePr>
        <p:xfrm>
          <a:off x="179623" y="3611159"/>
          <a:ext cx="11157593" cy="2508654"/>
        </p:xfrm>
        <a:graphic>
          <a:graphicData uri="http://schemas.openxmlformats.org/drawingml/2006/table">
            <a:tbl>
              <a:tblPr>
                <a:noFill/>
                <a:tableStyleId>{C7E2D07F-EAD9-47BB-8D15-AB9D181D91B3}</a:tableStyleId>
              </a:tblPr>
              <a:tblGrid>
                <a:gridCol w="1385983">
                  <a:extLst>
                    <a:ext uri="{9D8B030D-6E8A-4147-A177-3AD203B41FA5}">
                      <a16:colId xmlns:a16="http://schemas.microsoft.com/office/drawing/2014/main" val="20001"/>
                    </a:ext>
                  </a:extLst>
                </a:gridCol>
                <a:gridCol w="1954322">
                  <a:extLst>
                    <a:ext uri="{9D8B030D-6E8A-4147-A177-3AD203B41FA5}">
                      <a16:colId xmlns:a16="http://schemas.microsoft.com/office/drawing/2014/main" val="20002"/>
                    </a:ext>
                  </a:extLst>
                </a:gridCol>
                <a:gridCol w="1954322">
                  <a:extLst>
                    <a:ext uri="{9D8B030D-6E8A-4147-A177-3AD203B41FA5}">
                      <a16:colId xmlns:a16="http://schemas.microsoft.com/office/drawing/2014/main" val="20003"/>
                    </a:ext>
                  </a:extLst>
                </a:gridCol>
                <a:gridCol w="1954322">
                  <a:extLst>
                    <a:ext uri="{9D8B030D-6E8A-4147-A177-3AD203B41FA5}">
                      <a16:colId xmlns:a16="http://schemas.microsoft.com/office/drawing/2014/main" val="20004"/>
                    </a:ext>
                  </a:extLst>
                </a:gridCol>
                <a:gridCol w="1954322">
                  <a:extLst>
                    <a:ext uri="{9D8B030D-6E8A-4147-A177-3AD203B41FA5}">
                      <a16:colId xmlns:a16="http://schemas.microsoft.com/office/drawing/2014/main" val="20005"/>
                    </a:ext>
                  </a:extLst>
                </a:gridCol>
                <a:gridCol w="1954322">
                  <a:extLst>
                    <a:ext uri="{9D8B030D-6E8A-4147-A177-3AD203B41FA5}">
                      <a16:colId xmlns:a16="http://schemas.microsoft.com/office/drawing/2014/main" val="3827510382"/>
                    </a:ext>
                  </a:extLst>
                </a:gridCol>
              </a:tblGrid>
              <a:tr h="644667">
                <a:tc>
                  <a:txBody>
                    <a:bodyPr/>
                    <a:lstStyle/>
                    <a:p>
                      <a:pPr marL="0" lvl="0" indent="0" algn="ctr" rtl="0">
                        <a:lnSpc>
                          <a:spcPct val="130000"/>
                        </a:lnSpc>
                        <a:spcBef>
                          <a:spcPts val="0"/>
                        </a:spcBef>
                        <a:spcAft>
                          <a:spcPts val="0"/>
                        </a:spcAft>
                        <a:buNone/>
                      </a:pPr>
                      <a:r>
                        <a:rPr lang="zh-TW" altLang="en-US">
                          <a:latin typeface="Microsoft JhengHei"/>
                          <a:ea typeface="Microsoft JhengHei"/>
                          <a:cs typeface="Microsoft JhengHei"/>
                          <a:sym typeface="Microsoft JhengHei"/>
                        </a:rPr>
                        <a:t>佈景主題</a:t>
                      </a:r>
                      <a:endParaRPr>
                        <a:latin typeface="Microsoft JhengHei"/>
                        <a:ea typeface="Microsoft JhengHei"/>
                        <a:cs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深色</a:t>
                      </a:r>
                      <a:r>
                        <a:rPr lang="en-US" altLang="zh-TW" sz="1200">
                          <a:latin typeface="Microsoft JhengHei"/>
                          <a:ea typeface="Microsoft JhengHei"/>
                          <a:sym typeface="Microsoft JhengHei"/>
                        </a:rPr>
                        <a:t>2</a:t>
                      </a:r>
                      <a:r>
                        <a:rPr lang="zh-TW" altLang="en-US" sz="1200">
                          <a:latin typeface="Microsoft JhengHei"/>
                          <a:ea typeface="Microsoft JhengHei"/>
                          <a:sym typeface="Microsoft JhengHei"/>
                        </a:rPr>
                        <a:t>（配白字）</a:t>
                      </a:r>
                      <a:br>
                        <a:rPr lang="en-US" altLang="zh-TW" sz="1200">
                          <a:latin typeface="Microsoft JhengHei"/>
                          <a:ea typeface="Microsoft JhengHei"/>
                          <a:sym typeface="Microsoft JhengHei"/>
                        </a:rPr>
                      </a:br>
                      <a:r>
                        <a:rPr lang="zh-TW" altLang="en-US" sz="1200">
                          <a:latin typeface="Microsoft JhengHei"/>
                          <a:ea typeface="Microsoft JhengHei"/>
                          <a:sym typeface="Microsoft JhengHei"/>
                        </a:rPr>
                        <a:t>段落標題、重要文字</a:t>
                      </a:r>
                      <a:endParaRPr lang="en-US" altLang="zh-TW" sz="1200">
                        <a:latin typeface="Microsoft JhengHei"/>
                        <a:ea typeface="Microsoft JhengHei"/>
                        <a:sym typeface="Microsoft JhengHei"/>
                      </a:endParaRPr>
                    </a:p>
                  </a:txBody>
                  <a:tcPr marL="91425" marR="91425" marT="90000" marB="91425"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深色</a:t>
                      </a:r>
                      <a:r>
                        <a:rPr lang="en-US" altLang="zh-TW" sz="1200">
                          <a:latin typeface="Microsoft JhengHei"/>
                          <a:ea typeface="Microsoft JhengHei"/>
                          <a:sym typeface="Microsoft JhengHei"/>
                        </a:rPr>
                        <a:t>1</a:t>
                      </a:r>
                      <a:r>
                        <a:rPr lang="zh-TW" altLang="en-US" sz="1200">
                          <a:latin typeface="Microsoft JhengHei"/>
                          <a:ea typeface="Microsoft JhengHei"/>
                          <a:sym typeface="Microsoft JhengHei"/>
                        </a:rPr>
                        <a:t>（配白字）</a:t>
                      </a:r>
                      <a:endParaRPr lang="en-US" altLang="zh-TW" sz="120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外框線</a:t>
                      </a:r>
                      <a:endParaRPr lang="en-US" altLang="zh-TW" sz="120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中間色（可配黑</a:t>
                      </a:r>
                      <a:r>
                        <a:rPr lang="en-US" altLang="zh-TW" sz="1200">
                          <a:latin typeface="Microsoft JhengHei"/>
                          <a:ea typeface="Microsoft JhengHei"/>
                          <a:sym typeface="Microsoft JhengHei"/>
                        </a:rPr>
                        <a:t>/</a:t>
                      </a:r>
                      <a:r>
                        <a:rPr lang="zh-TW" altLang="en-US" sz="1200">
                          <a:latin typeface="Microsoft JhengHei"/>
                          <a:ea typeface="Microsoft JhengHei"/>
                          <a:sym typeface="Microsoft JhengHei"/>
                        </a:rPr>
                        <a:t>白字）</a:t>
                      </a: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排版優先</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淺色</a:t>
                      </a:r>
                      <a:r>
                        <a:rPr lang="en-US" altLang="zh-TW" sz="1200">
                          <a:latin typeface="Microsoft JhengHei"/>
                          <a:ea typeface="Microsoft JhengHei"/>
                          <a:sym typeface="Microsoft JhengHei"/>
                        </a:rPr>
                        <a:t>1</a:t>
                      </a:r>
                      <a:r>
                        <a:rPr lang="zh-TW" altLang="en-US" sz="1200">
                          <a:latin typeface="Microsoft JhengHei"/>
                          <a:ea typeface="Microsoft JhengHei"/>
                          <a:sym typeface="Microsoft JhengHei"/>
                        </a:rPr>
                        <a:t>（配黑字）</a:t>
                      </a:r>
                      <a:endParaRPr lang="en-US" altLang="zh-TW" sz="120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網底、螢光筆</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淺色</a:t>
                      </a:r>
                      <a:r>
                        <a:rPr lang="en-US" altLang="zh-TW" sz="1200">
                          <a:latin typeface="Microsoft JhengHei"/>
                          <a:ea typeface="Microsoft JhengHei"/>
                          <a:sym typeface="Microsoft JhengHei"/>
                        </a:rPr>
                        <a:t>2</a:t>
                      </a:r>
                      <a:r>
                        <a:rPr lang="zh-TW" altLang="en-US" sz="1200">
                          <a:latin typeface="Microsoft JhengHei"/>
                          <a:ea typeface="Microsoft JhengHei"/>
                          <a:sym typeface="Microsoft JhengHei"/>
                        </a:rPr>
                        <a:t>（配黑字）</a:t>
                      </a:r>
                      <a:endParaRPr lang="en-US" altLang="zh-TW" sz="120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大面積底色</a:t>
                      </a:r>
                      <a:endParaRPr sz="120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59797">
                <a:tc rowSpan="2">
                  <a:txBody>
                    <a:bodyPr/>
                    <a:lstStyle/>
                    <a:p>
                      <a:pPr marL="0" lvl="0" indent="0" algn="ctr" rtl="0">
                        <a:spcBef>
                          <a:spcPts val="0"/>
                        </a:spcBef>
                        <a:spcAft>
                          <a:spcPts val="0"/>
                        </a:spcAft>
                        <a:buNone/>
                      </a:pPr>
                      <a:r>
                        <a:rPr lang="en-US">
                          <a:latin typeface="Microsoft JhengHei"/>
                          <a:ea typeface="Microsoft JhengHei"/>
                          <a:cs typeface="Microsoft JhengHei"/>
                          <a:sym typeface="Microsoft JhengHei"/>
                        </a:rPr>
                        <a:t>Blue</a:t>
                      </a:r>
                    </a:p>
                    <a:p>
                      <a:pPr marL="0" lvl="0" indent="0" algn="ctr" rtl="0">
                        <a:spcBef>
                          <a:spcPts val="0"/>
                        </a:spcBef>
                        <a:spcAft>
                          <a:spcPts val="0"/>
                        </a:spcAft>
                        <a:buNone/>
                      </a:pPr>
                      <a:r>
                        <a:rPr lang="en-US" altLang="zh-TW">
                          <a:latin typeface="Microsoft JhengHei"/>
                          <a:ea typeface="Microsoft JhengHei"/>
                          <a:cs typeface="Microsoft JhengHei"/>
                          <a:sym typeface="Microsoft JhengHei"/>
                        </a:rPr>
                        <a:t>(</a:t>
                      </a:r>
                      <a:r>
                        <a:rPr lang="en-US" err="1">
                          <a:latin typeface="Microsoft JhengHei"/>
                          <a:ea typeface="Microsoft JhengHei"/>
                          <a:cs typeface="Microsoft JhengHei"/>
                          <a:sym typeface="Microsoft JhengHei"/>
                        </a:rPr>
                        <a:t>主色</a:t>
                      </a:r>
                      <a:r>
                        <a:rPr lang="en-US" altLang="zh-TW">
                          <a:latin typeface="Microsoft JhengHei"/>
                          <a:ea typeface="Microsoft JhengHei"/>
                          <a:cs typeface="Microsoft JhengHei"/>
                          <a:sym typeface="Microsoft JhengHei"/>
                        </a:rPr>
                        <a:t>)</a:t>
                      </a:r>
                      <a:endParaRPr>
                        <a:latin typeface="Microsoft JhengHei"/>
                        <a:ea typeface="Microsoft JhengHei"/>
                        <a:cs typeface="Microsoft JhengHei"/>
                        <a:sym typeface="Microsoft JhengHei"/>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3B82F6"/>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60A5F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93C5FD"/>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BFDBFF"/>
                    </a:solidFill>
                  </a:tcPr>
                </a:tc>
                <a:tc>
                  <a:txBody>
                    <a:bodyPr/>
                    <a:lstStyle/>
                    <a:p>
                      <a:pPr algn="ctr"/>
                      <a:r>
                        <a:rPr lang="en-US" altLang="zh-TW" sz="1200">
                          <a:latin typeface="Microsoft JhengHei"/>
                          <a:ea typeface="Microsoft JhengHei"/>
                          <a:cs typeface="Microsoft JhengHei"/>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CEAFE"/>
                    </a:solidFill>
                  </a:tcPr>
                </a:tc>
                <a:extLst>
                  <a:ext uri="{0D108BD9-81ED-4DB2-BD59-A6C34878D82A}">
                    <a16:rowId xmlns:a16="http://schemas.microsoft.com/office/drawing/2014/main" val="10001"/>
                  </a:ext>
                </a:extLst>
              </a:tr>
              <a:tr h="361532">
                <a:tc vMerge="1">
                  <a:txBody>
                    <a:bodyPr/>
                    <a:lstStyle/>
                    <a:p>
                      <a:endParaRPr lang="zh-TW"/>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#3b82f6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#60a5fa</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#93c5fd</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#bfdbfe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#dbeafe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59797">
                <a:tc rowSpan="2">
                  <a:txBody>
                    <a:bodyPr/>
                    <a:lstStyle/>
                    <a:p>
                      <a:pPr algn="ctr"/>
                      <a:r>
                        <a:rPr lang="en-US" altLang="zh-TW" sz="1400">
                          <a:latin typeface="Microsoft JhengHei" panose="020B0604030504040204" pitchFamily="34" charset="-120"/>
                          <a:ea typeface="Microsoft JhengHei" panose="020B0604030504040204" pitchFamily="34" charset="-120"/>
                        </a:rPr>
                        <a:t>Violet</a:t>
                      </a:r>
                      <a:br>
                        <a:rPr lang="en-US" altLang="zh-TW" sz="1400">
                          <a:latin typeface="Microsoft JhengHei" panose="020B0604030504040204" pitchFamily="34" charset="-120"/>
                          <a:ea typeface="Microsoft JhengHei" panose="020B0604030504040204" pitchFamily="34" charset="-120"/>
                        </a:rPr>
                      </a:br>
                      <a:r>
                        <a:rPr lang="en-US" altLang="zh-TW" sz="1400">
                          <a:latin typeface="Microsoft JhengHei" panose="020B0604030504040204" pitchFamily="34" charset="-120"/>
                          <a:ea typeface="Microsoft JhengHei" panose="020B0604030504040204" pitchFamily="34" charset="-120"/>
                        </a:rPr>
                        <a:t>(</a:t>
                      </a:r>
                      <a:r>
                        <a:rPr lang="zh-TW" altLang="en-US" sz="1400">
                          <a:latin typeface="Microsoft JhengHei" panose="020B0604030504040204" pitchFamily="34" charset="-120"/>
                          <a:ea typeface="Microsoft JhengHei" panose="020B0604030504040204" pitchFamily="34" charset="-120"/>
                        </a:rPr>
                        <a:t>輔色</a:t>
                      </a:r>
                      <a:r>
                        <a:rPr lang="en-US" altLang="zh-TW" sz="1400">
                          <a:latin typeface="Microsoft JhengHei" panose="020B0604030504040204" pitchFamily="34" charset="-120"/>
                          <a:ea typeface="Microsoft JhengHei" panose="020B0604030504040204" pitchFamily="34" charset="-120"/>
                        </a:rPr>
                        <a:t>)</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8B5CF7"/>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A78BFB"/>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C4B5FD"/>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ED6FF"/>
                    </a:solidFill>
                  </a:tcPr>
                </a:tc>
                <a:tc>
                  <a:txBody>
                    <a:bodyPr/>
                    <a:lstStyle/>
                    <a:p>
                      <a:pPr algn="ctr"/>
                      <a:r>
                        <a:rPr lang="en-US" altLang="zh-TW" sz="1200">
                          <a:latin typeface="Microsoft JhengHei"/>
                          <a:ea typeface="Microsoft JhengHei"/>
                          <a:cs typeface="Microsoft JhengHei"/>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DE9FE"/>
                    </a:solidFill>
                  </a:tcPr>
                </a:tc>
                <a:extLst>
                  <a:ext uri="{0D108BD9-81ED-4DB2-BD59-A6C34878D82A}">
                    <a16:rowId xmlns:a16="http://schemas.microsoft.com/office/drawing/2014/main" val="10003"/>
                  </a:ext>
                </a:extLst>
              </a:tr>
              <a:tr h="361532">
                <a:tc vMerge="1">
                  <a:txBody>
                    <a:bodyPr/>
                    <a:lstStyle/>
                    <a:p>
                      <a:endParaRPr lang="zh-TW"/>
                    </a:p>
                  </a:txBody>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#8b5cf6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#a78bfa</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#c4b5fd</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#ddd6fe</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#ede9fe</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9797">
                <a:tc rowSpan="2">
                  <a:txBody>
                    <a:bodyPr/>
                    <a:lstStyle/>
                    <a:p>
                      <a:pPr algn="ctr"/>
                      <a:r>
                        <a:rPr lang="en-US" altLang="zh-TW" sz="1400">
                          <a:latin typeface="Microsoft JhengHei" panose="020B0604030504040204" pitchFamily="34" charset="-120"/>
                          <a:ea typeface="Microsoft JhengHei" panose="020B0604030504040204" pitchFamily="34" charset="-120"/>
                        </a:rPr>
                        <a:t>Zinc</a:t>
                      </a:r>
                    </a:p>
                    <a:p>
                      <a:pPr algn="ctr"/>
                      <a:r>
                        <a:rPr lang="en-US" altLang="zh-TW" sz="1400">
                          <a:latin typeface="Microsoft JhengHei" panose="020B0604030504040204" pitchFamily="34" charset="-120"/>
                          <a:ea typeface="Microsoft JhengHei" panose="020B0604030504040204" pitchFamily="34" charset="-120"/>
                        </a:rPr>
                        <a:t>(</a:t>
                      </a:r>
                      <a:r>
                        <a:rPr lang="zh-TW" altLang="en-US" sz="1400">
                          <a:latin typeface="Microsoft JhengHei" panose="020B0604030504040204" pitchFamily="34" charset="-120"/>
                          <a:ea typeface="Microsoft JhengHei" panose="020B0604030504040204" pitchFamily="34" charset="-120"/>
                        </a:rPr>
                        <a:t>灰階</a:t>
                      </a:r>
                      <a:r>
                        <a:rPr lang="en-US" altLang="zh-TW" sz="1400">
                          <a:latin typeface="Microsoft JhengHei" panose="020B0604030504040204" pitchFamily="34" charset="-120"/>
                          <a:ea typeface="Microsoft JhengHei" panose="020B0604030504040204" pitchFamily="34" charset="-120"/>
                        </a:rPr>
                        <a:t>)</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200" b="1">
                          <a:solidFill>
                            <a:schemeClr val="bg1"/>
                          </a:solidFill>
                          <a:latin typeface="Consolas" panose="020B0609020204030204" pitchFamily="49" charset="0"/>
                          <a:ea typeface="Microsoft JhengHei" panose="020B0604030504040204" pitchFamily="34" charset="-120"/>
                          <a:cs typeface="Consolas" panose="020B0609020204030204" pitchFamily="49" charset="0"/>
                        </a:rPr>
                        <a:t>超連結、註解</a:t>
                      </a: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1717A"/>
                    </a:solidFill>
                  </a:tcPr>
                </a:tc>
                <a:tc>
                  <a:txBody>
                    <a:bodyPr/>
                    <a:lstStyle/>
                    <a:p>
                      <a:pPr algn="ctr"/>
                      <a:endParaRPr lang="zh-TW" altLang="en-US" sz="12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1A1A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latin typeface="Microsoft JhengHei"/>
                          <a:ea typeface="Microsoft JhengHei"/>
                          <a:cs typeface="Microsoft JhengHei"/>
                        </a:rPr>
                        <a:t>−</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4D4D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latin typeface="Microsoft JhengHei"/>
                          <a:ea typeface="Microsoft JhengHei"/>
                          <a:cs typeface="Microsoft JhengHei"/>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4E4E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latin typeface="Microsoft JhengHei"/>
                          <a:ea typeface="Microsoft JhengHei"/>
                          <a:cs typeface="Microsoft JhengHei"/>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4F4F6"/>
                    </a:solidFill>
                  </a:tcPr>
                </a:tc>
                <a:extLst>
                  <a:ext uri="{0D108BD9-81ED-4DB2-BD59-A6C34878D82A}">
                    <a16:rowId xmlns:a16="http://schemas.microsoft.com/office/drawing/2014/main" val="4230794412"/>
                  </a:ext>
                </a:extLst>
              </a:tr>
              <a:tr h="361532">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#71717a</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#a1a1aa</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#d4d4d8</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#e4e4e7</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#f4f4f5</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792147376"/>
                  </a:ext>
                </a:extLst>
              </a:tr>
            </a:tbl>
          </a:graphicData>
        </a:graphic>
      </p:graphicFrame>
      <p:graphicFrame>
        <p:nvGraphicFramePr>
          <p:cNvPr id="12" name="Google Shape;273;g23bcfb68efc_1_45">
            <a:extLst>
              <a:ext uri="{FF2B5EF4-FFF2-40B4-BE49-F238E27FC236}">
                <a16:creationId xmlns:a16="http://schemas.microsoft.com/office/drawing/2014/main" id="{7CF6DEF1-B559-22FE-5960-AE4739936BC9}"/>
              </a:ext>
            </a:extLst>
          </p:cNvPr>
          <p:cNvGraphicFramePr/>
          <p:nvPr>
            <p:extLst>
              <p:ext uri="{D42A27DB-BD31-4B8C-83A1-F6EECF244321}">
                <p14:modId xmlns:p14="http://schemas.microsoft.com/office/powerpoint/2010/main" val="2003789262"/>
              </p:ext>
            </p:extLst>
          </p:nvPr>
        </p:nvGraphicFramePr>
        <p:xfrm>
          <a:off x="179386" y="2293369"/>
          <a:ext cx="7380285" cy="1113010"/>
        </p:xfrm>
        <a:graphic>
          <a:graphicData uri="http://schemas.openxmlformats.org/drawingml/2006/table">
            <a:tbl>
              <a:tblPr>
                <a:noFill/>
                <a:tableStyleId>{C7E2D07F-EAD9-47BB-8D15-AB9D181D91B3}</a:tableStyleId>
              </a:tblPr>
              <a:tblGrid>
                <a:gridCol w="1368390">
                  <a:extLst>
                    <a:ext uri="{9D8B030D-6E8A-4147-A177-3AD203B41FA5}">
                      <a16:colId xmlns:a16="http://schemas.microsoft.com/office/drawing/2014/main" val="20001"/>
                    </a:ext>
                  </a:extLst>
                </a:gridCol>
                <a:gridCol w="1202379">
                  <a:extLst>
                    <a:ext uri="{9D8B030D-6E8A-4147-A177-3AD203B41FA5}">
                      <a16:colId xmlns:a16="http://schemas.microsoft.com/office/drawing/2014/main" val="20003"/>
                    </a:ext>
                  </a:extLst>
                </a:gridCol>
                <a:gridCol w="1202379">
                  <a:extLst>
                    <a:ext uri="{9D8B030D-6E8A-4147-A177-3AD203B41FA5}">
                      <a16:colId xmlns:a16="http://schemas.microsoft.com/office/drawing/2014/main" val="20004"/>
                    </a:ext>
                  </a:extLst>
                </a:gridCol>
                <a:gridCol w="1202379">
                  <a:extLst>
                    <a:ext uri="{9D8B030D-6E8A-4147-A177-3AD203B41FA5}">
                      <a16:colId xmlns:a16="http://schemas.microsoft.com/office/drawing/2014/main" val="1770366938"/>
                    </a:ext>
                  </a:extLst>
                </a:gridCol>
                <a:gridCol w="1202379">
                  <a:extLst>
                    <a:ext uri="{9D8B030D-6E8A-4147-A177-3AD203B41FA5}">
                      <a16:colId xmlns:a16="http://schemas.microsoft.com/office/drawing/2014/main" val="2555450545"/>
                    </a:ext>
                  </a:extLst>
                </a:gridCol>
                <a:gridCol w="1202379">
                  <a:extLst>
                    <a:ext uri="{9D8B030D-6E8A-4147-A177-3AD203B41FA5}">
                      <a16:colId xmlns:a16="http://schemas.microsoft.com/office/drawing/2014/main" val="1864504299"/>
                    </a:ext>
                  </a:extLst>
                </a:gridCol>
              </a:tblGrid>
              <a:tr h="522787">
                <a:tc rowSpan="3">
                  <a:txBody>
                    <a:bodyPr/>
                    <a:lstStyle/>
                    <a:p>
                      <a:pPr marL="0" lvl="0" indent="0" algn="ctr" rtl="0">
                        <a:lnSpc>
                          <a:spcPct val="130000"/>
                        </a:lnSpc>
                        <a:spcBef>
                          <a:spcPts val="0"/>
                        </a:spcBef>
                        <a:spcAft>
                          <a:spcPts val="0"/>
                        </a:spcAft>
                        <a:buNone/>
                      </a:pPr>
                      <a:r>
                        <a:rPr lang="zh-TW" altLang="en-US">
                          <a:latin typeface="Microsoft JhengHei"/>
                          <a:ea typeface="Microsoft JhengHei"/>
                          <a:cs typeface="Microsoft JhengHei"/>
                          <a:sym typeface="Microsoft JhengHei"/>
                        </a:rPr>
                        <a:t>功能色</a:t>
                      </a:r>
                      <a:endParaRPr>
                        <a:latin typeface="Microsoft JhengHei"/>
                        <a:ea typeface="Microsoft JhengHei"/>
                        <a:cs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gridSpan="2">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微軟正黑體" panose="020B0604030504040204" pitchFamily="34" charset="-120"/>
                          <a:ea typeface="微軟正黑體" panose="020B0604030504040204" pitchFamily="34" charset="-120"/>
                        </a:rPr>
                        <a:t>一般文字</a:t>
                      </a:r>
                    </a:p>
                  </a:txBody>
                  <a:tcPr marL="91425" marR="91425" marT="90000" marB="91425" anchor="ctr">
                    <a:lnL w="12700" cap="flat" cmpd="sng" algn="ctr">
                      <a:solidFill>
                        <a:schemeClr val="accent6"/>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3175" cap="flat" cmpd="sng" algn="ctr">
                      <a:solidFill>
                        <a:schemeClr val="accent6"/>
                      </a:solidFill>
                      <a:prstDash val="sysDot"/>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endParaRPr lang="zh-TW" altLang="en-US" sz="1000"/>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dirty="0">
                          <a:latin typeface="微軟正黑體" panose="020B0604030504040204" pitchFamily="34" charset="-120"/>
                          <a:ea typeface="微軟正黑體" panose="020B0604030504040204" pitchFamily="34" charset="-120"/>
                        </a:rPr>
                        <a:t>特殊標註色</a:t>
                      </a:r>
                    </a:p>
                  </a:txBody>
                  <a:tcPr marL="91425" marR="91425" marT="90000" marB="91425"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91425" marR="91425" marT="90000" marB="91425"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endParaRPr lang="zh-TW" altLang="en-US" sz="1200">
                        <a:latin typeface="微軟正黑體" panose="020B0604030504040204" pitchFamily="34" charset="-120"/>
                        <a:ea typeface="微軟正黑體" panose="020B0604030504040204" pitchFamily="34" charset="-120"/>
                      </a:endParaRPr>
                    </a:p>
                  </a:txBody>
                  <a:tcPr marL="91425" marR="91425" marT="90000" marB="91425"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2510">
                <a:tc vMerge="1">
                  <a:txBody>
                    <a:bodyPr/>
                    <a:lstStyle/>
                    <a:p>
                      <a:pPr marL="0" lvl="0" indent="0" algn="ctr" rtl="0">
                        <a:spcBef>
                          <a:spcPts val="0"/>
                        </a:spcBef>
                        <a:spcAft>
                          <a:spcPts val="0"/>
                        </a:spcAft>
                        <a:buNone/>
                      </a:pPr>
                      <a:endParaRPr>
                        <a:latin typeface="Microsoft JhengHei"/>
                        <a:ea typeface="Microsoft JhengHei"/>
                        <a:cs typeface="Microsoft JhengHei"/>
                        <a:sym typeface="Microsoft JhengHei"/>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accent6"/>
                      </a:solidFill>
                      <a:prstDash val="solid"/>
                      <a:round/>
                      <a:headEnd type="none" w="med" len="med"/>
                      <a:tailEnd type="none" w="med" len="med"/>
                    </a:lnL>
                    <a:lnR w="3175" cap="flat" cmpd="sng" algn="ctr">
                      <a:solidFill>
                        <a:schemeClr val="accent6"/>
                      </a:solidFill>
                      <a:prstDash val="sysDot"/>
                      <a:round/>
                      <a:headEnd type="none" w="med" len="med"/>
                      <a:tailEnd type="none" w="med" len="med"/>
                    </a:lnR>
                    <a:lnT w="3175" cap="flat" cmpd="sng" algn="ctr">
                      <a:solidFill>
                        <a:schemeClr val="accent6"/>
                      </a:solidFill>
                      <a:prstDash val="sysDot"/>
                      <a:round/>
                      <a:headEnd type="none" w="med" len="med"/>
                      <a:tailEnd type="none" w="med" len="med"/>
                    </a:lnT>
                    <a:lnB w="3175" cap="flat" cmpd="sng" algn="ctr">
                      <a:solidFill>
                        <a:schemeClr val="accent6"/>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1200">
                        <a:solidFill>
                          <a:srgbClr val="FFFFFF"/>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3175" cap="flat" cmpd="sng" algn="ctr">
                      <a:solidFill>
                        <a:schemeClr val="accent6"/>
                      </a:solidFill>
                      <a:prstDash val="sysDot"/>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algn="ctr"/>
                      <a:r>
                        <a:rPr lang="en-US" altLang="zh-TW" sz="120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00BD7C"/>
                    </a:solidFill>
                  </a:tcPr>
                </a:tc>
                <a:tc>
                  <a:txBody>
                    <a:bodyPr/>
                    <a:lstStyle/>
                    <a:p>
                      <a:pPr algn="ctr"/>
                      <a:r>
                        <a:rPr lang="en-US" altLang="zh-TW" sz="1200" dirty="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dirty="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F4444"/>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dirty="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dirty="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AB308"/>
                    </a:solidFill>
                  </a:tcPr>
                </a:tc>
                <a:extLst>
                  <a:ext uri="{0D108BD9-81ED-4DB2-BD59-A6C34878D82A}">
                    <a16:rowId xmlns:a16="http://schemas.microsoft.com/office/drawing/2014/main" val="10001"/>
                  </a:ext>
                </a:extLst>
              </a:tr>
              <a:tr h="317713">
                <a:tc vMerge="1">
                  <a:txBody>
                    <a:bodyPr/>
                    <a:lstStyle/>
                    <a:p>
                      <a:endParaRPr lang="zh-TW"/>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#ffffff</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ysDot"/>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#000000</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US"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#10B981</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#ef4444</a:t>
                      </a:r>
                    </a:p>
                  </a:txBody>
                  <a:tcPr marT="36000" marB="36000">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dirty="0">
                          <a:latin typeface="Consolas"/>
                          <a:ea typeface="Consolas"/>
                          <a:cs typeface="Consolas"/>
                          <a:sym typeface="Consolas"/>
                        </a:rPr>
                        <a:t>#eab308</a:t>
                      </a:r>
                    </a:p>
                  </a:txBody>
                  <a:tcPr marT="36000" marB="36000">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8" name="矩形 17">
            <a:extLst>
              <a:ext uri="{FF2B5EF4-FFF2-40B4-BE49-F238E27FC236}">
                <a16:creationId xmlns:a16="http://schemas.microsoft.com/office/drawing/2014/main" id="{A092ED61-8856-D51C-DFC3-B76026A48F7B}"/>
              </a:ext>
            </a:extLst>
          </p:cNvPr>
          <p:cNvSpPr/>
          <p:nvPr/>
        </p:nvSpPr>
        <p:spPr>
          <a:xfrm>
            <a:off x="7740464" y="1943943"/>
            <a:ext cx="3600636" cy="1462436"/>
          </a:xfrm>
          <a:prstGeom prst="rect">
            <a:avLst/>
          </a:prstGeom>
          <a:solidFill>
            <a:srgbClr val="A1A1A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bg1"/>
                </a:solidFill>
                <a:latin typeface="微軟正黑體" panose="020B0604030504040204" pitchFamily="34" charset="-120"/>
                <a:ea typeface="微軟正黑體" panose="020B0604030504040204" pitchFamily="34" charset="-120"/>
              </a:rPr>
              <a:t>不符合 </a:t>
            </a:r>
            <a:r>
              <a:rPr lang="en-US" altLang="zh-TW" sz="1600" b="1">
                <a:solidFill>
                  <a:schemeClr val="bg1"/>
                </a:solidFill>
                <a:latin typeface="微軟正黑體" panose="020B0604030504040204" pitchFamily="34" charset="-120"/>
                <a:ea typeface="微軟正黑體" panose="020B0604030504040204" pitchFamily="34" charset="-120"/>
              </a:rPr>
              <a:t>tailwind</a:t>
            </a:r>
            <a:r>
              <a:rPr lang="zh-TW" altLang="en-US" sz="1600" b="1">
                <a:solidFill>
                  <a:schemeClr val="bg1"/>
                </a:solidFill>
                <a:latin typeface="微軟正黑體" panose="020B0604030504040204" pitchFamily="34" charset="-120"/>
                <a:ea typeface="微軟正黑體" panose="020B0604030504040204" pitchFamily="34" charset="-120"/>
              </a:rPr>
              <a:t>，不可使用</a:t>
            </a:r>
          </a:p>
        </p:txBody>
      </p:sp>
      <p:sp>
        <p:nvSpPr>
          <p:cNvPr id="3" name="文字方塊 2">
            <a:extLst>
              <a:ext uri="{FF2B5EF4-FFF2-40B4-BE49-F238E27FC236}">
                <a16:creationId xmlns:a16="http://schemas.microsoft.com/office/drawing/2014/main" id="{4B58C2B2-CED6-2365-B8CE-4339D9EC0097}"/>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4"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3337344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5820E1EB-16D7-6EA2-09B3-A6D8C5CF9B0C}"/>
            </a:ext>
          </a:extLst>
        </p:cNvPr>
        <p:cNvGrpSpPr/>
        <p:nvPr/>
      </p:nvGrpSpPr>
      <p:grpSpPr>
        <a:xfrm>
          <a:off x="0" y="0"/>
          <a:ext cx="0" cy="0"/>
          <a:chOff x="0" y="0"/>
          <a:chExt cx="0" cy="0"/>
        </a:xfrm>
      </p:grpSpPr>
      <p:sp>
        <p:nvSpPr>
          <p:cNvPr id="72" name="Google Shape;72;p7">
            <a:extLst>
              <a:ext uri="{FF2B5EF4-FFF2-40B4-BE49-F238E27FC236}">
                <a16:creationId xmlns:a16="http://schemas.microsoft.com/office/drawing/2014/main" id="{44C47D9D-76CD-9EEA-65C6-B6A219EB8210}"/>
              </a:ext>
            </a:extLst>
          </p:cNvPr>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lvl="0"/>
            <a:r>
              <a:rPr lang="zh-TW" altLang="en-US">
                <a:solidFill>
                  <a:schemeClr val="tx1"/>
                </a:solidFill>
              </a:rPr>
              <a:t>配色範例 </a:t>
            </a:r>
            <a:r>
              <a:rPr lang="en-US" altLang="zh-TW" sz="2000">
                <a:solidFill>
                  <a:schemeClr val="tx1"/>
                </a:solidFill>
              </a:rPr>
              <a:t>blue + violet</a:t>
            </a:r>
            <a:endParaRPr sz="2000">
              <a:solidFill>
                <a:schemeClr val="tx1"/>
              </a:solidFill>
            </a:endParaRPr>
          </a:p>
        </p:txBody>
      </p:sp>
      <p:graphicFrame>
        <p:nvGraphicFramePr>
          <p:cNvPr id="73" name="Google Shape;73;p7">
            <a:extLst>
              <a:ext uri="{FF2B5EF4-FFF2-40B4-BE49-F238E27FC236}">
                <a16:creationId xmlns:a16="http://schemas.microsoft.com/office/drawing/2014/main" id="{388B1B87-0E64-CFD5-F6CA-4AEC3CC80D36}"/>
              </a:ext>
            </a:extLst>
          </p:cNvPr>
          <p:cNvGraphicFramePr/>
          <p:nvPr>
            <p:extLst>
              <p:ext uri="{D42A27DB-BD31-4B8C-83A1-F6EECF244321}">
                <p14:modId xmlns:p14="http://schemas.microsoft.com/office/powerpoint/2010/main" val="579646486"/>
              </p:ext>
            </p:extLst>
          </p:nvPr>
        </p:nvGraphicFramePr>
        <p:xfrm>
          <a:off x="160338" y="915988"/>
          <a:ext cx="11181554" cy="4593543"/>
        </p:xfrm>
        <a:graphic>
          <a:graphicData uri="http://schemas.openxmlformats.org/drawingml/2006/table">
            <a:tbl>
              <a:tblPr>
                <a:noFill/>
                <a:tableStyleId>{88D87DB6-C1B6-446D-86CF-44D372F8A824}</a:tableStyleId>
              </a:tblPr>
              <a:tblGrid>
                <a:gridCol w="1030574">
                  <a:extLst>
                    <a:ext uri="{9D8B030D-6E8A-4147-A177-3AD203B41FA5}">
                      <a16:colId xmlns:a16="http://schemas.microsoft.com/office/drawing/2014/main" val="20000"/>
                    </a:ext>
                  </a:extLst>
                </a:gridCol>
                <a:gridCol w="3383660">
                  <a:extLst>
                    <a:ext uri="{9D8B030D-6E8A-4147-A177-3AD203B41FA5}">
                      <a16:colId xmlns:a16="http://schemas.microsoft.com/office/drawing/2014/main" val="20001"/>
                    </a:ext>
                  </a:extLst>
                </a:gridCol>
                <a:gridCol w="3383660">
                  <a:extLst>
                    <a:ext uri="{9D8B030D-6E8A-4147-A177-3AD203B41FA5}">
                      <a16:colId xmlns:a16="http://schemas.microsoft.com/office/drawing/2014/main" val="20002"/>
                    </a:ext>
                  </a:extLst>
                </a:gridCol>
                <a:gridCol w="3383660">
                  <a:extLst>
                    <a:ext uri="{9D8B030D-6E8A-4147-A177-3AD203B41FA5}">
                      <a16:colId xmlns:a16="http://schemas.microsoft.com/office/drawing/2014/main" val="20003"/>
                    </a:ext>
                  </a:extLst>
                </a:gridCol>
              </a:tblGrid>
              <a:tr h="465772">
                <a:tc gridSpan="4">
                  <a:txBody>
                    <a:bodyPr/>
                    <a:lstStyle/>
                    <a:p>
                      <a:pPr marL="0" marR="0" lvl="0" indent="0" algn="ctr" rtl="0">
                        <a:lnSpc>
                          <a:spcPct val="100000"/>
                        </a:lnSpc>
                        <a:spcBef>
                          <a:spcPts val="0"/>
                        </a:spcBef>
                        <a:spcAft>
                          <a:spcPts val="0"/>
                        </a:spcAft>
                        <a:buClr>
                          <a:srgbClr val="000000"/>
                        </a:buClr>
                        <a:buSzPts val="2200"/>
                        <a:buFont typeface="Arial"/>
                        <a:buNone/>
                      </a:pPr>
                      <a:r>
                        <a:rPr lang="zh-TW" sz="2000" b="1" u="none" strike="noStrike" cap="none" dirty="0">
                          <a:solidFill>
                            <a:schemeClr val="bg1"/>
                          </a:solidFill>
                          <a:latin typeface="Microsoft JhengHei"/>
                          <a:ea typeface="Microsoft JhengHei"/>
                          <a:cs typeface="Microsoft JhengHei"/>
                          <a:sym typeface="Microsoft JhengHei"/>
                        </a:rPr>
                        <a:t>[標題1</a:t>
                      </a:r>
                      <a:r>
                        <a:rPr lang="zh-TW" sz="2000" b="1" dirty="0">
                          <a:solidFill>
                            <a:schemeClr val="bg1"/>
                          </a:solidFill>
                          <a:latin typeface="Microsoft JhengHei"/>
                          <a:ea typeface="Microsoft JhengHei"/>
                          <a:cs typeface="Microsoft JhengHei"/>
                          <a:sym typeface="Microsoft JhengHei"/>
                        </a:rPr>
                        <a:t> </a:t>
                      </a:r>
                      <a:r>
                        <a:rPr lang="zh-TW" sz="2000" b="1" u="none" strike="noStrike" cap="none" dirty="0">
                          <a:solidFill>
                            <a:schemeClr val="bg1"/>
                          </a:solidFill>
                          <a:latin typeface="Microsoft JhengHei"/>
                          <a:ea typeface="Microsoft JhengHei"/>
                          <a:cs typeface="Microsoft JhengHei"/>
                          <a:sym typeface="Microsoft JhengHei"/>
                        </a:rPr>
                        <a:t>20]</a:t>
                      </a:r>
                      <a:r>
                        <a:rPr lang="en-US" altLang="zh-TW" sz="2000" b="1" u="none" strike="noStrike" cap="none" dirty="0">
                          <a:solidFill>
                            <a:schemeClr val="bg1"/>
                          </a:solidFill>
                          <a:latin typeface="Microsoft JhengHei"/>
                          <a:ea typeface="Microsoft JhengHei"/>
                          <a:cs typeface="Microsoft JhengHei"/>
                          <a:sym typeface="Microsoft JhengHei"/>
                        </a:rPr>
                        <a:t>  </a:t>
                      </a:r>
                      <a:r>
                        <a:rPr lang="zh-TW" sz="2000" b="1" u="none" strike="noStrike" cap="none" dirty="0">
                          <a:solidFill>
                            <a:srgbClr val="FFFFFF"/>
                          </a:solidFill>
                          <a:latin typeface="Microsoft JhengHei"/>
                          <a:ea typeface="Microsoft JhengHei"/>
                          <a:cs typeface="Microsoft JhengHei"/>
                          <a:sym typeface="Microsoft JhengHei"/>
                        </a:rPr>
                        <a:t>重視顧客需求體驗、提高數位化程度</a:t>
                      </a:r>
                      <a:endParaRPr sz="2000" b="1" u="none" strike="noStrike" cap="none" dirty="0">
                        <a:solidFill>
                          <a:srgbClr val="FFFFFF"/>
                        </a:solidFill>
                      </a:endParaRPr>
                    </a:p>
                  </a:txBody>
                  <a:tcPr marL="91425" marR="91425" marT="46800" marB="4680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76200" cap="flat" cmpd="sng" algn="ctr">
                      <a:solidFill>
                        <a:schemeClr val="bg1"/>
                      </a:solidFill>
                      <a:prstDash val="solid"/>
                      <a:round/>
                      <a:headEnd type="none" w="med" len="med"/>
                      <a:tailEnd type="none" w="med" len="med"/>
                    </a:lnB>
                    <a:solidFill>
                      <a:schemeClr val="bg2"/>
                    </a:solidFill>
                  </a:tcPr>
                </a:tc>
                <a:tc hMerge="1">
                  <a:txBody>
                    <a:bodyPr/>
                    <a:lstStyle/>
                    <a:p>
                      <a:endParaRPr lang="zh-TW"/>
                    </a:p>
                  </a:txBody>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0"/>
                  </a:ext>
                </a:extLst>
              </a:tr>
              <a:tr h="466092">
                <a:tc gridSpan="2">
                  <a:txBody>
                    <a:bodyPr/>
                    <a:lstStyle/>
                    <a:p>
                      <a:pPr marL="0" marR="0" lvl="0" indent="0" algn="ctr" rtl="0">
                        <a:lnSpc>
                          <a:spcPct val="130000"/>
                        </a:lnSpc>
                        <a:spcBef>
                          <a:spcPts val="0"/>
                        </a:spcBef>
                        <a:spcAft>
                          <a:spcPts val="0"/>
                        </a:spcAft>
                        <a:buClr>
                          <a:srgbClr val="000000"/>
                        </a:buClr>
                        <a:buSzPts val="1600"/>
                        <a:buFont typeface="Arial"/>
                        <a:buNone/>
                      </a:pPr>
                      <a:r>
                        <a:rPr lang="en-US" altLang="zh-TW" sz="1600" b="1" u="none" strike="noStrike" cap="none" dirty="0">
                          <a:solidFill>
                            <a:srgbClr val="3B82F6"/>
                          </a:solidFill>
                          <a:latin typeface="Microsoft JhengHei"/>
                          <a:ea typeface="Microsoft JhengHei"/>
                          <a:sym typeface="Microsoft JhengHei"/>
                        </a:rPr>
                        <a:t>[</a:t>
                      </a:r>
                      <a:r>
                        <a:rPr lang="zh-TW" altLang="en-US" sz="1600" b="1" u="none" strike="noStrike" cap="none" dirty="0">
                          <a:solidFill>
                            <a:srgbClr val="3B82F6"/>
                          </a:solidFill>
                          <a:latin typeface="Microsoft JhengHei"/>
                          <a:ea typeface="Microsoft JhengHei"/>
                          <a:sym typeface="Microsoft JhengHei"/>
                        </a:rPr>
                        <a:t>標題</a:t>
                      </a:r>
                      <a:r>
                        <a:rPr lang="en-US" altLang="zh-TW" sz="1600" b="1" u="none" strike="noStrike" cap="none" dirty="0">
                          <a:solidFill>
                            <a:srgbClr val="3B82F6"/>
                          </a:solidFill>
                          <a:latin typeface="Microsoft JhengHei"/>
                          <a:ea typeface="Microsoft JhengHei"/>
                          <a:sym typeface="Microsoft JhengHei"/>
                        </a:rPr>
                        <a:t>2</a:t>
                      </a:r>
                      <a:r>
                        <a:rPr lang="zh-TW" altLang="en-US" sz="1600" b="1" dirty="0">
                          <a:solidFill>
                            <a:srgbClr val="3B82F6"/>
                          </a:solidFill>
                          <a:latin typeface="Microsoft JhengHei"/>
                          <a:ea typeface="Microsoft JhengHei"/>
                          <a:sym typeface="Microsoft JhengHei"/>
                        </a:rPr>
                        <a:t> </a:t>
                      </a:r>
                      <a:r>
                        <a:rPr lang="en-US" altLang="zh-TW" sz="1600" b="1" u="none" strike="noStrike" cap="none" dirty="0">
                          <a:solidFill>
                            <a:srgbClr val="3B82F6"/>
                          </a:solidFill>
                          <a:latin typeface="Microsoft JhengHei"/>
                          <a:ea typeface="Microsoft JhengHei"/>
                          <a:sym typeface="Microsoft JhengHei"/>
                        </a:rPr>
                        <a:t>16]  </a:t>
                      </a:r>
                      <a:r>
                        <a:rPr lang="zh-TW" altLang="en-US" sz="1600" b="1" u="none" strike="noStrike" cap="none" dirty="0">
                          <a:solidFill>
                            <a:schemeClr val="dk1"/>
                          </a:solidFill>
                          <a:latin typeface="Microsoft JhengHei"/>
                          <a:ea typeface="Microsoft JhengHei"/>
                          <a:sym typeface="Microsoft JhengHei"/>
                        </a:rPr>
                        <a:t>業務．行銷</a:t>
                      </a:r>
                      <a:endParaRPr lang="zh-TW" altLang="en-US" sz="1600" b="1" u="none" strike="noStrike" cap="none" dirty="0"/>
                    </a:p>
                  </a:txBody>
                  <a:tcPr marL="91425" marR="91425" marT="46800" marB="46800" anchor="ctr">
                    <a:lnL w="9525" cap="flat" cmpd="sng">
                      <a:solidFill>
                        <a:srgbClr val="9E9E9E">
                          <a:alpha val="0"/>
                        </a:srgbClr>
                      </a:solidFill>
                      <a:prstDash val="solid"/>
                      <a:round/>
                      <a:headEnd type="none" w="sm" len="sm"/>
                      <a:tailEnd type="none" w="sm" len="sm"/>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solidFill>
                      <a:schemeClr val="accent5"/>
                    </a:solidFill>
                  </a:tcPr>
                </a:tc>
                <a:tc hMerge="1">
                  <a:txBody>
                    <a:bodyPr/>
                    <a:lstStyle/>
                    <a:p>
                      <a:pPr marL="0" marR="0" lvl="0" indent="0" algn="ctr" rtl="0">
                        <a:lnSpc>
                          <a:spcPct val="115000"/>
                        </a:lnSpc>
                        <a:spcBef>
                          <a:spcPts val="0"/>
                        </a:spcBef>
                        <a:spcAft>
                          <a:spcPts val="0"/>
                        </a:spcAft>
                        <a:buClr>
                          <a:srgbClr val="000000"/>
                        </a:buClr>
                        <a:buSzPts val="1600"/>
                        <a:buFont typeface="Arial"/>
                        <a:buNone/>
                      </a:pPr>
                      <a:r>
                        <a:rPr lang="zh-TW" sz="1600" u="none" strike="noStrike" cap="none">
                          <a:solidFill>
                            <a:srgbClr val="D03238"/>
                          </a:solidFill>
                          <a:latin typeface="Microsoft JhengHei"/>
                          <a:ea typeface="Microsoft JhengHei"/>
                          <a:cs typeface="Microsoft JhengHei"/>
                          <a:sym typeface="Microsoft JhengHei"/>
                        </a:rPr>
                        <a:t>[標題2</a:t>
                      </a:r>
                      <a:r>
                        <a:rPr lang="zh-TW" sz="1600">
                          <a:solidFill>
                            <a:srgbClr val="D03238"/>
                          </a:solidFill>
                          <a:latin typeface="Microsoft JhengHei"/>
                          <a:ea typeface="Microsoft JhengHei"/>
                          <a:cs typeface="Microsoft JhengHei"/>
                          <a:sym typeface="Microsoft JhengHei"/>
                        </a:rPr>
                        <a:t> </a:t>
                      </a:r>
                      <a:r>
                        <a:rPr lang="zh-TW" sz="1600" u="none" strike="noStrike" cap="none">
                          <a:solidFill>
                            <a:srgbClr val="D03238"/>
                          </a:solidFill>
                          <a:latin typeface="Microsoft JhengHei"/>
                          <a:ea typeface="Microsoft JhengHei"/>
                          <a:cs typeface="Microsoft JhengHei"/>
                          <a:sym typeface="Microsoft JhengHei"/>
                        </a:rPr>
                        <a:t>16]</a:t>
                      </a:r>
                      <a:r>
                        <a:rPr lang="zh-TW" sz="1600" u="none" strike="noStrike" cap="none">
                          <a:solidFill>
                            <a:schemeClr val="dk1"/>
                          </a:solidFill>
                          <a:latin typeface="Microsoft JhengHei"/>
                          <a:ea typeface="Microsoft JhengHei"/>
                          <a:cs typeface="Microsoft JhengHei"/>
                          <a:sym typeface="Microsoft JhengHei"/>
                        </a:rPr>
                        <a:t>業務．行銷</a:t>
                      </a:r>
                      <a:endParaRPr sz="1600" u="none" strike="noStrike" cap="none"/>
                    </a:p>
                  </a:txBody>
                  <a:tcPr marL="91425" marR="91425" marT="46800" marB="4680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9525" cap="flat" cmpd="sng">
                      <a:solidFill>
                        <a:schemeClr val="lt1">
                          <a:alpha val="0"/>
                        </a:schemeClr>
                      </a:solidFill>
                      <a:prstDash val="solid"/>
                      <a:round/>
                      <a:headEnd type="none" w="sm" len="sm"/>
                      <a:tailEnd type="none" w="sm" len="sm"/>
                    </a:lnB>
                    <a:solidFill>
                      <a:srgbClr val="CBDDE9"/>
                    </a:solidFill>
                  </a:tcPr>
                </a:tc>
                <a:tc>
                  <a:txBody>
                    <a:bodyPr/>
                    <a:lstStyle/>
                    <a:p>
                      <a:pPr marL="0" marR="0" lvl="0" indent="0" algn="ctr" rtl="0">
                        <a:lnSpc>
                          <a:spcPct val="130000"/>
                        </a:lnSpc>
                        <a:spcBef>
                          <a:spcPts val="0"/>
                        </a:spcBef>
                        <a:spcAft>
                          <a:spcPts val="0"/>
                        </a:spcAft>
                        <a:buClr>
                          <a:schemeClr val="dk1"/>
                        </a:buClr>
                        <a:buSzPts val="1400"/>
                        <a:buFont typeface="Arial"/>
                        <a:buNone/>
                      </a:pPr>
                      <a:r>
                        <a:rPr lang="zh-TW" sz="1600" b="1" u="none" strike="noStrike" cap="none" dirty="0">
                          <a:solidFill>
                            <a:schemeClr val="dk1"/>
                          </a:solidFill>
                          <a:latin typeface="Microsoft JhengHei"/>
                          <a:ea typeface="Microsoft JhengHei"/>
                          <a:cs typeface="Microsoft JhengHei"/>
                          <a:sym typeface="Microsoft JhengHei"/>
                        </a:rPr>
                        <a:t>風險．決策</a:t>
                      </a:r>
                      <a:endParaRPr sz="1600" b="1" u="none" strike="noStrike" cap="none" dirty="0"/>
                    </a:p>
                  </a:txBody>
                  <a:tcPr marL="91425" marR="91425" marT="46800" marB="4680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solidFill>
                      <a:schemeClr val="accent5"/>
                    </a:solidFill>
                  </a:tcPr>
                </a:tc>
                <a:tc>
                  <a:txBody>
                    <a:bodyPr/>
                    <a:lstStyle/>
                    <a:p>
                      <a:pPr marL="0" marR="0" lvl="0" indent="0" algn="ctr" rtl="0">
                        <a:lnSpc>
                          <a:spcPct val="130000"/>
                        </a:lnSpc>
                        <a:spcBef>
                          <a:spcPts val="0"/>
                        </a:spcBef>
                        <a:spcAft>
                          <a:spcPts val="0"/>
                        </a:spcAft>
                        <a:buClr>
                          <a:schemeClr val="dk1"/>
                        </a:buClr>
                        <a:buSzPts val="1400"/>
                        <a:buFont typeface="Arial"/>
                        <a:buNone/>
                      </a:pPr>
                      <a:r>
                        <a:rPr lang="zh-TW" sz="1600" b="1" u="none" strike="noStrike" cap="none" dirty="0">
                          <a:solidFill>
                            <a:schemeClr val="dk1"/>
                          </a:solidFill>
                          <a:latin typeface="Microsoft JhengHei"/>
                          <a:ea typeface="Microsoft JhengHei"/>
                          <a:cs typeface="Microsoft JhengHei"/>
                          <a:sym typeface="Microsoft JhengHei"/>
                        </a:rPr>
                        <a:t>流程．營運</a:t>
                      </a:r>
                      <a:endParaRPr sz="1600" b="1" u="none" strike="noStrike" cap="none" dirty="0"/>
                    </a:p>
                  </a:txBody>
                  <a:tcPr marL="91425" marR="91425" marT="46800" marB="46800" anchor="ctr">
                    <a:lnL w="76200" cap="flat" cmpd="sng" algn="ctr">
                      <a:solidFill>
                        <a:schemeClr val="bg1"/>
                      </a:solidFill>
                      <a:prstDash val="solid"/>
                      <a:round/>
                      <a:headEnd type="none" w="med" len="med"/>
                      <a:tailEnd type="none" w="med" len="med"/>
                    </a:lnL>
                    <a:lnR w="9525" cap="flat" cmpd="sng">
                      <a:solidFill>
                        <a:srgbClr val="9E9E9E">
                          <a:alpha val="0"/>
                        </a:srgbClr>
                      </a:solidFill>
                      <a:prstDash val="solid"/>
                      <a:round/>
                      <a:headEnd type="none" w="sm" len="sm"/>
                      <a:tailEnd type="none" w="sm" len="sm"/>
                    </a:lnR>
                    <a:lnT w="7620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solidFill>
                      <a:schemeClr val="accent5"/>
                    </a:solidFill>
                  </a:tcPr>
                </a:tc>
                <a:extLst>
                  <a:ext uri="{0D108BD9-81ED-4DB2-BD59-A6C34878D82A}">
                    <a16:rowId xmlns:a16="http://schemas.microsoft.com/office/drawing/2014/main" val="10001"/>
                  </a:ext>
                </a:extLst>
              </a:tr>
              <a:tr h="1106524">
                <a:tc>
                  <a:txBody>
                    <a:bodyPr/>
                    <a:lstStyle/>
                    <a:p>
                      <a:pPr marL="0" marR="0" lvl="0" indent="0" algn="ctr" rtl="0">
                        <a:lnSpc>
                          <a:spcPct val="130000"/>
                        </a:lnSpc>
                        <a:spcBef>
                          <a:spcPts val="0"/>
                        </a:spcBef>
                        <a:spcAft>
                          <a:spcPts val="0"/>
                        </a:spcAft>
                        <a:buClr>
                          <a:srgbClr val="000000"/>
                        </a:buClr>
                        <a:buSzPts val="1200"/>
                        <a:buFont typeface="Arial"/>
                        <a:buNone/>
                      </a:pPr>
                      <a:r>
                        <a:rPr lang="zh-TW" sz="1600" b="1" u="none" strike="noStrike" cap="none">
                          <a:solidFill>
                            <a:srgbClr val="3B82F6"/>
                          </a:solidFill>
                          <a:latin typeface="Microsoft JhengHei"/>
                          <a:ea typeface="Microsoft JhengHei"/>
                          <a:cs typeface="Microsoft JhengHei"/>
                          <a:sym typeface="Microsoft JhengHei"/>
                        </a:rPr>
                        <a:t>[標題2]</a:t>
                      </a:r>
                      <a:endParaRPr sz="1600" b="1" u="none" strike="noStrike" cap="none">
                        <a:solidFill>
                          <a:srgbClr val="3B82F6"/>
                        </a:solidFill>
                        <a:latin typeface="Microsoft JhengHei"/>
                        <a:ea typeface="Microsoft JhengHei"/>
                        <a:cs typeface="Microsoft JhengHei"/>
                        <a:sym typeface="Microsoft JhengHei"/>
                      </a:endParaRPr>
                    </a:p>
                    <a:p>
                      <a:pPr marL="0" marR="0" lvl="0" indent="0" algn="ctr" rtl="0">
                        <a:lnSpc>
                          <a:spcPct val="130000"/>
                        </a:lnSpc>
                        <a:spcBef>
                          <a:spcPts val="0"/>
                        </a:spcBef>
                        <a:spcAft>
                          <a:spcPts val="0"/>
                        </a:spcAft>
                        <a:buClr>
                          <a:srgbClr val="000000"/>
                        </a:buClr>
                        <a:buSzPts val="1200"/>
                        <a:buFont typeface="Arial"/>
                        <a:buNone/>
                      </a:pPr>
                      <a:r>
                        <a:rPr lang="zh-TW" sz="1600" b="1" u="none" strike="noStrike" cap="none">
                          <a:solidFill>
                            <a:schemeClr val="tx1"/>
                          </a:solidFill>
                          <a:latin typeface="Microsoft JhengHei"/>
                          <a:ea typeface="Microsoft JhengHei"/>
                          <a:cs typeface="Microsoft JhengHei"/>
                          <a:sym typeface="Microsoft JhengHei"/>
                        </a:rPr>
                        <a:t>描述</a:t>
                      </a:r>
                      <a:endParaRPr sz="1600" b="1" u="none" strike="noStrike" cap="none">
                        <a:solidFill>
                          <a:schemeClr val="tx1"/>
                        </a:solidFill>
                        <a:latin typeface="Microsoft JhengHei"/>
                        <a:ea typeface="Microsoft JhengHei"/>
                        <a:cs typeface="Microsoft JhengHei"/>
                        <a:sym typeface="Microsoft JhengHei"/>
                      </a:endParaRPr>
                    </a:p>
                  </a:txBody>
                  <a:tcPr marL="91425" marR="91425" marT="46800" marB="46800" anchor="ctr">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rgbClr val="D4D4D8"/>
                      </a:solidFill>
                      <a:prstDash val="solid"/>
                      <a:round/>
                      <a:headEnd type="none" w="med" len="med"/>
                      <a:tailEnd type="none" w="med" len="med"/>
                    </a:lnB>
                  </a:tcPr>
                </a:tc>
                <a:tc>
                  <a:txBody>
                    <a:bodyPr/>
                    <a:lstStyle/>
                    <a:p>
                      <a:pPr marL="0" marR="0" lvl="0" indent="0" algn="l" rtl="0">
                        <a:lnSpc>
                          <a:spcPct val="130000"/>
                        </a:lnSpc>
                        <a:spcBef>
                          <a:spcPts val="0"/>
                        </a:spcBef>
                        <a:spcAft>
                          <a:spcPts val="0"/>
                        </a:spcAft>
                        <a:buClr>
                          <a:srgbClr val="000000"/>
                        </a:buClr>
                        <a:buSzPts val="1400"/>
                        <a:buFont typeface="Arial"/>
                        <a:buNone/>
                      </a:pPr>
                      <a:r>
                        <a:rPr lang="zh-TW" sz="1400" u="none" strike="noStrike" cap="none">
                          <a:solidFill>
                            <a:srgbClr val="3B82F6"/>
                          </a:solidFill>
                          <a:latin typeface="Microsoft JhengHei"/>
                          <a:ea typeface="Microsoft JhengHei"/>
                          <a:cs typeface="Microsoft JhengHei"/>
                          <a:sym typeface="Microsoft JhengHei"/>
                        </a:rPr>
                        <a:t>[內文</a:t>
                      </a:r>
                      <a:r>
                        <a:rPr lang="zh-TW">
                          <a:solidFill>
                            <a:srgbClr val="3B82F6"/>
                          </a:solidFill>
                          <a:latin typeface="Microsoft JhengHei"/>
                          <a:ea typeface="Microsoft JhengHei"/>
                          <a:cs typeface="Microsoft JhengHei"/>
                          <a:sym typeface="Microsoft JhengHei"/>
                        </a:rPr>
                        <a:t> </a:t>
                      </a:r>
                      <a:r>
                        <a:rPr lang="zh-TW" sz="1400" u="none" strike="noStrike" cap="none">
                          <a:solidFill>
                            <a:srgbClr val="3B82F6"/>
                          </a:solidFill>
                          <a:latin typeface="Microsoft JhengHei"/>
                          <a:ea typeface="Microsoft JhengHei"/>
                          <a:cs typeface="Microsoft JhengHei"/>
                          <a:sym typeface="Microsoft JhengHei"/>
                        </a:rPr>
                        <a:t>14]</a:t>
                      </a:r>
                      <a:r>
                        <a:rPr lang="zh-TW" sz="1400" u="none" strike="noStrike" cap="none">
                          <a:solidFill>
                            <a:srgbClr val="1D1C1D"/>
                          </a:solidFill>
                          <a:latin typeface="Microsoft JhengHei"/>
                          <a:ea typeface="Microsoft JhengHei"/>
                          <a:cs typeface="Microsoft JhengHei"/>
                          <a:sym typeface="Microsoft JhengHei"/>
                        </a:rPr>
                        <a:t>建立每一位顧客專屬的「行銷基因」，提供個人化的商品推薦。透過了解顧客潛在的動機，提供行銷成功率。</a:t>
                      </a:r>
                      <a:endParaRPr sz="1400" u="none" strike="noStrike" cap="none">
                        <a:solidFill>
                          <a:srgbClr val="434343"/>
                        </a:solidFill>
                        <a:latin typeface="Microsoft JhengHei"/>
                        <a:ea typeface="Microsoft JhengHei"/>
                        <a:cs typeface="Microsoft JhengHei"/>
                        <a:sym typeface="Microsoft JhengHei"/>
                      </a:endParaRPr>
                    </a:p>
                  </a:txBody>
                  <a:tcPr marL="91425" marR="91425"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rgbClr val="D4D4D8"/>
                      </a:solidFill>
                      <a:prstDash val="solid"/>
                      <a:round/>
                      <a:headEnd type="none" w="med" len="med"/>
                      <a:tailEnd type="none" w="med" len="med"/>
                    </a:lnB>
                  </a:tcPr>
                </a:tc>
                <a:tc>
                  <a:txBody>
                    <a:bodyPr/>
                    <a:lstStyle/>
                    <a:p>
                      <a:pPr marL="0" marR="0" lvl="0" indent="0" algn="l" rtl="0">
                        <a:lnSpc>
                          <a:spcPct val="130000"/>
                        </a:lnSpc>
                        <a:spcBef>
                          <a:spcPts val="0"/>
                        </a:spcBef>
                        <a:spcAft>
                          <a:spcPts val="0"/>
                        </a:spcAft>
                        <a:buClr>
                          <a:srgbClr val="000000"/>
                        </a:buClr>
                        <a:buSzPts val="1400"/>
                        <a:buFont typeface="Arial"/>
                        <a:buNone/>
                      </a:pPr>
                      <a:r>
                        <a:rPr lang="zh-TW" sz="1400" u="none" strike="noStrike" cap="none">
                          <a:solidFill>
                            <a:srgbClr val="434343"/>
                          </a:solidFill>
                          <a:latin typeface="Microsoft JhengHei"/>
                          <a:ea typeface="Microsoft JhengHei"/>
                          <a:cs typeface="Microsoft JhengHei"/>
                          <a:sym typeface="Microsoft JhengHei"/>
                        </a:rPr>
                        <a:t>突破過往資料取得以及固有規則設定方式，以系統化方式加入更多數據、科學化方式產出決策參考依據。</a:t>
                      </a:r>
                      <a:endParaRPr sz="1400" u="none" strike="noStrike" cap="none">
                        <a:solidFill>
                          <a:srgbClr val="434343"/>
                        </a:solidFill>
                        <a:latin typeface="Microsoft JhengHei"/>
                        <a:ea typeface="Microsoft JhengHei"/>
                        <a:cs typeface="Microsoft JhengHei"/>
                        <a:sym typeface="Microsoft JhengHei"/>
                      </a:endParaRPr>
                    </a:p>
                  </a:txBody>
                  <a:tcPr marL="91425" marR="91425"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rgbClr val="D4D4D8"/>
                      </a:solidFill>
                      <a:prstDash val="solid"/>
                      <a:round/>
                      <a:headEnd type="none" w="med" len="med"/>
                      <a:tailEnd type="none" w="med" len="med"/>
                    </a:lnB>
                  </a:tcPr>
                </a:tc>
                <a:tc>
                  <a:txBody>
                    <a:bodyPr/>
                    <a:lstStyle/>
                    <a:p>
                      <a:pPr marL="0" marR="0" lvl="0" indent="0" algn="l" rtl="0">
                        <a:lnSpc>
                          <a:spcPct val="130000"/>
                        </a:lnSpc>
                        <a:spcBef>
                          <a:spcPts val="0"/>
                        </a:spcBef>
                        <a:spcAft>
                          <a:spcPts val="0"/>
                        </a:spcAft>
                        <a:buClr>
                          <a:srgbClr val="000000"/>
                        </a:buClr>
                        <a:buSzPts val="1400"/>
                        <a:buFont typeface="Arial"/>
                        <a:buNone/>
                      </a:pPr>
                      <a:r>
                        <a:rPr lang="zh-TW" sz="1400" u="none" strike="noStrike" cap="none">
                          <a:solidFill>
                            <a:srgbClr val="434343"/>
                          </a:solidFill>
                          <a:latin typeface="Microsoft JhengHei"/>
                          <a:ea typeface="Microsoft JhengHei"/>
                          <a:cs typeface="Microsoft JhengHei"/>
                          <a:sym typeface="Microsoft JhengHei"/>
                        </a:rPr>
                        <a:t>重點發展文件辨識與流程自動化技術，針對大量紙本工作，有效降低錯誤，進而提升人力效能及作業效率。</a:t>
                      </a:r>
                      <a:endParaRPr sz="1400" u="none" strike="noStrike" cap="none">
                        <a:solidFill>
                          <a:srgbClr val="434343"/>
                        </a:solidFill>
                        <a:latin typeface="Microsoft JhengHei"/>
                        <a:ea typeface="Microsoft JhengHei"/>
                        <a:cs typeface="Microsoft JhengHei"/>
                        <a:sym typeface="Microsoft JhengHei"/>
                      </a:endParaRPr>
                    </a:p>
                  </a:txBody>
                  <a:tcPr marL="91425" marR="91425" marT="46800" marB="46800" anchor="ctr">
                    <a:lnL w="12700" cap="flat" cmpd="sng" algn="ctr">
                      <a:no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rgbClr val="D4D4D8"/>
                      </a:solidFill>
                      <a:prstDash val="solid"/>
                      <a:round/>
                      <a:headEnd type="none" w="med" len="med"/>
                      <a:tailEnd type="none" w="med" len="med"/>
                    </a:lnB>
                  </a:tcPr>
                </a:tc>
                <a:extLst>
                  <a:ext uri="{0D108BD9-81ED-4DB2-BD59-A6C34878D82A}">
                    <a16:rowId xmlns:a16="http://schemas.microsoft.com/office/drawing/2014/main" val="10002"/>
                  </a:ext>
                </a:extLst>
              </a:tr>
              <a:tr h="1448631">
                <a:tc>
                  <a:txBody>
                    <a:bodyPr/>
                    <a:lstStyle/>
                    <a:p>
                      <a:pPr marL="0" marR="0" lvl="0" indent="0" algn="ctr" rtl="0">
                        <a:lnSpc>
                          <a:spcPct val="130000"/>
                        </a:lnSpc>
                        <a:spcBef>
                          <a:spcPts val="0"/>
                        </a:spcBef>
                        <a:spcAft>
                          <a:spcPts val="0"/>
                        </a:spcAft>
                        <a:buClr>
                          <a:srgbClr val="000000"/>
                        </a:buClr>
                        <a:buSzPts val="1200"/>
                        <a:buFont typeface="Arial"/>
                        <a:buNone/>
                      </a:pPr>
                      <a:r>
                        <a:rPr lang="zh-TW" sz="1600" b="1" u="none" strike="noStrike" cap="none">
                          <a:solidFill>
                            <a:schemeClr val="tx1"/>
                          </a:solidFill>
                          <a:latin typeface="Microsoft JhengHei"/>
                          <a:ea typeface="Microsoft JhengHei"/>
                          <a:cs typeface="Microsoft JhengHei"/>
                          <a:sym typeface="Microsoft JhengHei"/>
                        </a:rPr>
                        <a:t>廣度</a:t>
                      </a:r>
                      <a:endParaRPr sz="1600" b="1" u="none" strike="noStrike" cap="none">
                        <a:solidFill>
                          <a:schemeClr val="tx1"/>
                        </a:solidFill>
                        <a:latin typeface="Microsoft JhengHei"/>
                        <a:ea typeface="Microsoft JhengHei"/>
                        <a:cs typeface="Microsoft JhengHei"/>
                        <a:sym typeface="Microsoft JhengHei"/>
                      </a:endParaRPr>
                    </a:p>
                  </a:txBody>
                  <a:tcPr marL="91425" marR="91425" marT="46800" marB="46800" anchor="ctr">
                    <a:lnL w="9525" cap="flat" cmpd="sng">
                      <a:no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D4D4D8"/>
                      </a:solidFill>
                      <a:prstDash val="solid"/>
                      <a:round/>
                      <a:headEnd type="none" w="med" len="med"/>
                      <a:tailEnd type="none" w="med" len="med"/>
                    </a:lnT>
                    <a:lnB w="12700" cap="flat" cmpd="sng" algn="ctr">
                      <a:solidFill>
                        <a:srgbClr val="D4D4D8"/>
                      </a:solidFill>
                      <a:prstDash val="solid"/>
                      <a:round/>
                      <a:headEnd type="none" w="med" len="med"/>
                      <a:tailEnd type="none" w="med" len="med"/>
                    </a:lnB>
                  </a:tcPr>
                </a:tc>
                <a:tc>
                  <a:txBody>
                    <a:bodyPr/>
                    <a:lstStyle/>
                    <a:p>
                      <a:pPr marL="0" marR="0" lvl="0" indent="0" algn="l" rtl="0">
                        <a:lnSpc>
                          <a:spcPct val="130000"/>
                        </a:lnSpc>
                        <a:spcBef>
                          <a:spcPts val="0"/>
                        </a:spcBef>
                        <a:spcAft>
                          <a:spcPts val="0"/>
                        </a:spcAft>
                        <a:buClr>
                          <a:srgbClr val="000000"/>
                        </a:buClr>
                        <a:buSzPts val="1400"/>
                        <a:buFont typeface="Arial"/>
                        <a:buNone/>
                      </a:pPr>
                      <a:r>
                        <a:rPr lang="zh-TW" sz="1400" u="none" strike="noStrike" cap="none">
                          <a:solidFill>
                            <a:srgbClr val="1D1C1D"/>
                          </a:solidFill>
                          <a:latin typeface="Microsoft JhengHei"/>
                          <a:ea typeface="Microsoft JhengHei"/>
                          <a:cs typeface="Microsoft JhengHei"/>
                          <a:sym typeface="Microsoft JhengHei"/>
                        </a:rPr>
                        <a:t>提供 38 項指標，包含商品(外匯/存款/投資理財/信用卡/授信等)、行為偏好及客群指數，應用於 6 種渠道(電話、簡訊、分行等)。</a:t>
                      </a:r>
                      <a:endParaRPr sz="1400" u="none" strike="noStrike" cap="none">
                        <a:solidFill>
                          <a:srgbClr val="434343"/>
                        </a:solidFill>
                        <a:latin typeface="Microsoft JhengHei"/>
                        <a:ea typeface="Microsoft JhengHei"/>
                        <a:cs typeface="Microsoft JhengHei"/>
                        <a:sym typeface="Microsoft JhengHei"/>
                      </a:endParaRPr>
                    </a:p>
                  </a:txBody>
                  <a:tcPr marL="91425" marR="91425"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4D4D8"/>
                      </a:solidFill>
                      <a:prstDash val="solid"/>
                      <a:round/>
                      <a:headEnd type="none" w="med" len="med"/>
                      <a:tailEnd type="none" w="med" len="med"/>
                    </a:lnT>
                    <a:lnB w="12700" cap="flat" cmpd="sng" algn="ctr">
                      <a:solidFill>
                        <a:srgbClr val="D4D4D8"/>
                      </a:solidFill>
                      <a:prstDash val="solid"/>
                      <a:round/>
                      <a:headEnd type="none" w="med" len="med"/>
                      <a:tailEnd type="none" w="med" len="med"/>
                    </a:lnB>
                  </a:tcPr>
                </a:tc>
                <a:tc>
                  <a:txBody>
                    <a:bodyPr/>
                    <a:lstStyle/>
                    <a:p>
                      <a:pPr marL="0" marR="0" lvl="0" indent="0" algn="l" rtl="0">
                        <a:lnSpc>
                          <a:spcPct val="130000"/>
                        </a:lnSpc>
                        <a:spcBef>
                          <a:spcPts val="0"/>
                        </a:spcBef>
                        <a:spcAft>
                          <a:spcPts val="0"/>
                        </a:spcAft>
                        <a:buClr>
                          <a:srgbClr val="000000"/>
                        </a:buClr>
                        <a:buSzPts val="1400"/>
                        <a:buFont typeface="Arial"/>
                        <a:buNone/>
                      </a:pPr>
                      <a:r>
                        <a:rPr lang="zh-TW" sz="1400" u="none" strike="noStrike" cap="none">
                          <a:solidFill>
                            <a:srgbClr val="434343"/>
                          </a:solidFill>
                          <a:latin typeface="Microsoft JhengHei"/>
                          <a:ea typeface="Microsoft JhengHei"/>
                          <a:cs typeface="Microsoft JhengHei"/>
                          <a:sym typeface="Microsoft JhengHei"/>
                        </a:rPr>
                        <a:t>已運用於零售/法人信用評等、不動產估價、房價指數、信用卡盜刷、理專風險等面向。控管風險、提升服務品質。</a:t>
                      </a:r>
                      <a:endParaRPr sz="1400" u="none" strike="noStrike" cap="none">
                        <a:solidFill>
                          <a:srgbClr val="434343"/>
                        </a:solidFill>
                        <a:latin typeface="Microsoft JhengHei"/>
                        <a:ea typeface="Microsoft JhengHei"/>
                        <a:cs typeface="Microsoft JhengHei"/>
                        <a:sym typeface="Microsoft JhengHei"/>
                      </a:endParaRPr>
                    </a:p>
                  </a:txBody>
                  <a:tcPr marL="91425" marR="91425"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4D4D8"/>
                      </a:solidFill>
                      <a:prstDash val="solid"/>
                      <a:round/>
                      <a:headEnd type="none" w="med" len="med"/>
                      <a:tailEnd type="none" w="med" len="med"/>
                    </a:lnT>
                    <a:lnB w="12700" cap="flat" cmpd="sng" algn="ctr">
                      <a:solidFill>
                        <a:srgbClr val="D4D4D8"/>
                      </a:solidFill>
                      <a:prstDash val="solid"/>
                      <a:round/>
                      <a:headEnd type="none" w="med" len="med"/>
                      <a:tailEnd type="none" w="med" len="med"/>
                    </a:lnB>
                  </a:tcPr>
                </a:tc>
                <a:tc>
                  <a:txBody>
                    <a:bodyPr/>
                    <a:lstStyle/>
                    <a:p>
                      <a:pPr marL="0" marR="0" lvl="0" indent="0" algn="l" rtl="0">
                        <a:lnSpc>
                          <a:spcPct val="130000"/>
                        </a:lnSpc>
                        <a:spcBef>
                          <a:spcPts val="0"/>
                        </a:spcBef>
                        <a:spcAft>
                          <a:spcPts val="0"/>
                        </a:spcAft>
                        <a:buClr>
                          <a:srgbClr val="000000"/>
                        </a:buClr>
                        <a:buSzPts val="1400"/>
                        <a:buFont typeface="Arial"/>
                        <a:buNone/>
                      </a:pPr>
                      <a:r>
                        <a:rPr lang="zh-TW" sz="1400" u="none" strike="noStrike" cap="none" dirty="0">
                          <a:solidFill>
                            <a:srgbClr val="434343"/>
                          </a:solidFill>
                          <a:latin typeface="Microsoft JhengHei"/>
                          <a:ea typeface="Microsoft JhengHei"/>
                          <a:cs typeface="Microsoft JhengHei"/>
                          <a:sym typeface="Microsoft JhengHei"/>
                        </a:rPr>
                        <a:t>運用於銀行、證券、租賃等 3 家子公司，包含電費單、票據、基金配息、財力文件等作業流程。優化流程同時提升顧客體驗。</a:t>
                      </a:r>
                      <a:endParaRPr sz="1400" u="none" strike="noStrike" cap="none" dirty="0">
                        <a:solidFill>
                          <a:srgbClr val="434343"/>
                        </a:solidFill>
                        <a:latin typeface="Microsoft JhengHei"/>
                        <a:ea typeface="Microsoft JhengHei"/>
                        <a:cs typeface="Microsoft JhengHei"/>
                        <a:sym typeface="Microsoft JhengHei"/>
                      </a:endParaRPr>
                    </a:p>
                  </a:txBody>
                  <a:tcPr marL="91425" marR="91425" marT="46800" marB="46800" anchor="ctr">
                    <a:lnL w="12700" cap="flat" cmpd="sng" algn="ctr">
                      <a:noFill/>
                      <a:prstDash val="solid"/>
                      <a:round/>
                      <a:headEnd type="none" w="med" len="med"/>
                      <a:tailEnd type="none" w="med" len="med"/>
                    </a:lnL>
                    <a:lnR w="9525" cap="flat" cmpd="sng">
                      <a:noFill/>
                      <a:prstDash val="solid"/>
                      <a:round/>
                      <a:headEnd type="none" w="sm" len="sm"/>
                      <a:tailEnd type="none" w="sm" len="sm"/>
                    </a:lnR>
                    <a:lnT w="12700" cap="flat" cmpd="sng" algn="ctr">
                      <a:solidFill>
                        <a:srgbClr val="D4D4D8"/>
                      </a:solidFill>
                      <a:prstDash val="solid"/>
                      <a:round/>
                      <a:headEnd type="none" w="med" len="med"/>
                      <a:tailEnd type="none" w="med" len="med"/>
                    </a:lnT>
                    <a:lnB w="12700" cap="flat" cmpd="sng" algn="ctr">
                      <a:solidFill>
                        <a:srgbClr val="D4D4D8"/>
                      </a:solidFill>
                      <a:prstDash val="solid"/>
                      <a:round/>
                      <a:headEnd type="none" w="med" len="med"/>
                      <a:tailEnd type="none" w="med" len="med"/>
                    </a:lnB>
                  </a:tcPr>
                </a:tc>
                <a:extLst>
                  <a:ext uri="{0D108BD9-81ED-4DB2-BD59-A6C34878D82A}">
                    <a16:rowId xmlns:a16="http://schemas.microsoft.com/office/drawing/2014/main" val="10003"/>
                  </a:ext>
                </a:extLst>
              </a:tr>
              <a:tr h="1106524">
                <a:tc>
                  <a:txBody>
                    <a:bodyPr/>
                    <a:lstStyle/>
                    <a:p>
                      <a:pPr marL="0" marR="0" lvl="0" indent="0" algn="ctr" rtl="0">
                        <a:lnSpc>
                          <a:spcPct val="130000"/>
                        </a:lnSpc>
                        <a:spcBef>
                          <a:spcPts val="0"/>
                        </a:spcBef>
                        <a:spcAft>
                          <a:spcPts val="0"/>
                        </a:spcAft>
                        <a:buClr>
                          <a:srgbClr val="000000"/>
                        </a:buClr>
                        <a:buSzPts val="1200"/>
                        <a:buFont typeface="Arial"/>
                        <a:buNone/>
                      </a:pPr>
                      <a:r>
                        <a:rPr lang="zh-TW" altLang="en-US" sz="1600" b="1" i="0" u="none" strike="noStrike" cap="none">
                          <a:solidFill>
                            <a:schemeClr val="tx1"/>
                          </a:solidFill>
                          <a:latin typeface="Microsoft JhengHei"/>
                          <a:ea typeface="Microsoft JhengHei"/>
                          <a:cs typeface="Microsoft JhengHei"/>
                          <a:sym typeface="Microsoft JhengHei"/>
                        </a:rPr>
                        <a:t>亮點</a:t>
                      </a:r>
                    </a:p>
                  </a:txBody>
                  <a:tcPr marL="91425" marR="91425" marT="46800" marB="46800" anchor="ctr">
                    <a:lnL w="9525" cap="flat" cmpd="sng">
                      <a:no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D4D4D8"/>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30000"/>
                        </a:lnSpc>
                        <a:spcBef>
                          <a:spcPts val="0"/>
                        </a:spcBef>
                        <a:spcAft>
                          <a:spcPts val="0"/>
                        </a:spcAft>
                        <a:buClr>
                          <a:srgbClr val="000000"/>
                        </a:buClr>
                        <a:buSzPts val="1400"/>
                        <a:buFont typeface="Arial"/>
                        <a:buNone/>
                      </a:pPr>
                      <a:r>
                        <a:rPr lang="zh-TW" altLang="en-US" sz="1400" b="0" i="0" u="none" strike="noStrike" cap="none">
                          <a:solidFill>
                            <a:srgbClr val="1D1C1D"/>
                          </a:solidFill>
                          <a:latin typeface="Microsoft JhengHei"/>
                          <a:ea typeface="Microsoft JhengHei"/>
                          <a:cs typeface="Microsoft JhengHei"/>
                          <a:sym typeface="Microsoft JhengHei"/>
                        </a:rPr>
                        <a:t>信貸撥款數單月平均金額，相較於以往未使用 </a:t>
                      </a:r>
                      <a:r>
                        <a:rPr lang="en" altLang="zh-TW" sz="1400" b="0" i="0" u="none" strike="noStrike" cap="none">
                          <a:solidFill>
                            <a:srgbClr val="1D1C1D"/>
                          </a:solidFill>
                          <a:latin typeface="Microsoft JhengHei"/>
                          <a:ea typeface="Microsoft JhengHei"/>
                          <a:cs typeface="Microsoft JhengHei"/>
                          <a:sym typeface="Microsoft JhengHei"/>
                        </a:rPr>
                        <a:t>AI </a:t>
                      </a:r>
                      <a:r>
                        <a:rPr lang="zh-TW" altLang="en-US" sz="1400" b="0" i="0" u="none" strike="noStrike" cap="none">
                          <a:solidFill>
                            <a:srgbClr val="1D1C1D"/>
                          </a:solidFill>
                          <a:latin typeface="Microsoft JhengHei"/>
                          <a:ea typeface="Microsoft JhengHei"/>
                          <a:cs typeface="Microsoft JhengHei"/>
                          <a:sym typeface="Microsoft JhengHei"/>
                        </a:rPr>
                        <a:t>分數成長近 </a:t>
                      </a:r>
                      <a:r>
                        <a:rPr lang="en-US" altLang="zh-TW" sz="1400" b="0" i="0" u="none" strike="noStrike" cap="none">
                          <a:solidFill>
                            <a:srgbClr val="1D1C1D"/>
                          </a:solidFill>
                          <a:latin typeface="Microsoft JhengHei"/>
                          <a:ea typeface="Microsoft JhengHei"/>
                          <a:cs typeface="Microsoft JhengHei"/>
                          <a:sym typeface="Microsoft JhengHei"/>
                        </a:rPr>
                        <a:t>7 </a:t>
                      </a:r>
                      <a:r>
                        <a:rPr lang="zh-TW" altLang="en-US" sz="1400" b="0" i="0" u="none" strike="noStrike" cap="none">
                          <a:solidFill>
                            <a:srgbClr val="1D1C1D"/>
                          </a:solidFill>
                          <a:latin typeface="Microsoft JhengHei"/>
                          <a:ea typeface="Microsoft JhengHei"/>
                          <a:cs typeface="Microsoft JhengHei"/>
                          <a:sym typeface="Microsoft JhengHei"/>
                        </a:rPr>
                        <a:t>成；換匯交易金額成長近 </a:t>
                      </a:r>
                      <a:r>
                        <a:rPr lang="en-US" altLang="zh-TW" sz="1400" b="0" i="0" u="none" strike="noStrike" cap="none">
                          <a:solidFill>
                            <a:srgbClr val="1D1C1D"/>
                          </a:solidFill>
                          <a:latin typeface="Microsoft JhengHei"/>
                          <a:ea typeface="Microsoft JhengHei"/>
                          <a:cs typeface="Microsoft JhengHei"/>
                          <a:sym typeface="Microsoft JhengHei"/>
                        </a:rPr>
                        <a:t>3 </a:t>
                      </a:r>
                      <a:r>
                        <a:rPr lang="zh-TW" altLang="en-US" sz="1400" b="0" i="0" u="none" strike="noStrike" cap="none">
                          <a:solidFill>
                            <a:srgbClr val="1D1C1D"/>
                          </a:solidFill>
                          <a:latin typeface="Microsoft JhengHei"/>
                          <a:ea typeface="Microsoft JhengHei"/>
                          <a:cs typeface="Microsoft JhengHei"/>
                          <a:sym typeface="Microsoft JhengHei"/>
                        </a:rPr>
                        <a:t>倍。</a:t>
                      </a:r>
                    </a:p>
                  </a:txBody>
                  <a:tcPr marL="91425" marR="91425"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4D4D8"/>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30000"/>
                        </a:lnSpc>
                        <a:spcBef>
                          <a:spcPts val="0"/>
                        </a:spcBef>
                        <a:spcAft>
                          <a:spcPts val="0"/>
                        </a:spcAft>
                        <a:buClr>
                          <a:srgbClr val="000000"/>
                        </a:buClr>
                        <a:buSzPts val="1400"/>
                        <a:buFont typeface="Arial"/>
                        <a:buNone/>
                      </a:pPr>
                      <a:r>
                        <a:rPr lang="zh-TW" altLang="en-US" sz="1400" b="0" i="0" u="none" strike="noStrike" cap="none">
                          <a:solidFill>
                            <a:srgbClr val="1D1C1D"/>
                          </a:solidFill>
                          <a:latin typeface="Microsoft JhengHei"/>
                          <a:ea typeface="Microsoft JhengHei"/>
                          <a:cs typeface="Microsoft JhengHei"/>
                          <a:sym typeface="Microsoft JhengHei"/>
                        </a:rPr>
                        <a:t>秒估房貸提供顧客即時、準確的服務；無時間差判斷信用卡偽冒風險，每月擋下約 </a:t>
                      </a:r>
                      <a:r>
                        <a:rPr lang="en-US" altLang="zh-TW" sz="1400" b="0" i="0" u="none" strike="noStrike" cap="none">
                          <a:solidFill>
                            <a:srgbClr val="1D1C1D"/>
                          </a:solidFill>
                          <a:latin typeface="Microsoft JhengHei"/>
                          <a:ea typeface="Microsoft JhengHei"/>
                          <a:cs typeface="Microsoft JhengHei"/>
                          <a:sym typeface="Microsoft JhengHei"/>
                        </a:rPr>
                        <a:t>1 </a:t>
                      </a:r>
                      <a:r>
                        <a:rPr lang="zh-TW" altLang="en-US" sz="1400" b="0" i="0" u="none" strike="noStrike" cap="none">
                          <a:solidFill>
                            <a:srgbClr val="1D1C1D"/>
                          </a:solidFill>
                          <a:latin typeface="Microsoft JhengHei"/>
                          <a:ea typeface="Microsoft JhengHei"/>
                          <a:cs typeface="Microsoft JhengHei"/>
                          <a:sym typeface="Microsoft JhengHei"/>
                        </a:rPr>
                        <a:t>億盜刷金額。</a:t>
                      </a:r>
                    </a:p>
                  </a:txBody>
                  <a:tcPr marL="91425" marR="91425"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4D4D8"/>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30000"/>
                        </a:lnSpc>
                        <a:spcBef>
                          <a:spcPts val="0"/>
                        </a:spcBef>
                        <a:spcAft>
                          <a:spcPts val="0"/>
                        </a:spcAft>
                        <a:buClr>
                          <a:srgbClr val="000000"/>
                        </a:buClr>
                        <a:buSzPts val="1400"/>
                        <a:buFont typeface="Arial"/>
                        <a:buNone/>
                      </a:pPr>
                      <a:r>
                        <a:rPr lang="zh-TW" altLang="en-US" sz="1400" b="0" i="0" u="none" strike="noStrike" cap="none" dirty="0">
                          <a:solidFill>
                            <a:srgbClr val="1D1C1D"/>
                          </a:solidFill>
                          <a:latin typeface="Microsoft JhengHei"/>
                          <a:ea typeface="Microsoft JhengHei"/>
                          <a:cs typeface="Microsoft JhengHei"/>
                          <a:sym typeface="Microsoft JhengHei"/>
                        </a:rPr>
                        <a:t>票據辨識解決峰日 </a:t>
                      </a:r>
                      <a:r>
                        <a:rPr lang="en-US" altLang="zh-TW" sz="1400" b="0" i="0" u="none" strike="noStrike" cap="none" dirty="0">
                          <a:solidFill>
                            <a:srgbClr val="1D1C1D"/>
                          </a:solidFill>
                          <a:latin typeface="Microsoft JhengHei"/>
                          <a:ea typeface="Microsoft JhengHei"/>
                          <a:cs typeface="Microsoft JhengHei"/>
                          <a:sym typeface="Microsoft JhengHei"/>
                        </a:rPr>
                        <a:t>5 </a:t>
                      </a:r>
                      <a:r>
                        <a:rPr lang="zh-TW" altLang="en-US" sz="1400" b="0" i="0" u="none" strike="noStrike" cap="none" dirty="0">
                          <a:solidFill>
                            <a:srgbClr val="1D1C1D"/>
                          </a:solidFill>
                          <a:latin typeface="Microsoft JhengHei"/>
                          <a:ea typeface="Microsoft JhengHei"/>
                          <a:cs typeface="Microsoft JhengHei"/>
                          <a:sym typeface="Microsoft JhengHei"/>
                        </a:rPr>
                        <a:t>倍的負荷量；過去中央掃票機集中處理的流程，透過輕量化的模型往分散式處理轉型。</a:t>
                      </a:r>
                    </a:p>
                  </a:txBody>
                  <a:tcPr marL="91425" marR="91425" marT="46800" marB="46800" anchor="ctr">
                    <a:lnL w="12700" cap="flat" cmpd="sng" algn="ctr">
                      <a:noFill/>
                      <a:prstDash val="solid"/>
                      <a:round/>
                      <a:headEnd type="none" w="med" len="med"/>
                      <a:tailEnd type="none" w="med" len="med"/>
                    </a:lnL>
                    <a:lnR w="9525" cap="flat" cmpd="sng">
                      <a:noFill/>
                      <a:prstDash val="solid"/>
                      <a:round/>
                      <a:headEnd type="none" w="sm" len="sm"/>
                      <a:tailEnd type="none" w="sm" len="sm"/>
                    </a:lnR>
                    <a:lnT w="12700" cap="flat" cmpd="sng" algn="ctr">
                      <a:solidFill>
                        <a:srgbClr val="D4D4D8"/>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文字方塊 1">
            <a:extLst>
              <a:ext uri="{FF2B5EF4-FFF2-40B4-BE49-F238E27FC236}">
                <a16:creationId xmlns:a16="http://schemas.microsoft.com/office/drawing/2014/main" id="{D519B105-3AEB-C7AD-34DE-367F378D2371}"/>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3"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1942202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035F7360-A1C6-311F-6C76-02544A305E50}"/>
            </a:ext>
          </a:extLst>
        </p:cNvPr>
        <p:cNvGrpSpPr/>
        <p:nvPr/>
      </p:nvGrpSpPr>
      <p:grpSpPr>
        <a:xfrm>
          <a:off x="0" y="0"/>
          <a:ext cx="0" cy="0"/>
          <a:chOff x="0" y="0"/>
          <a:chExt cx="0" cy="0"/>
        </a:xfrm>
      </p:grpSpPr>
      <p:sp>
        <p:nvSpPr>
          <p:cNvPr id="271" name="Google Shape;271;g23bcfb68efc_1_45">
            <a:extLst>
              <a:ext uri="{FF2B5EF4-FFF2-40B4-BE49-F238E27FC236}">
                <a16:creationId xmlns:a16="http://schemas.microsoft.com/office/drawing/2014/main" id="{8C681EE7-47AF-41DF-09C2-FF4AB95257B1}"/>
              </a:ext>
            </a:extLst>
          </p:cNvPr>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lvl="0"/>
            <a:r>
              <a:rPr lang="zh-TW" altLang="en-US">
                <a:solidFill>
                  <a:schemeClr val="tx1"/>
                </a:solidFill>
              </a:rPr>
              <a:t>佈景主題應用建議 </a:t>
            </a:r>
            <a:r>
              <a:rPr lang="en-US" altLang="zh-TW" sz="2000">
                <a:solidFill>
                  <a:schemeClr val="tx1"/>
                </a:solidFill>
              </a:rPr>
              <a:t>blue + rose</a:t>
            </a:r>
            <a:r>
              <a:rPr lang="zh-TW" altLang="en-US" sz="2000">
                <a:solidFill>
                  <a:schemeClr val="tx1"/>
                </a:solidFill>
              </a:rPr>
              <a:t> </a:t>
            </a:r>
            <a:endParaRPr sz="2000"/>
          </a:p>
        </p:txBody>
      </p:sp>
      <p:sp>
        <p:nvSpPr>
          <p:cNvPr id="2" name="文字版面配置區 1">
            <a:extLst>
              <a:ext uri="{FF2B5EF4-FFF2-40B4-BE49-F238E27FC236}">
                <a16:creationId xmlns:a16="http://schemas.microsoft.com/office/drawing/2014/main" id="{7F124C0F-25E1-C9EE-BE10-B8BC1401D03D}"/>
              </a:ext>
            </a:extLst>
          </p:cNvPr>
          <p:cNvSpPr>
            <a:spLocks noGrp="1"/>
          </p:cNvSpPr>
          <p:nvPr>
            <p:ph type="body" idx="10"/>
          </p:nvPr>
        </p:nvSpPr>
        <p:spPr>
          <a:xfrm>
            <a:off x="179388" y="900112"/>
            <a:ext cx="7380284" cy="5219701"/>
          </a:xfrm>
        </p:spPr>
        <p:txBody>
          <a:bodyPr/>
          <a:lstStyle/>
          <a:p>
            <a:r>
              <a:rPr lang="zh-TW" altLang="en-US" sz="1600">
                <a:cs typeface="Microsoft JhengHei"/>
                <a:sym typeface="Microsoft JhengHei"/>
              </a:rPr>
              <a:t>標記「</a:t>
            </a:r>
            <a:r>
              <a:rPr lang="en-US" altLang="zh-TW" sz="1600">
                <a:cs typeface="Microsoft JhengHei"/>
                <a:sym typeface="Microsoft JhengHei"/>
              </a:rPr>
              <a:t>×</a:t>
            </a:r>
            <a:r>
              <a:rPr lang="zh-TW" altLang="en-US" sz="1600">
                <a:cs typeface="Microsoft JhengHei"/>
                <a:sym typeface="Microsoft JhengHei"/>
              </a:rPr>
              <a:t>」為不建議使用之顏色</a:t>
            </a:r>
            <a:endParaRPr lang="en-US" altLang="zh-TW" sz="1600">
              <a:cs typeface="Microsoft JhengHei"/>
              <a:sym typeface="Microsoft JhengHei"/>
            </a:endParaRPr>
          </a:p>
          <a:p>
            <a:r>
              <a:rPr lang="zh-TW" altLang="en-US">
                <a:cs typeface="Microsoft JhengHei"/>
              </a:rPr>
              <a:t>標記「</a:t>
            </a:r>
            <a:r>
              <a:rPr lang="en-US" altLang="zh-TW">
                <a:cs typeface="Microsoft JhengHei"/>
              </a:rPr>
              <a:t>−</a:t>
            </a:r>
            <a:r>
              <a:rPr lang="zh-TW" altLang="en-US">
                <a:cs typeface="Microsoft JhengHei"/>
              </a:rPr>
              <a:t>」為佈景主題外之色彩</a:t>
            </a:r>
            <a:endParaRPr lang="en-US" altLang="zh-TW">
              <a:cs typeface="Microsoft JhengHei"/>
            </a:endParaRPr>
          </a:p>
          <a:p>
            <a:r>
              <a:rPr lang="zh-TW" altLang="en-US">
                <a:latin typeface="微軟正黑體" panose="020B0604030504040204" pitchFamily="34" charset="-120"/>
                <a:ea typeface="微軟正黑體" panose="020B0604030504040204" pitchFamily="34" charset="-120"/>
              </a:rPr>
              <a:t>需自行設定佈景主題</a:t>
            </a:r>
            <a:endParaRPr lang="en-US" altLang="zh-TW">
              <a:latin typeface="微軟正黑體" panose="020B0604030504040204" pitchFamily="34" charset="-120"/>
              <a:ea typeface="微軟正黑體" panose="020B0604030504040204" pitchFamily="34" charset="-120"/>
            </a:endParaRPr>
          </a:p>
          <a:p>
            <a:pPr lvl="1"/>
            <a:r>
              <a:rPr lang="zh-TW" altLang="en-US">
                <a:latin typeface="微軟正黑體" panose="020B0604030504040204" pitchFamily="34" charset="-120"/>
                <a:ea typeface="微軟正黑體" panose="020B0604030504040204" pitchFamily="34" charset="-120"/>
              </a:rPr>
              <a:t>請點「設計」， 「變化」的右下箭頭， 「色彩</a:t>
            </a:r>
            <a:r>
              <a:rPr lang="en-US" altLang="zh-TW">
                <a:latin typeface="微軟正黑體" panose="020B0604030504040204" pitchFamily="34" charset="-120"/>
                <a:ea typeface="微軟正黑體" panose="020B0604030504040204" pitchFamily="34" charset="-120"/>
              </a:rPr>
              <a:t>-</a:t>
            </a:r>
            <a:r>
              <a:rPr lang="zh-TW" altLang="en-US">
                <a:latin typeface="微軟正黑體" panose="020B0604030504040204" pitchFamily="34" charset="-120"/>
                <a:ea typeface="微軟正黑體" panose="020B0604030504040204" pitchFamily="34" charset="-120"/>
              </a:rPr>
              <a:t>自訂色彩」根據下方色碼調整配色</a:t>
            </a:r>
            <a:endParaRPr lang="en-US" altLang="zh-TW">
              <a:latin typeface="微軟正黑體" panose="020B0604030504040204" pitchFamily="34" charset="-120"/>
              <a:ea typeface="微軟正黑體" panose="020B0604030504040204" pitchFamily="34" charset="-120"/>
            </a:endParaRPr>
          </a:p>
          <a:p>
            <a:pPr marL="36000" indent="0">
              <a:buNone/>
            </a:pPr>
            <a:endParaRPr lang="en-US" altLang="zh-TW" sz="1600">
              <a:cs typeface="Microsoft JhengHei"/>
              <a:sym typeface="Microsoft JhengHei"/>
            </a:endParaRPr>
          </a:p>
          <a:p>
            <a:pPr marL="36000" indent="0">
              <a:buNone/>
            </a:pPr>
            <a:endParaRPr lang="zh-TW" altLang="en-US" sz="1600">
              <a:cs typeface="Microsoft JhengHei"/>
              <a:sym typeface="Microsoft JhengHei"/>
            </a:endParaRPr>
          </a:p>
        </p:txBody>
      </p:sp>
      <p:graphicFrame>
        <p:nvGraphicFramePr>
          <p:cNvPr id="9" name="Google Shape;273;g23bcfb68efc_1_45">
            <a:extLst>
              <a:ext uri="{FF2B5EF4-FFF2-40B4-BE49-F238E27FC236}">
                <a16:creationId xmlns:a16="http://schemas.microsoft.com/office/drawing/2014/main" id="{8E32C1AA-8CAB-1759-CC49-FE0817C77A10}"/>
              </a:ext>
            </a:extLst>
          </p:cNvPr>
          <p:cNvGraphicFramePr/>
          <p:nvPr>
            <p:extLst>
              <p:ext uri="{D42A27DB-BD31-4B8C-83A1-F6EECF244321}">
                <p14:modId xmlns:p14="http://schemas.microsoft.com/office/powerpoint/2010/main" val="682148007"/>
              </p:ext>
            </p:extLst>
          </p:nvPr>
        </p:nvGraphicFramePr>
        <p:xfrm>
          <a:off x="180059" y="3600127"/>
          <a:ext cx="11161041" cy="2519685"/>
        </p:xfrm>
        <a:graphic>
          <a:graphicData uri="http://schemas.openxmlformats.org/drawingml/2006/table">
            <a:tbl>
              <a:tblPr>
                <a:noFill/>
                <a:tableStyleId>{C7E2D07F-EAD9-47BB-8D15-AB9D181D91B3}</a:tableStyleId>
              </a:tblPr>
              <a:tblGrid>
                <a:gridCol w="1386411">
                  <a:extLst>
                    <a:ext uri="{9D8B030D-6E8A-4147-A177-3AD203B41FA5}">
                      <a16:colId xmlns:a16="http://schemas.microsoft.com/office/drawing/2014/main" val="20001"/>
                    </a:ext>
                  </a:extLst>
                </a:gridCol>
                <a:gridCol w="1954926">
                  <a:extLst>
                    <a:ext uri="{9D8B030D-6E8A-4147-A177-3AD203B41FA5}">
                      <a16:colId xmlns:a16="http://schemas.microsoft.com/office/drawing/2014/main" val="20002"/>
                    </a:ext>
                  </a:extLst>
                </a:gridCol>
                <a:gridCol w="1954926">
                  <a:extLst>
                    <a:ext uri="{9D8B030D-6E8A-4147-A177-3AD203B41FA5}">
                      <a16:colId xmlns:a16="http://schemas.microsoft.com/office/drawing/2014/main" val="20003"/>
                    </a:ext>
                  </a:extLst>
                </a:gridCol>
                <a:gridCol w="1954926">
                  <a:extLst>
                    <a:ext uri="{9D8B030D-6E8A-4147-A177-3AD203B41FA5}">
                      <a16:colId xmlns:a16="http://schemas.microsoft.com/office/drawing/2014/main" val="20004"/>
                    </a:ext>
                  </a:extLst>
                </a:gridCol>
                <a:gridCol w="1954926">
                  <a:extLst>
                    <a:ext uri="{9D8B030D-6E8A-4147-A177-3AD203B41FA5}">
                      <a16:colId xmlns:a16="http://schemas.microsoft.com/office/drawing/2014/main" val="20005"/>
                    </a:ext>
                  </a:extLst>
                </a:gridCol>
                <a:gridCol w="1954926">
                  <a:extLst>
                    <a:ext uri="{9D8B030D-6E8A-4147-A177-3AD203B41FA5}">
                      <a16:colId xmlns:a16="http://schemas.microsoft.com/office/drawing/2014/main" val="3827510382"/>
                    </a:ext>
                  </a:extLst>
                </a:gridCol>
              </a:tblGrid>
              <a:tr h="647502">
                <a:tc>
                  <a:txBody>
                    <a:bodyPr/>
                    <a:lstStyle/>
                    <a:p>
                      <a:pPr marL="0" lvl="0" indent="0" algn="ctr" rtl="0">
                        <a:lnSpc>
                          <a:spcPct val="130000"/>
                        </a:lnSpc>
                        <a:spcBef>
                          <a:spcPts val="0"/>
                        </a:spcBef>
                        <a:spcAft>
                          <a:spcPts val="0"/>
                        </a:spcAft>
                        <a:buNone/>
                      </a:pPr>
                      <a:r>
                        <a:rPr lang="zh-TW" altLang="en-US">
                          <a:latin typeface="Microsoft JhengHei"/>
                          <a:ea typeface="Microsoft JhengHei"/>
                          <a:cs typeface="Microsoft JhengHei"/>
                          <a:sym typeface="Microsoft JhengHei"/>
                        </a:rPr>
                        <a:t>佈景主題</a:t>
                      </a:r>
                      <a:endParaRPr>
                        <a:latin typeface="Microsoft JhengHei"/>
                        <a:ea typeface="Microsoft JhengHei"/>
                        <a:cs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深色</a:t>
                      </a:r>
                      <a:r>
                        <a:rPr lang="en-US" altLang="zh-TW" sz="1200">
                          <a:latin typeface="Microsoft JhengHei"/>
                          <a:ea typeface="Microsoft JhengHei"/>
                          <a:sym typeface="Microsoft JhengHei"/>
                        </a:rPr>
                        <a:t>2</a:t>
                      </a:r>
                      <a:r>
                        <a:rPr lang="zh-TW" altLang="en-US" sz="1200">
                          <a:latin typeface="Microsoft JhengHei"/>
                          <a:ea typeface="Microsoft JhengHei"/>
                          <a:sym typeface="Microsoft JhengHei"/>
                        </a:rPr>
                        <a:t>（配白字）</a:t>
                      </a:r>
                      <a:br>
                        <a:rPr lang="en-US" altLang="zh-TW" sz="1200">
                          <a:latin typeface="Microsoft JhengHei"/>
                          <a:ea typeface="Microsoft JhengHei"/>
                          <a:sym typeface="Microsoft JhengHei"/>
                        </a:rPr>
                      </a:br>
                      <a:r>
                        <a:rPr lang="zh-TW" altLang="en-US" sz="1200">
                          <a:latin typeface="Microsoft JhengHei"/>
                          <a:ea typeface="Microsoft JhengHei"/>
                          <a:sym typeface="Microsoft JhengHei"/>
                        </a:rPr>
                        <a:t>段落標題、重要文字</a:t>
                      </a:r>
                      <a:endParaRPr lang="en-US" altLang="zh-TW" sz="1200">
                        <a:latin typeface="Microsoft JhengHei"/>
                        <a:ea typeface="Microsoft JhengHei"/>
                        <a:sym typeface="Microsoft JhengHei"/>
                      </a:endParaRPr>
                    </a:p>
                  </a:txBody>
                  <a:tcPr marL="91425" marR="91425" marT="90000" marB="91425"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深色</a:t>
                      </a:r>
                      <a:r>
                        <a:rPr lang="en-US" altLang="zh-TW" sz="1200">
                          <a:latin typeface="Microsoft JhengHei"/>
                          <a:ea typeface="Microsoft JhengHei"/>
                          <a:sym typeface="Microsoft JhengHei"/>
                        </a:rPr>
                        <a:t>1</a:t>
                      </a:r>
                      <a:r>
                        <a:rPr lang="zh-TW" altLang="en-US" sz="1200">
                          <a:latin typeface="Microsoft JhengHei"/>
                          <a:ea typeface="Microsoft JhengHei"/>
                          <a:sym typeface="Microsoft JhengHei"/>
                        </a:rPr>
                        <a:t>（配白字）</a:t>
                      </a:r>
                      <a:endParaRPr lang="en-US" altLang="zh-TW" sz="120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外框線</a:t>
                      </a:r>
                      <a:endParaRPr lang="en-US" altLang="zh-TW" sz="120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中間色（可配黑</a:t>
                      </a:r>
                      <a:r>
                        <a:rPr lang="en-US" altLang="zh-TW" sz="1200">
                          <a:latin typeface="Microsoft JhengHei"/>
                          <a:ea typeface="Microsoft JhengHei"/>
                          <a:sym typeface="Microsoft JhengHei"/>
                        </a:rPr>
                        <a:t>/</a:t>
                      </a:r>
                      <a:r>
                        <a:rPr lang="zh-TW" altLang="en-US" sz="1200">
                          <a:latin typeface="Microsoft JhengHei"/>
                          <a:ea typeface="Microsoft JhengHei"/>
                          <a:sym typeface="Microsoft JhengHei"/>
                        </a:rPr>
                        <a:t>白字）</a:t>
                      </a: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排版優先</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淺色</a:t>
                      </a:r>
                      <a:r>
                        <a:rPr lang="en-US" altLang="zh-TW" sz="1200">
                          <a:latin typeface="Microsoft JhengHei"/>
                          <a:ea typeface="Microsoft JhengHei"/>
                          <a:sym typeface="Microsoft JhengHei"/>
                        </a:rPr>
                        <a:t>1</a:t>
                      </a:r>
                      <a:r>
                        <a:rPr lang="zh-TW" altLang="en-US" sz="1200">
                          <a:latin typeface="Microsoft JhengHei"/>
                          <a:ea typeface="Microsoft JhengHei"/>
                          <a:sym typeface="Microsoft JhengHei"/>
                        </a:rPr>
                        <a:t>（配黑字）</a:t>
                      </a:r>
                      <a:endParaRPr lang="en-US" altLang="zh-TW" sz="120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網底、螢光筆</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淺色</a:t>
                      </a:r>
                      <a:r>
                        <a:rPr lang="en-US" altLang="zh-TW" sz="1200">
                          <a:latin typeface="Microsoft JhengHei"/>
                          <a:ea typeface="Microsoft JhengHei"/>
                          <a:sym typeface="Microsoft JhengHei"/>
                        </a:rPr>
                        <a:t>2</a:t>
                      </a:r>
                      <a:r>
                        <a:rPr lang="zh-TW" altLang="en-US" sz="1200">
                          <a:latin typeface="Microsoft JhengHei"/>
                          <a:ea typeface="Microsoft JhengHei"/>
                          <a:sym typeface="Microsoft JhengHei"/>
                        </a:rPr>
                        <a:t>（配黑字）</a:t>
                      </a:r>
                      <a:endParaRPr lang="en-US" altLang="zh-TW" sz="120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大面積底色</a:t>
                      </a:r>
                      <a:endParaRPr sz="120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60939">
                <a:tc rowSpan="2">
                  <a:txBody>
                    <a:bodyPr/>
                    <a:lstStyle/>
                    <a:p>
                      <a:pPr marL="0" lvl="0" indent="0" algn="ctr" rtl="0">
                        <a:spcBef>
                          <a:spcPts val="0"/>
                        </a:spcBef>
                        <a:spcAft>
                          <a:spcPts val="0"/>
                        </a:spcAft>
                        <a:buNone/>
                      </a:pPr>
                      <a:r>
                        <a:rPr lang="en-US">
                          <a:latin typeface="Microsoft JhengHei"/>
                          <a:ea typeface="Microsoft JhengHei"/>
                          <a:cs typeface="Microsoft JhengHei"/>
                          <a:sym typeface="Microsoft JhengHei"/>
                        </a:rPr>
                        <a:t>Blue</a:t>
                      </a:r>
                    </a:p>
                    <a:p>
                      <a:pPr marL="0" lvl="0" indent="0" algn="ctr" rtl="0">
                        <a:spcBef>
                          <a:spcPts val="0"/>
                        </a:spcBef>
                        <a:spcAft>
                          <a:spcPts val="0"/>
                        </a:spcAft>
                        <a:buNone/>
                      </a:pPr>
                      <a:r>
                        <a:rPr lang="en-US" altLang="zh-TW">
                          <a:latin typeface="Microsoft JhengHei"/>
                          <a:ea typeface="Microsoft JhengHei"/>
                          <a:cs typeface="Microsoft JhengHei"/>
                          <a:sym typeface="Microsoft JhengHei"/>
                        </a:rPr>
                        <a:t>(</a:t>
                      </a:r>
                      <a:r>
                        <a:rPr lang="zh-TW" altLang="en-US">
                          <a:latin typeface="Microsoft JhengHei"/>
                          <a:ea typeface="Microsoft JhengHei"/>
                          <a:cs typeface="Microsoft JhengHei"/>
                          <a:sym typeface="Microsoft JhengHei"/>
                        </a:rPr>
                        <a:t>主色</a:t>
                      </a:r>
                      <a:r>
                        <a:rPr lang="en-US" altLang="zh-TW">
                          <a:latin typeface="Microsoft JhengHei"/>
                          <a:ea typeface="Microsoft JhengHei"/>
                          <a:cs typeface="Microsoft JhengHei"/>
                          <a:sym typeface="Microsoft JhengHei"/>
                        </a:rPr>
                        <a:t>)</a:t>
                      </a:r>
                      <a:endParaRPr>
                        <a:latin typeface="Microsoft JhengHei"/>
                        <a:ea typeface="Microsoft JhengHei"/>
                        <a:cs typeface="Microsoft JhengHei"/>
                        <a:sym typeface="Microsoft JhengHei"/>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3B82F6"/>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60A5F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93C5FD"/>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BFDBFF"/>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CEAFE"/>
                    </a:solidFill>
                  </a:tcPr>
                </a:tc>
                <a:extLst>
                  <a:ext uri="{0D108BD9-81ED-4DB2-BD59-A6C34878D82A}">
                    <a16:rowId xmlns:a16="http://schemas.microsoft.com/office/drawing/2014/main" val="10001"/>
                  </a:ext>
                </a:extLst>
              </a:tr>
              <a:tr h="363122">
                <a:tc vMerge="1">
                  <a:txBody>
                    <a:bodyPr/>
                    <a:lstStyle/>
                    <a:p>
                      <a:endParaRPr lang="zh-TW"/>
                    </a:p>
                  </a:txBody>
                  <a:tcPr>
                    <a:lnT w="9525" cap="flat" cmpd="sng">
                      <a:noFill/>
                      <a:prstDash val="solid"/>
                      <a:round/>
                      <a:headEnd type="none" w="sm" len="sm"/>
                      <a:tailEnd type="none" w="sm" len="sm"/>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#3b82f6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#60a5fa</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#93c5fd</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#bfdbfe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#dbeafe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60939">
                <a:tc rowSpan="2">
                  <a:txBody>
                    <a:bodyPr/>
                    <a:lstStyle/>
                    <a:p>
                      <a:pPr marL="0" lvl="0" indent="0" algn="ctr" rtl="0">
                        <a:spcBef>
                          <a:spcPts val="0"/>
                        </a:spcBef>
                        <a:spcAft>
                          <a:spcPts val="0"/>
                        </a:spcAft>
                        <a:buNone/>
                      </a:pPr>
                      <a:r>
                        <a:rPr lang="en-US" altLang="zh-TW">
                          <a:latin typeface="Microsoft JhengHei"/>
                          <a:ea typeface="Microsoft JhengHei"/>
                          <a:cs typeface="Microsoft JhengHei"/>
                          <a:sym typeface="Microsoft JhengHei"/>
                        </a:rPr>
                        <a:t>Rose</a:t>
                      </a:r>
                    </a:p>
                    <a:p>
                      <a:pPr marL="0" lvl="0" indent="0" algn="ctr" rtl="0">
                        <a:spcBef>
                          <a:spcPts val="0"/>
                        </a:spcBef>
                        <a:spcAft>
                          <a:spcPts val="0"/>
                        </a:spcAft>
                        <a:buNone/>
                      </a:pPr>
                      <a:r>
                        <a:rPr lang="en-US" altLang="zh-TW">
                          <a:latin typeface="Microsoft JhengHei"/>
                          <a:ea typeface="Microsoft JhengHei"/>
                          <a:cs typeface="Microsoft JhengHei"/>
                          <a:sym typeface="Microsoft JhengHei"/>
                        </a:rPr>
                        <a:t>(</a:t>
                      </a:r>
                      <a:r>
                        <a:rPr lang="zh-TW" altLang="en-US">
                          <a:latin typeface="Microsoft JhengHei"/>
                          <a:ea typeface="Microsoft JhengHei"/>
                          <a:cs typeface="Microsoft JhengHei"/>
                          <a:sym typeface="Microsoft JhengHei"/>
                        </a:rPr>
                        <a:t>輔色</a:t>
                      </a:r>
                      <a:r>
                        <a:rPr lang="en-US" altLang="zh-TW">
                          <a:latin typeface="Microsoft JhengHei"/>
                          <a:ea typeface="Microsoft JhengHei"/>
                          <a:cs typeface="Microsoft JhengHei"/>
                          <a:sym typeface="Microsoft JhengHei"/>
                        </a:rPr>
                        <a:t>)</a:t>
                      </a:r>
                      <a:endParaRPr lang="en-US">
                        <a:latin typeface="Microsoft JhengHei"/>
                        <a:ea typeface="Microsoft JhengHei"/>
                        <a:cs typeface="Microsoft JhengHei"/>
                        <a:sym typeface="Microsoft JhengHei"/>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43F5E"/>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C7185"/>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DA4AF"/>
                    </a:solidFill>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ECDD3"/>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FE4E6"/>
                    </a:solidFill>
                  </a:tcPr>
                </a:tc>
                <a:extLst>
                  <a:ext uri="{0D108BD9-81ED-4DB2-BD59-A6C34878D82A}">
                    <a16:rowId xmlns:a16="http://schemas.microsoft.com/office/drawing/2014/main" val="10005"/>
                  </a:ext>
                </a:extLst>
              </a:tr>
              <a:tr h="363122">
                <a:tc vMerge="1">
                  <a:txBody>
                    <a:bodyPr/>
                    <a:lstStyle/>
                    <a:p>
                      <a:endParaRPr lang="zh-TW"/>
                    </a:p>
                  </a:txBody>
                  <a:tcPr>
                    <a:lnT w="9525" cap="flat" cmpd="sng">
                      <a:noFill/>
                      <a:prstDash val="solid"/>
                      <a:round/>
                      <a:headEnd type="none" w="sm" len="sm"/>
                      <a:tailEnd type="none" w="sm" len="sm"/>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#f43f5e</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#fb7185</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#fda4af</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#fecdd3</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#ffe4e6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60939">
                <a:tc rowSpan="2">
                  <a:txBody>
                    <a:bodyPr/>
                    <a:lstStyle/>
                    <a:p>
                      <a:pPr algn="ctr"/>
                      <a:r>
                        <a:rPr lang="en-US" altLang="zh-TW" sz="1400">
                          <a:latin typeface="Microsoft JhengHei" panose="020B0604030504040204" pitchFamily="34" charset="-120"/>
                          <a:ea typeface="Microsoft JhengHei" panose="020B0604030504040204" pitchFamily="34" charset="-120"/>
                        </a:rPr>
                        <a:t>Zinc</a:t>
                      </a:r>
                    </a:p>
                    <a:p>
                      <a:pPr algn="ctr"/>
                      <a:r>
                        <a:rPr lang="en-US" altLang="zh-TW" sz="1400">
                          <a:latin typeface="Microsoft JhengHei" panose="020B0604030504040204" pitchFamily="34" charset="-120"/>
                          <a:ea typeface="Microsoft JhengHei" panose="020B0604030504040204" pitchFamily="34" charset="-120"/>
                        </a:rPr>
                        <a:t>(</a:t>
                      </a:r>
                      <a:r>
                        <a:rPr lang="zh-TW" altLang="en-US" sz="1400">
                          <a:latin typeface="Microsoft JhengHei" panose="020B0604030504040204" pitchFamily="34" charset="-120"/>
                          <a:ea typeface="Microsoft JhengHei" panose="020B0604030504040204" pitchFamily="34" charset="-120"/>
                        </a:rPr>
                        <a:t>灰階</a:t>
                      </a:r>
                      <a:r>
                        <a:rPr lang="en-US" altLang="zh-TW" sz="1400">
                          <a:latin typeface="Microsoft JhengHei" panose="020B0604030504040204" pitchFamily="34" charset="-120"/>
                          <a:ea typeface="Microsoft JhengHei" panose="020B0604030504040204" pitchFamily="34" charset="-120"/>
                        </a:rPr>
                        <a:t>)</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200" b="1">
                          <a:solidFill>
                            <a:schemeClr val="bg1"/>
                          </a:solidFill>
                          <a:latin typeface="Consolas" panose="020B0609020204030204" pitchFamily="49" charset="0"/>
                          <a:ea typeface="Microsoft JhengHei" panose="020B0604030504040204" pitchFamily="34" charset="-120"/>
                          <a:cs typeface="Consolas" panose="020B0609020204030204" pitchFamily="49" charset="0"/>
                        </a:rPr>
                        <a:t>超連結、註解</a:t>
                      </a:r>
                    </a:p>
                  </a:txBody>
                  <a:tcPr marT="36000" marB="36000" anchor="b">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1717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1A1AA"/>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4D4D8"/>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4E4E8"/>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4F4F6"/>
                    </a:solidFill>
                  </a:tcPr>
                </a:tc>
                <a:extLst>
                  <a:ext uri="{0D108BD9-81ED-4DB2-BD59-A6C34878D82A}">
                    <a16:rowId xmlns:a16="http://schemas.microsoft.com/office/drawing/2014/main" val="4230794412"/>
                  </a:ext>
                </a:extLst>
              </a:tr>
              <a:tr h="363122">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#71717a</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#a1a1aa</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#d4d4d8</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#e4e4e7</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#f4f4f5</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792147376"/>
                  </a:ext>
                </a:extLst>
              </a:tr>
            </a:tbl>
          </a:graphicData>
        </a:graphic>
      </p:graphicFrame>
      <p:pic>
        <p:nvPicPr>
          <p:cNvPr id="15" name="圖片 14" descr="一張含有 螢幕擷取畫面, 文字, Rectangle, 鮮豔 的圖片&#10;&#10;自動產生的描述">
            <a:extLst>
              <a:ext uri="{FF2B5EF4-FFF2-40B4-BE49-F238E27FC236}">
                <a16:creationId xmlns:a16="http://schemas.microsoft.com/office/drawing/2014/main" id="{6E9AE7B7-6DFF-9D01-8961-9AC63A81B792}"/>
              </a:ext>
            </a:extLst>
          </p:cNvPr>
          <p:cNvPicPr>
            <a:picLocks noChangeAspect="1"/>
          </p:cNvPicPr>
          <p:nvPr/>
        </p:nvPicPr>
        <p:blipFill rotWithShape="1">
          <a:blip r:embed="rId3"/>
          <a:srcRect t="3023"/>
          <a:stretch/>
        </p:blipFill>
        <p:spPr>
          <a:xfrm>
            <a:off x="7740650" y="899445"/>
            <a:ext cx="3585268" cy="2641790"/>
          </a:xfrm>
          <a:prstGeom prst="rect">
            <a:avLst/>
          </a:prstGeom>
        </p:spPr>
      </p:pic>
      <p:sp>
        <p:nvSpPr>
          <p:cNvPr id="18" name="矩形 17">
            <a:extLst>
              <a:ext uri="{FF2B5EF4-FFF2-40B4-BE49-F238E27FC236}">
                <a16:creationId xmlns:a16="http://schemas.microsoft.com/office/drawing/2014/main" id="{4A6F5D62-ABF7-CEA1-1CDB-8219228F599E}"/>
              </a:ext>
            </a:extLst>
          </p:cNvPr>
          <p:cNvSpPr/>
          <p:nvPr/>
        </p:nvSpPr>
        <p:spPr>
          <a:xfrm>
            <a:off x="7740650" y="1876461"/>
            <a:ext cx="3585268" cy="1529918"/>
          </a:xfrm>
          <a:prstGeom prst="rect">
            <a:avLst/>
          </a:prstGeom>
          <a:solidFill>
            <a:srgbClr val="A1A1A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bg1"/>
                </a:solidFill>
                <a:latin typeface="微軟正黑體" panose="020B0604030504040204" pitchFamily="34" charset="-120"/>
                <a:ea typeface="微軟正黑體" panose="020B0604030504040204" pitchFamily="34" charset="-120"/>
              </a:rPr>
              <a:t>不符合 </a:t>
            </a:r>
            <a:r>
              <a:rPr lang="en-US" altLang="zh-TW" sz="1600" b="1">
                <a:solidFill>
                  <a:schemeClr val="bg1"/>
                </a:solidFill>
                <a:latin typeface="微軟正黑體" panose="020B0604030504040204" pitchFamily="34" charset="-120"/>
                <a:ea typeface="微軟正黑體" panose="020B0604030504040204" pitchFamily="34" charset="-120"/>
              </a:rPr>
              <a:t>tailwind</a:t>
            </a:r>
            <a:r>
              <a:rPr lang="zh-TW" altLang="en-US" sz="1600" b="1">
                <a:solidFill>
                  <a:schemeClr val="bg1"/>
                </a:solidFill>
                <a:latin typeface="微軟正黑體" panose="020B0604030504040204" pitchFamily="34" charset="-120"/>
                <a:ea typeface="微軟正黑體" panose="020B0604030504040204" pitchFamily="34" charset="-120"/>
              </a:rPr>
              <a:t>，不可使用</a:t>
            </a:r>
          </a:p>
        </p:txBody>
      </p:sp>
      <p:sp>
        <p:nvSpPr>
          <p:cNvPr id="3" name="文字方塊 2">
            <a:extLst>
              <a:ext uri="{FF2B5EF4-FFF2-40B4-BE49-F238E27FC236}">
                <a16:creationId xmlns:a16="http://schemas.microsoft.com/office/drawing/2014/main" id="{8F65EE12-33BF-6512-7D7F-847D86D64197}"/>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4"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graphicFrame>
        <p:nvGraphicFramePr>
          <p:cNvPr id="5" name="Google Shape;273;g23bcfb68efc_1_45">
            <a:extLst>
              <a:ext uri="{FF2B5EF4-FFF2-40B4-BE49-F238E27FC236}">
                <a16:creationId xmlns:a16="http://schemas.microsoft.com/office/drawing/2014/main" id="{11122CCA-952A-3121-D93B-0F163C23BDD8}"/>
              </a:ext>
            </a:extLst>
          </p:cNvPr>
          <p:cNvGraphicFramePr/>
          <p:nvPr>
            <p:extLst>
              <p:ext uri="{D42A27DB-BD31-4B8C-83A1-F6EECF244321}">
                <p14:modId xmlns:p14="http://schemas.microsoft.com/office/powerpoint/2010/main" val="3330455106"/>
              </p:ext>
            </p:extLst>
          </p:nvPr>
        </p:nvGraphicFramePr>
        <p:xfrm>
          <a:off x="179386" y="2293369"/>
          <a:ext cx="7380285" cy="1113010"/>
        </p:xfrm>
        <a:graphic>
          <a:graphicData uri="http://schemas.openxmlformats.org/drawingml/2006/table">
            <a:tbl>
              <a:tblPr>
                <a:noFill/>
                <a:tableStyleId>{C7E2D07F-EAD9-47BB-8D15-AB9D181D91B3}</a:tableStyleId>
              </a:tblPr>
              <a:tblGrid>
                <a:gridCol w="1368390">
                  <a:extLst>
                    <a:ext uri="{9D8B030D-6E8A-4147-A177-3AD203B41FA5}">
                      <a16:colId xmlns:a16="http://schemas.microsoft.com/office/drawing/2014/main" val="20001"/>
                    </a:ext>
                  </a:extLst>
                </a:gridCol>
                <a:gridCol w="1202379">
                  <a:extLst>
                    <a:ext uri="{9D8B030D-6E8A-4147-A177-3AD203B41FA5}">
                      <a16:colId xmlns:a16="http://schemas.microsoft.com/office/drawing/2014/main" val="20003"/>
                    </a:ext>
                  </a:extLst>
                </a:gridCol>
                <a:gridCol w="1202379">
                  <a:extLst>
                    <a:ext uri="{9D8B030D-6E8A-4147-A177-3AD203B41FA5}">
                      <a16:colId xmlns:a16="http://schemas.microsoft.com/office/drawing/2014/main" val="20004"/>
                    </a:ext>
                  </a:extLst>
                </a:gridCol>
                <a:gridCol w="1202379">
                  <a:extLst>
                    <a:ext uri="{9D8B030D-6E8A-4147-A177-3AD203B41FA5}">
                      <a16:colId xmlns:a16="http://schemas.microsoft.com/office/drawing/2014/main" val="1770366938"/>
                    </a:ext>
                  </a:extLst>
                </a:gridCol>
                <a:gridCol w="1202379">
                  <a:extLst>
                    <a:ext uri="{9D8B030D-6E8A-4147-A177-3AD203B41FA5}">
                      <a16:colId xmlns:a16="http://schemas.microsoft.com/office/drawing/2014/main" val="2555450545"/>
                    </a:ext>
                  </a:extLst>
                </a:gridCol>
                <a:gridCol w="1202379">
                  <a:extLst>
                    <a:ext uri="{9D8B030D-6E8A-4147-A177-3AD203B41FA5}">
                      <a16:colId xmlns:a16="http://schemas.microsoft.com/office/drawing/2014/main" val="1864504299"/>
                    </a:ext>
                  </a:extLst>
                </a:gridCol>
              </a:tblGrid>
              <a:tr h="522787">
                <a:tc rowSpan="3">
                  <a:txBody>
                    <a:bodyPr/>
                    <a:lstStyle/>
                    <a:p>
                      <a:pPr marL="0" lvl="0" indent="0" algn="ctr" rtl="0">
                        <a:lnSpc>
                          <a:spcPct val="130000"/>
                        </a:lnSpc>
                        <a:spcBef>
                          <a:spcPts val="0"/>
                        </a:spcBef>
                        <a:spcAft>
                          <a:spcPts val="0"/>
                        </a:spcAft>
                        <a:buNone/>
                      </a:pPr>
                      <a:r>
                        <a:rPr lang="zh-TW" altLang="en-US">
                          <a:latin typeface="Microsoft JhengHei"/>
                          <a:ea typeface="Microsoft JhengHei"/>
                          <a:cs typeface="Microsoft JhengHei"/>
                          <a:sym typeface="Microsoft JhengHei"/>
                        </a:rPr>
                        <a:t>功能色</a:t>
                      </a:r>
                      <a:endParaRPr>
                        <a:latin typeface="Microsoft JhengHei"/>
                        <a:ea typeface="Microsoft JhengHei"/>
                        <a:cs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gridSpan="2">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微軟正黑體" panose="020B0604030504040204" pitchFamily="34" charset="-120"/>
                          <a:ea typeface="微軟正黑體" panose="020B0604030504040204" pitchFamily="34" charset="-120"/>
                        </a:rPr>
                        <a:t>一般文字</a:t>
                      </a:r>
                    </a:p>
                  </a:txBody>
                  <a:tcPr marL="91425" marR="91425" marT="90000" marB="91425" anchor="ctr">
                    <a:lnL w="12700" cap="flat" cmpd="sng" algn="ctr">
                      <a:solidFill>
                        <a:schemeClr val="accent6"/>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3175" cap="flat" cmpd="sng" algn="ctr">
                      <a:solidFill>
                        <a:schemeClr val="accent6"/>
                      </a:solidFill>
                      <a:prstDash val="sysDot"/>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endParaRPr lang="zh-TW" altLang="en-US" sz="1000"/>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微軟正黑體" panose="020B0604030504040204" pitchFamily="34" charset="-120"/>
                          <a:ea typeface="微軟正黑體" panose="020B0604030504040204" pitchFamily="34" charset="-120"/>
                        </a:rPr>
                        <a:t>特殊標註色</a:t>
                      </a:r>
                    </a:p>
                  </a:txBody>
                  <a:tcPr marL="91425" marR="91425" marT="90000" marB="91425"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91425" marR="91425" marT="90000" marB="91425"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endParaRPr lang="zh-TW" altLang="en-US" sz="1200">
                        <a:latin typeface="微軟正黑體" panose="020B0604030504040204" pitchFamily="34" charset="-120"/>
                        <a:ea typeface="微軟正黑體" panose="020B0604030504040204" pitchFamily="34" charset="-120"/>
                      </a:endParaRPr>
                    </a:p>
                  </a:txBody>
                  <a:tcPr marL="91425" marR="91425" marT="90000" marB="91425"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2510">
                <a:tc vMerge="1">
                  <a:txBody>
                    <a:bodyPr/>
                    <a:lstStyle/>
                    <a:p>
                      <a:pPr marL="0" lvl="0" indent="0" algn="ctr" rtl="0">
                        <a:spcBef>
                          <a:spcPts val="0"/>
                        </a:spcBef>
                        <a:spcAft>
                          <a:spcPts val="0"/>
                        </a:spcAft>
                        <a:buNone/>
                      </a:pPr>
                      <a:endParaRPr>
                        <a:latin typeface="Microsoft JhengHei"/>
                        <a:ea typeface="Microsoft JhengHei"/>
                        <a:cs typeface="Microsoft JhengHei"/>
                        <a:sym typeface="Microsoft JhengHei"/>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accent6"/>
                      </a:solidFill>
                      <a:prstDash val="solid"/>
                      <a:round/>
                      <a:headEnd type="none" w="med" len="med"/>
                      <a:tailEnd type="none" w="med" len="med"/>
                    </a:lnL>
                    <a:lnR w="3175" cap="flat" cmpd="sng" algn="ctr">
                      <a:solidFill>
                        <a:schemeClr val="accent6"/>
                      </a:solidFill>
                      <a:prstDash val="sysDot"/>
                      <a:round/>
                      <a:headEnd type="none" w="med" len="med"/>
                      <a:tailEnd type="none" w="med" len="med"/>
                    </a:lnR>
                    <a:lnT w="3175" cap="flat" cmpd="sng" algn="ctr">
                      <a:solidFill>
                        <a:schemeClr val="accent6"/>
                      </a:solidFill>
                      <a:prstDash val="sysDot"/>
                      <a:round/>
                      <a:headEnd type="none" w="med" len="med"/>
                      <a:tailEnd type="none" w="med" len="med"/>
                    </a:lnT>
                    <a:lnB w="3175" cap="flat" cmpd="sng" algn="ctr">
                      <a:solidFill>
                        <a:schemeClr val="accent6"/>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1200">
                        <a:solidFill>
                          <a:srgbClr val="FFFFFF"/>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3175" cap="flat" cmpd="sng" algn="ctr">
                      <a:solidFill>
                        <a:schemeClr val="accent6"/>
                      </a:solidFill>
                      <a:prstDash val="sysDot"/>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algn="ctr"/>
                      <a:r>
                        <a:rPr lang="en-US" altLang="zh-TW" sz="120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00BD7C"/>
                    </a:solidFill>
                  </a:tcPr>
                </a:tc>
                <a:tc>
                  <a:txBody>
                    <a:bodyPr/>
                    <a:lstStyle/>
                    <a:p>
                      <a:pPr algn="ctr"/>
                      <a:r>
                        <a:rPr lang="en-US" altLang="zh-TW" sz="120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F4444"/>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AB308"/>
                    </a:solidFill>
                  </a:tcPr>
                </a:tc>
                <a:extLst>
                  <a:ext uri="{0D108BD9-81ED-4DB2-BD59-A6C34878D82A}">
                    <a16:rowId xmlns:a16="http://schemas.microsoft.com/office/drawing/2014/main" val="10001"/>
                  </a:ext>
                </a:extLst>
              </a:tr>
              <a:tr h="317713">
                <a:tc vMerge="1">
                  <a:txBody>
                    <a:bodyPr/>
                    <a:lstStyle/>
                    <a:p>
                      <a:endParaRPr lang="zh-TW"/>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#ffffff</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ysDot"/>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#000000</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US"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#10B981</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#ef4444</a:t>
                      </a:r>
                    </a:p>
                  </a:txBody>
                  <a:tcPr marT="36000" marB="36000">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latin typeface="Consolas"/>
                          <a:ea typeface="Consolas"/>
                          <a:cs typeface="Consolas"/>
                          <a:sym typeface="Consolas"/>
                        </a:rPr>
                        <a:t>#eab308</a:t>
                      </a:r>
                    </a:p>
                  </a:txBody>
                  <a:tcPr marT="36000" marB="36000">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36189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4">
          <a:extLst>
            <a:ext uri="{FF2B5EF4-FFF2-40B4-BE49-F238E27FC236}">
              <a16:creationId xmlns:a16="http://schemas.microsoft.com/office/drawing/2014/main" id="{4E2F6CB6-7476-22E9-63FE-5E2D11005C54}"/>
            </a:ext>
          </a:extLst>
        </p:cNvPr>
        <p:cNvGrpSpPr/>
        <p:nvPr/>
      </p:nvGrpSpPr>
      <p:grpSpPr>
        <a:xfrm>
          <a:off x="0" y="0"/>
          <a:ext cx="0" cy="0"/>
          <a:chOff x="0" y="0"/>
          <a:chExt cx="0" cy="0"/>
        </a:xfrm>
      </p:grpSpPr>
      <p:sp>
        <p:nvSpPr>
          <p:cNvPr id="495" name="Google Shape;495;p28">
            <a:extLst>
              <a:ext uri="{FF2B5EF4-FFF2-40B4-BE49-F238E27FC236}">
                <a16:creationId xmlns:a16="http://schemas.microsoft.com/office/drawing/2014/main" id="{7E3572E0-1D0D-68AC-9168-F8C05031A429}"/>
              </a:ext>
            </a:extLst>
          </p:cNvPr>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lvl="0"/>
            <a:r>
              <a:rPr lang="zh-TW" altLang="en-US">
                <a:solidFill>
                  <a:schemeClr val="tx1"/>
                </a:solidFill>
              </a:rPr>
              <a:t>配色範例 </a:t>
            </a:r>
            <a:r>
              <a:rPr lang="en-US" altLang="zh-TW" sz="2000">
                <a:solidFill>
                  <a:schemeClr val="tx1"/>
                </a:solidFill>
              </a:rPr>
              <a:t>blue + rose</a:t>
            </a:r>
            <a:r>
              <a:rPr lang="zh-TW" altLang="en-US" sz="2000">
                <a:solidFill>
                  <a:schemeClr val="tx1"/>
                </a:solidFill>
              </a:rPr>
              <a:t> </a:t>
            </a:r>
            <a:endParaRPr sz="2000">
              <a:latin typeface="微軟正黑體" panose="020B0604030504040204" pitchFamily="34" charset="-120"/>
              <a:ea typeface="微軟正黑體" panose="020B0604030504040204" pitchFamily="34" charset="-120"/>
            </a:endParaRPr>
          </a:p>
        </p:txBody>
      </p:sp>
      <p:sp>
        <p:nvSpPr>
          <p:cNvPr id="496" name="Google Shape;496;p28">
            <a:extLst>
              <a:ext uri="{FF2B5EF4-FFF2-40B4-BE49-F238E27FC236}">
                <a16:creationId xmlns:a16="http://schemas.microsoft.com/office/drawing/2014/main" id="{C63445CD-6ACD-34C2-2AD2-CD5F25C12C92}"/>
              </a:ext>
            </a:extLst>
          </p:cNvPr>
          <p:cNvSpPr txBox="1"/>
          <p:nvPr/>
        </p:nvSpPr>
        <p:spPr>
          <a:xfrm>
            <a:off x="3960000" y="899827"/>
            <a:ext cx="3600000" cy="331809"/>
          </a:xfrm>
          <a:prstGeom prst="rect">
            <a:avLst/>
          </a:prstGeom>
          <a:solidFill>
            <a:schemeClr val="bg2"/>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568"/>
              <a:buFont typeface="Arial"/>
              <a:buNone/>
            </a:pPr>
            <a:r>
              <a:rPr lang="zh-TW" sz="1568" b="1" i="0" u="none" strike="noStrike" cap="none">
                <a:solidFill>
                  <a:srgbClr val="FFFFFF"/>
                </a:solidFill>
                <a:latin typeface="微軟正黑體" panose="020B0604030504040204" pitchFamily="34" charset="-120"/>
                <a:ea typeface="微軟正黑體" panose="020B0604030504040204" pitchFamily="34" charset="-120"/>
                <a:cs typeface="Microsoft JhengHei"/>
                <a:sym typeface="Microsoft JhengHei"/>
              </a:rPr>
              <a:t>行動計畫</a:t>
            </a:r>
            <a:endParaRPr sz="1568" b="1" i="0" u="none" strike="noStrike" cap="none">
              <a:solidFill>
                <a:srgbClr val="FFFFFF"/>
              </a:solidFill>
              <a:latin typeface="微軟正黑體" panose="020B0604030504040204" pitchFamily="34" charset="-120"/>
              <a:ea typeface="微軟正黑體" panose="020B0604030504040204" pitchFamily="34" charset="-120"/>
              <a:cs typeface="Microsoft JhengHei"/>
              <a:sym typeface="Microsoft JhengHei"/>
            </a:endParaRPr>
          </a:p>
        </p:txBody>
      </p:sp>
      <p:sp>
        <p:nvSpPr>
          <p:cNvPr id="497" name="Google Shape;497;p28">
            <a:extLst>
              <a:ext uri="{FF2B5EF4-FFF2-40B4-BE49-F238E27FC236}">
                <a16:creationId xmlns:a16="http://schemas.microsoft.com/office/drawing/2014/main" id="{FAAA8A7B-693C-5055-2523-8C3BB18AF00B}"/>
              </a:ext>
            </a:extLst>
          </p:cNvPr>
          <p:cNvSpPr txBox="1"/>
          <p:nvPr/>
        </p:nvSpPr>
        <p:spPr>
          <a:xfrm>
            <a:off x="179999" y="899827"/>
            <a:ext cx="3600000" cy="331809"/>
          </a:xfrm>
          <a:prstGeom prst="rect">
            <a:avLst/>
          </a:prstGeom>
          <a:solidFill>
            <a:schemeClr val="bg2"/>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FFFFFF"/>
              </a:buClr>
              <a:buSzPts val="1568"/>
              <a:buFont typeface="Arial"/>
              <a:buNone/>
            </a:pPr>
            <a:r>
              <a:rPr lang="zh-TW" sz="1568" b="1" i="0" u="none" strike="noStrike" cap="none">
                <a:solidFill>
                  <a:srgbClr val="FFFFFF"/>
                </a:solidFill>
                <a:latin typeface="微軟正黑體" panose="020B0604030504040204" pitchFamily="34" charset="-120"/>
                <a:ea typeface="微軟正黑體" panose="020B0604030504040204" pitchFamily="34" charset="-120"/>
                <a:cs typeface="Microsoft JhengHei"/>
                <a:sym typeface="Microsoft JhengHei"/>
              </a:rPr>
              <a:t>經營策略</a:t>
            </a:r>
            <a:endParaRPr>
              <a:latin typeface="微軟正黑體" panose="020B0604030504040204" pitchFamily="34" charset="-120"/>
              <a:ea typeface="微軟正黑體" panose="020B0604030504040204" pitchFamily="34" charset="-120"/>
            </a:endParaRPr>
          </a:p>
        </p:txBody>
      </p:sp>
      <p:sp>
        <p:nvSpPr>
          <p:cNvPr id="498" name="Google Shape;498;p28">
            <a:extLst>
              <a:ext uri="{FF2B5EF4-FFF2-40B4-BE49-F238E27FC236}">
                <a16:creationId xmlns:a16="http://schemas.microsoft.com/office/drawing/2014/main" id="{B0888E1F-B295-8A12-A4F3-7DC8F37FC84C}"/>
              </a:ext>
            </a:extLst>
          </p:cNvPr>
          <p:cNvSpPr txBox="1"/>
          <p:nvPr/>
        </p:nvSpPr>
        <p:spPr>
          <a:xfrm>
            <a:off x="7739710" y="899827"/>
            <a:ext cx="3601389" cy="331809"/>
          </a:xfrm>
          <a:prstGeom prst="rect">
            <a:avLst/>
          </a:prstGeom>
          <a:solidFill>
            <a:schemeClr val="bg2"/>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568"/>
              <a:buFont typeface="Arial"/>
              <a:buNone/>
            </a:pPr>
            <a:r>
              <a:rPr lang="zh-TW" sz="1568" b="1" i="0" u="none" strike="noStrike" cap="none">
                <a:solidFill>
                  <a:srgbClr val="FFFFFF"/>
                </a:solidFill>
                <a:latin typeface="微軟正黑體" panose="020B0604030504040204" pitchFamily="34" charset="-120"/>
                <a:ea typeface="微軟正黑體" panose="020B0604030504040204" pitchFamily="34" charset="-120"/>
                <a:cs typeface="Microsoft JhengHei"/>
                <a:sym typeface="Microsoft JhengHei"/>
              </a:rPr>
              <a:t>成功指標</a:t>
            </a:r>
            <a:endParaRPr sz="1568" b="1" i="0" u="none" strike="noStrike" cap="none">
              <a:solidFill>
                <a:srgbClr val="FFFFFF"/>
              </a:solidFill>
              <a:latin typeface="微軟正黑體" panose="020B0604030504040204" pitchFamily="34" charset="-120"/>
              <a:ea typeface="微軟正黑體" panose="020B0604030504040204" pitchFamily="34" charset="-120"/>
              <a:cs typeface="Microsoft JhengHei"/>
              <a:sym typeface="Microsoft JhengHei"/>
            </a:endParaRPr>
          </a:p>
        </p:txBody>
      </p:sp>
      <p:sp>
        <p:nvSpPr>
          <p:cNvPr id="500" name="Google Shape;500;p28">
            <a:extLst>
              <a:ext uri="{FF2B5EF4-FFF2-40B4-BE49-F238E27FC236}">
                <a16:creationId xmlns:a16="http://schemas.microsoft.com/office/drawing/2014/main" id="{E204393C-B231-E8BD-88DD-E4C3B95955A4}"/>
              </a:ext>
            </a:extLst>
          </p:cNvPr>
          <p:cNvSpPr/>
          <p:nvPr/>
        </p:nvSpPr>
        <p:spPr>
          <a:xfrm>
            <a:off x="957966" y="2675915"/>
            <a:ext cx="2825434" cy="977333"/>
          </a:xfrm>
          <a:prstGeom prst="roundRect">
            <a:avLst>
              <a:gd name="adj" fmla="val 5418"/>
            </a:avLst>
          </a:prstGeom>
          <a:solidFill>
            <a:srgbClr val="FFFFFF"/>
          </a:solidFill>
          <a:ln>
            <a:noFill/>
          </a:ln>
        </p:spPr>
        <p:txBody>
          <a:bodyPr spcFirstLastPara="1" wrap="square" lIns="91425" tIns="45700" rIns="91425" bIns="45700" anchor="ctr" anchorCtr="0">
            <a:noAutofit/>
          </a:bodyPr>
          <a:lstStyle/>
          <a:p>
            <a:pPr marL="252000" marR="0" lvl="0" indent="-180000" algn="l" rtl="0">
              <a:lnSpc>
                <a:spcPct val="100000"/>
              </a:lnSpc>
              <a:spcBef>
                <a:spcPts val="0"/>
              </a:spcBef>
              <a:spcAft>
                <a:spcPts val="0"/>
              </a:spcAft>
              <a:buClr>
                <a:srgbClr val="000000"/>
              </a:buClr>
              <a:buSzPts val="1200"/>
              <a:buFont typeface="Microsoft JhengHei Light" panose="020B0304030504040204" pitchFamily="34" charset="-120"/>
              <a:buChar char="o"/>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配合金融風險管理佈局，提供技術支援配套</a:t>
            </a:r>
            <a:b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b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(信用風險、市場風險、行為風險)</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p:txBody>
      </p:sp>
      <p:sp>
        <p:nvSpPr>
          <p:cNvPr id="501" name="Google Shape;501;p28">
            <a:extLst>
              <a:ext uri="{FF2B5EF4-FFF2-40B4-BE49-F238E27FC236}">
                <a16:creationId xmlns:a16="http://schemas.microsoft.com/office/drawing/2014/main" id="{167554E0-F941-DC1D-FE76-CCCF3813E01F}"/>
              </a:ext>
            </a:extLst>
          </p:cNvPr>
          <p:cNvSpPr/>
          <p:nvPr/>
        </p:nvSpPr>
        <p:spPr>
          <a:xfrm>
            <a:off x="3959999" y="2675915"/>
            <a:ext cx="3600000" cy="995429"/>
          </a:xfrm>
          <a:prstGeom prst="rect">
            <a:avLst/>
          </a:prstGeom>
          <a:noFill/>
          <a:ln>
            <a:noFill/>
          </a:ln>
        </p:spPr>
        <p:txBody>
          <a:bodyPr spcFirstLastPara="1" wrap="square" lIns="91425" tIns="45700" rIns="91425" bIns="45700" anchor="ctr" anchorCtr="0">
            <a:noAutofit/>
          </a:bodyPr>
          <a:lstStyle/>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信用風險：信貸進件、銀證所得替代、法金額度預估</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市場風險：核心存款</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行為風險：理專風險、信用卡盜刷</a:t>
            </a:r>
            <a:endParaRPr sz="1200">
              <a:solidFill>
                <a:schemeClr val="tx1"/>
              </a:solidFill>
              <a:latin typeface="微軟正黑體" panose="020B0604030504040204" pitchFamily="34" charset="-120"/>
              <a:ea typeface="微軟正黑體" panose="020B0604030504040204" pitchFamily="34" charset="-120"/>
            </a:endParaRPr>
          </a:p>
        </p:txBody>
      </p:sp>
      <p:sp>
        <p:nvSpPr>
          <p:cNvPr id="502" name="Google Shape;502;p28">
            <a:extLst>
              <a:ext uri="{FF2B5EF4-FFF2-40B4-BE49-F238E27FC236}">
                <a16:creationId xmlns:a16="http://schemas.microsoft.com/office/drawing/2014/main" id="{9F19A940-59C9-26F1-5CF6-9604B73BC138}"/>
              </a:ext>
            </a:extLst>
          </p:cNvPr>
          <p:cNvSpPr/>
          <p:nvPr/>
        </p:nvSpPr>
        <p:spPr>
          <a:xfrm>
            <a:off x="7739999" y="2666631"/>
            <a:ext cx="3600000" cy="995429"/>
          </a:xfrm>
          <a:prstGeom prst="rect">
            <a:avLst/>
          </a:prstGeom>
          <a:noFill/>
          <a:ln>
            <a:noFill/>
          </a:ln>
        </p:spPr>
        <p:txBody>
          <a:bodyPr spcFirstLastPara="1" wrap="square" lIns="91425" tIns="45700" rIns="91425" bIns="45700" anchor="ctr" anchorCtr="0">
            <a:noAutofit/>
          </a:bodyPr>
          <a:lstStyle/>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模型部署：</a:t>
            </a:r>
            <a:b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b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信貸進件 (Q1)、銀證所得替代 (Q2)、</a:t>
            </a:r>
            <a:b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b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法金額度預估 (Q4)</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核心存款POC完成 (Q4)</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模型部署：</a:t>
            </a:r>
            <a:b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b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理專風險 (Q2)、信用卡盜刷 (Q4)</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p:txBody>
      </p:sp>
      <p:cxnSp>
        <p:nvCxnSpPr>
          <p:cNvPr id="503" name="Google Shape;503;p28">
            <a:extLst>
              <a:ext uri="{FF2B5EF4-FFF2-40B4-BE49-F238E27FC236}">
                <a16:creationId xmlns:a16="http://schemas.microsoft.com/office/drawing/2014/main" id="{08E182BF-02D4-A056-6A46-66A4050BF855}"/>
              </a:ext>
            </a:extLst>
          </p:cNvPr>
          <p:cNvCxnSpPr>
            <a:cxnSpLocks/>
          </p:cNvCxnSpPr>
          <p:nvPr/>
        </p:nvCxnSpPr>
        <p:spPr>
          <a:xfrm>
            <a:off x="179624" y="2558756"/>
            <a:ext cx="11161476" cy="0"/>
          </a:xfrm>
          <a:prstGeom prst="straightConnector1">
            <a:avLst/>
          </a:prstGeom>
          <a:noFill/>
          <a:ln w="9525" cap="flat" cmpd="sng">
            <a:solidFill>
              <a:srgbClr val="A1A1AA"/>
            </a:solidFill>
            <a:prstDash val="dash"/>
            <a:round/>
            <a:headEnd type="none" w="sm" len="sm"/>
            <a:tailEnd type="none" w="sm" len="sm"/>
          </a:ln>
        </p:spPr>
      </p:cxnSp>
      <p:cxnSp>
        <p:nvCxnSpPr>
          <p:cNvPr id="504" name="Google Shape;504;p28">
            <a:extLst>
              <a:ext uri="{FF2B5EF4-FFF2-40B4-BE49-F238E27FC236}">
                <a16:creationId xmlns:a16="http://schemas.microsoft.com/office/drawing/2014/main" id="{AE109CC6-C6CA-1827-BD9B-EA890AB29BC0}"/>
              </a:ext>
            </a:extLst>
          </p:cNvPr>
          <p:cNvCxnSpPr>
            <a:cxnSpLocks/>
          </p:cNvCxnSpPr>
          <p:nvPr/>
        </p:nvCxnSpPr>
        <p:spPr>
          <a:xfrm>
            <a:off x="179624" y="3779509"/>
            <a:ext cx="11161476" cy="0"/>
          </a:xfrm>
          <a:prstGeom prst="straightConnector1">
            <a:avLst/>
          </a:prstGeom>
          <a:noFill/>
          <a:ln w="9525" cap="flat" cmpd="sng">
            <a:solidFill>
              <a:srgbClr val="A1A1AA"/>
            </a:solidFill>
            <a:prstDash val="dash"/>
            <a:round/>
            <a:headEnd type="none" w="sm" len="sm"/>
            <a:tailEnd type="none" w="sm" len="sm"/>
          </a:ln>
        </p:spPr>
      </p:cxnSp>
      <p:sp>
        <p:nvSpPr>
          <p:cNvPr id="506" name="Google Shape;506;p28">
            <a:extLst>
              <a:ext uri="{FF2B5EF4-FFF2-40B4-BE49-F238E27FC236}">
                <a16:creationId xmlns:a16="http://schemas.microsoft.com/office/drawing/2014/main" id="{45A1437D-A555-C3CA-7F94-8DCF08DBCF61}"/>
              </a:ext>
            </a:extLst>
          </p:cNvPr>
          <p:cNvSpPr/>
          <p:nvPr/>
        </p:nvSpPr>
        <p:spPr>
          <a:xfrm>
            <a:off x="958126" y="5074955"/>
            <a:ext cx="2821712" cy="977333"/>
          </a:xfrm>
          <a:prstGeom prst="roundRect">
            <a:avLst>
              <a:gd name="adj" fmla="val 5418"/>
            </a:avLst>
          </a:prstGeom>
          <a:solidFill>
            <a:srgbClr val="FFFFFF"/>
          </a:solidFill>
          <a:ln>
            <a:noFill/>
          </a:ln>
        </p:spPr>
        <p:txBody>
          <a:bodyPr spcFirstLastPara="1" wrap="square" lIns="91425" tIns="45700" rIns="91425" bIns="45700" anchor="ctr" anchorCtr="0">
            <a:noAutofit/>
          </a:bodyPr>
          <a:lstStyle/>
          <a:p>
            <a:pPr marL="252000" marR="0" lvl="0" indent="-180000" algn="l" rtl="0">
              <a:lnSpc>
                <a:spcPct val="100000"/>
              </a:lnSpc>
              <a:spcBef>
                <a:spcPts val="0"/>
              </a:spcBef>
              <a:spcAft>
                <a:spcPts val="0"/>
              </a:spcAft>
              <a:buClr>
                <a:srgbClr val="000000"/>
              </a:buClr>
              <a:buSzPts val="1200"/>
              <a:buFont typeface="Microsoft JhengHei Light" panose="020B0304030504040204" pitchFamily="34" charset="-120"/>
              <a:buChar char="o"/>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發展運算資源配置最適化</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180000" algn="l" rtl="0">
              <a:lnSpc>
                <a:spcPct val="100000"/>
              </a:lnSpc>
              <a:spcBef>
                <a:spcPts val="588"/>
              </a:spcBef>
              <a:spcAft>
                <a:spcPts val="0"/>
              </a:spcAft>
              <a:buClr>
                <a:srgbClr val="000000"/>
              </a:buClr>
              <a:buSzPts val="1200"/>
              <a:buFont typeface="Microsoft JhengHei Light" panose="020B0304030504040204" pitchFamily="34" charset="-120"/>
              <a:buChar char="o"/>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積極探索未來市場新商機</a:t>
            </a:r>
            <a:endParaRPr sz="1200">
              <a:solidFill>
                <a:schemeClr val="tx1"/>
              </a:solidFill>
              <a:latin typeface="微軟正黑體" panose="020B0604030504040204" pitchFamily="34" charset="-120"/>
              <a:ea typeface="微軟正黑體" panose="020B0604030504040204" pitchFamily="34" charset="-120"/>
            </a:endParaRPr>
          </a:p>
        </p:txBody>
      </p:sp>
      <p:sp>
        <p:nvSpPr>
          <p:cNvPr id="507" name="Google Shape;507;p28">
            <a:extLst>
              <a:ext uri="{FF2B5EF4-FFF2-40B4-BE49-F238E27FC236}">
                <a16:creationId xmlns:a16="http://schemas.microsoft.com/office/drawing/2014/main" id="{1B725352-10B4-7AC1-03CE-227A8647A779}"/>
              </a:ext>
            </a:extLst>
          </p:cNvPr>
          <p:cNvSpPr/>
          <p:nvPr/>
        </p:nvSpPr>
        <p:spPr>
          <a:xfrm>
            <a:off x="3959675" y="5007429"/>
            <a:ext cx="3600000" cy="1112384"/>
          </a:xfrm>
          <a:prstGeom prst="rect">
            <a:avLst/>
          </a:prstGeom>
          <a:noFill/>
          <a:ln>
            <a:noFill/>
          </a:ln>
        </p:spPr>
        <p:txBody>
          <a:bodyPr spcFirstLastPara="1" wrap="square" lIns="91425" tIns="45700" rIns="91425" bIns="45700" anchor="ctr" anchorCtr="0">
            <a:noAutofit/>
          </a:bodyPr>
          <a:lstStyle/>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邊緣運算技術應用</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AI 資源配置平台</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Trading：美股ETF資產配置、AI基金經理人、台股券商分點</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商機洞察，以數據驅動的分析，找出可能的業務商機</a:t>
            </a:r>
            <a:endParaRPr sz="1200">
              <a:solidFill>
                <a:schemeClr val="tx1"/>
              </a:solidFill>
              <a:latin typeface="微軟正黑體" panose="020B0604030504040204" pitchFamily="34" charset="-120"/>
              <a:ea typeface="微軟正黑體" panose="020B0604030504040204" pitchFamily="34" charset="-120"/>
            </a:endParaRPr>
          </a:p>
        </p:txBody>
      </p:sp>
      <p:cxnSp>
        <p:nvCxnSpPr>
          <p:cNvPr id="508" name="Google Shape;508;p28">
            <a:extLst>
              <a:ext uri="{FF2B5EF4-FFF2-40B4-BE49-F238E27FC236}">
                <a16:creationId xmlns:a16="http://schemas.microsoft.com/office/drawing/2014/main" id="{AAC5BB80-5848-63B0-0F26-87790D7848B0}"/>
              </a:ext>
            </a:extLst>
          </p:cNvPr>
          <p:cNvCxnSpPr>
            <a:cxnSpLocks/>
          </p:cNvCxnSpPr>
          <p:nvPr/>
        </p:nvCxnSpPr>
        <p:spPr>
          <a:xfrm>
            <a:off x="179624" y="5003842"/>
            <a:ext cx="11161476" cy="0"/>
          </a:xfrm>
          <a:prstGeom prst="straightConnector1">
            <a:avLst/>
          </a:prstGeom>
          <a:noFill/>
          <a:ln w="9525" cap="flat" cmpd="sng">
            <a:solidFill>
              <a:srgbClr val="A1A1AA"/>
            </a:solidFill>
            <a:prstDash val="dash"/>
            <a:round/>
            <a:headEnd type="none" w="sm" len="sm"/>
            <a:tailEnd type="none" w="sm" len="sm"/>
          </a:ln>
        </p:spPr>
      </p:cxnSp>
      <p:sp>
        <p:nvSpPr>
          <p:cNvPr id="509" name="Google Shape;509;p28">
            <a:extLst>
              <a:ext uri="{FF2B5EF4-FFF2-40B4-BE49-F238E27FC236}">
                <a16:creationId xmlns:a16="http://schemas.microsoft.com/office/drawing/2014/main" id="{5B21E75C-7CD3-8AB2-81E4-C0FAE8E7B12F}"/>
              </a:ext>
            </a:extLst>
          </p:cNvPr>
          <p:cNvSpPr/>
          <p:nvPr/>
        </p:nvSpPr>
        <p:spPr>
          <a:xfrm>
            <a:off x="7740650" y="5007429"/>
            <a:ext cx="3600000" cy="1112384"/>
          </a:xfrm>
          <a:prstGeom prst="rect">
            <a:avLst/>
          </a:prstGeom>
          <a:noFill/>
          <a:ln>
            <a:noFill/>
          </a:ln>
        </p:spPr>
        <p:txBody>
          <a:bodyPr spcFirstLastPara="1" wrap="square" lIns="91425" tIns="45700" rIns="91425" bIns="45700" anchor="ctr" anchorCtr="0">
            <a:noAutofit/>
          </a:bodyPr>
          <a:lstStyle/>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模型 POC 完成 (Q2)</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開發環境落地 (Q2)</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POC完成</a:t>
            </a:r>
            <a:b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b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美股資產配置 (Q2)、AI 基金經理人 (Q4)、台股券商分點 (Q4)</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商機洞察報告≥2份 (Q4)</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p:txBody>
      </p:sp>
      <p:sp>
        <p:nvSpPr>
          <p:cNvPr id="511" name="Google Shape;511;p28">
            <a:extLst>
              <a:ext uri="{FF2B5EF4-FFF2-40B4-BE49-F238E27FC236}">
                <a16:creationId xmlns:a16="http://schemas.microsoft.com/office/drawing/2014/main" id="{E701372D-ABEC-B89D-7DC3-216A622EF89B}"/>
              </a:ext>
            </a:extLst>
          </p:cNvPr>
          <p:cNvSpPr/>
          <p:nvPr/>
        </p:nvSpPr>
        <p:spPr>
          <a:xfrm>
            <a:off x="957944" y="1460913"/>
            <a:ext cx="2825946" cy="977333"/>
          </a:xfrm>
          <a:prstGeom prst="roundRect">
            <a:avLst>
              <a:gd name="adj" fmla="val 5418"/>
            </a:avLst>
          </a:prstGeom>
          <a:solidFill>
            <a:srgbClr val="FFFFFF"/>
          </a:solidFill>
          <a:ln>
            <a:noFill/>
          </a:ln>
        </p:spPr>
        <p:txBody>
          <a:bodyPr spcFirstLastPara="1" wrap="square" lIns="91425" tIns="45700" rIns="91425" bIns="45700" anchor="ctr" anchorCtr="0">
            <a:noAutofit/>
          </a:bodyPr>
          <a:lstStyle/>
          <a:p>
            <a:pPr marL="252000" marR="0" lvl="2" indent="-180000" algn="l" rtl="0">
              <a:lnSpc>
                <a:spcPct val="100000"/>
              </a:lnSpc>
              <a:spcBef>
                <a:spcPts val="0"/>
              </a:spcBef>
              <a:spcAft>
                <a:spcPts val="0"/>
              </a:spcAft>
              <a:buClr>
                <a:srgbClr val="000000"/>
              </a:buClr>
              <a:buSzPts val="1200"/>
              <a:buFont typeface="Microsoft JhengHei Light" panose="020B0304030504040204" pitchFamily="34" charset="-120"/>
              <a:buChar char="o"/>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鏈結績效指標，助攻業務銷售</a:t>
            </a:r>
            <a:b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b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(信貸、中高端理財、銀證數位客群)</a:t>
            </a:r>
            <a:endParaRPr sz="1200">
              <a:solidFill>
                <a:schemeClr val="tx1"/>
              </a:solidFill>
              <a:latin typeface="微軟正黑體" panose="020B0604030504040204" pitchFamily="34" charset="-120"/>
              <a:ea typeface="微軟正黑體" panose="020B0604030504040204" pitchFamily="34" charset="-120"/>
            </a:endParaRPr>
          </a:p>
          <a:p>
            <a:pPr marL="252000" marR="0" lvl="0" indent="-180000" algn="l" rtl="0">
              <a:lnSpc>
                <a:spcPct val="100000"/>
              </a:lnSpc>
              <a:spcBef>
                <a:spcPts val="588"/>
              </a:spcBef>
              <a:spcAft>
                <a:spcPts val="0"/>
              </a:spcAft>
              <a:buClr>
                <a:srgbClr val="000000"/>
              </a:buClr>
              <a:buSzPts val="1200"/>
              <a:buFont typeface="Microsoft JhengHei Light" panose="020B0304030504040204" pitchFamily="34" charset="-120"/>
              <a:buChar char="o"/>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完善資料技術串聯，提升顧客中台架構，深化業務應用</a:t>
            </a:r>
            <a:endParaRPr sz="1200">
              <a:solidFill>
                <a:schemeClr val="tx1"/>
              </a:solidFill>
              <a:latin typeface="微軟正黑體" panose="020B0604030504040204" pitchFamily="34" charset="-120"/>
              <a:ea typeface="微軟正黑體" panose="020B0604030504040204" pitchFamily="34" charset="-120"/>
            </a:endParaRPr>
          </a:p>
        </p:txBody>
      </p:sp>
      <p:sp>
        <p:nvSpPr>
          <p:cNvPr id="512" name="Google Shape;512;p28">
            <a:extLst>
              <a:ext uri="{FF2B5EF4-FFF2-40B4-BE49-F238E27FC236}">
                <a16:creationId xmlns:a16="http://schemas.microsoft.com/office/drawing/2014/main" id="{288FC7BB-5850-51C4-9581-E1F52EB9651B}"/>
              </a:ext>
            </a:extLst>
          </p:cNvPr>
          <p:cNvSpPr/>
          <p:nvPr/>
        </p:nvSpPr>
        <p:spPr>
          <a:xfrm>
            <a:off x="3959999" y="1460913"/>
            <a:ext cx="3600000" cy="995429"/>
          </a:xfrm>
          <a:prstGeom prst="rect">
            <a:avLst/>
          </a:prstGeom>
          <a:noFill/>
          <a:ln>
            <a:noFill/>
          </a:ln>
        </p:spPr>
        <p:txBody>
          <a:bodyPr spcFirstLastPara="1" wrap="square" lIns="91425" tIns="45700" rIns="91425" bIns="45700" anchor="ctr" anchorCtr="0">
            <a:noAutofit/>
          </a:bodyPr>
          <a:lstStyle/>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信貸：信貸指數</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中高端理財：富能指數、潛力中高端客群</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銀證數位客群：大戶指數、證券沉睡戶喚醒、存股推薦</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模型庫擴充 (人事時地物)</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標籤資料庫整合運用</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p:txBody>
      </p:sp>
      <p:sp>
        <p:nvSpPr>
          <p:cNvPr id="513" name="Google Shape;513;p28">
            <a:extLst>
              <a:ext uri="{FF2B5EF4-FFF2-40B4-BE49-F238E27FC236}">
                <a16:creationId xmlns:a16="http://schemas.microsoft.com/office/drawing/2014/main" id="{B803499D-E033-A9E2-4759-5334867948E7}"/>
              </a:ext>
            </a:extLst>
          </p:cNvPr>
          <p:cNvSpPr/>
          <p:nvPr/>
        </p:nvSpPr>
        <p:spPr>
          <a:xfrm>
            <a:off x="7739999" y="1339872"/>
            <a:ext cx="3600000" cy="1218884"/>
          </a:xfrm>
          <a:prstGeom prst="rect">
            <a:avLst/>
          </a:prstGeom>
          <a:noFill/>
          <a:ln>
            <a:noFill/>
          </a:ln>
        </p:spPr>
        <p:txBody>
          <a:bodyPr spcFirstLastPara="1" wrap="square" lIns="91425" tIns="45700" rIns="91425" bIns="45700" anchor="ctr" anchorCtr="0">
            <a:noAutofit/>
          </a:bodyPr>
          <a:lstStyle/>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信貸指數  (Q1)</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富能指數  (Q1)、潛力中高端客群  (Q2)</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沉睡戶喚醒 (Q1)、大戶指數 (Q2)、存股推薦 (Q4)</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新增模型數 ≥ 20；更新模型數 ≥ 100 (Q4)</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l"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模型導入標籤  (Q4)</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p:txBody>
      </p:sp>
      <p:sp>
        <p:nvSpPr>
          <p:cNvPr id="515" name="Google Shape;515;p28">
            <a:extLst>
              <a:ext uri="{FF2B5EF4-FFF2-40B4-BE49-F238E27FC236}">
                <a16:creationId xmlns:a16="http://schemas.microsoft.com/office/drawing/2014/main" id="{DE954297-4853-C984-3ABF-66E54EF61780}"/>
              </a:ext>
            </a:extLst>
          </p:cNvPr>
          <p:cNvSpPr/>
          <p:nvPr/>
        </p:nvSpPr>
        <p:spPr>
          <a:xfrm>
            <a:off x="957965" y="3905228"/>
            <a:ext cx="2825434" cy="977333"/>
          </a:xfrm>
          <a:prstGeom prst="roundRect">
            <a:avLst>
              <a:gd name="adj" fmla="val 5418"/>
            </a:avLst>
          </a:prstGeom>
          <a:solidFill>
            <a:srgbClr val="FFFFFF"/>
          </a:solidFill>
          <a:ln>
            <a:noFill/>
          </a:ln>
        </p:spPr>
        <p:txBody>
          <a:bodyPr spcFirstLastPara="1" wrap="square" lIns="91425" tIns="45700" rIns="91425" bIns="45700" anchor="ctr" anchorCtr="0">
            <a:noAutofit/>
          </a:bodyPr>
          <a:lstStyle/>
          <a:p>
            <a:pPr marL="252000" marR="0" lvl="0" indent="-180000" algn="l" rtl="0">
              <a:lnSpc>
                <a:spcPct val="100000"/>
              </a:lnSpc>
              <a:spcBef>
                <a:spcPts val="0"/>
              </a:spcBef>
              <a:spcAft>
                <a:spcPts val="0"/>
              </a:spcAft>
              <a:buClr>
                <a:srgbClr val="000000"/>
              </a:buClr>
              <a:buSzPts val="1200"/>
              <a:buFont typeface="Microsoft JhengHei Light" panose="020B0304030504040204" pitchFamily="34" charset="-120"/>
              <a:buChar char="o"/>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數位科技賦能，培育頂尖人才</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180000" algn="l" rtl="0">
              <a:lnSpc>
                <a:spcPct val="100000"/>
              </a:lnSpc>
              <a:spcBef>
                <a:spcPts val="588"/>
              </a:spcBef>
              <a:spcAft>
                <a:spcPts val="0"/>
              </a:spcAft>
              <a:buClr>
                <a:srgbClr val="000000"/>
              </a:buClr>
              <a:buSzPts val="1200"/>
              <a:buFont typeface="Microsoft JhengHei Light" panose="020B0304030504040204" pitchFamily="34" charset="-120"/>
              <a:buChar char="o"/>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打造數位品牌，推動數位變革</a:t>
            </a:r>
            <a:endParaRPr sz="1200" b="0" i="0" u="none" strike="noStrike" cap="none">
              <a:solidFill>
                <a:schemeClr val="tx1"/>
              </a:solidFill>
              <a:latin typeface="微軟正黑體" panose="020B0604030504040204" pitchFamily="34" charset="-120"/>
              <a:ea typeface="微軟正黑體" panose="020B0604030504040204" pitchFamily="34" charset="-120"/>
              <a:cs typeface="Microsoft JhengHei"/>
              <a:sym typeface="Microsoft JhengHei"/>
            </a:endParaRPr>
          </a:p>
        </p:txBody>
      </p:sp>
      <p:sp>
        <p:nvSpPr>
          <p:cNvPr id="516" name="Google Shape;516;p28">
            <a:extLst>
              <a:ext uri="{FF2B5EF4-FFF2-40B4-BE49-F238E27FC236}">
                <a16:creationId xmlns:a16="http://schemas.microsoft.com/office/drawing/2014/main" id="{B4214A83-63F9-1572-EE12-B3969F42FE5B}"/>
              </a:ext>
            </a:extLst>
          </p:cNvPr>
          <p:cNvSpPr/>
          <p:nvPr/>
        </p:nvSpPr>
        <p:spPr>
          <a:xfrm>
            <a:off x="3960000" y="3905228"/>
            <a:ext cx="3600000" cy="995429"/>
          </a:xfrm>
          <a:prstGeom prst="rect">
            <a:avLst/>
          </a:prstGeom>
          <a:noFill/>
          <a:ln>
            <a:noFill/>
          </a:ln>
        </p:spPr>
        <p:txBody>
          <a:bodyPr spcFirstLastPara="1" wrap="square" lIns="91425" tIns="45700" rIns="91425" bIns="45700" anchor="ctr" anchorCtr="0">
            <a:noAutofit/>
          </a:bodyPr>
          <a:lstStyle/>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籌辦</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Microsoft JhengHei"/>
                <a:sym typeface="Microsoft JhengHei"/>
              </a:rPr>
              <a:t>「</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技術主題競賽</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Microsoft JhengHei"/>
                <a:sym typeface="Microsoft JhengHei"/>
              </a:rPr>
              <a:t>」</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落實</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Microsoft JhengHei"/>
                <a:sym typeface="Microsoft JhengHei"/>
              </a:rPr>
              <a:t>「</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數位幕僚計畫</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Microsoft JhengHei"/>
                <a:sym typeface="Microsoft JhengHei"/>
              </a:rPr>
              <a:t>」</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，重點單位數位人才培育</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建置</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Microsoft JhengHei"/>
                <a:sym typeface="Microsoft JhengHei"/>
              </a:rPr>
              <a:t>「</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科技人才能力視覺化平台</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Microsoft JhengHei"/>
                <a:sym typeface="Microsoft JhengHei"/>
              </a:rPr>
              <a:t>」</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協辦</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Microsoft JhengHei"/>
                <a:sym typeface="Microsoft JhengHei"/>
              </a:rPr>
              <a:t>「</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圖靈團隊</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Microsoft JhengHei"/>
                <a:sym typeface="Microsoft JhengHei"/>
              </a:rPr>
              <a:t>」</a:t>
            </a: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第四期招募</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各項專利申請及對外論文發表</a:t>
            </a:r>
            <a:endParaRPr sz="1200">
              <a:solidFill>
                <a:schemeClr val="tx1"/>
              </a:solidFill>
              <a:latin typeface="微軟正黑體" panose="020B0604030504040204" pitchFamily="34" charset="-120"/>
              <a:ea typeface="微軟正黑體" panose="020B0604030504040204" pitchFamily="34" charset="-120"/>
            </a:endParaRPr>
          </a:p>
        </p:txBody>
      </p:sp>
      <p:sp>
        <p:nvSpPr>
          <p:cNvPr id="517" name="Google Shape;517;p28">
            <a:extLst>
              <a:ext uri="{FF2B5EF4-FFF2-40B4-BE49-F238E27FC236}">
                <a16:creationId xmlns:a16="http://schemas.microsoft.com/office/drawing/2014/main" id="{CEEFEF6B-8E69-9E9B-BD50-4E4E0B44808C}"/>
              </a:ext>
            </a:extLst>
          </p:cNvPr>
          <p:cNvSpPr/>
          <p:nvPr/>
        </p:nvSpPr>
        <p:spPr>
          <a:xfrm>
            <a:off x="7740000" y="3896959"/>
            <a:ext cx="3600000" cy="995429"/>
          </a:xfrm>
          <a:prstGeom prst="rect">
            <a:avLst/>
          </a:prstGeom>
          <a:noFill/>
          <a:ln>
            <a:noFill/>
          </a:ln>
        </p:spPr>
        <p:txBody>
          <a:bodyPr spcFirstLastPara="1" wrap="square" lIns="91425" tIns="45700" rIns="91425" bIns="45700" anchor="ctr" anchorCtr="0">
            <a:noAutofit/>
          </a:bodyPr>
          <a:lstStyle/>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提供活動相關技術支援 (Q4)</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完成數位幕僚培訓首年結業 (Q4)</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平台建置完成 (Q2)</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招募人數 ≥6人 (Q4)</a:t>
            </a:r>
            <a:endParaRPr sz="1200">
              <a:solidFill>
                <a:schemeClr val="tx1"/>
              </a:solidFill>
              <a:latin typeface="微軟正黑體" panose="020B0604030504040204" pitchFamily="34" charset="-120"/>
              <a:ea typeface="微軟正黑體" panose="020B0604030504040204" pitchFamily="34" charset="-120"/>
            </a:endParaRPr>
          </a:p>
          <a:p>
            <a:pPr marL="252000" marR="0" lvl="0" indent="-216000" algn="just" rtl="0">
              <a:lnSpc>
                <a:spcPct val="100000"/>
              </a:lnSpc>
              <a:spcBef>
                <a:spcPts val="0"/>
              </a:spcBef>
              <a:spcAft>
                <a:spcPts val="0"/>
              </a:spcAft>
              <a:buClr>
                <a:srgbClr val="000000"/>
              </a:buClr>
              <a:buSzPts val="1200"/>
              <a:buFont typeface="Arial"/>
              <a:buAutoNum type="arabicPeriod"/>
            </a:pPr>
            <a:r>
              <a:rPr lang="zh-TW"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rPr>
              <a:t>專利≥2件 (Q4)，期刊投稿≥1篇 (Q2)</a:t>
            </a:r>
            <a:endParaRPr sz="1200" b="0" i="0" u="none" strike="noStrike" cap="none">
              <a:solidFill>
                <a:schemeClr val="tx1"/>
              </a:solidFill>
              <a:latin typeface="微軟正黑體" panose="020B0604030504040204" pitchFamily="34" charset="-120"/>
              <a:ea typeface="微軟正黑體" panose="020B0604030504040204" pitchFamily="34" charset="-120"/>
              <a:cs typeface="Century Gothic"/>
              <a:sym typeface="Century Gothic"/>
            </a:endParaRPr>
          </a:p>
        </p:txBody>
      </p:sp>
      <p:cxnSp>
        <p:nvCxnSpPr>
          <p:cNvPr id="522" name="Google Shape;522;p28">
            <a:extLst>
              <a:ext uri="{FF2B5EF4-FFF2-40B4-BE49-F238E27FC236}">
                <a16:creationId xmlns:a16="http://schemas.microsoft.com/office/drawing/2014/main" id="{96C6FB2B-8D4E-E107-D472-1F0B91D49985}"/>
              </a:ext>
            </a:extLst>
          </p:cNvPr>
          <p:cNvCxnSpPr/>
          <p:nvPr/>
        </p:nvCxnSpPr>
        <p:spPr>
          <a:xfrm rot="10800000">
            <a:off x="11340000" y="0"/>
            <a:ext cx="3600" cy="6480000"/>
          </a:xfrm>
          <a:prstGeom prst="straightConnector1">
            <a:avLst/>
          </a:prstGeom>
          <a:noFill/>
          <a:ln w="9525" cap="flat" cmpd="sng">
            <a:solidFill>
              <a:srgbClr val="B2B2B2"/>
            </a:solidFill>
            <a:prstDash val="solid"/>
            <a:round/>
            <a:headEnd type="none" w="sm" len="sm"/>
            <a:tailEnd type="none" w="sm" len="sm"/>
          </a:ln>
        </p:spPr>
      </p:cxnSp>
      <p:sp>
        <p:nvSpPr>
          <p:cNvPr id="499" name="Google Shape;499;p28">
            <a:extLst>
              <a:ext uri="{FF2B5EF4-FFF2-40B4-BE49-F238E27FC236}">
                <a16:creationId xmlns:a16="http://schemas.microsoft.com/office/drawing/2014/main" id="{58807B31-1D46-C38F-509E-13CC839D4779}"/>
              </a:ext>
            </a:extLst>
          </p:cNvPr>
          <p:cNvSpPr txBox="1"/>
          <p:nvPr/>
        </p:nvSpPr>
        <p:spPr>
          <a:xfrm>
            <a:off x="180000" y="2821207"/>
            <a:ext cx="871737" cy="692273"/>
          </a:xfrm>
          <a:prstGeom prst="rect">
            <a:avLst/>
          </a:prstGeom>
          <a:solidFill>
            <a:srgbClr val="FB71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64"/>
              <a:buFont typeface="Arial"/>
              <a:buNone/>
            </a:pPr>
            <a:r>
              <a:rPr lang="zh-TW"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rPr>
              <a:t>風險</a:t>
            </a:r>
            <a:endParaRPr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endParaRPr>
          </a:p>
          <a:p>
            <a:pPr marL="0" marR="0" lvl="0" indent="0" algn="ctr" rtl="0">
              <a:lnSpc>
                <a:spcPct val="100000"/>
              </a:lnSpc>
              <a:spcBef>
                <a:spcPts val="0"/>
              </a:spcBef>
              <a:spcAft>
                <a:spcPts val="0"/>
              </a:spcAft>
              <a:buClr>
                <a:srgbClr val="000000"/>
              </a:buClr>
              <a:buSzPts val="1764"/>
              <a:buFont typeface="Arial"/>
              <a:buNone/>
            </a:pPr>
            <a:r>
              <a:rPr lang="zh-TW"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rPr>
              <a:t>決策</a:t>
            </a:r>
            <a:endParaRPr sz="1600" b="1">
              <a:latin typeface="微軟正黑體" panose="020B0604030504040204" pitchFamily="34" charset="-120"/>
              <a:ea typeface="微軟正黑體" panose="020B0604030504040204" pitchFamily="34" charset="-120"/>
            </a:endParaRPr>
          </a:p>
        </p:txBody>
      </p:sp>
      <p:sp>
        <p:nvSpPr>
          <p:cNvPr id="505" name="Google Shape;505;p28">
            <a:extLst>
              <a:ext uri="{FF2B5EF4-FFF2-40B4-BE49-F238E27FC236}">
                <a16:creationId xmlns:a16="http://schemas.microsoft.com/office/drawing/2014/main" id="{3096631A-C06D-3E47-DAF6-56D54472DA73}"/>
              </a:ext>
            </a:extLst>
          </p:cNvPr>
          <p:cNvSpPr txBox="1"/>
          <p:nvPr/>
        </p:nvSpPr>
        <p:spPr>
          <a:xfrm>
            <a:off x="180000" y="5217485"/>
            <a:ext cx="871737" cy="692273"/>
          </a:xfrm>
          <a:prstGeom prst="rect">
            <a:avLst/>
          </a:prstGeom>
          <a:solidFill>
            <a:srgbClr val="FB71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64"/>
              <a:buFont typeface="Arial"/>
              <a:buNone/>
            </a:pPr>
            <a:r>
              <a:rPr lang="zh-TW"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rPr>
              <a:t>技術</a:t>
            </a:r>
            <a:endParaRPr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endParaRPr>
          </a:p>
          <a:p>
            <a:pPr marL="0" marR="0" lvl="0" indent="0" algn="ctr" rtl="0">
              <a:lnSpc>
                <a:spcPct val="100000"/>
              </a:lnSpc>
              <a:spcBef>
                <a:spcPts val="0"/>
              </a:spcBef>
              <a:spcAft>
                <a:spcPts val="0"/>
              </a:spcAft>
              <a:buClr>
                <a:srgbClr val="000000"/>
              </a:buClr>
              <a:buSzPts val="1764"/>
              <a:buFont typeface="Arial"/>
              <a:buNone/>
            </a:pPr>
            <a:r>
              <a:rPr lang="zh-TW"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rPr>
              <a:t>研發</a:t>
            </a:r>
            <a:endParaRPr sz="1600" b="1">
              <a:latin typeface="微軟正黑體" panose="020B0604030504040204" pitchFamily="34" charset="-120"/>
              <a:ea typeface="微軟正黑體" panose="020B0604030504040204" pitchFamily="34" charset="-120"/>
            </a:endParaRPr>
          </a:p>
        </p:txBody>
      </p:sp>
      <p:sp>
        <p:nvSpPr>
          <p:cNvPr id="510" name="Google Shape;510;p28">
            <a:extLst>
              <a:ext uri="{FF2B5EF4-FFF2-40B4-BE49-F238E27FC236}">
                <a16:creationId xmlns:a16="http://schemas.microsoft.com/office/drawing/2014/main" id="{1C4C9B61-117C-7BC7-2550-CDFB374797DD}"/>
              </a:ext>
            </a:extLst>
          </p:cNvPr>
          <p:cNvSpPr txBox="1"/>
          <p:nvPr/>
        </p:nvSpPr>
        <p:spPr>
          <a:xfrm>
            <a:off x="180000" y="1616972"/>
            <a:ext cx="871736" cy="692273"/>
          </a:xfrm>
          <a:prstGeom prst="rect">
            <a:avLst/>
          </a:prstGeom>
          <a:solidFill>
            <a:srgbClr val="FB71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64"/>
              <a:buFont typeface="Arial"/>
              <a:buNone/>
            </a:pPr>
            <a:r>
              <a:rPr lang="zh-TW"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rPr>
              <a:t>業務</a:t>
            </a:r>
            <a:endParaRPr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endParaRPr>
          </a:p>
          <a:p>
            <a:pPr marL="0" marR="0" lvl="0" indent="0" algn="ctr" rtl="0">
              <a:lnSpc>
                <a:spcPct val="100000"/>
              </a:lnSpc>
              <a:spcBef>
                <a:spcPts val="0"/>
              </a:spcBef>
              <a:spcAft>
                <a:spcPts val="0"/>
              </a:spcAft>
              <a:buClr>
                <a:srgbClr val="000000"/>
              </a:buClr>
              <a:buSzPts val="1764"/>
              <a:buFont typeface="Arial"/>
              <a:buNone/>
            </a:pPr>
            <a:r>
              <a:rPr lang="zh-TW"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rPr>
              <a:t>行銷</a:t>
            </a:r>
            <a:endParaRPr sz="1600" b="1">
              <a:latin typeface="微軟正黑體" panose="020B0604030504040204" pitchFamily="34" charset="-120"/>
              <a:ea typeface="微軟正黑體" panose="020B0604030504040204" pitchFamily="34" charset="-120"/>
            </a:endParaRPr>
          </a:p>
        </p:txBody>
      </p:sp>
      <p:sp>
        <p:nvSpPr>
          <p:cNvPr id="514" name="Google Shape;514;p28">
            <a:extLst>
              <a:ext uri="{FF2B5EF4-FFF2-40B4-BE49-F238E27FC236}">
                <a16:creationId xmlns:a16="http://schemas.microsoft.com/office/drawing/2014/main" id="{AC45A3C6-E096-714B-6123-4C239FF23047}"/>
              </a:ext>
            </a:extLst>
          </p:cNvPr>
          <p:cNvSpPr txBox="1"/>
          <p:nvPr/>
        </p:nvSpPr>
        <p:spPr>
          <a:xfrm>
            <a:off x="180000" y="4060570"/>
            <a:ext cx="871737" cy="692273"/>
          </a:xfrm>
          <a:prstGeom prst="rect">
            <a:avLst/>
          </a:prstGeom>
          <a:solidFill>
            <a:srgbClr val="FB71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64"/>
              <a:buFont typeface="Arial"/>
              <a:buNone/>
            </a:pPr>
            <a:r>
              <a:rPr lang="zh-TW"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rPr>
              <a:t>人才</a:t>
            </a:r>
            <a:endParaRPr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endParaRPr>
          </a:p>
          <a:p>
            <a:pPr marL="0" marR="0" lvl="0" indent="0" algn="ctr" rtl="0">
              <a:lnSpc>
                <a:spcPct val="100000"/>
              </a:lnSpc>
              <a:spcBef>
                <a:spcPts val="0"/>
              </a:spcBef>
              <a:spcAft>
                <a:spcPts val="0"/>
              </a:spcAft>
              <a:buClr>
                <a:srgbClr val="000000"/>
              </a:buClr>
              <a:buSzPts val="1764"/>
              <a:buFont typeface="Arial"/>
              <a:buNone/>
            </a:pPr>
            <a:r>
              <a:rPr lang="zh-TW" sz="1600" b="1" i="0" u="none" strike="noStrike" cap="none">
                <a:solidFill>
                  <a:srgbClr val="FFFFFF"/>
                </a:solidFill>
                <a:latin typeface="微軟正黑體" panose="020B0604030504040204" pitchFamily="34" charset="-120"/>
                <a:ea typeface="微軟正黑體" panose="020B0604030504040204" pitchFamily="34" charset="-120"/>
                <a:cs typeface="Century Gothic"/>
                <a:sym typeface="Century Gothic"/>
              </a:rPr>
              <a:t>文化</a:t>
            </a:r>
            <a:endParaRPr sz="1600" b="1">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FFA99D3D-B3BC-FFD0-2FFB-DABB42F6CE3F}"/>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3"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1120940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70">
          <a:extLst>
            <a:ext uri="{FF2B5EF4-FFF2-40B4-BE49-F238E27FC236}">
              <a16:creationId xmlns:a16="http://schemas.microsoft.com/office/drawing/2014/main" id="{035F7360-A1C6-311F-6C76-02544A305E50}"/>
            </a:ext>
          </a:extLst>
        </p:cNvPr>
        <p:cNvGrpSpPr/>
        <p:nvPr/>
      </p:nvGrpSpPr>
      <p:grpSpPr>
        <a:xfrm>
          <a:off x="0" y="0"/>
          <a:ext cx="0" cy="0"/>
          <a:chOff x="0" y="0"/>
          <a:chExt cx="0" cy="0"/>
        </a:xfrm>
      </p:grpSpPr>
      <p:pic>
        <p:nvPicPr>
          <p:cNvPr id="5" name="圖片 4" descr="一張含有 螢幕擷取畫面, Rectangle, 文字, 正方形 的圖片&#10;&#10;自動產生的描述">
            <a:extLst>
              <a:ext uri="{FF2B5EF4-FFF2-40B4-BE49-F238E27FC236}">
                <a16:creationId xmlns:a16="http://schemas.microsoft.com/office/drawing/2014/main" id="{8C942125-8F1D-EEF2-F9F5-BA58B9F42A2D}"/>
              </a:ext>
            </a:extLst>
          </p:cNvPr>
          <p:cNvPicPr>
            <a:picLocks noChangeAspect="1"/>
          </p:cNvPicPr>
          <p:nvPr/>
        </p:nvPicPr>
        <p:blipFill>
          <a:blip r:embed="rId3"/>
          <a:stretch>
            <a:fillRect/>
          </a:stretch>
        </p:blipFill>
        <p:spPr>
          <a:xfrm>
            <a:off x="7740650" y="900113"/>
            <a:ext cx="3600450" cy="2506266"/>
          </a:xfrm>
          <a:prstGeom prst="rect">
            <a:avLst/>
          </a:prstGeom>
        </p:spPr>
      </p:pic>
      <p:graphicFrame>
        <p:nvGraphicFramePr>
          <p:cNvPr id="3" name="Google Shape;273;g23bcfb68efc_1_45">
            <a:extLst>
              <a:ext uri="{FF2B5EF4-FFF2-40B4-BE49-F238E27FC236}">
                <a16:creationId xmlns:a16="http://schemas.microsoft.com/office/drawing/2014/main" id="{A9B2AE99-ACFC-3283-AE8E-C29A2A28CE12}"/>
              </a:ext>
            </a:extLst>
          </p:cNvPr>
          <p:cNvGraphicFramePr/>
          <p:nvPr>
            <p:extLst>
              <p:ext uri="{D42A27DB-BD31-4B8C-83A1-F6EECF244321}">
                <p14:modId xmlns:p14="http://schemas.microsoft.com/office/powerpoint/2010/main" val="2951096070"/>
              </p:ext>
            </p:extLst>
          </p:nvPr>
        </p:nvGraphicFramePr>
        <p:xfrm>
          <a:off x="180183" y="3601868"/>
          <a:ext cx="11161710" cy="2529450"/>
        </p:xfrm>
        <a:graphic>
          <a:graphicData uri="http://schemas.openxmlformats.org/drawingml/2006/table">
            <a:tbl>
              <a:tblPr>
                <a:noFill/>
                <a:tableStyleId>{C7E2D07F-EAD9-47BB-8D15-AB9D181D91B3}</a:tableStyleId>
              </a:tblPr>
              <a:tblGrid>
                <a:gridCol w="1386495">
                  <a:extLst>
                    <a:ext uri="{9D8B030D-6E8A-4147-A177-3AD203B41FA5}">
                      <a16:colId xmlns:a16="http://schemas.microsoft.com/office/drawing/2014/main" val="20001"/>
                    </a:ext>
                  </a:extLst>
                </a:gridCol>
                <a:gridCol w="1955043">
                  <a:extLst>
                    <a:ext uri="{9D8B030D-6E8A-4147-A177-3AD203B41FA5}">
                      <a16:colId xmlns:a16="http://schemas.microsoft.com/office/drawing/2014/main" val="20002"/>
                    </a:ext>
                  </a:extLst>
                </a:gridCol>
                <a:gridCol w="1955043">
                  <a:extLst>
                    <a:ext uri="{9D8B030D-6E8A-4147-A177-3AD203B41FA5}">
                      <a16:colId xmlns:a16="http://schemas.microsoft.com/office/drawing/2014/main" val="20003"/>
                    </a:ext>
                  </a:extLst>
                </a:gridCol>
                <a:gridCol w="1955043">
                  <a:extLst>
                    <a:ext uri="{9D8B030D-6E8A-4147-A177-3AD203B41FA5}">
                      <a16:colId xmlns:a16="http://schemas.microsoft.com/office/drawing/2014/main" val="20004"/>
                    </a:ext>
                  </a:extLst>
                </a:gridCol>
                <a:gridCol w="1955043">
                  <a:extLst>
                    <a:ext uri="{9D8B030D-6E8A-4147-A177-3AD203B41FA5}">
                      <a16:colId xmlns:a16="http://schemas.microsoft.com/office/drawing/2014/main" val="20005"/>
                    </a:ext>
                  </a:extLst>
                </a:gridCol>
                <a:gridCol w="1955043">
                  <a:extLst>
                    <a:ext uri="{9D8B030D-6E8A-4147-A177-3AD203B41FA5}">
                      <a16:colId xmlns:a16="http://schemas.microsoft.com/office/drawing/2014/main" val="3827510382"/>
                    </a:ext>
                  </a:extLst>
                </a:gridCol>
              </a:tblGrid>
              <a:tr h="627784">
                <a:tc>
                  <a:txBody>
                    <a:bodyPr/>
                    <a:lstStyle/>
                    <a:p>
                      <a:pPr marL="0" lvl="0" indent="0" algn="ctr" rtl="0">
                        <a:lnSpc>
                          <a:spcPct val="130000"/>
                        </a:lnSpc>
                        <a:spcBef>
                          <a:spcPts val="0"/>
                        </a:spcBef>
                        <a:spcAft>
                          <a:spcPts val="0"/>
                        </a:spcAft>
                        <a:buNone/>
                      </a:pPr>
                      <a:r>
                        <a:rPr lang="zh-TW" altLang="en-US">
                          <a:latin typeface="Microsoft JhengHei"/>
                          <a:ea typeface="Microsoft JhengHei"/>
                          <a:cs typeface="Microsoft JhengHei"/>
                          <a:sym typeface="Microsoft JhengHei"/>
                        </a:rPr>
                        <a:t>佈景主題</a:t>
                      </a:r>
                      <a:endParaRPr>
                        <a:latin typeface="Microsoft JhengHei"/>
                        <a:ea typeface="Microsoft JhengHei"/>
                        <a:cs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深色</a:t>
                      </a:r>
                      <a:r>
                        <a:rPr lang="en-US" altLang="zh-TW" sz="1200">
                          <a:latin typeface="Microsoft JhengHei"/>
                          <a:ea typeface="Microsoft JhengHei"/>
                          <a:sym typeface="Microsoft JhengHei"/>
                        </a:rPr>
                        <a:t>2</a:t>
                      </a:r>
                      <a:r>
                        <a:rPr lang="zh-TW" altLang="en-US" sz="1200">
                          <a:latin typeface="Microsoft JhengHei"/>
                          <a:ea typeface="Microsoft JhengHei"/>
                          <a:sym typeface="Microsoft JhengHei"/>
                        </a:rPr>
                        <a:t>（配白字）</a:t>
                      </a:r>
                      <a:br>
                        <a:rPr lang="en-US" altLang="zh-TW" sz="1200">
                          <a:latin typeface="Microsoft JhengHei"/>
                          <a:ea typeface="Microsoft JhengHei"/>
                          <a:sym typeface="Microsoft JhengHei"/>
                        </a:rPr>
                      </a:br>
                      <a:r>
                        <a:rPr lang="zh-TW" altLang="en-US" sz="1200">
                          <a:latin typeface="Microsoft JhengHei"/>
                          <a:ea typeface="Microsoft JhengHei"/>
                          <a:sym typeface="Microsoft JhengHei"/>
                        </a:rPr>
                        <a:t>段落標題、重要文字</a:t>
                      </a:r>
                      <a:endParaRPr lang="en-US" altLang="zh-TW" sz="1200">
                        <a:latin typeface="Microsoft JhengHei"/>
                        <a:ea typeface="Microsoft JhengHei"/>
                        <a:sym typeface="Microsoft JhengHei"/>
                      </a:endParaRPr>
                    </a:p>
                  </a:txBody>
                  <a:tcPr marL="91425" marR="91425" marT="90000" marB="91425"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深色</a:t>
                      </a:r>
                      <a:r>
                        <a:rPr lang="en-US" altLang="zh-TW" sz="1200">
                          <a:latin typeface="Microsoft JhengHei"/>
                          <a:ea typeface="Microsoft JhengHei"/>
                          <a:sym typeface="Microsoft JhengHei"/>
                        </a:rPr>
                        <a:t>1</a:t>
                      </a:r>
                      <a:r>
                        <a:rPr lang="zh-TW" altLang="en-US" sz="1200">
                          <a:latin typeface="Microsoft JhengHei"/>
                          <a:ea typeface="Microsoft JhengHei"/>
                          <a:sym typeface="Microsoft JhengHei"/>
                        </a:rPr>
                        <a:t>（配白字）</a:t>
                      </a:r>
                      <a:endParaRPr lang="en-US" altLang="zh-TW" sz="120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外框線</a:t>
                      </a:r>
                      <a:endParaRPr lang="en-US" altLang="zh-TW" sz="120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中間色（可配黑</a:t>
                      </a:r>
                      <a:r>
                        <a:rPr lang="en-US" altLang="zh-TW" sz="1200">
                          <a:latin typeface="Microsoft JhengHei"/>
                          <a:ea typeface="Microsoft JhengHei"/>
                          <a:sym typeface="Microsoft JhengHei"/>
                        </a:rPr>
                        <a:t>/</a:t>
                      </a:r>
                      <a:r>
                        <a:rPr lang="zh-TW" altLang="en-US" sz="1200">
                          <a:latin typeface="Microsoft JhengHei"/>
                          <a:ea typeface="Microsoft JhengHei"/>
                          <a:sym typeface="Microsoft JhengHei"/>
                        </a:rPr>
                        <a:t>白字）</a:t>
                      </a: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排版優先</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淺色</a:t>
                      </a:r>
                      <a:r>
                        <a:rPr lang="en-US" altLang="zh-TW" sz="1200">
                          <a:latin typeface="Microsoft JhengHei"/>
                          <a:ea typeface="Microsoft JhengHei"/>
                          <a:sym typeface="Microsoft JhengHei"/>
                        </a:rPr>
                        <a:t>1</a:t>
                      </a:r>
                      <a:r>
                        <a:rPr lang="zh-TW" altLang="en-US" sz="1200">
                          <a:latin typeface="Microsoft JhengHei"/>
                          <a:ea typeface="Microsoft JhengHei"/>
                          <a:sym typeface="Microsoft JhengHei"/>
                        </a:rPr>
                        <a:t>（配黑字）</a:t>
                      </a:r>
                      <a:endParaRPr lang="en-US" altLang="zh-TW" sz="120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網底、螢光筆</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淺色</a:t>
                      </a:r>
                      <a:r>
                        <a:rPr lang="en-US" altLang="zh-TW" sz="1200">
                          <a:latin typeface="Microsoft JhengHei"/>
                          <a:ea typeface="Microsoft JhengHei"/>
                          <a:sym typeface="Microsoft JhengHei"/>
                        </a:rPr>
                        <a:t>2</a:t>
                      </a:r>
                      <a:r>
                        <a:rPr lang="zh-TW" altLang="en-US" sz="1200">
                          <a:latin typeface="Microsoft JhengHei"/>
                          <a:ea typeface="Microsoft JhengHei"/>
                          <a:sym typeface="Microsoft JhengHei"/>
                        </a:rPr>
                        <a:t>（配黑字）</a:t>
                      </a:r>
                      <a:endParaRPr lang="en-US" altLang="zh-TW" sz="1200">
                        <a:latin typeface="Microsoft JhengHei"/>
                        <a:ea typeface="Microsoft JhengHei"/>
                        <a:sym typeface="Microsoft JhengHei"/>
                      </a:endParaRPr>
                    </a:p>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Microsoft JhengHei"/>
                          <a:ea typeface="Microsoft JhengHei"/>
                          <a:sym typeface="Microsoft JhengHei"/>
                        </a:rPr>
                        <a:t>大面積底色</a:t>
                      </a:r>
                      <a:endParaRPr sz="120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A1A1A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96122">
                <a:tc rowSpan="2">
                  <a:txBody>
                    <a:bodyPr/>
                    <a:lstStyle/>
                    <a:p>
                      <a:pPr marL="0" lvl="0" indent="0" algn="ctr" rtl="0">
                        <a:spcBef>
                          <a:spcPts val="0"/>
                        </a:spcBef>
                        <a:spcAft>
                          <a:spcPts val="0"/>
                        </a:spcAft>
                        <a:buNone/>
                      </a:pPr>
                      <a:r>
                        <a:rPr lang="en-US">
                          <a:latin typeface="Microsoft JhengHei"/>
                          <a:ea typeface="Microsoft JhengHei"/>
                          <a:cs typeface="Microsoft JhengHei"/>
                          <a:sym typeface="Microsoft JhengHei"/>
                        </a:rPr>
                        <a:t>Blue</a:t>
                      </a:r>
                    </a:p>
                    <a:p>
                      <a:pPr marL="0" lvl="0" indent="0" algn="ctr" rtl="0">
                        <a:spcBef>
                          <a:spcPts val="0"/>
                        </a:spcBef>
                        <a:spcAft>
                          <a:spcPts val="0"/>
                        </a:spcAft>
                        <a:buNone/>
                      </a:pPr>
                      <a:r>
                        <a:rPr lang="en-US">
                          <a:latin typeface="Microsoft JhengHei"/>
                          <a:ea typeface="Microsoft JhengHei"/>
                          <a:cs typeface="Microsoft JhengHei"/>
                          <a:sym typeface="Microsoft JhengHei"/>
                        </a:rPr>
                        <a:t>(</a:t>
                      </a:r>
                      <a:r>
                        <a:rPr lang="zh-TW" altLang="en-US">
                          <a:latin typeface="Microsoft JhengHei"/>
                          <a:ea typeface="Microsoft JhengHei"/>
                          <a:cs typeface="Microsoft JhengHei"/>
                          <a:sym typeface="Microsoft JhengHei"/>
                        </a:rPr>
                        <a:t>主色</a:t>
                      </a:r>
                      <a:r>
                        <a:rPr lang="en-US">
                          <a:latin typeface="Microsoft JhengHei"/>
                          <a:ea typeface="Microsoft JhengHei"/>
                          <a:cs typeface="Microsoft JhengHei"/>
                          <a:sym typeface="Microsoft JhengHei"/>
                        </a:rPr>
                        <a:t>)</a:t>
                      </a:r>
                      <a:endParaRPr>
                        <a:latin typeface="Microsoft JhengHei"/>
                        <a:ea typeface="Microsoft JhengHei"/>
                        <a:cs typeface="Microsoft JhengHei"/>
                        <a:sym typeface="Microsoft JhengHei"/>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3B82F6"/>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60A5F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93C5FD"/>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BFDBFF"/>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A1A1AA"/>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CEAFE"/>
                    </a:solidFill>
                  </a:tcPr>
                </a:tc>
                <a:extLst>
                  <a:ext uri="{0D108BD9-81ED-4DB2-BD59-A6C34878D82A}">
                    <a16:rowId xmlns:a16="http://schemas.microsoft.com/office/drawing/2014/main" val="10001"/>
                  </a:ext>
                </a:extLst>
              </a:tr>
              <a:tr h="328903">
                <a:tc vMerge="1">
                  <a:txBody>
                    <a:bodyPr/>
                    <a:lstStyle/>
                    <a:p>
                      <a:endParaRPr lang="zh-TW"/>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#3b82f6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#60a5fa</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#93c5fd</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#bfdbfe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#dbeafe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96122">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a:latin typeface="Microsoft JhengHei" panose="020B0604030504040204" pitchFamily="34" charset="-120"/>
                          <a:ea typeface="Microsoft JhengHei" panose="020B0604030504040204" pitchFamily="34" charset="-120"/>
                        </a:rPr>
                        <a:t>Amber</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a:latin typeface="Microsoft JhengHei" panose="020B0604030504040204" pitchFamily="34" charset="-120"/>
                          <a:ea typeface="Microsoft JhengHei" panose="020B0604030504040204" pitchFamily="34" charset="-120"/>
                        </a:rPr>
                        <a:t>(</a:t>
                      </a:r>
                      <a:r>
                        <a:rPr lang="zh-TW" altLang="en-US" sz="1400">
                          <a:latin typeface="Microsoft JhengHei" panose="020B0604030504040204" pitchFamily="34" charset="-120"/>
                          <a:ea typeface="Microsoft JhengHei" panose="020B0604030504040204" pitchFamily="34" charset="-120"/>
                        </a:rPr>
                        <a:t>輔色</a:t>
                      </a:r>
                      <a:r>
                        <a:rPr lang="en-US" altLang="zh-TW" sz="1400">
                          <a:latin typeface="Microsoft JhengHei" panose="020B0604030504040204" pitchFamily="34" charset="-120"/>
                          <a:ea typeface="Microsoft JhengHei" panose="020B0604030504040204" pitchFamily="34" charset="-120"/>
                        </a:rPr>
                        <a:t>)</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b="0">
                          <a:solidFill>
                            <a:schemeClr val="bg1"/>
                          </a:solidFill>
                          <a:latin typeface="Consolas" panose="020B0609020204030204" pitchFamily="49" charset="0"/>
                          <a:ea typeface="Microsoft JhengHei" panose="020B0604030504040204" pitchFamily="34" charset="-120"/>
                          <a:cs typeface="Consolas" panose="020B0609020204030204" pitchFamily="49" charset="0"/>
                        </a:rPr>
                        <a:t>x</a:t>
                      </a:r>
                      <a:endParaRPr lang="zh-TW" altLang="en-US" sz="1200" b="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5910C"/>
                    </a:solidFill>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CD44C"/>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DE68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EF9C7"/>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FFBEC"/>
                    </a:solidFill>
                  </a:tcPr>
                </a:tc>
                <a:extLst>
                  <a:ext uri="{0D108BD9-81ED-4DB2-BD59-A6C34878D82A}">
                    <a16:rowId xmlns:a16="http://schemas.microsoft.com/office/drawing/2014/main" val="10007"/>
                  </a:ext>
                </a:extLst>
              </a:tr>
              <a:tr h="169160">
                <a:tc vMerge="1">
                  <a:txBody>
                    <a:bodyPr/>
                    <a:lstStyle/>
                    <a:p>
                      <a:endParaRPr lang="zh-TW"/>
                    </a:p>
                  </a:txBody>
                  <a:tcPr>
                    <a:lnT w="9525" cap="flat" cmpd="sng">
                      <a:noFill/>
                      <a:prstDash val="solid"/>
                      <a:round/>
                      <a:headEnd type="none" w="sm" len="sm"/>
                      <a:tailEnd type="none" w="sm" len="sm"/>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#fbbf24</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#fcd34d</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#fde68a</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#fef3c7</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#fffbeb</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16957">
                <a:tc rowSpan="2">
                  <a:txBody>
                    <a:bodyPr/>
                    <a:lstStyle/>
                    <a:p>
                      <a:pPr algn="ctr"/>
                      <a:r>
                        <a:rPr lang="en-US" altLang="zh-TW" sz="1400">
                          <a:latin typeface="Microsoft JhengHei" panose="020B0604030504040204" pitchFamily="34" charset="-120"/>
                          <a:ea typeface="Microsoft JhengHei" panose="020B0604030504040204" pitchFamily="34" charset="-120"/>
                        </a:rPr>
                        <a:t>Zinc</a:t>
                      </a:r>
                    </a:p>
                    <a:p>
                      <a:pPr algn="ctr"/>
                      <a:r>
                        <a:rPr lang="en-US" altLang="zh-TW" sz="1400">
                          <a:latin typeface="Microsoft JhengHei" panose="020B0604030504040204" pitchFamily="34" charset="-120"/>
                          <a:ea typeface="Microsoft JhengHei" panose="020B0604030504040204" pitchFamily="34" charset="-120"/>
                        </a:rPr>
                        <a:t>(</a:t>
                      </a:r>
                      <a:r>
                        <a:rPr lang="zh-TW" altLang="en-US" sz="1400">
                          <a:latin typeface="Microsoft JhengHei" panose="020B0604030504040204" pitchFamily="34" charset="-120"/>
                          <a:ea typeface="Microsoft JhengHei" panose="020B0604030504040204" pitchFamily="34" charset="-120"/>
                        </a:rPr>
                        <a:t>灰階</a:t>
                      </a:r>
                      <a:r>
                        <a:rPr lang="en-US" altLang="zh-TW" sz="1400">
                          <a:latin typeface="Microsoft JhengHei" panose="020B0604030504040204" pitchFamily="34" charset="-120"/>
                          <a:ea typeface="Microsoft JhengHei" panose="020B0604030504040204" pitchFamily="34" charset="-120"/>
                        </a:rPr>
                        <a:t>)</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TW" altLang="en-US" sz="1200" b="1">
                          <a:solidFill>
                            <a:schemeClr val="bg1"/>
                          </a:solidFill>
                          <a:latin typeface="Consolas" panose="020B0609020204030204" pitchFamily="49" charset="0"/>
                          <a:ea typeface="Microsoft JhengHei" panose="020B0604030504040204" pitchFamily="34" charset="-120"/>
                          <a:cs typeface="Consolas" panose="020B0609020204030204" pitchFamily="49" charset="0"/>
                        </a:rPr>
                        <a:t>超連結、註解</a:t>
                      </a:r>
                    </a:p>
                  </a:txBody>
                  <a:tcPr marT="36000" marB="36000" anchor="ctr">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1717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1A1AA"/>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4D4D8"/>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4E4E8"/>
                    </a:solidFill>
                  </a:tcPr>
                </a:tc>
                <a:tc>
                  <a:txBody>
                    <a:bodyPr/>
                    <a:lstStyle/>
                    <a:p>
                      <a:pPr algn="ctr"/>
                      <a:r>
                        <a:rPr lang="en-US" altLang="zh-TW" sz="1200">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4F4F6"/>
                    </a:solidFill>
                  </a:tcPr>
                </a:tc>
                <a:extLst>
                  <a:ext uri="{0D108BD9-81ED-4DB2-BD59-A6C34878D82A}">
                    <a16:rowId xmlns:a16="http://schemas.microsoft.com/office/drawing/2014/main" val="4230794412"/>
                  </a:ext>
                </a:extLst>
              </a:tr>
              <a:tr h="345432">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#71717a</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#a1a1aa</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#d4d4d8</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#e4e4e7</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#f4f4f5</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2147376"/>
                  </a:ext>
                </a:extLst>
              </a:tr>
            </a:tbl>
          </a:graphicData>
        </a:graphic>
      </p:graphicFrame>
      <p:sp>
        <p:nvSpPr>
          <p:cNvPr id="271" name="Google Shape;271;g23bcfb68efc_1_45">
            <a:extLst>
              <a:ext uri="{FF2B5EF4-FFF2-40B4-BE49-F238E27FC236}">
                <a16:creationId xmlns:a16="http://schemas.microsoft.com/office/drawing/2014/main" id="{8C681EE7-47AF-41DF-09C2-FF4AB95257B1}"/>
              </a:ext>
            </a:extLst>
          </p:cNvPr>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lvl="0"/>
            <a:r>
              <a:rPr lang="zh-TW" altLang="en-US">
                <a:solidFill>
                  <a:schemeClr val="tx1"/>
                </a:solidFill>
              </a:rPr>
              <a:t>佈景主題應用建議 </a:t>
            </a:r>
            <a:r>
              <a:rPr lang="en-US" altLang="zh-TW" sz="2000">
                <a:solidFill>
                  <a:schemeClr val="tx1"/>
                </a:solidFill>
              </a:rPr>
              <a:t>blue + amber</a:t>
            </a:r>
            <a:r>
              <a:rPr lang="zh-TW" altLang="en-US" sz="2000">
                <a:solidFill>
                  <a:schemeClr val="tx1"/>
                </a:solidFill>
              </a:rPr>
              <a:t> </a:t>
            </a:r>
            <a:endParaRPr sz="2000"/>
          </a:p>
        </p:txBody>
      </p:sp>
      <p:sp>
        <p:nvSpPr>
          <p:cNvPr id="2" name="文字版面配置區 1">
            <a:extLst>
              <a:ext uri="{FF2B5EF4-FFF2-40B4-BE49-F238E27FC236}">
                <a16:creationId xmlns:a16="http://schemas.microsoft.com/office/drawing/2014/main" id="{7F124C0F-25E1-C9EE-BE10-B8BC1401D03D}"/>
              </a:ext>
            </a:extLst>
          </p:cNvPr>
          <p:cNvSpPr>
            <a:spLocks noGrp="1"/>
          </p:cNvSpPr>
          <p:nvPr>
            <p:ph type="body" idx="10"/>
          </p:nvPr>
        </p:nvSpPr>
        <p:spPr/>
        <p:txBody>
          <a:bodyPr/>
          <a:lstStyle/>
          <a:p>
            <a:r>
              <a:rPr lang="zh-TW" altLang="en-US" sz="1600">
                <a:cs typeface="Microsoft JhengHei"/>
                <a:sym typeface="Microsoft JhengHei"/>
              </a:rPr>
              <a:t>標記「</a:t>
            </a:r>
            <a:r>
              <a:rPr lang="en-US" altLang="zh-TW" sz="1600">
                <a:cs typeface="Microsoft JhengHei"/>
                <a:sym typeface="Microsoft JhengHei"/>
              </a:rPr>
              <a:t>×</a:t>
            </a:r>
            <a:r>
              <a:rPr lang="zh-TW" altLang="en-US" sz="1600">
                <a:cs typeface="Microsoft JhengHei"/>
                <a:sym typeface="Microsoft JhengHei"/>
              </a:rPr>
              <a:t>」為不建議使用之顏色</a:t>
            </a:r>
            <a:endParaRPr lang="en-US" altLang="zh-TW" sz="1600">
              <a:cs typeface="Microsoft JhengHei"/>
              <a:sym typeface="Microsoft JhengHei"/>
            </a:endParaRPr>
          </a:p>
          <a:p>
            <a:r>
              <a:rPr lang="zh-TW" altLang="en-US">
                <a:cs typeface="Microsoft JhengHei"/>
              </a:rPr>
              <a:t>標記「</a:t>
            </a:r>
            <a:r>
              <a:rPr lang="en-US" altLang="zh-TW">
                <a:cs typeface="Microsoft JhengHei"/>
              </a:rPr>
              <a:t>−</a:t>
            </a:r>
            <a:r>
              <a:rPr lang="zh-TW" altLang="en-US">
                <a:cs typeface="Microsoft JhengHei"/>
              </a:rPr>
              <a:t>」為佈景主題外之色彩</a:t>
            </a:r>
            <a:endParaRPr lang="en-US" altLang="zh-TW">
              <a:cs typeface="Microsoft JhengHei"/>
            </a:endParaRPr>
          </a:p>
          <a:p>
            <a:r>
              <a:rPr lang="zh-TW" altLang="en-US">
                <a:latin typeface="微軟正黑體" panose="020B0604030504040204" pitchFamily="34" charset="-120"/>
                <a:ea typeface="微軟正黑體" panose="020B0604030504040204" pitchFamily="34" charset="-120"/>
              </a:rPr>
              <a:t>需自行設定佈景主題</a:t>
            </a:r>
            <a:endParaRPr lang="en-US" altLang="zh-TW">
              <a:latin typeface="微軟正黑體" panose="020B0604030504040204" pitchFamily="34" charset="-120"/>
              <a:ea typeface="微軟正黑體" panose="020B0604030504040204" pitchFamily="34" charset="-120"/>
            </a:endParaRPr>
          </a:p>
          <a:p>
            <a:pPr lvl="1"/>
            <a:r>
              <a:rPr lang="zh-TW" altLang="en-US">
                <a:latin typeface="微軟正黑體" panose="020B0604030504040204" pitchFamily="34" charset="-120"/>
                <a:ea typeface="微軟正黑體" panose="020B0604030504040204" pitchFamily="34" charset="-120"/>
              </a:rPr>
              <a:t>請點「設計」， 「變化」的右下箭頭， 「色彩</a:t>
            </a:r>
            <a:r>
              <a:rPr lang="en-US" altLang="zh-TW">
                <a:latin typeface="微軟正黑體" panose="020B0604030504040204" pitchFamily="34" charset="-120"/>
                <a:ea typeface="微軟正黑體" panose="020B0604030504040204" pitchFamily="34" charset="-120"/>
              </a:rPr>
              <a:t>-</a:t>
            </a:r>
            <a:r>
              <a:rPr lang="zh-TW" altLang="en-US">
                <a:latin typeface="微軟正黑體" panose="020B0604030504040204" pitchFamily="34" charset="-120"/>
                <a:ea typeface="微軟正黑體" panose="020B0604030504040204" pitchFamily="34" charset="-120"/>
              </a:rPr>
              <a:t>自訂色彩」根據下方色碼調整配色</a:t>
            </a:r>
            <a:endParaRPr lang="en-US" altLang="zh-TW">
              <a:latin typeface="微軟正黑體" panose="020B0604030504040204" pitchFamily="34" charset="-120"/>
              <a:ea typeface="微軟正黑體" panose="020B0604030504040204" pitchFamily="34" charset="-120"/>
            </a:endParaRPr>
          </a:p>
          <a:p>
            <a:pPr marL="36000" indent="0">
              <a:buNone/>
            </a:pPr>
            <a:endParaRPr lang="zh-TW" altLang="en-US" sz="1600">
              <a:cs typeface="Microsoft JhengHei"/>
              <a:sym typeface="Microsoft JhengHei"/>
            </a:endParaRPr>
          </a:p>
        </p:txBody>
      </p:sp>
      <p:sp>
        <p:nvSpPr>
          <p:cNvPr id="18" name="矩形 17">
            <a:extLst>
              <a:ext uri="{FF2B5EF4-FFF2-40B4-BE49-F238E27FC236}">
                <a16:creationId xmlns:a16="http://schemas.microsoft.com/office/drawing/2014/main" id="{4A6F5D62-ABF7-CEA1-1CDB-8219228F599E}"/>
              </a:ext>
            </a:extLst>
          </p:cNvPr>
          <p:cNvSpPr/>
          <p:nvPr/>
        </p:nvSpPr>
        <p:spPr>
          <a:xfrm>
            <a:off x="7740650" y="1876461"/>
            <a:ext cx="3585268" cy="1529918"/>
          </a:xfrm>
          <a:prstGeom prst="rect">
            <a:avLst/>
          </a:prstGeom>
          <a:solidFill>
            <a:srgbClr val="A1A1A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bg1"/>
                </a:solidFill>
                <a:latin typeface="微軟正黑體" panose="020B0604030504040204" pitchFamily="34" charset="-120"/>
                <a:ea typeface="微軟正黑體" panose="020B0604030504040204" pitchFamily="34" charset="-120"/>
              </a:rPr>
              <a:t>不符合 </a:t>
            </a:r>
            <a:r>
              <a:rPr lang="en-US" altLang="zh-TW" sz="1600" b="1">
                <a:solidFill>
                  <a:schemeClr val="bg1"/>
                </a:solidFill>
                <a:latin typeface="微軟正黑體" panose="020B0604030504040204" pitchFamily="34" charset="-120"/>
                <a:ea typeface="微軟正黑體" panose="020B0604030504040204" pitchFamily="34" charset="-120"/>
              </a:rPr>
              <a:t>tailwind</a:t>
            </a:r>
            <a:r>
              <a:rPr lang="zh-TW" altLang="en-US" sz="1600" b="1">
                <a:solidFill>
                  <a:schemeClr val="bg1"/>
                </a:solidFill>
                <a:latin typeface="微軟正黑體" panose="020B0604030504040204" pitchFamily="34" charset="-120"/>
                <a:ea typeface="微軟正黑體" panose="020B0604030504040204" pitchFamily="34" charset="-120"/>
              </a:rPr>
              <a:t>，不可使用</a:t>
            </a:r>
          </a:p>
        </p:txBody>
      </p:sp>
      <p:sp>
        <p:nvSpPr>
          <p:cNvPr id="4" name="文字方塊 3">
            <a:extLst>
              <a:ext uri="{FF2B5EF4-FFF2-40B4-BE49-F238E27FC236}">
                <a16:creationId xmlns:a16="http://schemas.microsoft.com/office/drawing/2014/main" id="{090EEA29-4CD4-B03F-14BF-3BD15F8EB02E}"/>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4"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graphicFrame>
        <p:nvGraphicFramePr>
          <p:cNvPr id="7" name="Google Shape;273;g23bcfb68efc_1_45">
            <a:extLst>
              <a:ext uri="{FF2B5EF4-FFF2-40B4-BE49-F238E27FC236}">
                <a16:creationId xmlns:a16="http://schemas.microsoft.com/office/drawing/2014/main" id="{8DC5FEA3-F69F-BEFF-D0EE-5E3C996EDED7}"/>
              </a:ext>
            </a:extLst>
          </p:cNvPr>
          <p:cNvGraphicFramePr/>
          <p:nvPr>
            <p:extLst>
              <p:ext uri="{D42A27DB-BD31-4B8C-83A1-F6EECF244321}">
                <p14:modId xmlns:p14="http://schemas.microsoft.com/office/powerpoint/2010/main" val="3027882653"/>
              </p:ext>
            </p:extLst>
          </p:nvPr>
        </p:nvGraphicFramePr>
        <p:xfrm>
          <a:off x="179386" y="2293369"/>
          <a:ext cx="7380285" cy="1113010"/>
        </p:xfrm>
        <a:graphic>
          <a:graphicData uri="http://schemas.openxmlformats.org/drawingml/2006/table">
            <a:tbl>
              <a:tblPr>
                <a:noFill/>
                <a:tableStyleId>{C7E2D07F-EAD9-47BB-8D15-AB9D181D91B3}</a:tableStyleId>
              </a:tblPr>
              <a:tblGrid>
                <a:gridCol w="1368390">
                  <a:extLst>
                    <a:ext uri="{9D8B030D-6E8A-4147-A177-3AD203B41FA5}">
                      <a16:colId xmlns:a16="http://schemas.microsoft.com/office/drawing/2014/main" val="20001"/>
                    </a:ext>
                  </a:extLst>
                </a:gridCol>
                <a:gridCol w="1202379">
                  <a:extLst>
                    <a:ext uri="{9D8B030D-6E8A-4147-A177-3AD203B41FA5}">
                      <a16:colId xmlns:a16="http://schemas.microsoft.com/office/drawing/2014/main" val="20003"/>
                    </a:ext>
                  </a:extLst>
                </a:gridCol>
                <a:gridCol w="1202379">
                  <a:extLst>
                    <a:ext uri="{9D8B030D-6E8A-4147-A177-3AD203B41FA5}">
                      <a16:colId xmlns:a16="http://schemas.microsoft.com/office/drawing/2014/main" val="20004"/>
                    </a:ext>
                  </a:extLst>
                </a:gridCol>
                <a:gridCol w="1202379">
                  <a:extLst>
                    <a:ext uri="{9D8B030D-6E8A-4147-A177-3AD203B41FA5}">
                      <a16:colId xmlns:a16="http://schemas.microsoft.com/office/drawing/2014/main" val="1770366938"/>
                    </a:ext>
                  </a:extLst>
                </a:gridCol>
                <a:gridCol w="1202379">
                  <a:extLst>
                    <a:ext uri="{9D8B030D-6E8A-4147-A177-3AD203B41FA5}">
                      <a16:colId xmlns:a16="http://schemas.microsoft.com/office/drawing/2014/main" val="2555450545"/>
                    </a:ext>
                  </a:extLst>
                </a:gridCol>
                <a:gridCol w="1202379">
                  <a:extLst>
                    <a:ext uri="{9D8B030D-6E8A-4147-A177-3AD203B41FA5}">
                      <a16:colId xmlns:a16="http://schemas.microsoft.com/office/drawing/2014/main" val="1864504299"/>
                    </a:ext>
                  </a:extLst>
                </a:gridCol>
              </a:tblGrid>
              <a:tr h="522787">
                <a:tc rowSpan="3">
                  <a:txBody>
                    <a:bodyPr/>
                    <a:lstStyle/>
                    <a:p>
                      <a:pPr marL="0" lvl="0" indent="0" algn="ctr" rtl="0">
                        <a:lnSpc>
                          <a:spcPct val="130000"/>
                        </a:lnSpc>
                        <a:spcBef>
                          <a:spcPts val="0"/>
                        </a:spcBef>
                        <a:spcAft>
                          <a:spcPts val="0"/>
                        </a:spcAft>
                        <a:buNone/>
                      </a:pPr>
                      <a:r>
                        <a:rPr lang="zh-TW" altLang="en-US">
                          <a:latin typeface="Microsoft JhengHei"/>
                          <a:ea typeface="Microsoft JhengHei"/>
                          <a:cs typeface="Microsoft JhengHei"/>
                          <a:sym typeface="Microsoft JhengHei"/>
                        </a:rPr>
                        <a:t>功能色</a:t>
                      </a:r>
                      <a:endParaRPr>
                        <a:latin typeface="Microsoft JhengHei"/>
                        <a:ea typeface="Microsoft JhengHei"/>
                        <a:cs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gridSpan="2">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微軟正黑體" panose="020B0604030504040204" pitchFamily="34" charset="-120"/>
                          <a:ea typeface="微軟正黑體" panose="020B0604030504040204" pitchFamily="34" charset="-120"/>
                        </a:rPr>
                        <a:t>一般文字</a:t>
                      </a:r>
                    </a:p>
                  </a:txBody>
                  <a:tcPr marL="91425" marR="91425" marT="90000" marB="91425" anchor="ctr">
                    <a:lnL w="12700" cap="flat" cmpd="sng" algn="ctr">
                      <a:solidFill>
                        <a:schemeClr val="accent6"/>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3175" cap="flat" cmpd="sng" algn="ctr">
                      <a:solidFill>
                        <a:schemeClr val="accent6"/>
                      </a:solidFill>
                      <a:prstDash val="sysDot"/>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endParaRPr lang="zh-TW" altLang="en-US" sz="1000"/>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200">
                          <a:latin typeface="微軟正黑體" panose="020B0604030504040204" pitchFamily="34" charset="-120"/>
                          <a:ea typeface="微軟正黑體" panose="020B0604030504040204" pitchFamily="34" charset="-120"/>
                        </a:rPr>
                        <a:t>特殊標註色</a:t>
                      </a:r>
                    </a:p>
                  </a:txBody>
                  <a:tcPr marL="91425" marR="91425" marT="90000" marB="91425"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91425" marR="91425" marT="90000" marB="91425"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endParaRPr lang="zh-TW" altLang="en-US" sz="1200">
                        <a:latin typeface="微軟正黑體" panose="020B0604030504040204" pitchFamily="34" charset="-120"/>
                        <a:ea typeface="微軟正黑體" panose="020B0604030504040204" pitchFamily="34" charset="-120"/>
                      </a:endParaRPr>
                    </a:p>
                  </a:txBody>
                  <a:tcPr marL="91425" marR="91425" marT="90000" marB="91425"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2510">
                <a:tc vMerge="1">
                  <a:txBody>
                    <a:bodyPr/>
                    <a:lstStyle/>
                    <a:p>
                      <a:pPr marL="0" lvl="0" indent="0" algn="ctr" rtl="0">
                        <a:spcBef>
                          <a:spcPts val="0"/>
                        </a:spcBef>
                        <a:spcAft>
                          <a:spcPts val="0"/>
                        </a:spcAft>
                        <a:buNone/>
                      </a:pPr>
                      <a:endParaRPr>
                        <a:latin typeface="Microsoft JhengHei"/>
                        <a:ea typeface="Microsoft JhengHei"/>
                        <a:cs typeface="Microsoft JhengHei"/>
                        <a:sym typeface="Microsoft JhengHei"/>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accent6"/>
                      </a:solidFill>
                      <a:prstDash val="solid"/>
                      <a:round/>
                      <a:headEnd type="none" w="med" len="med"/>
                      <a:tailEnd type="none" w="med" len="med"/>
                    </a:lnL>
                    <a:lnR w="3175" cap="flat" cmpd="sng" algn="ctr">
                      <a:solidFill>
                        <a:schemeClr val="accent6"/>
                      </a:solidFill>
                      <a:prstDash val="sysDot"/>
                      <a:round/>
                      <a:headEnd type="none" w="med" len="med"/>
                      <a:tailEnd type="none" w="med" len="med"/>
                    </a:lnR>
                    <a:lnT w="3175" cap="flat" cmpd="sng" algn="ctr">
                      <a:solidFill>
                        <a:schemeClr val="accent6"/>
                      </a:solidFill>
                      <a:prstDash val="sysDot"/>
                      <a:round/>
                      <a:headEnd type="none" w="med" len="med"/>
                      <a:tailEnd type="none" w="med" len="med"/>
                    </a:lnT>
                    <a:lnB w="3175" cap="flat" cmpd="sng" algn="ctr">
                      <a:solidFill>
                        <a:schemeClr val="accent6"/>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TW" altLang="en-US" sz="1200">
                        <a:solidFill>
                          <a:srgbClr val="FFFFFF"/>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3175" cap="flat" cmpd="sng" algn="ctr">
                      <a:solidFill>
                        <a:schemeClr val="accent6"/>
                      </a:solidFill>
                      <a:prstDash val="sysDot"/>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chemeClr val="tx1"/>
                    </a:solidFill>
                  </a:tcPr>
                </a:tc>
                <a:tc>
                  <a:txBody>
                    <a:bodyPr/>
                    <a:lstStyle/>
                    <a:p>
                      <a:pPr algn="ctr"/>
                      <a:r>
                        <a:rPr lang="en-US" altLang="zh-TW" sz="120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00BD7C"/>
                    </a:solidFill>
                  </a:tcPr>
                </a:tc>
                <a:tc>
                  <a:txBody>
                    <a:bodyPr/>
                    <a:lstStyle/>
                    <a:p>
                      <a:pPr algn="ctr"/>
                      <a:r>
                        <a:rPr lang="en-US" altLang="zh-TW" sz="120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F4444"/>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bg1"/>
                          </a:solidFill>
                          <a:latin typeface="Consolas" panose="020B0609020204030204" pitchFamily="49" charset="0"/>
                          <a:ea typeface="Microsoft JhengHei" panose="020B0604030504040204" pitchFamily="34" charset="-120"/>
                          <a:cs typeface="Consolas" panose="020B0609020204030204" pitchFamily="49" charset="0"/>
                        </a:rPr>
                        <a:t>-</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AB308"/>
                    </a:solidFill>
                  </a:tcPr>
                </a:tc>
                <a:extLst>
                  <a:ext uri="{0D108BD9-81ED-4DB2-BD59-A6C34878D82A}">
                    <a16:rowId xmlns:a16="http://schemas.microsoft.com/office/drawing/2014/main" val="10001"/>
                  </a:ext>
                </a:extLst>
              </a:tr>
              <a:tr h="317713">
                <a:tc vMerge="1">
                  <a:txBody>
                    <a:bodyPr/>
                    <a:lstStyle/>
                    <a:p>
                      <a:endParaRPr lang="zh-TW"/>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#ffffff</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ysDot"/>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#000000</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US"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#10B981</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#ef4444</a:t>
                      </a:r>
                    </a:p>
                  </a:txBody>
                  <a:tcPr marT="36000" marB="36000">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latin typeface="Consolas"/>
                          <a:ea typeface="Consolas"/>
                          <a:cs typeface="Consolas"/>
                          <a:sym typeface="Consolas"/>
                        </a:rPr>
                        <a:t>#eab308</a:t>
                      </a:r>
                    </a:p>
                  </a:txBody>
                  <a:tcPr marT="36000" marB="36000">
                    <a:lnL w="12700" cap="flat" cmpd="sng" algn="ctr">
                      <a:solidFill>
                        <a:srgbClr val="A1A1AA"/>
                      </a:solidFill>
                      <a:prstDash val="solid"/>
                      <a:round/>
                      <a:headEnd type="none" w="med" len="med"/>
                      <a:tailEnd type="none" w="med" len="med"/>
                    </a:lnL>
                    <a:lnR w="12700" cap="flat" cmpd="sng" algn="ctr">
                      <a:solidFill>
                        <a:srgbClr val="A1A1AA"/>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06498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155">
          <a:extLst>
            <a:ext uri="{FF2B5EF4-FFF2-40B4-BE49-F238E27FC236}">
              <a16:creationId xmlns:a16="http://schemas.microsoft.com/office/drawing/2014/main" id="{F1990387-F285-DFC7-4A0D-85BE7F6A24DB}"/>
            </a:ext>
          </a:extLst>
        </p:cNvPr>
        <p:cNvGrpSpPr/>
        <p:nvPr/>
      </p:nvGrpSpPr>
      <p:grpSpPr>
        <a:xfrm>
          <a:off x="0" y="0"/>
          <a:ext cx="0" cy="0"/>
          <a:chOff x="0" y="0"/>
          <a:chExt cx="0" cy="0"/>
        </a:xfrm>
      </p:grpSpPr>
      <p:cxnSp>
        <p:nvCxnSpPr>
          <p:cNvPr id="156" name="Google Shape;156;p13">
            <a:extLst>
              <a:ext uri="{FF2B5EF4-FFF2-40B4-BE49-F238E27FC236}">
                <a16:creationId xmlns:a16="http://schemas.microsoft.com/office/drawing/2014/main" id="{21B1F55B-550A-1E87-9B2C-91553EBD0499}"/>
              </a:ext>
            </a:extLst>
          </p:cNvPr>
          <p:cNvCxnSpPr/>
          <p:nvPr/>
        </p:nvCxnSpPr>
        <p:spPr>
          <a:xfrm rot="10800000">
            <a:off x="1038585" y="3737014"/>
            <a:ext cx="1500" cy="839497"/>
          </a:xfrm>
          <a:prstGeom prst="straightConnector1">
            <a:avLst/>
          </a:prstGeom>
          <a:noFill/>
          <a:ln w="19050" cap="flat" cmpd="sng">
            <a:solidFill>
              <a:srgbClr val="A1A1AA"/>
            </a:solidFill>
            <a:prstDash val="dash"/>
            <a:round/>
            <a:headEnd type="oval" w="med" len="med"/>
            <a:tailEnd type="none" w="sm" len="sm"/>
          </a:ln>
        </p:spPr>
      </p:cxnSp>
      <p:cxnSp>
        <p:nvCxnSpPr>
          <p:cNvPr id="157" name="Google Shape;157;p13">
            <a:extLst>
              <a:ext uri="{FF2B5EF4-FFF2-40B4-BE49-F238E27FC236}">
                <a16:creationId xmlns:a16="http://schemas.microsoft.com/office/drawing/2014/main" id="{C519C248-BB66-F197-7D70-8F1121C7849A}"/>
              </a:ext>
            </a:extLst>
          </p:cNvPr>
          <p:cNvCxnSpPr/>
          <p:nvPr/>
        </p:nvCxnSpPr>
        <p:spPr>
          <a:xfrm rot="10800000">
            <a:off x="10588749" y="3735530"/>
            <a:ext cx="0" cy="834218"/>
          </a:xfrm>
          <a:prstGeom prst="straightConnector1">
            <a:avLst/>
          </a:prstGeom>
          <a:noFill/>
          <a:ln w="19050" cap="flat" cmpd="sng">
            <a:solidFill>
              <a:srgbClr val="A1A1AA"/>
            </a:solidFill>
            <a:prstDash val="dash"/>
            <a:round/>
            <a:headEnd type="oval" w="med" len="med"/>
            <a:tailEnd type="none" w="sm" len="sm"/>
          </a:ln>
        </p:spPr>
      </p:cxnSp>
      <p:cxnSp>
        <p:nvCxnSpPr>
          <p:cNvPr id="158" name="Google Shape;158;p13">
            <a:extLst>
              <a:ext uri="{FF2B5EF4-FFF2-40B4-BE49-F238E27FC236}">
                <a16:creationId xmlns:a16="http://schemas.microsoft.com/office/drawing/2014/main" id="{2290CDF5-F50E-AB64-B904-E1E0ADAAB2F9}"/>
              </a:ext>
            </a:extLst>
          </p:cNvPr>
          <p:cNvCxnSpPr>
            <a:cxnSpLocks/>
            <a:stCxn id="159" idx="6"/>
          </p:cNvCxnSpPr>
          <p:nvPr/>
        </p:nvCxnSpPr>
        <p:spPr>
          <a:xfrm>
            <a:off x="1395719" y="3506030"/>
            <a:ext cx="8814600" cy="35643"/>
          </a:xfrm>
          <a:prstGeom prst="straightConnector1">
            <a:avLst/>
          </a:prstGeom>
          <a:noFill/>
          <a:ln w="19050" cap="flat" cmpd="sng">
            <a:solidFill>
              <a:srgbClr val="6689A1"/>
            </a:solidFill>
            <a:prstDash val="dash"/>
            <a:round/>
            <a:headEnd type="none" w="sm" len="sm"/>
            <a:tailEnd type="none" w="sm" len="sm"/>
          </a:ln>
        </p:spPr>
      </p:cxnSp>
      <p:sp>
        <p:nvSpPr>
          <p:cNvPr id="159" name="Google Shape;159;p13">
            <a:extLst>
              <a:ext uri="{FF2B5EF4-FFF2-40B4-BE49-F238E27FC236}">
                <a16:creationId xmlns:a16="http://schemas.microsoft.com/office/drawing/2014/main" id="{1618799A-48F8-96BC-8E06-D38C61B2336B}"/>
              </a:ext>
            </a:extLst>
          </p:cNvPr>
          <p:cNvSpPr/>
          <p:nvPr/>
        </p:nvSpPr>
        <p:spPr>
          <a:xfrm>
            <a:off x="681448" y="3148818"/>
            <a:ext cx="714271" cy="714423"/>
          </a:xfrm>
          <a:prstGeom prst="ellipse">
            <a:avLst/>
          </a:prstGeom>
          <a:solidFill>
            <a:srgbClr val="3B82F6"/>
          </a:solidFill>
          <a:ln>
            <a:noFill/>
          </a:ln>
        </p:spPr>
        <p:txBody>
          <a:bodyPr spcFirstLastPara="1" wrap="square" lIns="91425" tIns="91425" rIns="91425" bIns="91425" anchor="ctr" anchorCtr="0">
            <a:noAutofit/>
          </a:bodyPr>
          <a:lstStyle/>
          <a:p>
            <a:pPr marL="0" marR="0" lvl="0" indent="0" algn="ctr" rtl="0">
              <a:lnSpc>
                <a:spcPct val="130000"/>
              </a:lnSpc>
              <a:spcBef>
                <a:spcPts val="0"/>
              </a:spcBef>
              <a:spcAft>
                <a:spcPts val="0"/>
              </a:spcAft>
              <a:buClr>
                <a:srgbClr val="000000"/>
              </a:buClr>
              <a:buSzPts val="1400"/>
              <a:buFont typeface="Arial"/>
              <a:buNone/>
            </a:pPr>
            <a:r>
              <a:rPr lang="zh-TW" sz="1300" b="0" i="0" u="none" strike="noStrike" cap="none">
                <a:solidFill>
                  <a:srgbClr val="FFFFFF"/>
                </a:solidFill>
                <a:latin typeface="Microsoft JhengHei"/>
                <a:ea typeface="Microsoft JhengHei"/>
                <a:cs typeface="Microsoft JhengHei"/>
                <a:sym typeface="Microsoft JhengHei"/>
              </a:rPr>
              <a:t>2</a:t>
            </a:r>
            <a:endParaRPr sz="1300" b="0" i="0" u="none" strike="noStrike" cap="none">
              <a:solidFill>
                <a:srgbClr val="FFFFFF"/>
              </a:solidFill>
              <a:latin typeface="Microsoft JhengHei"/>
              <a:ea typeface="Microsoft JhengHei"/>
              <a:cs typeface="Microsoft JhengHei"/>
              <a:sym typeface="Microsoft JhengHei"/>
            </a:endParaRPr>
          </a:p>
        </p:txBody>
      </p:sp>
      <p:sp>
        <p:nvSpPr>
          <p:cNvPr id="160" name="Google Shape;160;p13">
            <a:extLst>
              <a:ext uri="{FF2B5EF4-FFF2-40B4-BE49-F238E27FC236}">
                <a16:creationId xmlns:a16="http://schemas.microsoft.com/office/drawing/2014/main" id="{5AE35A41-A287-551C-8250-1901D40021A3}"/>
              </a:ext>
            </a:extLst>
          </p:cNvPr>
          <p:cNvSpPr/>
          <p:nvPr/>
        </p:nvSpPr>
        <p:spPr>
          <a:xfrm>
            <a:off x="10230549" y="3102876"/>
            <a:ext cx="714271" cy="702881"/>
          </a:xfrm>
          <a:prstGeom prst="ellipse">
            <a:avLst/>
          </a:prstGeom>
          <a:solidFill>
            <a:srgbClr val="FCD34D"/>
          </a:solidFill>
          <a:ln>
            <a:noFill/>
          </a:ln>
        </p:spPr>
        <p:txBody>
          <a:bodyPr spcFirstLastPara="1" wrap="square" lIns="91425" tIns="91425" rIns="91425" bIns="91425" anchor="ctr" anchorCtr="0">
            <a:noAutofit/>
          </a:bodyPr>
          <a:lstStyle/>
          <a:p>
            <a:pPr marL="0" marR="0" lvl="0" indent="0" algn="ctr" rtl="0">
              <a:lnSpc>
                <a:spcPct val="130000"/>
              </a:lnSpc>
              <a:spcBef>
                <a:spcPts val="0"/>
              </a:spcBef>
              <a:spcAft>
                <a:spcPts val="0"/>
              </a:spcAft>
              <a:buClr>
                <a:srgbClr val="000000"/>
              </a:buClr>
              <a:buSzPts val="1400"/>
              <a:buFont typeface="Arial"/>
              <a:buNone/>
            </a:pPr>
            <a:r>
              <a:rPr lang="zh-TW" sz="1400" b="0" i="0" u="none" strike="noStrike" cap="none">
                <a:solidFill>
                  <a:srgbClr val="FFFFFF"/>
                </a:solidFill>
                <a:latin typeface="Microsoft JhengHei"/>
                <a:ea typeface="Microsoft JhengHei"/>
                <a:cs typeface="Microsoft JhengHei"/>
                <a:sym typeface="Microsoft JhengHei"/>
              </a:rPr>
              <a:t>11</a:t>
            </a:r>
            <a:endParaRPr sz="1400" b="0" i="0" u="none" strike="noStrike" cap="none">
              <a:solidFill>
                <a:srgbClr val="FFFFFF"/>
              </a:solidFill>
              <a:latin typeface="Microsoft JhengHei"/>
              <a:ea typeface="Microsoft JhengHei"/>
              <a:cs typeface="Microsoft JhengHei"/>
              <a:sym typeface="Microsoft JhengHei"/>
            </a:endParaRPr>
          </a:p>
        </p:txBody>
      </p:sp>
      <p:cxnSp>
        <p:nvCxnSpPr>
          <p:cNvPr id="161" name="Google Shape;161;p13">
            <a:extLst>
              <a:ext uri="{FF2B5EF4-FFF2-40B4-BE49-F238E27FC236}">
                <a16:creationId xmlns:a16="http://schemas.microsoft.com/office/drawing/2014/main" id="{3997939C-6661-CF37-6929-329106C66DC8}"/>
              </a:ext>
            </a:extLst>
          </p:cNvPr>
          <p:cNvCxnSpPr/>
          <p:nvPr/>
        </p:nvCxnSpPr>
        <p:spPr>
          <a:xfrm rot="10800000">
            <a:off x="7546274" y="1947037"/>
            <a:ext cx="1500" cy="1306800"/>
          </a:xfrm>
          <a:prstGeom prst="straightConnector1">
            <a:avLst/>
          </a:prstGeom>
          <a:noFill/>
          <a:ln w="19050" cap="flat" cmpd="sng">
            <a:solidFill>
              <a:srgbClr val="A1A1AA"/>
            </a:solidFill>
            <a:prstDash val="dash"/>
            <a:round/>
            <a:headEnd type="none" w="sm" len="sm"/>
            <a:tailEnd type="oval" w="med" len="med"/>
          </a:ln>
        </p:spPr>
      </p:cxnSp>
      <p:cxnSp>
        <p:nvCxnSpPr>
          <p:cNvPr id="162" name="Google Shape;162;p13">
            <a:extLst>
              <a:ext uri="{FF2B5EF4-FFF2-40B4-BE49-F238E27FC236}">
                <a16:creationId xmlns:a16="http://schemas.microsoft.com/office/drawing/2014/main" id="{EC780015-F211-D46E-C397-702AA429F4CB}"/>
              </a:ext>
            </a:extLst>
          </p:cNvPr>
          <p:cNvCxnSpPr/>
          <p:nvPr/>
        </p:nvCxnSpPr>
        <p:spPr>
          <a:xfrm rot="10800000">
            <a:off x="4707266" y="2381824"/>
            <a:ext cx="0" cy="835560"/>
          </a:xfrm>
          <a:prstGeom prst="straightConnector1">
            <a:avLst/>
          </a:prstGeom>
          <a:noFill/>
          <a:ln w="19050" cap="flat" cmpd="sng">
            <a:solidFill>
              <a:srgbClr val="A1A1AA"/>
            </a:solidFill>
            <a:prstDash val="dash"/>
            <a:round/>
            <a:headEnd type="none" w="sm" len="sm"/>
            <a:tailEnd type="oval" w="med" len="med"/>
          </a:ln>
        </p:spPr>
      </p:cxnSp>
      <p:cxnSp>
        <p:nvCxnSpPr>
          <p:cNvPr id="163" name="Google Shape;163;p13">
            <a:extLst>
              <a:ext uri="{FF2B5EF4-FFF2-40B4-BE49-F238E27FC236}">
                <a16:creationId xmlns:a16="http://schemas.microsoft.com/office/drawing/2014/main" id="{EE8CCCE9-5B75-0CA3-F5BF-B2B3DB634A2E}"/>
              </a:ext>
            </a:extLst>
          </p:cNvPr>
          <p:cNvCxnSpPr/>
          <p:nvPr/>
        </p:nvCxnSpPr>
        <p:spPr>
          <a:xfrm rot="10800000">
            <a:off x="4033700" y="3729567"/>
            <a:ext cx="0" cy="834218"/>
          </a:xfrm>
          <a:prstGeom prst="straightConnector1">
            <a:avLst/>
          </a:prstGeom>
          <a:noFill/>
          <a:ln w="19050" cap="flat" cmpd="sng">
            <a:solidFill>
              <a:srgbClr val="A1A1AA"/>
            </a:solidFill>
            <a:prstDash val="dash"/>
            <a:round/>
            <a:headEnd type="oval" w="med" len="med"/>
            <a:tailEnd type="none" w="sm" len="sm"/>
          </a:ln>
        </p:spPr>
      </p:cxnSp>
      <p:cxnSp>
        <p:nvCxnSpPr>
          <p:cNvPr id="164" name="Google Shape;164;p13">
            <a:extLst>
              <a:ext uri="{FF2B5EF4-FFF2-40B4-BE49-F238E27FC236}">
                <a16:creationId xmlns:a16="http://schemas.microsoft.com/office/drawing/2014/main" id="{F98194B7-C21B-5490-D89C-7E06988E02CC}"/>
              </a:ext>
            </a:extLst>
          </p:cNvPr>
          <p:cNvCxnSpPr/>
          <p:nvPr/>
        </p:nvCxnSpPr>
        <p:spPr>
          <a:xfrm rot="10800000">
            <a:off x="6759210" y="3737014"/>
            <a:ext cx="1500" cy="839497"/>
          </a:xfrm>
          <a:prstGeom prst="straightConnector1">
            <a:avLst/>
          </a:prstGeom>
          <a:noFill/>
          <a:ln w="19050" cap="flat" cmpd="sng">
            <a:solidFill>
              <a:srgbClr val="A1A1AA"/>
            </a:solidFill>
            <a:prstDash val="dash"/>
            <a:round/>
            <a:headEnd type="oval" w="med" len="med"/>
            <a:tailEnd type="none" w="sm" len="sm"/>
          </a:ln>
        </p:spPr>
      </p:cxnSp>
      <p:sp>
        <p:nvSpPr>
          <p:cNvPr id="165" name="Google Shape;165;p13">
            <a:extLst>
              <a:ext uri="{FF2B5EF4-FFF2-40B4-BE49-F238E27FC236}">
                <a16:creationId xmlns:a16="http://schemas.microsoft.com/office/drawing/2014/main" id="{881465F5-41F5-9D4B-41DE-05AC31946F03}"/>
              </a:ext>
            </a:extLst>
          </p:cNvPr>
          <p:cNvSpPr txBox="1"/>
          <p:nvPr/>
        </p:nvSpPr>
        <p:spPr>
          <a:xfrm>
            <a:off x="1874630" y="2631508"/>
            <a:ext cx="1868650" cy="464712"/>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b="1" i="0" u="none" strike="noStrike" cap="none">
                <a:solidFill>
                  <a:schemeClr val="dk1"/>
                </a:solidFill>
                <a:latin typeface="Microsoft JhengHei"/>
                <a:ea typeface="Microsoft JhengHei"/>
                <a:cs typeface="Microsoft JhengHei"/>
                <a:sym typeface="Microsoft JhengHei"/>
              </a:rPr>
              <a:t>培訓課程</a:t>
            </a:r>
            <a:endParaRPr b="1" i="0" u="none" strike="noStrike" cap="none">
              <a:solidFill>
                <a:schemeClr val="dk1"/>
              </a:solidFill>
              <a:latin typeface="Microsoft JhengHei"/>
              <a:ea typeface="Microsoft JhengHei"/>
              <a:cs typeface="Microsoft JhengHei"/>
              <a:sym typeface="Microsoft JhengHei"/>
            </a:endParaRPr>
          </a:p>
        </p:txBody>
      </p:sp>
      <p:sp>
        <p:nvSpPr>
          <p:cNvPr id="166" name="Google Shape;166;p13">
            <a:extLst>
              <a:ext uri="{FF2B5EF4-FFF2-40B4-BE49-F238E27FC236}">
                <a16:creationId xmlns:a16="http://schemas.microsoft.com/office/drawing/2014/main" id="{FF8B347A-FA1A-D864-7AB1-A9DDF2687CD5}"/>
              </a:ext>
            </a:extLst>
          </p:cNvPr>
          <p:cNvSpPr txBox="1"/>
          <p:nvPr/>
        </p:nvSpPr>
        <p:spPr>
          <a:xfrm>
            <a:off x="5942298" y="2654185"/>
            <a:ext cx="1868650" cy="464712"/>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b="1" i="0" u="none" strike="noStrike" cap="none">
                <a:solidFill>
                  <a:schemeClr val="dk1"/>
                </a:solidFill>
                <a:latin typeface="Microsoft JhengHei"/>
                <a:ea typeface="Microsoft JhengHei"/>
                <a:cs typeface="Microsoft JhengHei"/>
                <a:sym typeface="Microsoft JhengHei"/>
              </a:rPr>
              <a:t>專案體驗</a:t>
            </a:r>
            <a:endParaRPr b="1" i="0" u="none" strike="noStrike" cap="none">
              <a:solidFill>
                <a:schemeClr val="dk1"/>
              </a:solidFill>
              <a:latin typeface="Microsoft JhengHei"/>
              <a:ea typeface="Microsoft JhengHei"/>
              <a:cs typeface="Microsoft JhengHei"/>
              <a:sym typeface="Microsoft JhengHei"/>
            </a:endParaRPr>
          </a:p>
        </p:txBody>
      </p:sp>
      <p:sp>
        <p:nvSpPr>
          <p:cNvPr id="167" name="Google Shape;167;p13">
            <a:extLst>
              <a:ext uri="{FF2B5EF4-FFF2-40B4-BE49-F238E27FC236}">
                <a16:creationId xmlns:a16="http://schemas.microsoft.com/office/drawing/2014/main" id="{ACC8F1FA-8892-6364-5322-0AC9E194EE28}"/>
              </a:ext>
            </a:extLst>
          </p:cNvPr>
          <p:cNvSpPr txBox="1"/>
          <p:nvPr/>
        </p:nvSpPr>
        <p:spPr>
          <a:xfrm>
            <a:off x="3811579" y="1780478"/>
            <a:ext cx="1803899" cy="670304"/>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AI</a:t>
            </a:r>
            <a:br>
              <a:rPr lang="zh-TW" sz="1200" b="0" i="0" u="none" strike="noStrike" cap="none">
                <a:solidFill>
                  <a:schemeClr val="dk1"/>
                </a:solidFill>
                <a:latin typeface="Microsoft JhengHei"/>
                <a:ea typeface="Microsoft JhengHei"/>
                <a:cs typeface="Microsoft JhengHei"/>
                <a:sym typeface="Microsoft JhengHei"/>
              </a:rPr>
            </a:br>
            <a:r>
              <a:rPr lang="zh-TW" sz="1200" b="0" i="0" u="none" strike="noStrike" cap="none">
                <a:solidFill>
                  <a:schemeClr val="dk1"/>
                </a:solidFill>
                <a:latin typeface="Microsoft JhengHei"/>
                <a:ea typeface="Microsoft JhengHei"/>
                <a:cs typeface="Microsoft JhengHei"/>
                <a:sym typeface="Microsoft JhengHei"/>
              </a:rPr>
              <a:t>行銷案例探討</a:t>
            </a:r>
            <a:endParaRPr sz="1100" b="0" i="0" u="none" strike="noStrike" cap="none">
              <a:solidFill>
                <a:schemeClr val="dk1"/>
              </a:solidFill>
              <a:latin typeface="Microsoft JhengHei"/>
              <a:ea typeface="Microsoft JhengHei"/>
              <a:cs typeface="Microsoft JhengHei"/>
              <a:sym typeface="Microsoft JhengHei"/>
            </a:endParaRPr>
          </a:p>
        </p:txBody>
      </p:sp>
      <p:sp>
        <p:nvSpPr>
          <p:cNvPr id="168" name="Google Shape;168;p13">
            <a:extLst>
              <a:ext uri="{FF2B5EF4-FFF2-40B4-BE49-F238E27FC236}">
                <a16:creationId xmlns:a16="http://schemas.microsoft.com/office/drawing/2014/main" id="{42419735-1BDA-A7BC-DEFB-9A723D0B2281}"/>
              </a:ext>
            </a:extLst>
          </p:cNvPr>
          <p:cNvSpPr txBox="1"/>
          <p:nvPr/>
        </p:nvSpPr>
        <p:spPr>
          <a:xfrm>
            <a:off x="6545294" y="868145"/>
            <a:ext cx="2003134" cy="1054874"/>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AI專案解方規劃</a:t>
            </a:r>
            <a:endParaRPr/>
          </a:p>
          <a:p>
            <a:pPr marL="0" marR="0" lvl="0" indent="0" algn="ctr" rtl="0">
              <a:lnSpc>
                <a:spcPct val="130000"/>
              </a:lnSpc>
              <a:spcBef>
                <a:spcPts val="0"/>
              </a:spcBef>
              <a:spcAft>
                <a:spcPts val="0"/>
              </a:spcAft>
              <a:buClr>
                <a:srgbClr val="000000"/>
              </a:buClr>
              <a:buSzPts val="1400"/>
              <a:buFont typeface="Arial"/>
              <a:buNone/>
            </a:pPr>
            <a:r>
              <a:rPr lang="zh-TW" sz="1050" b="0" i="0" u="none" strike="noStrike" cap="none">
                <a:solidFill>
                  <a:schemeClr val="dk1"/>
                </a:solidFill>
                <a:latin typeface="Microsoft JhengHei"/>
                <a:ea typeface="Microsoft JhengHei"/>
                <a:cs typeface="Microsoft JhengHei"/>
                <a:sym typeface="Microsoft JhengHei"/>
              </a:rPr>
              <a:t>透過科技轉型顧問之協助，體驗將需求、可行性評估、PoC、至專案解方規劃之過程</a:t>
            </a:r>
            <a:endParaRPr sz="1050" b="0" i="0" u="none" strike="noStrike" cap="none">
              <a:solidFill>
                <a:schemeClr val="dk1"/>
              </a:solidFill>
              <a:latin typeface="Microsoft JhengHei"/>
              <a:ea typeface="Microsoft JhengHei"/>
              <a:cs typeface="Microsoft JhengHei"/>
              <a:sym typeface="Microsoft JhengHei"/>
            </a:endParaRPr>
          </a:p>
        </p:txBody>
      </p:sp>
      <p:sp>
        <p:nvSpPr>
          <p:cNvPr id="169" name="Google Shape;169;p13">
            <a:extLst>
              <a:ext uri="{FF2B5EF4-FFF2-40B4-BE49-F238E27FC236}">
                <a16:creationId xmlns:a16="http://schemas.microsoft.com/office/drawing/2014/main" id="{101CBCF8-A008-E31F-CE50-379BCCD5EEBA}"/>
              </a:ext>
            </a:extLst>
          </p:cNvPr>
          <p:cNvSpPr txBox="1"/>
          <p:nvPr/>
        </p:nvSpPr>
        <p:spPr>
          <a:xfrm>
            <a:off x="9692706" y="4477713"/>
            <a:ext cx="1803900" cy="903906"/>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結業餐會</a:t>
            </a:r>
            <a:r>
              <a:rPr lang="zh-TW" sz="1400" b="0" i="0" u="none" strike="noStrike" cap="none">
                <a:solidFill>
                  <a:schemeClr val="dk1"/>
                </a:solidFill>
                <a:latin typeface="Microsoft JhengHei"/>
                <a:ea typeface="Microsoft JhengHei"/>
                <a:cs typeface="Microsoft JhengHei"/>
                <a:sym typeface="Microsoft JhengHei"/>
              </a:rPr>
              <a:t> </a:t>
            </a:r>
            <a:endParaRPr sz="1400" b="0" i="0" u="none" strike="noStrike" cap="none">
              <a:solidFill>
                <a:schemeClr val="dk1"/>
              </a:solidFill>
              <a:latin typeface="Microsoft JhengHei"/>
              <a:ea typeface="Microsoft JhengHei"/>
              <a:cs typeface="Microsoft JhengHei"/>
              <a:sym typeface="Microsoft JhengHei"/>
            </a:endParaRPr>
          </a:p>
          <a:p>
            <a:pPr marL="0" marR="0" lvl="0" indent="0" algn="ctr" rtl="0">
              <a:lnSpc>
                <a:spcPct val="130000"/>
              </a:lnSpc>
              <a:spcBef>
                <a:spcPts val="0"/>
              </a:spcBef>
              <a:spcAft>
                <a:spcPts val="0"/>
              </a:spcAft>
              <a:buClr>
                <a:srgbClr val="000000"/>
              </a:buClr>
              <a:buSzPts val="1400"/>
              <a:buFont typeface="Arial"/>
              <a:buNone/>
            </a:pPr>
            <a:r>
              <a:rPr lang="zh-TW" sz="1050" b="0" i="0" u="none" strike="noStrike" cap="none">
                <a:solidFill>
                  <a:schemeClr val="dk1"/>
                </a:solidFill>
                <a:latin typeface="Microsoft JhengHei"/>
                <a:ea typeface="Microsoft JhengHei"/>
                <a:cs typeface="Microsoft JhengHei"/>
                <a:sym typeface="Microsoft JhengHei"/>
              </a:rPr>
              <a:t>頒獎、結業</a:t>
            </a:r>
            <a:endParaRPr sz="1050" b="0" i="0" u="none" strike="noStrike" cap="none">
              <a:solidFill>
                <a:schemeClr val="dk1"/>
              </a:solidFill>
              <a:latin typeface="Microsoft JhengHei"/>
              <a:ea typeface="Microsoft JhengHei"/>
              <a:cs typeface="Microsoft JhengHei"/>
              <a:sym typeface="Microsoft JhengHei"/>
            </a:endParaRPr>
          </a:p>
          <a:p>
            <a:pPr marL="0" marR="0" lvl="0" indent="0" algn="ctr" rtl="0">
              <a:lnSpc>
                <a:spcPct val="130000"/>
              </a:lnSpc>
              <a:spcBef>
                <a:spcPts val="0"/>
              </a:spcBef>
              <a:spcAft>
                <a:spcPts val="0"/>
              </a:spcAft>
              <a:buClr>
                <a:srgbClr val="000000"/>
              </a:buClr>
              <a:buSzPts val="1400"/>
              <a:buFont typeface="Arial"/>
              <a:buNone/>
            </a:pPr>
            <a:r>
              <a:rPr lang="zh-TW" sz="1050" b="0" i="0" u="none" strike="noStrike" cap="none">
                <a:solidFill>
                  <a:schemeClr val="dk1"/>
                </a:solidFill>
                <a:latin typeface="Microsoft JhengHei"/>
                <a:ea typeface="Microsoft JhengHei"/>
                <a:cs typeface="Microsoft JhengHei"/>
                <a:sym typeface="Microsoft JhengHei"/>
              </a:rPr>
              <a:t>、專案開展</a:t>
            </a:r>
            <a:endParaRPr sz="1050" b="0" i="0" u="none" strike="noStrike" cap="none">
              <a:solidFill>
                <a:schemeClr val="dk1"/>
              </a:solidFill>
              <a:latin typeface="Microsoft JhengHei"/>
              <a:ea typeface="Microsoft JhengHei"/>
              <a:cs typeface="Microsoft JhengHei"/>
              <a:sym typeface="Microsoft JhengHei"/>
            </a:endParaRPr>
          </a:p>
        </p:txBody>
      </p:sp>
      <p:sp>
        <p:nvSpPr>
          <p:cNvPr id="170" name="Google Shape;170;p13">
            <a:extLst>
              <a:ext uri="{FF2B5EF4-FFF2-40B4-BE49-F238E27FC236}">
                <a16:creationId xmlns:a16="http://schemas.microsoft.com/office/drawing/2014/main" id="{D41255A0-DC44-9E71-63BD-1282D6B96E01}"/>
              </a:ext>
            </a:extLst>
          </p:cNvPr>
          <p:cNvSpPr txBox="1"/>
          <p:nvPr/>
        </p:nvSpPr>
        <p:spPr>
          <a:xfrm>
            <a:off x="281523" y="4525491"/>
            <a:ext cx="1515600" cy="670304"/>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啟動說明</a:t>
            </a:r>
            <a:br>
              <a:rPr lang="zh-TW" sz="1200" b="0" i="0" u="none" strike="noStrike" cap="none">
                <a:solidFill>
                  <a:schemeClr val="dk1"/>
                </a:solidFill>
                <a:latin typeface="Microsoft JhengHei"/>
                <a:ea typeface="Microsoft JhengHei"/>
                <a:cs typeface="Microsoft JhengHei"/>
                <a:sym typeface="Microsoft JhengHei"/>
              </a:rPr>
            </a:br>
            <a:r>
              <a:rPr lang="zh-TW" sz="1200" b="0" i="0" u="none" strike="noStrike" cap="none">
                <a:solidFill>
                  <a:schemeClr val="dk1"/>
                </a:solidFill>
                <a:latin typeface="Microsoft JhengHei"/>
                <a:ea typeface="Microsoft JhengHei"/>
                <a:cs typeface="Microsoft JhengHei"/>
                <a:sym typeface="Microsoft JhengHei"/>
              </a:rPr>
              <a:t>餐會</a:t>
            </a:r>
            <a:endParaRPr sz="1200" b="0" i="0" u="none" strike="noStrike" cap="none">
              <a:solidFill>
                <a:schemeClr val="dk1"/>
              </a:solidFill>
              <a:latin typeface="Microsoft JhengHei"/>
              <a:ea typeface="Microsoft JhengHei"/>
              <a:cs typeface="Microsoft JhengHei"/>
              <a:sym typeface="Microsoft JhengHei"/>
            </a:endParaRPr>
          </a:p>
        </p:txBody>
      </p:sp>
      <p:sp>
        <p:nvSpPr>
          <p:cNvPr id="171" name="Google Shape;171;p13">
            <a:extLst>
              <a:ext uri="{FF2B5EF4-FFF2-40B4-BE49-F238E27FC236}">
                <a16:creationId xmlns:a16="http://schemas.microsoft.com/office/drawing/2014/main" id="{DFACB1C9-2CF8-920E-7CFB-FDCA0363DDCA}"/>
              </a:ext>
            </a:extLst>
          </p:cNvPr>
          <p:cNvSpPr txBox="1"/>
          <p:nvPr/>
        </p:nvSpPr>
        <p:spPr>
          <a:xfrm>
            <a:off x="1434981" y="1049775"/>
            <a:ext cx="1515600" cy="845506"/>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數位溝通力建立</a:t>
            </a:r>
            <a:endParaRPr/>
          </a:p>
          <a:p>
            <a:pPr marL="0" marR="0" lvl="0" indent="0" algn="ctr" rtl="0">
              <a:lnSpc>
                <a:spcPct val="130000"/>
              </a:lnSpc>
              <a:spcBef>
                <a:spcPts val="0"/>
              </a:spcBef>
              <a:spcAft>
                <a:spcPts val="0"/>
              </a:spcAft>
              <a:buClr>
                <a:srgbClr val="000000"/>
              </a:buClr>
              <a:buSzPts val="1400"/>
              <a:buFont typeface="Arial"/>
              <a:buNone/>
            </a:pPr>
            <a:r>
              <a:rPr lang="zh-TW" sz="1050" b="0" i="0" u="none" strike="noStrike" cap="none">
                <a:solidFill>
                  <a:schemeClr val="dk1"/>
                </a:solidFill>
                <a:latin typeface="Microsoft JhengHei"/>
                <a:ea typeface="Microsoft JhengHei"/>
                <a:cs typeface="Microsoft JhengHei"/>
                <a:sym typeface="Microsoft JhengHei"/>
              </a:rPr>
              <a:t>業務流程圖實作、OCR案例溝通體驗</a:t>
            </a:r>
            <a:endParaRPr sz="1050" b="0" i="0" u="none" strike="noStrike" cap="none">
              <a:solidFill>
                <a:schemeClr val="dk1"/>
              </a:solidFill>
              <a:latin typeface="Microsoft JhengHei"/>
              <a:ea typeface="Microsoft JhengHei"/>
              <a:cs typeface="Microsoft JhengHei"/>
              <a:sym typeface="Microsoft JhengHei"/>
            </a:endParaRPr>
          </a:p>
        </p:txBody>
      </p:sp>
      <p:sp>
        <p:nvSpPr>
          <p:cNvPr id="172" name="Google Shape;172;p13">
            <a:extLst>
              <a:ext uri="{FF2B5EF4-FFF2-40B4-BE49-F238E27FC236}">
                <a16:creationId xmlns:a16="http://schemas.microsoft.com/office/drawing/2014/main" id="{5E7D171C-CF8A-976B-AFC8-12A5FEE860E6}"/>
              </a:ext>
            </a:extLst>
          </p:cNvPr>
          <p:cNvSpPr txBox="1"/>
          <p:nvPr/>
        </p:nvSpPr>
        <p:spPr>
          <a:xfrm>
            <a:off x="6004465" y="4514668"/>
            <a:ext cx="1515600" cy="670304"/>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非AI </a:t>
            </a:r>
            <a:br>
              <a:rPr lang="zh-TW" sz="1200" b="0" i="0" u="none" strike="noStrike" cap="none">
                <a:solidFill>
                  <a:schemeClr val="dk1"/>
                </a:solidFill>
                <a:latin typeface="Microsoft JhengHei"/>
                <a:ea typeface="Microsoft JhengHei"/>
                <a:cs typeface="Microsoft JhengHei"/>
                <a:sym typeface="Microsoft JhengHei"/>
              </a:rPr>
            </a:br>
            <a:r>
              <a:rPr lang="zh-TW" sz="1200" b="0" i="0" u="none" strike="noStrike" cap="none">
                <a:solidFill>
                  <a:schemeClr val="dk1"/>
                </a:solidFill>
                <a:latin typeface="Microsoft JhengHei"/>
                <a:ea typeface="Microsoft JhengHei"/>
                <a:cs typeface="Microsoft JhengHei"/>
                <a:sym typeface="Microsoft JhengHei"/>
              </a:rPr>
              <a:t>腦力激盪餐會</a:t>
            </a:r>
            <a:endParaRPr sz="1200" b="0" i="0" u="none" strike="noStrike" cap="none">
              <a:solidFill>
                <a:schemeClr val="dk1"/>
              </a:solidFill>
              <a:latin typeface="Microsoft JhengHei"/>
              <a:ea typeface="Microsoft JhengHei"/>
              <a:cs typeface="Microsoft JhengHei"/>
              <a:sym typeface="Microsoft JhengHei"/>
            </a:endParaRPr>
          </a:p>
        </p:txBody>
      </p:sp>
      <p:sp>
        <p:nvSpPr>
          <p:cNvPr id="173" name="Google Shape;173;p13">
            <a:extLst>
              <a:ext uri="{FF2B5EF4-FFF2-40B4-BE49-F238E27FC236}">
                <a16:creationId xmlns:a16="http://schemas.microsoft.com/office/drawing/2014/main" id="{8F2AE554-58CB-88C9-D984-43E8277A28FE}"/>
              </a:ext>
            </a:extLst>
          </p:cNvPr>
          <p:cNvSpPr txBox="1">
            <a:spLocks noGrp="1"/>
          </p:cNvSpPr>
          <p:nvPr>
            <p:ph type="title"/>
          </p:nvPr>
        </p:nvSpPr>
        <p:spPr>
          <a:prstGeom prst="rect">
            <a:avLst/>
          </a:prstGeom>
          <a:noFill/>
          <a:ln>
            <a:noFill/>
          </a:ln>
        </p:spPr>
        <p:txBody>
          <a:bodyPr spcFirstLastPara="1" wrap="square" lIns="88150" tIns="44075" rIns="88150" bIns="44075" anchor="ctr" anchorCtr="0">
            <a:noAutofit/>
          </a:bodyPr>
          <a:lstStyle/>
          <a:p>
            <a:pPr lvl="0">
              <a:lnSpc>
                <a:spcPct val="130000"/>
              </a:lnSpc>
              <a:buSzPts val="3100"/>
            </a:pPr>
            <a:r>
              <a:rPr lang="zh-TW" altLang="en-US">
                <a:solidFill>
                  <a:schemeClr val="tx1"/>
                </a:solidFill>
              </a:rPr>
              <a:t>配色範例 </a:t>
            </a:r>
            <a:r>
              <a:rPr lang="en-US" altLang="zh-TW" sz="2000">
                <a:solidFill>
                  <a:schemeClr val="tx1"/>
                </a:solidFill>
              </a:rPr>
              <a:t>blue + amber</a:t>
            </a:r>
            <a:r>
              <a:rPr lang="zh-TW" altLang="en-US" sz="2000">
                <a:solidFill>
                  <a:schemeClr val="tx1"/>
                </a:solidFill>
              </a:rPr>
              <a:t> </a:t>
            </a:r>
            <a:endParaRPr sz="2000">
              <a:highlight>
                <a:srgbClr val="FFFF00"/>
              </a:highlight>
              <a:latin typeface="Microsoft JhengHei" panose="020B0604030504040204" pitchFamily="34" charset="-120"/>
              <a:ea typeface="Microsoft JhengHei" panose="020B0604030504040204" pitchFamily="34" charset="-120"/>
            </a:endParaRPr>
          </a:p>
        </p:txBody>
      </p:sp>
      <p:cxnSp>
        <p:nvCxnSpPr>
          <p:cNvPr id="174" name="Google Shape;174;p13">
            <a:extLst>
              <a:ext uri="{FF2B5EF4-FFF2-40B4-BE49-F238E27FC236}">
                <a16:creationId xmlns:a16="http://schemas.microsoft.com/office/drawing/2014/main" id="{7C58920C-019C-4B3B-74B1-318C0E76E483}"/>
              </a:ext>
            </a:extLst>
          </p:cNvPr>
          <p:cNvCxnSpPr>
            <a:endCxn id="171" idx="2"/>
          </p:cNvCxnSpPr>
          <p:nvPr/>
        </p:nvCxnSpPr>
        <p:spPr>
          <a:xfrm flipV="1">
            <a:off x="2192781" y="1895281"/>
            <a:ext cx="0" cy="1351290"/>
          </a:xfrm>
          <a:prstGeom prst="straightConnector1">
            <a:avLst/>
          </a:prstGeom>
          <a:noFill/>
          <a:ln w="19050" cap="flat" cmpd="sng">
            <a:solidFill>
              <a:srgbClr val="A1A1AA"/>
            </a:solidFill>
            <a:prstDash val="dash"/>
            <a:round/>
            <a:headEnd type="none" w="sm" len="sm"/>
            <a:tailEnd type="oval" w="med" len="med"/>
          </a:ln>
        </p:spPr>
      </p:cxnSp>
      <p:sp>
        <p:nvSpPr>
          <p:cNvPr id="175" name="Google Shape;175;p13">
            <a:extLst>
              <a:ext uri="{FF2B5EF4-FFF2-40B4-BE49-F238E27FC236}">
                <a16:creationId xmlns:a16="http://schemas.microsoft.com/office/drawing/2014/main" id="{23D9D008-5E2F-2709-FF5B-12D3387E2728}"/>
              </a:ext>
            </a:extLst>
          </p:cNvPr>
          <p:cNvSpPr txBox="1"/>
          <p:nvPr/>
        </p:nvSpPr>
        <p:spPr>
          <a:xfrm>
            <a:off x="1896284" y="4588135"/>
            <a:ext cx="1746329" cy="1294940"/>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AI </a:t>
            </a:r>
            <a:br>
              <a:rPr lang="zh-TW" sz="1200" b="0" i="0" u="none" strike="noStrike" cap="none">
                <a:solidFill>
                  <a:schemeClr val="dk1"/>
                </a:solidFill>
                <a:latin typeface="Microsoft JhengHei"/>
                <a:ea typeface="Microsoft JhengHei"/>
                <a:cs typeface="Microsoft JhengHei"/>
                <a:sym typeface="Microsoft JhengHei"/>
              </a:rPr>
            </a:br>
            <a:r>
              <a:rPr lang="zh-TW" sz="1200" b="0" i="0" u="none" strike="noStrike" cap="none">
                <a:solidFill>
                  <a:schemeClr val="dk1"/>
                </a:solidFill>
                <a:latin typeface="Microsoft JhengHei"/>
                <a:ea typeface="Microsoft JhengHei"/>
                <a:cs typeface="Microsoft JhengHei"/>
                <a:sym typeface="Microsoft JhengHei"/>
              </a:rPr>
              <a:t>溝通力建立</a:t>
            </a:r>
            <a:br>
              <a:rPr lang="zh-TW" sz="1400" b="0" i="0" u="none" strike="noStrike" cap="none">
                <a:solidFill>
                  <a:schemeClr val="dk1"/>
                </a:solidFill>
                <a:latin typeface="Microsoft JhengHei"/>
                <a:ea typeface="Microsoft JhengHei"/>
                <a:cs typeface="Microsoft JhengHei"/>
                <a:sym typeface="Microsoft JhengHei"/>
              </a:rPr>
            </a:br>
            <a:r>
              <a:rPr lang="zh-TW" sz="1050" b="0" i="0" u="none" strike="noStrike" cap="none">
                <a:solidFill>
                  <a:schemeClr val="dk1"/>
                </a:solidFill>
                <a:latin typeface="Microsoft JhengHei"/>
                <a:ea typeface="Microsoft JhengHei"/>
                <a:cs typeface="Microsoft JhengHei"/>
                <a:sym typeface="Microsoft JhengHei"/>
              </a:rPr>
              <a:t>業務流程與AI命題描繪執行探討-Regression/</a:t>
            </a:r>
            <a:br>
              <a:rPr lang="zh-TW" sz="1050" b="0" i="0" u="none" strike="noStrike" cap="none">
                <a:solidFill>
                  <a:schemeClr val="dk1"/>
                </a:solidFill>
                <a:latin typeface="Microsoft JhengHei"/>
                <a:ea typeface="Microsoft JhengHei"/>
                <a:cs typeface="Microsoft JhengHei"/>
                <a:sym typeface="Microsoft JhengHei"/>
              </a:rPr>
            </a:br>
            <a:r>
              <a:rPr lang="zh-TW" sz="1050" b="0" i="0" u="none" strike="noStrike" cap="none">
                <a:solidFill>
                  <a:schemeClr val="dk1"/>
                </a:solidFill>
                <a:latin typeface="Microsoft JhengHei"/>
                <a:ea typeface="Microsoft JhengHei"/>
                <a:cs typeface="Microsoft JhengHei"/>
                <a:sym typeface="Microsoft JhengHei"/>
              </a:rPr>
              <a:t>Classification</a:t>
            </a:r>
            <a:endParaRPr/>
          </a:p>
        </p:txBody>
      </p:sp>
      <p:cxnSp>
        <p:nvCxnSpPr>
          <p:cNvPr id="176" name="Google Shape;176;p13">
            <a:extLst>
              <a:ext uri="{FF2B5EF4-FFF2-40B4-BE49-F238E27FC236}">
                <a16:creationId xmlns:a16="http://schemas.microsoft.com/office/drawing/2014/main" id="{D9D6FF0F-0D99-63E2-612E-5E8218273FDB}"/>
              </a:ext>
            </a:extLst>
          </p:cNvPr>
          <p:cNvCxnSpPr/>
          <p:nvPr/>
        </p:nvCxnSpPr>
        <p:spPr>
          <a:xfrm rot="10800000">
            <a:off x="2753965" y="3742053"/>
            <a:ext cx="0" cy="834218"/>
          </a:xfrm>
          <a:prstGeom prst="straightConnector1">
            <a:avLst/>
          </a:prstGeom>
          <a:noFill/>
          <a:ln w="19050" cap="flat" cmpd="sng">
            <a:solidFill>
              <a:srgbClr val="A1A1AA"/>
            </a:solidFill>
            <a:prstDash val="dash"/>
            <a:round/>
            <a:headEnd type="oval" w="med" len="med"/>
            <a:tailEnd type="none" w="sm" len="sm"/>
          </a:ln>
        </p:spPr>
      </p:cxnSp>
      <p:sp>
        <p:nvSpPr>
          <p:cNvPr id="177" name="Google Shape;177;p13">
            <a:extLst>
              <a:ext uri="{FF2B5EF4-FFF2-40B4-BE49-F238E27FC236}">
                <a16:creationId xmlns:a16="http://schemas.microsoft.com/office/drawing/2014/main" id="{E168E116-33F9-9F9E-0026-61B95D075660}"/>
              </a:ext>
            </a:extLst>
          </p:cNvPr>
          <p:cNvSpPr txBox="1"/>
          <p:nvPr/>
        </p:nvSpPr>
        <p:spPr>
          <a:xfrm>
            <a:off x="3274779" y="4507322"/>
            <a:ext cx="1515600" cy="670304"/>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OCR</a:t>
            </a:r>
            <a:br>
              <a:rPr lang="zh-TW" sz="1200" b="0" i="0" u="none" strike="noStrike" cap="none">
                <a:solidFill>
                  <a:schemeClr val="dk1"/>
                </a:solidFill>
                <a:latin typeface="Microsoft JhengHei"/>
                <a:ea typeface="Microsoft JhengHei"/>
                <a:cs typeface="Microsoft JhengHei"/>
                <a:sym typeface="Microsoft JhengHei"/>
              </a:rPr>
            </a:br>
            <a:r>
              <a:rPr lang="zh-TW" sz="1200" b="0" i="0" u="none" strike="noStrike" cap="none">
                <a:solidFill>
                  <a:schemeClr val="dk1"/>
                </a:solidFill>
                <a:latin typeface="Microsoft JhengHei"/>
                <a:ea typeface="Microsoft JhengHei"/>
                <a:cs typeface="Microsoft JhengHei"/>
                <a:sym typeface="Microsoft JhengHei"/>
              </a:rPr>
              <a:t>案例探討</a:t>
            </a:r>
            <a:endParaRPr/>
          </a:p>
        </p:txBody>
      </p:sp>
      <p:sp>
        <p:nvSpPr>
          <p:cNvPr id="178" name="Google Shape;178;p13">
            <a:extLst>
              <a:ext uri="{FF2B5EF4-FFF2-40B4-BE49-F238E27FC236}">
                <a16:creationId xmlns:a16="http://schemas.microsoft.com/office/drawing/2014/main" id="{51BBCE71-530A-CF33-F773-8E72644A4313}"/>
              </a:ext>
            </a:extLst>
          </p:cNvPr>
          <p:cNvSpPr txBox="1"/>
          <p:nvPr/>
        </p:nvSpPr>
        <p:spPr>
          <a:xfrm>
            <a:off x="2742884" y="1767422"/>
            <a:ext cx="1515600" cy="670304"/>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RPA</a:t>
            </a:r>
            <a:br>
              <a:rPr lang="zh-TW" sz="1200" b="0" i="0" u="none" strike="noStrike" cap="none">
                <a:solidFill>
                  <a:schemeClr val="dk1"/>
                </a:solidFill>
                <a:latin typeface="Microsoft JhengHei"/>
                <a:ea typeface="Microsoft JhengHei"/>
                <a:cs typeface="Microsoft JhengHei"/>
                <a:sym typeface="Microsoft JhengHei"/>
              </a:rPr>
            </a:br>
            <a:r>
              <a:rPr lang="zh-TW" sz="1200" b="0" i="0" u="none" strike="noStrike" cap="none">
                <a:solidFill>
                  <a:schemeClr val="dk1"/>
                </a:solidFill>
                <a:latin typeface="Microsoft JhengHei"/>
                <a:ea typeface="Microsoft JhengHei"/>
                <a:cs typeface="Microsoft JhengHei"/>
                <a:sym typeface="Microsoft JhengHei"/>
              </a:rPr>
              <a:t>案例探討</a:t>
            </a:r>
            <a:endParaRPr/>
          </a:p>
        </p:txBody>
      </p:sp>
      <p:cxnSp>
        <p:nvCxnSpPr>
          <p:cNvPr id="179" name="Google Shape;179;p13">
            <a:extLst>
              <a:ext uri="{FF2B5EF4-FFF2-40B4-BE49-F238E27FC236}">
                <a16:creationId xmlns:a16="http://schemas.microsoft.com/office/drawing/2014/main" id="{6B547CB2-E5AE-7481-E1CB-7304E40B91C4}"/>
              </a:ext>
            </a:extLst>
          </p:cNvPr>
          <p:cNvCxnSpPr/>
          <p:nvPr/>
        </p:nvCxnSpPr>
        <p:spPr>
          <a:xfrm rot="10800000">
            <a:off x="3497481" y="2377752"/>
            <a:ext cx="0" cy="834570"/>
          </a:xfrm>
          <a:prstGeom prst="straightConnector1">
            <a:avLst/>
          </a:prstGeom>
          <a:noFill/>
          <a:ln w="19050" cap="flat" cmpd="sng">
            <a:solidFill>
              <a:srgbClr val="A1A1AA"/>
            </a:solidFill>
            <a:prstDash val="dash"/>
            <a:round/>
            <a:headEnd type="none" w="sm" len="sm"/>
            <a:tailEnd type="oval" w="med" len="med"/>
          </a:ln>
        </p:spPr>
      </p:cxnSp>
      <p:sp>
        <p:nvSpPr>
          <p:cNvPr id="180" name="Google Shape;180;p13">
            <a:extLst>
              <a:ext uri="{FF2B5EF4-FFF2-40B4-BE49-F238E27FC236}">
                <a16:creationId xmlns:a16="http://schemas.microsoft.com/office/drawing/2014/main" id="{2C99B84B-3FF0-070B-82E9-006373E899EC}"/>
              </a:ext>
            </a:extLst>
          </p:cNvPr>
          <p:cNvSpPr txBox="1"/>
          <p:nvPr/>
        </p:nvSpPr>
        <p:spPr>
          <a:xfrm>
            <a:off x="5488631" y="1779825"/>
            <a:ext cx="1515600" cy="670304"/>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AI </a:t>
            </a:r>
            <a:br>
              <a:rPr lang="zh-TW" sz="1200" b="0" i="0" u="none" strike="noStrike" cap="none">
                <a:solidFill>
                  <a:schemeClr val="dk1"/>
                </a:solidFill>
                <a:latin typeface="Microsoft JhengHei"/>
                <a:ea typeface="Microsoft JhengHei"/>
                <a:cs typeface="Microsoft JhengHei"/>
                <a:sym typeface="Microsoft JhengHei"/>
              </a:rPr>
            </a:br>
            <a:r>
              <a:rPr lang="zh-TW" sz="1200" b="0" i="0" u="none" strike="noStrike" cap="none">
                <a:solidFill>
                  <a:schemeClr val="dk1"/>
                </a:solidFill>
                <a:latin typeface="Microsoft JhengHei"/>
                <a:ea typeface="Microsoft JhengHei"/>
                <a:cs typeface="Microsoft JhengHei"/>
                <a:sym typeface="Microsoft JhengHei"/>
              </a:rPr>
              <a:t>腦力激盪餐會</a:t>
            </a:r>
            <a:endParaRPr sz="1200" b="0" i="0" u="none" strike="noStrike" cap="none">
              <a:solidFill>
                <a:schemeClr val="dk1"/>
              </a:solidFill>
              <a:latin typeface="Microsoft JhengHei"/>
              <a:ea typeface="Microsoft JhengHei"/>
              <a:cs typeface="Microsoft JhengHei"/>
              <a:sym typeface="Microsoft JhengHei"/>
            </a:endParaRPr>
          </a:p>
        </p:txBody>
      </p:sp>
      <p:cxnSp>
        <p:nvCxnSpPr>
          <p:cNvPr id="181" name="Google Shape;181;p13">
            <a:extLst>
              <a:ext uri="{FF2B5EF4-FFF2-40B4-BE49-F238E27FC236}">
                <a16:creationId xmlns:a16="http://schemas.microsoft.com/office/drawing/2014/main" id="{2E913ABE-46D2-F0B1-128A-89FA03479D51}"/>
              </a:ext>
            </a:extLst>
          </p:cNvPr>
          <p:cNvCxnSpPr/>
          <p:nvPr/>
        </p:nvCxnSpPr>
        <p:spPr>
          <a:xfrm rot="10800000">
            <a:off x="6239956" y="2389564"/>
            <a:ext cx="1500" cy="839520"/>
          </a:xfrm>
          <a:prstGeom prst="straightConnector1">
            <a:avLst/>
          </a:prstGeom>
          <a:noFill/>
          <a:ln w="19050" cap="flat" cmpd="sng">
            <a:solidFill>
              <a:srgbClr val="A1A1AA"/>
            </a:solidFill>
            <a:prstDash val="dash"/>
            <a:round/>
            <a:headEnd type="none" w="sm" len="sm"/>
            <a:tailEnd type="oval" w="med" len="med"/>
          </a:ln>
        </p:spPr>
      </p:cxnSp>
      <p:cxnSp>
        <p:nvCxnSpPr>
          <p:cNvPr id="182" name="Google Shape;182;p13">
            <a:extLst>
              <a:ext uri="{FF2B5EF4-FFF2-40B4-BE49-F238E27FC236}">
                <a16:creationId xmlns:a16="http://schemas.microsoft.com/office/drawing/2014/main" id="{F5AF5B66-8DEE-70A2-E5CF-4AB9F6814510}"/>
              </a:ext>
            </a:extLst>
          </p:cNvPr>
          <p:cNvCxnSpPr/>
          <p:nvPr/>
        </p:nvCxnSpPr>
        <p:spPr>
          <a:xfrm rot="10800000">
            <a:off x="8455119" y="3702277"/>
            <a:ext cx="0" cy="882996"/>
          </a:xfrm>
          <a:prstGeom prst="straightConnector1">
            <a:avLst/>
          </a:prstGeom>
          <a:noFill/>
          <a:ln w="19050" cap="flat" cmpd="sng">
            <a:solidFill>
              <a:srgbClr val="A1A1AA"/>
            </a:solidFill>
            <a:prstDash val="dash"/>
            <a:round/>
            <a:headEnd type="oval" w="med" len="med"/>
            <a:tailEnd type="none" w="sm" len="sm"/>
          </a:ln>
        </p:spPr>
      </p:cxnSp>
      <p:sp>
        <p:nvSpPr>
          <p:cNvPr id="183" name="Google Shape;183;p13">
            <a:extLst>
              <a:ext uri="{FF2B5EF4-FFF2-40B4-BE49-F238E27FC236}">
                <a16:creationId xmlns:a16="http://schemas.microsoft.com/office/drawing/2014/main" id="{EE1EF8BB-2B1C-8396-0CA7-59D833F2C4CC}"/>
              </a:ext>
            </a:extLst>
          </p:cNvPr>
          <p:cNvSpPr txBox="1"/>
          <p:nvPr/>
        </p:nvSpPr>
        <p:spPr>
          <a:xfrm>
            <a:off x="7385885" y="4596921"/>
            <a:ext cx="2141540" cy="1625030"/>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非AI </a:t>
            </a:r>
            <a:br>
              <a:rPr lang="zh-TW" sz="1200" b="0" i="0" u="none" strike="noStrike" cap="none">
                <a:solidFill>
                  <a:schemeClr val="dk1"/>
                </a:solidFill>
                <a:latin typeface="Microsoft JhengHei"/>
                <a:ea typeface="Microsoft JhengHei"/>
                <a:cs typeface="Microsoft JhengHei"/>
                <a:sym typeface="Microsoft JhengHei"/>
              </a:rPr>
            </a:br>
            <a:r>
              <a:rPr lang="zh-TW" sz="1200" b="0" i="0" u="none" strike="noStrike" cap="none">
                <a:solidFill>
                  <a:schemeClr val="dk1"/>
                </a:solidFill>
                <a:latin typeface="Microsoft JhengHei"/>
                <a:ea typeface="Microsoft JhengHei"/>
                <a:cs typeface="Microsoft JhengHei"/>
                <a:sym typeface="Microsoft JhengHei"/>
              </a:rPr>
              <a:t>專案解方規劃</a:t>
            </a:r>
            <a:endParaRPr sz="1200" b="0" i="0" u="none" strike="noStrike" cap="none">
              <a:solidFill>
                <a:schemeClr val="dk1"/>
              </a:solidFill>
              <a:latin typeface="Microsoft JhengHei"/>
              <a:ea typeface="Microsoft JhengHei"/>
              <a:cs typeface="Microsoft JhengHei"/>
              <a:sym typeface="Microsoft JhengHei"/>
            </a:endParaRPr>
          </a:p>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透過科技轉型顧問之協助，體驗將需求、可行性評估、至專案解方規劃之過程</a:t>
            </a:r>
            <a:endParaRPr/>
          </a:p>
          <a:p>
            <a:pPr marL="0" marR="0" lvl="0" indent="0" algn="ctr" rtl="0">
              <a:lnSpc>
                <a:spcPct val="130000"/>
              </a:lnSpc>
              <a:spcBef>
                <a:spcPts val="0"/>
              </a:spcBef>
              <a:spcAft>
                <a:spcPts val="0"/>
              </a:spcAft>
              <a:buClr>
                <a:srgbClr val="000000"/>
              </a:buClr>
              <a:buSzPts val="1400"/>
              <a:buFont typeface="Arial"/>
              <a:buNone/>
            </a:pPr>
            <a:endParaRPr sz="1200" b="0" i="0" u="none" strike="noStrike" cap="none">
              <a:solidFill>
                <a:schemeClr val="dk1"/>
              </a:solidFill>
              <a:latin typeface="Microsoft JhengHei"/>
              <a:ea typeface="Microsoft JhengHei"/>
              <a:cs typeface="Microsoft JhengHei"/>
              <a:sym typeface="Microsoft JhengHei"/>
            </a:endParaRPr>
          </a:p>
        </p:txBody>
      </p:sp>
      <p:sp>
        <p:nvSpPr>
          <p:cNvPr id="184" name="Google Shape;184;p13">
            <a:extLst>
              <a:ext uri="{FF2B5EF4-FFF2-40B4-BE49-F238E27FC236}">
                <a16:creationId xmlns:a16="http://schemas.microsoft.com/office/drawing/2014/main" id="{3071A587-C6A4-9C1D-F5DF-6A7B156E5D85}"/>
              </a:ext>
            </a:extLst>
          </p:cNvPr>
          <p:cNvSpPr txBox="1"/>
          <p:nvPr/>
        </p:nvSpPr>
        <p:spPr>
          <a:xfrm>
            <a:off x="643495" y="2663264"/>
            <a:ext cx="811364" cy="464712"/>
          </a:xfrm>
          <a:prstGeom prst="rect">
            <a:avLst/>
          </a:prstGeom>
          <a:noFill/>
          <a:ln>
            <a:noFill/>
          </a:ln>
        </p:spPr>
        <p:txBody>
          <a:bodyPr spcFirstLastPara="1" wrap="square" lIns="91425" tIns="91425" rIns="91425" bIns="91425" anchor="t" anchorCtr="0">
            <a:spAutoFit/>
          </a:bodyPr>
          <a:lstStyle/>
          <a:p>
            <a:pPr marL="0" marR="0" lvl="0" indent="0" algn="l" rtl="0">
              <a:lnSpc>
                <a:spcPct val="130000"/>
              </a:lnSpc>
              <a:spcBef>
                <a:spcPts val="0"/>
              </a:spcBef>
              <a:spcAft>
                <a:spcPts val="0"/>
              </a:spcAft>
              <a:buClr>
                <a:srgbClr val="000000"/>
              </a:buClr>
              <a:buSzPts val="1400"/>
              <a:buFont typeface="Arial"/>
              <a:buNone/>
            </a:pPr>
            <a:r>
              <a:rPr lang="zh-TW" b="1" i="0" u="none" strike="noStrike" cap="none">
                <a:solidFill>
                  <a:schemeClr val="dk1"/>
                </a:solidFill>
                <a:latin typeface="Microsoft JhengHei"/>
                <a:ea typeface="Microsoft JhengHei"/>
                <a:cs typeface="Microsoft JhengHei"/>
                <a:sym typeface="Microsoft JhengHei"/>
              </a:rPr>
              <a:t>單位-月</a:t>
            </a:r>
            <a:endParaRPr b="1" i="0" u="none" strike="noStrike" cap="none">
              <a:solidFill>
                <a:schemeClr val="dk1"/>
              </a:solidFill>
              <a:latin typeface="Microsoft JhengHei"/>
              <a:ea typeface="Microsoft JhengHei"/>
              <a:cs typeface="Microsoft JhengHei"/>
              <a:sym typeface="Microsoft JhengHei"/>
            </a:endParaRPr>
          </a:p>
        </p:txBody>
      </p:sp>
      <p:cxnSp>
        <p:nvCxnSpPr>
          <p:cNvPr id="185" name="Google Shape;185;p13">
            <a:extLst>
              <a:ext uri="{FF2B5EF4-FFF2-40B4-BE49-F238E27FC236}">
                <a16:creationId xmlns:a16="http://schemas.microsoft.com/office/drawing/2014/main" id="{9EEB15FE-D0CE-2648-F69E-7E9BB630EB34}"/>
              </a:ext>
            </a:extLst>
          </p:cNvPr>
          <p:cNvCxnSpPr>
            <a:cxnSpLocks/>
          </p:cNvCxnSpPr>
          <p:nvPr/>
        </p:nvCxnSpPr>
        <p:spPr>
          <a:xfrm flipV="1">
            <a:off x="5460783" y="3541673"/>
            <a:ext cx="0" cy="1055595"/>
          </a:xfrm>
          <a:prstGeom prst="straightConnector1">
            <a:avLst/>
          </a:prstGeom>
          <a:noFill/>
          <a:ln w="19050" cap="flat" cmpd="sng">
            <a:solidFill>
              <a:srgbClr val="A1A1AA"/>
            </a:solidFill>
            <a:prstDash val="dash"/>
            <a:round/>
            <a:headEnd type="oval" w="med" len="med"/>
            <a:tailEnd type="none" w="sm" len="sm"/>
          </a:ln>
        </p:spPr>
      </p:cxnSp>
      <p:sp>
        <p:nvSpPr>
          <p:cNvPr id="186" name="Google Shape;186;p13">
            <a:extLst>
              <a:ext uri="{FF2B5EF4-FFF2-40B4-BE49-F238E27FC236}">
                <a16:creationId xmlns:a16="http://schemas.microsoft.com/office/drawing/2014/main" id="{DAA27917-275A-9B41-18C8-1E8A1F1461C1}"/>
              </a:ext>
            </a:extLst>
          </p:cNvPr>
          <p:cNvSpPr txBox="1"/>
          <p:nvPr/>
        </p:nvSpPr>
        <p:spPr>
          <a:xfrm>
            <a:off x="4700309" y="4518810"/>
            <a:ext cx="1515600" cy="670304"/>
          </a:xfrm>
          <a:prstGeom prst="rect">
            <a:avLst/>
          </a:prstGeom>
          <a:noFill/>
          <a:ln>
            <a:noFill/>
          </a:ln>
        </p:spPr>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solidFill>
                  <a:schemeClr val="dk1"/>
                </a:solidFill>
                <a:latin typeface="Microsoft JhengHei"/>
                <a:ea typeface="Microsoft JhengHei"/>
                <a:cs typeface="Microsoft JhengHei"/>
                <a:sym typeface="Microsoft JhengHei"/>
              </a:rPr>
              <a:t>業務單位</a:t>
            </a:r>
            <a:br>
              <a:rPr lang="zh-TW" sz="1200" b="0" i="0" u="none" strike="noStrike" cap="none">
                <a:solidFill>
                  <a:schemeClr val="dk1"/>
                </a:solidFill>
                <a:latin typeface="Microsoft JhengHei"/>
                <a:ea typeface="Microsoft JhengHei"/>
                <a:cs typeface="Microsoft JhengHei"/>
                <a:sym typeface="Microsoft JhengHei"/>
              </a:rPr>
            </a:br>
            <a:r>
              <a:rPr lang="zh-TW" sz="1200" b="0" i="0" u="none" strike="noStrike" cap="none">
                <a:solidFill>
                  <a:schemeClr val="dk1"/>
                </a:solidFill>
                <a:latin typeface="Microsoft JhengHei"/>
                <a:ea typeface="Microsoft JhengHei"/>
                <a:cs typeface="Microsoft JhengHei"/>
                <a:sym typeface="Microsoft JhengHei"/>
              </a:rPr>
              <a:t>處內需求盤點</a:t>
            </a:r>
            <a:endParaRPr/>
          </a:p>
        </p:txBody>
      </p:sp>
      <p:sp>
        <p:nvSpPr>
          <p:cNvPr id="187" name="Google Shape;187;p13">
            <a:extLst>
              <a:ext uri="{FF2B5EF4-FFF2-40B4-BE49-F238E27FC236}">
                <a16:creationId xmlns:a16="http://schemas.microsoft.com/office/drawing/2014/main" id="{75BC8B36-211E-7630-0DF7-43E1941C797A}"/>
              </a:ext>
            </a:extLst>
          </p:cNvPr>
          <p:cNvSpPr txBox="1"/>
          <p:nvPr/>
        </p:nvSpPr>
        <p:spPr>
          <a:xfrm>
            <a:off x="8702698" y="1953051"/>
            <a:ext cx="1515600" cy="424701"/>
          </a:xfrm>
          <a:prstGeom prst="rect">
            <a:avLst/>
          </a:prstGeom>
          <a:noFill/>
          <a:ln>
            <a:solidFill>
              <a:srgbClr val="FCD34D"/>
            </a:solidFill>
          </a:ln>
        </p:spPr>
        <p:style>
          <a:lnRef idx="2">
            <a:schemeClr val="accent3"/>
          </a:lnRef>
          <a:fillRef idx="1">
            <a:schemeClr val="lt1"/>
          </a:fillRef>
          <a:effectRef idx="0">
            <a:schemeClr val="accent3"/>
          </a:effectRef>
          <a:fontRef idx="minor">
            <a:schemeClr val="dk1"/>
          </a:fontRef>
        </p:style>
        <p:txBody>
          <a:bodyPr spcFirstLastPara="1" wrap="square" lIns="91425" tIns="91425" rIns="91425" bIns="91425" anchor="t" anchorCtr="0">
            <a:spAutoFit/>
          </a:bodyPr>
          <a:lstStyle/>
          <a:p>
            <a:pPr marL="0" marR="0" lvl="0" indent="0" algn="ctr" rtl="0">
              <a:lnSpc>
                <a:spcPct val="130000"/>
              </a:lnSpc>
              <a:spcBef>
                <a:spcPts val="0"/>
              </a:spcBef>
              <a:spcAft>
                <a:spcPts val="0"/>
              </a:spcAft>
              <a:buClr>
                <a:srgbClr val="000000"/>
              </a:buClr>
              <a:buSzPts val="1400"/>
              <a:buFont typeface="Arial"/>
              <a:buNone/>
            </a:pPr>
            <a:r>
              <a:rPr lang="zh-TW" sz="1200" b="0" i="0" u="none" strike="noStrike" cap="none">
                <a:latin typeface="Microsoft JhengHei"/>
                <a:ea typeface="Microsoft JhengHei"/>
                <a:cs typeface="Microsoft JhengHei"/>
                <a:sym typeface="Microsoft JhengHei"/>
              </a:rPr>
              <a:t>解方分享交流會</a:t>
            </a:r>
            <a:endParaRPr/>
          </a:p>
        </p:txBody>
      </p:sp>
      <p:cxnSp>
        <p:nvCxnSpPr>
          <p:cNvPr id="188" name="Google Shape;188;p13">
            <a:extLst>
              <a:ext uri="{FF2B5EF4-FFF2-40B4-BE49-F238E27FC236}">
                <a16:creationId xmlns:a16="http://schemas.microsoft.com/office/drawing/2014/main" id="{E6306F8A-08EF-72F1-DC9A-4FBA7D9634C6}"/>
              </a:ext>
            </a:extLst>
          </p:cNvPr>
          <p:cNvCxnSpPr/>
          <p:nvPr/>
        </p:nvCxnSpPr>
        <p:spPr>
          <a:xfrm rot="10800000">
            <a:off x="9462929" y="2394377"/>
            <a:ext cx="1500" cy="839520"/>
          </a:xfrm>
          <a:prstGeom prst="straightConnector1">
            <a:avLst/>
          </a:prstGeom>
          <a:noFill/>
          <a:ln w="19050" cap="flat" cmpd="sng">
            <a:solidFill>
              <a:srgbClr val="A1A1AA"/>
            </a:solidFill>
            <a:prstDash val="dash"/>
            <a:round/>
            <a:headEnd type="none" w="sm" len="sm"/>
            <a:tailEnd type="oval" w="med" len="med"/>
          </a:ln>
        </p:spPr>
      </p:cxnSp>
      <p:sp>
        <p:nvSpPr>
          <p:cNvPr id="189" name="Google Shape;189;p13">
            <a:extLst>
              <a:ext uri="{FF2B5EF4-FFF2-40B4-BE49-F238E27FC236}">
                <a16:creationId xmlns:a16="http://schemas.microsoft.com/office/drawing/2014/main" id="{3D4CF646-1491-52D1-D2B2-DBA79B698BA3}"/>
              </a:ext>
            </a:extLst>
          </p:cNvPr>
          <p:cNvSpPr/>
          <p:nvPr/>
        </p:nvSpPr>
        <p:spPr>
          <a:xfrm>
            <a:off x="1778151" y="3102877"/>
            <a:ext cx="3313569" cy="748232"/>
          </a:xfrm>
          <a:prstGeom prst="roundRect">
            <a:avLst>
              <a:gd name="adj" fmla="val 50000"/>
            </a:avLst>
          </a:prstGeom>
          <a:noFill/>
          <a:ln w="1905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30000"/>
              </a:lnSpc>
              <a:spcBef>
                <a:spcPts val="0"/>
              </a:spcBef>
              <a:spcAft>
                <a:spcPts val="0"/>
              </a:spcAft>
              <a:buClr>
                <a:srgbClr val="000000"/>
              </a:buClr>
              <a:buSzPts val="1100"/>
              <a:buFont typeface="Arial"/>
              <a:buNone/>
            </a:pPr>
            <a:r>
              <a:rPr lang="zh-TW" sz="1800" b="0" i="0" u="none" strike="noStrike" cap="none">
                <a:solidFill>
                  <a:srgbClr val="000000"/>
                </a:solidFill>
                <a:latin typeface="Microsoft JhengHei"/>
                <a:ea typeface="Microsoft JhengHei"/>
                <a:cs typeface="Microsoft JhengHei"/>
                <a:sym typeface="Microsoft JhengHei"/>
              </a:rPr>
              <a:t>         </a:t>
            </a:r>
            <a:endParaRPr sz="1400" b="0" i="0" u="none" strike="noStrike" cap="none">
              <a:solidFill>
                <a:srgbClr val="000000"/>
              </a:solidFill>
              <a:latin typeface="Microsoft JhengHei"/>
              <a:ea typeface="Microsoft JhengHei"/>
              <a:cs typeface="Microsoft JhengHei"/>
              <a:sym typeface="Microsoft JhengHei"/>
            </a:endParaRPr>
          </a:p>
        </p:txBody>
      </p:sp>
      <p:sp>
        <p:nvSpPr>
          <p:cNvPr id="190" name="Google Shape;190;p13">
            <a:extLst>
              <a:ext uri="{FF2B5EF4-FFF2-40B4-BE49-F238E27FC236}">
                <a16:creationId xmlns:a16="http://schemas.microsoft.com/office/drawing/2014/main" id="{AF133258-742D-8C0C-F779-BE3EF146825A}"/>
              </a:ext>
            </a:extLst>
          </p:cNvPr>
          <p:cNvSpPr/>
          <p:nvPr/>
        </p:nvSpPr>
        <p:spPr>
          <a:xfrm>
            <a:off x="5811232" y="3106277"/>
            <a:ext cx="4057677" cy="748232"/>
          </a:xfrm>
          <a:prstGeom prst="roundRect">
            <a:avLst>
              <a:gd name="adj" fmla="val 50000"/>
            </a:avLst>
          </a:prstGeom>
          <a:noFill/>
          <a:ln w="19050" cap="flat" cmpd="sng">
            <a:solidFill>
              <a:srgbClr val="FCD34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30000"/>
              </a:lnSpc>
              <a:spcBef>
                <a:spcPts val="0"/>
              </a:spcBef>
              <a:spcAft>
                <a:spcPts val="0"/>
              </a:spcAft>
              <a:buClr>
                <a:srgbClr val="000000"/>
              </a:buClr>
              <a:buSzPts val="1100"/>
              <a:buFont typeface="Arial"/>
              <a:buNone/>
            </a:pPr>
            <a:r>
              <a:rPr lang="zh-TW" sz="1800" b="0" i="0" u="none" strike="noStrike" cap="none">
                <a:solidFill>
                  <a:srgbClr val="000000"/>
                </a:solidFill>
                <a:latin typeface="Microsoft JhengHei"/>
                <a:ea typeface="Microsoft JhengHei"/>
                <a:cs typeface="Microsoft JhengHei"/>
                <a:sym typeface="Microsoft JhengHei"/>
              </a:rPr>
              <a:t>          </a:t>
            </a:r>
            <a:endParaRPr sz="1400" b="0" i="0" u="none" strike="noStrike" cap="none">
              <a:solidFill>
                <a:srgbClr val="000000"/>
              </a:solidFill>
              <a:latin typeface="Microsoft JhengHei"/>
              <a:ea typeface="Microsoft JhengHei"/>
              <a:cs typeface="Microsoft JhengHei"/>
              <a:sym typeface="Microsoft JhengHei"/>
            </a:endParaRPr>
          </a:p>
        </p:txBody>
      </p:sp>
      <p:sp>
        <p:nvSpPr>
          <p:cNvPr id="191" name="Google Shape;191;p13">
            <a:extLst>
              <a:ext uri="{FF2B5EF4-FFF2-40B4-BE49-F238E27FC236}">
                <a16:creationId xmlns:a16="http://schemas.microsoft.com/office/drawing/2014/main" id="{51E0C1BF-4C96-C597-5DB6-80C2704D9771}"/>
              </a:ext>
            </a:extLst>
          </p:cNvPr>
          <p:cNvSpPr/>
          <p:nvPr/>
        </p:nvSpPr>
        <p:spPr>
          <a:xfrm>
            <a:off x="4425428" y="3185703"/>
            <a:ext cx="563677" cy="590478"/>
          </a:xfrm>
          <a:prstGeom prst="ellipse">
            <a:avLst/>
          </a:prstGeom>
          <a:solidFill>
            <a:srgbClr val="3B82F6"/>
          </a:solidFill>
          <a:ln>
            <a:noFill/>
          </a:ln>
        </p:spPr>
        <p:txBody>
          <a:bodyPr spcFirstLastPara="1" wrap="square" lIns="91425" tIns="91425" rIns="91425" bIns="91425" anchor="ctr" anchorCtr="0">
            <a:noAutofit/>
          </a:bodyPr>
          <a:lstStyle/>
          <a:p>
            <a:pPr marL="0" marR="0" lvl="0" indent="0" algn="ctr" rtl="0">
              <a:lnSpc>
                <a:spcPct val="130000"/>
              </a:lnSpc>
              <a:spcBef>
                <a:spcPts val="0"/>
              </a:spcBef>
              <a:spcAft>
                <a:spcPts val="0"/>
              </a:spcAft>
              <a:buClr>
                <a:srgbClr val="000000"/>
              </a:buClr>
              <a:buSzPts val="1300"/>
              <a:buFont typeface="Arial"/>
              <a:buNone/>
            </a:pPr>
            <a:r>
              <a:rPr lang="zh-TW" sz="1300" b="0" i="0" u="none" strike="noStrike" cap="none">
                <a:solidFill>
                  <a:srgbClr val="FFFFFF"/>
                </a:solidFill>
                <a:latin typeface="Microsoft JhengHei"/>
                <a:ea typeface="Microsoft JhengHei"/>
                <a:cs typeface="Microsoft JhengHei"/>
                <a:sym typeface="Microsoft JhengHei"/>
              </a:rPr>
              <a:t>5</a:t>
            </a:r>
            <a:endParaRPr sz="1300" b="0" i="0" u="none" strike="noStrike" cap="none">
              <a:solidFill>
                <a:srgbClr val="FFFFFF"/>
              </a:solidFill>
              <a:latin typeface="Microsoft JhengHei"/>
              <a:ea typeface="Microsoft JhengHei"/>
              <a:cs typeface="Microsoft JhengHei"/>
              <a:sym typeface="Microsoft JhengHei"/>
            </a:endParaRPr>
          </a:p>
        </p:txBody>
      </p:sp>
      <p:sp>
        <p:nvSpPr>
          <p:cNvPr id="192" name="Google Shape;192;p13">
            <a:extLst>
              <a:ext uri="{FF2B5EF4-FFF2-40B4-BE49-F238E27FC236}">
                <a16:creationId xmlns:a16="http://schemas.microsoft.com/office/drawing/2014/main" id="{C7528D61-8DF8-51A6-C94F-34FA39A1A865}"/>
              </a:ext>
            </a:extLst>
          </p:cNvPr>
          <p:cNvSpPr/>
          <p:nvPr/>
        </p:nvSpPr>
        <p:spPr>
          <a:xfrm>
            <a:off x="9178660" y="3185703"/>
            <a:ext cx="563677" cy="590478"/>
          </a:xfrm>
          <a:prstGeom prst="ellipse">
            <a:avLst/>
          </a:prstGeom>
          <a:solidFill>
            <a:srgbClr val="FCD34D"/>
          </a:solidFill>
          <a:ln>
            <a:noFill/>
          </a:ln>
        </p:spPr>
        <p:txBody>
          <a:bodyPr spcFirstLastPara="1" wrap="square" lIns="91425" tIns="91425" rIns="91425" bIns="91425" anchor="ctr" anchorCtr="0">
            <a:noAutofit/>
          </a:bodyPr>
          <a:lstStyle/>
          <a:p>
            <a:pPr marL="0" marR="0" lvl="0" indent="0" algn="ctr" rtl="0">
              <a:lnSpc>
                <a:spcPct val="130000"/>
              </a:lnSpc>
              <a:spcBef>
                <a:spcPts val="0"/>
              </a:spcBef>
              <a:spcAft>
                <a:spcPts val="0"/>
              </a:spcAft>
              <a:buClr>
                <a:srgbClr val="000000"/>
              </a:buClr>
              <a:buSzPts val="1300"/>
              <a:buFont typeface="Arial"/>
              <a:buNone/>
            </a:pPr>
            <a:r>
              <a:rPr lang="zh-TW" sz="1300" b="0" i="0" u="none" strike="noStrike" cap="none">
                <a:solidFill>
                  <a:srgbClr val="FFFFFF"/>
                </a:solidFill>
                <a:latin typeface="Microsoft JhengHei"/>
                <a:ea typeface="Microsoft JhengHei"/>
                <a:cs typeface="Microsoft JhengHei"/>
                <a:sym typeface="Microsoft JhengHei"/>
              </a:rPr>
              <a:t>10</a:t>
            </a:r>
            <a:endParaRPr sz="1300" b="0" i="0" u="none" strike="noStrike" cap="none">
              <a:solidFill>
                <a:srgbClr val="FFFFFF"/>
              </a:solidFill>
              <a:latin typeface="Microsoft JhengHei"/>
              <a:ea typeface="Microsoft JhengHei"/>
              <a:cs typeface="Microsoft JhengHei"/>
              <a:sym typeface="Microsoft JhengHei"/>
            </a:endParaRPr>
          </a:p>
        </p:txBody>
      </p:sp>
      <p:sp>
        <p:nvSpPr>
          <p:cNvPr id="193" name="Google Shape;193;p13">
            <a:extLst>
              <a:ext uri="{FF2B5EF4-FFF2-40B4-BE49-F238E27FC236}">
                <a16:creationId xmlns:a16="http://schemas.microsoft.com/office/drawing/2014/main" id="{BCF2119F-676C-91AE-9421-728F923E28A7}"/>
              </a:ext>
            </a:extLst>
          </p:cNvPr>
          <p:cNvSpPr/>
          <p:nvPr/>
        </p:nvSpPr>
        <p:spPr>
          <a:xfrm>
            <a:off x="1875457" y="3185823"/>
            <a:ext cx="1169421" cy="587964"/>
          </a:xfrm>
          <a:prstGeom prst="roundRect">
            <a:avLst>
              <a:gd name="adj" fmla="val 50000"/>
            </a:avLst>
          </a:prstGeom>
          <a:solidFill>
            <a:srgbClr val="3B82F6"/>
          </a:solidFill>
          <a:ln>
            <a:noFill/>
          </a:ln>
        </p:spPr>
        <p:txBody>
          <a:bodyPr spcFirstLastPara="1" wrap="square" lIns="91425" tIns="45700" rIns="91425" bIns="45700" anchor="ctr" anchorCtr="0">
            <a:noAutofit/>
          </a:bodyPr>
          <a:lstStyle/>
          <a:p>
            <a:pPr marL="0" marR="0" lvl="0" indent="0" algn="ctr" rtl="0">
              <a:lnSpc>
                <a:spcPct val="130000"/>
              </a:lnSpc>
              <a:spcBef>
                <a:spcPts val="0"/>
              </a:spcBef>
              <a:spcAft>
                <a:spcPts val="0"/>
              </a:spcAft>
              <a:buClr>
                <a:srgbClr val="000000"/>
              </a:buClr>
              <a:buSzPts val="1400"/>
              <a:buFont typeface="Arial"/>
              <a:buNone/>
            </a:pPr>
            <a:r>
              <a:rPr lang="zh-TW" sz="1400" b="0" i="0" u="none" strike="noStrike" cap="none">
                <a:solidFill>
                  <a:srgbClr val="FFFFFF"/>
                </a:solidFill>
                <a:latin typeface="Arial"/>
                <a:ea typeface="Arial"/>
                <a:cs typeface="Arial"/>
                <a:sym typeface="Arial"/>
              </a:rPr>
              <a:t>3</a:t>
            </a:r>
            <a:endParaRPr sz="1400" b="0" i="0" u="none" strike="noStrike" cap="none">
              <a:solidFill>
                <a:srgbClr val="FFFFFF"/>
              </a:solidFill>
              <a:latin typeface="Arial"/>
              <a:ea typeface="Arial"/>
              <a:cs typeface="Arial"/>
              <a:sym typeface="Arial"/>
            </a:endParaRPr>
          </a:p>
        </p:txBody>
      </p:sp>
      <p:sp>
        <p:nvSpPr>
          <p:cNvPr id="194" name="Google Shape;194;p13">
            <a:extLst>
              <a:ext uri="{FF2B5EF4-FFF2-40B4-BE49-F238E27FC236}">
                <a16:creationId xmlns:a16="http://schemas.microsoft.com/office/drawing/2014/main" id="{CE88ABAF-034F-FEC2-53E5-485DD5700413}"/>
              </a:ext>
            </a:extLst>
          </p:cNvPr>
          <p:cNvSpPr/>
          <p:nvPr/>
        </p:nvSpPr>
        <p:spPr>
          <a:xfrm>
            <a:off x="3153392" y="3200352"/>
            <a:ext cx="1169421" cy="573471"/>
          </a:xfrm>
          <a:prstGeom prst="roundRect">
            <a:avLst>
              <a:gd name="adj" fmla="val 50000"/>
            </a:avLst>
          </a:prstGeom>
          <a:solidFill>
            <a:srgbClr val="3B82F6"/>
          </a:solidFill>
          <a:ln>
            <a:noFill/>
          </a:ln>
        </p:spPr>
        <p:txBody>
          <a:bodyPr spcFirstLastPara="1" wrap="square" lIns="91425" tIns="45700" rIns="91425" bIns="45700" anchor="ctr" anchorCtr="0">
            <a:noAutofit/>
          </a:bodyPr>
          <a:lstStyle/>
          <a:p>
            <a:pPr marL="0" marR="0" lvl="0" indent="0" algn="ctr" rtl="0">
              <a:lnSpc>
                <a:spcPct val="130000"/>
              </a:lnSpc>
              <a:spcBef>
                <a:spcPts val="0"/>
              </a:spcBef>
              <a:spcAft>
                <a:spcPts val="0"/>
              </a:spcAft>
              <a:buClr>
                <a:srgbClr val="000000"/>
              </a:buClr>
              <a:buSzPts val="1400"/>
              <a:buFont typeface="Arial"/>
              <a:buNone/>
            </a:pPr>
            <a:r>
              <a:rPr lang="zh-TW" sz="1400" b="0" i="0" u="none" strike="noStrike" cap="none">
                <a:solidFill>
                  <a:srgbClr val="FFFFFF"/>
                </a:solidFill>
                <a:latin typeface="Arial"/>
                <a:ea typeface="Arial"/>
                <a:cs typeface="Arial"/>
                <a:sym typeface="Arial"/>
              </a:rPr>
              <a:t>4</a:t>
            </a:r>
            <a:endParaRPr sz="1400" b="0" i="0" u="none" strike="noStrike" cap="none">
              <a:solidFill>
                <a:srgbClr val="FFFFFF"/>
              </a:solidFill>
              <a:latin typeface="Arial"/>
              <a:ea typeface="Arial"/>
              <a:cs typeface="Arial"/>
              <a:sym typeface="Arial"/>
            </a:endParaRPr>
          </a:p>
        </p:txBody>
      </p:sp>
      <p:sp>
        <p:nvSpPr>
          <p:cNvPr id="195" name="Google Shape;195;p13">
            <a:extLst>
              <a:ext uri="{FF2B5EF4-FFF2-40B4-BE49-F238E27FC236}">
                <a16:creationId xmlns:a16="http://schemas.microsoft.com/office/drawing/2014/main" id="{06D5D5B7-9B3D-FCDA-5D21-7D3BDCA5AEDF}"/>
              </a:ext>
            </a:extLst>
          </p:cNvPr>
          <p:cNvSpPr/>
          <p:nvPr/>
        </p:nvSpPr>
        <p:spPr>
          <a:xfrm>
            <a:off x="5922673" y="3186208"/>
            <a:ext cx="1169421" cy="579912"/>
          </a:xfrm>
          <a:prstGeom prst="roundRect">
            <a:avLst>
              <a:gd name="adj" fmla="val 50000"/>
            </a:avLst>
          </a:prstGeom>
          <a:solidFill>
            <a:srgbClr val="FCD34D"/>
          </a:solidFill>
          <a:ln>
            <a:noFill/>
          </a:ln>
        </p:spPr>
        <p:txBody>
          <a:bodyPr spcFirstLastPara="1" wrap="square" lIns="91425" tIns="45700" rIns="91425" bIns="45700" anchor="ctr" anchorCtr="0">
            <a:noAutofit/>
          </a:bodyPr>
          <a:lstStyle/>
          <a:p>
            <a:pPr marL="0" marR="0" lvl="0" indent="0" algn="ctr" rtl="0">
              <a:lnSpc>
                <a:spcPct val="130000"/>
              </a:lnSpc>
              <a:spcBef>
                <a:spcPts val="0"/>
              </a:spcBef>
              <a:spcAft>
                <a:spcPts val="0"/>
              </a:spcAft>
              <a:buClr>
                <a:srgbClr val="000000"/>
              </a:buClr>
              <a:buSzPts val="1400"/>
              <a:buFont typeface="Arial"/>
              <a:buNone/>
            </a:pPr>
            <a:r>
              <a:rPr lang="zh-TW" sz="1400" b="0" i="0" u="none" strike="noStrike" cap="none">
                <a:solidFill>
                  <a:srgbClr val="FFFFFF"/>
                </a:solidFill>
                <a:latin typeface="Arial"/>
                <a:ea typeface="Arial"/>
                <a:cs typeface="Arial"/>
                <a:sym typeface="Arial"/>
              </a:rPr>
              <a:t>6</a:t>
            </a:r>
            <a:endParaRPr sz="1400" b="0" i="0" u="none" strike="noStrike" cap="none">
              <a:solidFill>
                <a:srgbClr val="FFFFFF"/>
              </a:solidFill>
              <a:latin typeface="Arial"/>
              <a:ea typeface="Arial"/>
              <a:cs typeface="Arial"/>
              <a:sym typeface="Arial"/>
            </a:endParaRPr>
          </a:p>
        </p:txBody>
      </p:sp>
      <p:sp>
        <p:nvSpPr>
          <p:cNvPr id="196" name="Google Shape;196;p13">
            <a:extLst>
              <a:ext uri="{FF2B5EF4-FFF2-40B4-BE49-F238E27FC236}">
                <a16:creationId xmlns:a16="http://schemas.microsoft.com/office/drawing/2014/main" id="{9D5D4BC5-A179-4339-91F0-A8A4AA425C8D}"/>
              </a:ext>
            </a:extLst>
          </p:cNvPr>
          <p:cNvSpPr/>
          <p:nvPr/>
        </p:nvSpPr>
        <p:spPr>
          <a:xfrm>
            <a:off x="7203535" y="3190226"/>
            <a:ext cx="1848553" cy="579912"/>
          </a:xfrm>
          <a:prstGeom prst="roundRect">
            <a:avLst>
              <a:gd name="adj" fmla="val 50000"/>
            </a:avLst>
          </a:prstGeom>
          <a:solidFill>
            <a:srgbClr val="FCD34D"/>
          </a:solidFill>
          <a:ln>
            <a:noFill/>
          </a:ln>
        </p:spPr>
        <p:txBody>
          <a:bodyPr spcFirstLastPara="1" wrap="square" lIns="91425" tIns="45700" rIns="91425" bIns="45700" anchor="ctr" anchorCtr="0">
            <a:noAutofit/>
          </a:bodyPr>
          <a:lstStyle/>
          <a:p>
            <a:pPr marL="0" marR="0" lvl="0" indent="0" algn="ctr" rtl="0">
              <a:lnSpc>
                <a:spcPct val="130000"/>
              </a:lnSpc>
              <a:spcBef>
                <a:spcPts val="0"/>
              </a:spcBef>
              <a:spcAft>
                <a:spcPts val="0"/>
              </a:spcAft>
              <a:buClr>
                <a:srgbClr val="000000"/>
              </a:buClr>
              <a:buSzPts val="1400"/>
              <a:buFont typeface="Arial"/>
              <a:buNone/>
            </a:pPr>
            <a:r>
              <a:rPr lang="zh-TW" sz="1400" b="0" i="0" u="none" strike="noStrike" cap="none">
                <a:solidFill>
                  <a:srgbClr val="FFFFFF"/>
                </a:solidFill>
                <a:latin typeface="Arial"/>
                <a:ea typeface="Arial"/>
                <a:cs typeface="Arial"/>
                <a:sym typeface="Arial"/>
              </a:rPr>
              <a:t>7 ~ 9</a:t>
            </a:r>
            <a:endParaRPr sz="1400" b="0" i="0" u="none" strike="noStrike" cap="none">
              <a:solidFill>
                <a:srgbClr val="FFFFFF"/>
              </a:solidFill>
              <a:latin typeface="Arial"/>
              <a:ea typeface="Arial"/>
              <a:cs typeface="Arial"/>
              <a:sym typeface="Arial"/>
            </a:endParaRPr>
          </a:p>
        </p:txBody>
      </p:sp>
      <p:sp>
        <p:nvSpPr>
          <p:cNvPr id="2" name="文字方塊 1">
            <a:extLst>
              <a:ext uri="{FF2B5EF4-FFF2-40B4-BE49-F238E27FC236}">
                <a16:creationId xmlns:a16="http://schemas.microsoft.com/office/drawing/2014/main" id="{BF97BFC7-2A10-03AF-95AA-2E40B54288A6}"/>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3"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2897373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270"/>
        <p:cNvGrpSpPr/>
        <p:nvPr/>
      </p:nvGrpSpPr>
      <p:grpSpPr>
        <a:xfrm>
          <a:off x="0" y="0"/>
          <a:ext cx="0" cy="0"/>
          <a:chOff x="0" y="0"/>
          <a:chExt cx="0" cy="0"/>
        </a:xfrm>
      </p:grpSpPr>
      <p:sp>
        <p:nvSpPr>
          <p:cNvPr id="271" name="Google Shape;271;g23bcfb68efc_1_45"/>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ltLang="en-US">
                <a:solidFill>
                  <a:srgbClr val="212121"/>
                </a:solidFill>
              </a:rPr>
              <a:t>主題配</a:t>
            </a:r>
            <a:r>
              <a:rPr lang="zh-TW" b="1">
                <a:solidFill>
                  <a:srgbClr val="212121"/>
                </a:solidFill>
              </a:rPr>
              <a:t>色</a:t>
            </a:r>
            <a:endParaRPr/>
          </a:p>
        </p:txBody>
      </p:sp>
      <p:sp>
        <p:nvSpPr>
          <p:cNvPr id="5" name="文字版面配置區 4">
            <a:extLst>
              <a:ext uri="{FF2B5EF4-FFF2-40B4-BE49-F238E27FC236}">
                <a16:creationId xmlns:a16="http://schemas.microsoft.com/office/drawing/2014/main" id="{6EEBE210-FEA2-C9E8-671B-8866963EC3A6}"/>
              </a:ext>
            </a:extLst>
          </p:cNvPr>
          <p:cNvSpPr>
            <a:spLocks noGrp="1"/>
          </p:cNvSpPr>
          <p:nvPr>
            <p:ph type="body" idx="10"/>
          </p:nvPr>
        </p:nvSpPr>
        <p:spPr/>
        <p:txBody>
          <a:bodyPr/>
          <a:lstStyle/>
          <a:p>
            <a:r>
              <a:rPr lang="zh-TW" altLang="en-US" sz="1600">
                <a:latin typeface="Microsoft JhengHei"/>
                <a:ea typeface="Microsoft JhengHei"/>
                <a:cs typeface="Microsoft JhengHei"/>
                <a:sym typeface="Microsoft JhengHei"/>
              </a:rPr>
              <a:t>使用「滴管」工具選取顏色，或輸入＃開頭之國際色碼</a:t>
            </a:r>
            <a:endParaRPr lang="en-US" altLang="zh-TW" sz="1600">
              <a:latin typeface="Microsoft JhengHei"/>
              <a:ea typeface="Microsoft JhengHei"/>
              <a:cs typeface="Microsoft JhengHei"/>
              <a:sym typeface="Microsoft JhengHei"/>
            </a:endParaRPr>
          </a:p>
        </p:txBody>
      </p:sp>
      <p:graphicFrame>
        <p:nvGraphicFramePr>
          <p:cNvPr id="273" name="Google Shape;273;g23bcfb68efc_1_45"/>
          <p:cNvGraphicFramePr/>
          <p:nvPr>
            <p:extLst>
              <p:ext uri="{D42A27DB-BD31-4B8C-83A1-F6EECF244321}">
                <p14:modId xmlns:p14="http://schemas.microsoft.com/office/powerpoint/2010/main" val="3894152576"/>
              </p:ext>
            </p:extLst>
          </p:nvPr>
        </p:nvGraphicFramePr>
        <p:xfrm>
          <a:off x="179389" y="1323526"/>
          <a:ext cx="11160522" cy="4842321"/>
        </p:xfrm>
        <a:graphic>
          <a:graphicData uri="http://schemas.openxmlformats.org/drawingml/2006/table">
            <a:tbl>
              <a:tblPr>
                <a:noFill/>
                <a:tableStyleId>{C7E2D07F-EAD9-47BB-8D15-AB9D181D91B3}</a:tableStyleId>
              </a:tblPr>
              <a:tblGrid>
                <a:gridCol w="1154817">
                  <a:extLst>
                    <a:ext uri="{9D8B030D-6E8A-4147-A177-3AD203B41FA5}">
                      <a16:colId xmlns:a16="http://schemas.microsoft.com/office/drawing/2014/main" val="20001"/>
                    </a:ext>
                  </a:extLst>
                </a:gridCol>
                <a:gridCol w="2001141">
                  <a:extLst>
                    <a:ext uri="{9D8B030D-6E8A-4147-A177-3AD203B41FA5}">
                      <a16:colId xmlns:a16="http://schemas.microsoft.com/office/drawing/2014/main" val="20002"/>
                    </a:ext>
                  </a:extLst>
                </a:gridCol>
                <a:gridCol w="2001141">
                  <a:extLst>
                    <a:ext uri="{9D8B030D-6E8A-4147-A177-3AD203B41FA5}">
                      <a16:colId xmlns:a16="http://schemas.microsoft.com/office/drawing/2014/main" val="20003"/>
                    </a:ext>
                  </a:extLst>
                </a:gridCol>
                <a:gridCol w="2001141">
                  <a:extLst>
                    <a:ext uri="{9D8B030D-6E8A-4147-A177-3AD203B41FA5}">
                      <a16:colId xmlns:a16="http://schemas.microsoft.com/office/drawing/2014/main" val="20004"/>
                    </a:ext>
                  </a:extLst>
                </a:gridCol>
                <a:gridCol w="2001141">
                  <a:extLst>
                    <a:ext uri="{9D8B030D-6E8A-4147-A177-3AD203B41FA5}">
                      <a16:colId xmlns:a16="http://schemas.microsoft.com/office/drawing/2014/main" val="20005"/>
                    </a:ext>
                  </a:extLst>
                </a:gridCol>
                <a:gridCol w="2001141">
                  <a:extLst>
                    <a:ext uri="{9D8B030D-6E8A-4147-A177-3AD203B41FA5}">
                      <a16:colId xmlns:a16="http://schemas.microsoft.com/office/drawing/2014/main" val="3827510382"/>
                    </a:ext>
                  </a:extLst>
                </a:gridCol>
              </a:tblGrid>
              <a:tr h="755872">
                <a:tc>
                  <a:txBody>
                    <a:bodyPr/>
                    <a:lstStyle/>
                    <a:p>
                      <a:pPr marL="0" lvl="0" indent="0" algn="ctr" rtl="0">
                        <a:lnSpc>
                          <a:spcPct val="130000"/>
                        </a:lnSpc>
                        <a:spcBef>
                          <a:spcPts val="0"/>
                        </a:spcBef>
                        <a:spcAft>
                          <a:spcPts val="0"/>
                        </a:spcAft>
                        <a:buNone/>
                      </a:pPr>
                      <a:r>
                        <a:rPr lang="zh-TW" altLang="en-US" sz="1800">
                          <a:latin typeface="Microsoft JhengHei"/>
                          <a:ea typeface="Microsoft JhengHei"/>
                          <a:cs typeface="Microsoft JhengHei"/>
                          <a:sym typeface="Microsoft JhengHei"/>
                        </a:rPr>
                        <a:t>色系</a:t>
                      </a:r>
                      <a:endParaRPr sz="1800">
                        <a:latin typeface="Microsoft JhengHei"/>
                        <a:ea typeface="Microsoft JhengHei"/>
                        <a:cs typeface="Microsoft JhengHei"/>
                        <a:sym typeface="Microsoft JhengHei"/>
                      </a:endParaRPr>
                    </a:p>
                  </a:txBody>
                  <a:tcPr marL="124005" marR="124005" marT="122072" marB="124005" anchor="ctr">
                    <a:lnL w="1270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300">
                          <a:latin typeface="Microsoft JhengHei"/>
                          <a:ea typeface="Microsoft JhengHei"/>
                          <a:sym typeface="Microsoft JhengHei"/>
                        </a:rPr>
                        <a:t>網格底等大面積圖塊</a:t>
                      </a:r>
                      <a:endParaRPr sz="1300">
                        <a:latin typeface="Microsoft JhengHei"/>
                        <a:ea typeface="Microsoft JhengHei"/>
                        <a:sym typeface="Microsoft JhengHei"/>
                      </a:endParaRPr>
                    </a:p>
                  </a:txBody>
                  <a:tcPr marL="124005" marR="124005" marT="122072" marB="124005" anchor="ctr">
                    <a:lnL w="952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300">
                          <a:latin typeface="Microsoft JhengHei"/>
                          <a:ea typeface="Microsoft JhengHei"/>
                          <a:sym typeface="Microsoft JhengHei"/>
                        </a:rPr>
                        <a:t>螢光筆、淺色底</a:t>
                      </a:r>
                    </a:p>
                  </a:txBody>
                  <a:tcPr marL="124005" marR="124005" marT="122072" marB="12400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endParaRPr lang="zh-TW" altLang="en-US" sz="1300">
                        <a:latin typeface="Microsoft JhengHei"/>
                        <a:ea typeface="Microsoft JhengHei"/>
                        <a:sym typeface="Microsoft JhengHei"/>
                      </a:endParaRPr>
                    </a:p>
                  </a:txBody>
                  <a:tcPr marL="124005" marR="124005" marT="122072" marB="12400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300">
                          <a:latin typeface="Microsoft JhengHei"/>
                          <a:ea typeface="Microsoft JhengHei"/>
                          <a:sym typeface="Microsoft JhengHei"/>
                        </a:rPr>
                        <a:t>表格邊線、標註線</a:t>
                      </a:r>
                    </a:p>
                  </a:txBody>
                  <a:tcPr marL="124005" marR="124005" marT="122072" marB="12400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300">
                          <a:latin typeface="Microsoft JhengHei"/>
                          <a:ea typeface="Microsoft JhengHei"/>
                          <a:sym typeface="Microsoft JhengHei"/>
                        </a:rPr>
                        <a:t>深色底、色塊主色、重要標註</a:t>
                      </a:r>
                    </a:p>
                  </a:txBody>
                  <a:tcPr marL="124005" marR="124005" marT="122072" marB="12400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9620">
                <a:tc rowSpan="2">
                  <a:txBody>
                    <a:bodyPr/>
                    <a:lstStyle/>
                    <a:p>
                      <a:pPr marL="0" lvl="0" indent="0" algn="ctr" rtl="0">
                        <a:spcBef>
                          <a:spcPts val="0"/>
                        </a:spcBef>
                        <a:spcAft>
                          <a:spcPts val="0"/>
                        </a:spcAft>
                        <a:buNone/>
                      </a:pPr>
                      <a:r>
                        <a:rPr lang="en-US" altLang="zh-TW" sz="1800">
                          <a:latin typeface="Microsoft JhengHei"/>
                          <a:ea typeface="Microsoft JhengHei"/>
                          <a:cs typeface="Microsoft JhengHei"/>
                          <a:sym typeface="Microsoft JhengHei"/>
                        </a:rPr>
                        <a:t>Blue</a:t>
                      </a:r>
                      <a:endParaRPr sz="1800">
                        <a:latin typeface="Microsoft JhengHei"/>
                        <a:ea typeface="Microsoft JhengHei"/>
                        <a:cs typeface="Microsoft JhengHei"/>
                        <a:sym typeface="Microsoft JhengHei"/>
                      </a:endParaRPr>
                    </a:p>
                  </a:txBody>
                  <a:tcPr marL="93962" marR="93962" marT="46981" marB="4698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BEAFE"/>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BFDBFE"/>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93C5FD"/>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60A5FA"/>
                    </a:solidFill>
                  </a:tcPr>
                </a:tc>
                <a:tc>
                  <a:txBody>
                    <a:bodyPr/>
                    <a:lstStyle/>
                    <a:p>
                      <a:pPr algn="ct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3B82F6"/>
                    </a:solidFill>
                  </a:tcPr>
                </a:tc>
                <a:extLst>
                  <a:ext uri="{0D108BD9-81ED-4DB2-BD59-A6C34878D82A}">
                    <a16:rowId xmlns:a16="http://schemas.microsoft.com/office/drawing/2014/main" val="10001"/>
                  </a:ext>
                </a:extLst>
              </a:tr>
              <a:tr h="430932">
                <a:tc vMerge="1">
                  <a:txBody>
                    <a:bodyPr/>
                    <a:lstStyle/>
                    <a:p>
                      <a:endParaRPr lang="zh-TW"/>
                    </a:p>
                  </a:txBody>
                  <a:tcPr/>
                </a:tc>
                <a:tc>
                  <a:txBody>
                    <a:bodyPr/>
                    <a:lstStyle/>
                    <a:p>
                      <a:pPr marR="0" algn="ctr" rtl="0">
                        <a:lnSpc>
                          <a:spcPct val="100000"/>
                        </a:lnSpc>
                        <a:spcBef>
                          <a:spcPts val="0"/>
                        </a:spcBef>
                        <a:spcAft>
                          <a:spcPts val="0"/>
                        </a:spcAft>
                        <a:buClr>
                          <a:srgbClr val="000000"/>
                        </a:buClr>
                        <a:buFont typeface="Arial"/>
                      </a:pPr>
                      <a:r>
                        <a:rPr lang="en" altLang="zh-TW" sz="16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#dbeafe</a:t>
                      </a:r>
                      <a:endParaRPr lang="zh-TW" altLang="en-US" sz="16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L="124025" marR="124025" marT="48829" marB="4882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6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#bfdbfe</a:t>
                      </a:r>
                      <a:endParaRPr lang="zh-TW" altLang="en-US" sz="16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6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#93c5fd</a:t>
                      </a:r>
                      <a:endParaRPr lang="zh-TW" altLang="en-US" sz="16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6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#60a5fa</a:t>
                      </a:r>
                      <a:endParaRPr lang="zh-TW" altLang="en-US" sz="16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#3b82f6</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69620">
                <a:tc rowSpan="2">
                  <a:txBody>
                    <a:bodyPr/>
                    <a:lstStyle/>
                    <a:p>
                      <a:pPr algn="ctr"/>
                      <a:r>
                        <a:rPr lang="en-US" altLang="zh-TW" sz="1800">
                          <a:latin typeface="Microsoft JhengHei" panose="020B0604030504040204" pitchFamily="34" charset="-120"/>
                          <a:ea typeface="Microsoft JhengHei" panose="020B0604030504040204" pitchFamily="34" charset="-120"/>
                        </a:rPr>
                        <a:t>Violet</a:t>
                      </a:r>
                      <a:endParaRPr lang="zh-TW" altLang="en-US" sz="1800">
                        <a:latin typeface="Microsoft JhengHei" panose="020B0604030504040204" pitchFamily="34" charset="-120"/>
                        <a:ea typeface="Microsoft JhengHei" panose="020B0604030504040204" pitchFamily="34" charset="-120"/>
                      </a:endParaRPr>
                    </a:p>
                  </a:txBody>
                  <a:tcPr marL="93962" marR="93962" marT="46981" marB="4698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DE9FE"/>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DD6FE"/>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C4B5FD"/>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A78BFA"/>
                    </a:solidFill>
                  </a:tcPr>
                </a:tc>
                <a:tc>
                  <a:txBody>
                    <a:bodyPr/>
                    <a:lstStyle/>
                    <a:p>
                      <a:pPr algn="ct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8B5CF6"/>
                    </a:solidFill>
                  </a:tcPr>
                </a:tc>
                <a:extLst>
                  <a:ext uri="{0D108BD9-81ED-4DB2-BD59-A6C34878D82A}">
                    <a16:rowId xmlns:a16="http://schemas.microsoft.com/office/drawing/2014/main" val="10003"/>
                  </a:ext>
                </a:extLst>
              </a:tr>
              <a:tr h="430932">
                <a:tc vMerge="1">
                  <a:txBody>
                    <a:bodyPr/>
                    <a:lstStyle/>
                    <a:p>
                      <a:endParaRPr lang="zh-TW"/>
                    </a:p>
                  </a:txBody>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#ede9fe</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#ddd6fe</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#c4b5fd</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#a78bfa</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#8b5cf6</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69620">
                <a:tc rowSpan="2">
                  <a:txBody>
                    <a:bodyPr/>
                    <a:lstStyle/>
                    <a:p>
                      <a:pPr marL="0" lvl="0" indent="0" algn="ctr" rtl="0">
                        <a:spcBef>
                          <a:spcPts val="0"/>
                        </a:spcBef>
                        <a:spcAft>
                          <a:spcPts val="0"/>
                        </a:spcAft>
                        <a:buNone/>
                      </a:pPr>
                      <a:r>
                        <a:rPr lang="en-US" altLang="zh-TW" sz="1800">
                          <a:latin typeface="Microsoft JhengHei"/>
                          <a:ea typeface="Microsoft JhengHei"/>
                          <a:cs typeface="Microsoft JhengHei"/>
                          <a:sym typeface="Microsoft JhengHei"/>
                        </a:rPr>
                        <a:t>Rose</a:t>
                      </a:r>
                      <a:endParaRPr sz="1800">
                        <a:latin typeface="Microsoft JhengHei"/>
                        <a:ea typeface="Microsoft JhengHei"/>
                        <a:cs typeface="Microsoft JhengHei"/>
                        <a:sym typeface="Microsoft JhengHei"/>
                      </a:endParaRPr>
                    </a:p>
                  </a:txBody>
                  <a:tcPr marL="93962" marR="93962" marT="46981" marB="4698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FE4E6"/>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ECDD3"/>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DA4AF"/>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B7185"/>
                    </a:solidFill>
                  </a:tcPr>
                </a:tc>
                <a:tc>
                  <a:txBody>
                    <a:bodyPr/>
                    <a:lstStyle/>
                    <a:p>
                      <a:pPr algn="ct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43F5E"/>
                    </a:solidFill>
                  </a:tcPr>
                </a:tc>
                <a:extLst>
                  <a:ext uri="{0D108BD9-81ED-4DB2-BD59-A6C34878D82A}">
                    <a16:rowId xmlns:a16="http://schemas.microsoft.com/office/drawing/2014/main" val="10005"/>
                  </a:ext>
                </a:extLst>
              </a:tr>
              <a:tr h="430932">
                <a:tc vMerge="1">
                  <a:txBody>
                    <a:bodyPr/>
                    <a:lstStyle/>
                    <a:p>
                      <a:endParaRPr lang="zh-TW"/>
                    </a:p>
                  </a:txBody>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#ffe4e6</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#fecdd3</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#fda4af</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#fb7185</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#f43f5e</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69620">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800">
                          <a:latin typeface="Microsoft JhengHei" panose="020B0604030504040204" pitchFamily="34" charset="-120"/>
                          <a:ea typeface="Microsoft JhengHei" panose="020B0604030504040204" pitchFamily="34" charset="-120"/>
                        </a:rPr>
                        <a:t>Amber</a:t>
                      </a:r>
                      <a:endParaRPr lang="zh-TW" altLang="en-US" sz="1800">
                        <a:latin typeface="Microsoft JhengHei" panose="020B0604030504040204" pitchFamily="34" charset="-120"/>
                        <a:ea typeface="Microsoft JhengHei" panose="020B0604030504040204" pitchFamily="34" charset="-120"/>
                      </a:endParaRPr>
                    </a:p>
                  </a:txBody>
                  <a:tcPr marL="93962" marR="93962" marT="46981" marB="4698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FFBEB"/>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EF9C7"/>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DE68A"/>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CD34D"/>
                    </a:solidFill>
                  </a:tcPr>
                </a:tc>
                <a:tc>
                  <a:txBody>
                    <a:bodyPr/>
                    <a:lstStyle/>
                    <a:p>
                      <a:pPr algn="ct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BBF24"/>
                    </a:solidFill>
                  </a:tcPr>
                </a:tc>
                <a:extLst>
                  <a:ext uri="{0D108BD9-81ED-4DB2-BD59-A6C34878D82A}">
                    <a16:rowId xmlns:a16="http://schemas.microsoft.com/office/drawing/2014/main" val="10007"/>
                  </a:ext>
                </a:extLst>
              </a:tr>
              <a:tr h="348224">
                <a:tc vMerge="1">
                  <a:txBody>
                    <a:bodyPr/>
                    <a:lstStyle/>
                    <a:p>
                      <a:endParaRPr lang="zh-TW"/>
                    </a:p>
                  </a:txBody>
                  <a:tcPr/>
                </a:tc>
                <a:tc>
                  <a:txBody>
                    <a:bodyPr/>
                    <a:lstStyle/>
                    <a:p>
                      <a:pPr algn="ctr"/>
                      <a:r>
                        <a:rPr lang="en" altLang="zh-TW" sz="1600">
                          <a:latin typeface="Consolas" panose="020B0609020204030204" pitchFamily="49" charset="0"/>
                          <a:ea typeface="Microsoft JhengHei" panose="020B0604030504040204" pitchFamily="34" charset="-120"/>
                          <a:cs typeface="Consolas" panose="020B0609020204030204" pitchFamily="49" charset="0"/>
                        </a:rPr>
                        <a:t>#fffbeb</a:t>
                      </a: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600">
                          <a:latin typeface="Consolas" panose="020B0609020204030204" pitchFamily="49" charset="0"/>
                          <a:ea typeface="Microsoft JhengHei" panose="020B0604030504040204" pitchFamily="34" charset="-120"/>
                          <a:cs typeface="Consolas" panose="020B0609020204030204" pitchFamily="49" charset="0"/>
                        </a:rPr>
                        <a:t>#fef3c7</a:t>
                      </a: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600">
                          <a:latin typeface="Consolas" panose="020B0609020204030204" pitchFamily="49" charset="0"/>
                          <a:ea typeface="Microsoft JhengHei" panose="020B0604030504040204" pitchFamily="34" charset="-120"/>
                          <a:cs typeface="Consolas" panose="020B0609020204030204" pitchFamily="49" charset="0"/>
                        </a:rPr>
                        <a:t>#fde68a</a:t>
                      </a: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600">
                          <a:latin typeface="Consolas" panose="020B0609020204030204" pitchFamily="49" charset="0"/>
                          <a:ea typeface="Microsoft JhengHei" panose="020B0604030504040204" pitchFamily="34" charset="-120"/>
                          <a:cs typeface="Consolas" panose="020B0609020204030204" pitchFamily="49" charset="0"/>
                        </a:rPr>
                        <a:t>#fcd34d</a:t>
                      </a: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#fbbf24</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95625">
                <a:tc rowSpan="2">
                  <a:txBody>
                    <a:bodyPr/>
                    <a:lstStyle/>
                    <a:p>
                      <a:pPr algn="ctr"/>
                      <a:r>
                        <a:rPr lang="en-US" altLang="zh-TW" sz="1800">
                          <a:latin typeface="Microsoft JhengHei" panose="020B0604030504040204" pitchFamily="34" charset="-120"/>
                          <a:ea typeface="Microsoft JhengHei" panose="020B0604030504040204" pitchFamily="34" charset="-120"/>
                        </a:rPr>
                        <a:t>Zinc</a:t>
                      </a:r>
                    </a:p>
                    <a:p>
                      <a:pPr algn="ctr"/>
                      <a:r>
                        <a:rPr lang="en-US" altLang="zh-TW" sz="1800">
                          <a:latin typeface="Microsoft JhengHei" panose="020B0604030504040204" pitchFamily="34" charset="-120"/>
                          <a:ea typeface="Microsoft JhengHei" panose="020B0604030504040204" pitchFamily="34" charset="-120"/>
                        </a:rPr>
                        <a:t>(</a:t>
                      </a:r>
                      <a:r>
                        <a:rPr lang="zh-TW" altLang="en-US" sz="1800">
                          <a:latin typeface="Microsoft JhengHei" panose="020B0604030504040204" pitchFamily="34" charset="-120"/>
                          <a:ea typeface="Microsoft JhengHei" panose="020B0604030504040204" pitchFamily="34" charset="-120"/>
                        </a:rPr>
                        <a:t>灰階</a:t>
                      </a:r>
                      <a:r>
                        <a:rPr lang="en-US" altLang="zh-TW" sz="1800">
                          <a:latin typeface="Microsoft JhengHei" panose="020B0604030504040204" pitchFamily="34" charset="-120"/>
                          <a:ea typeface="Microsoft JhengHei" panose="020B0604030504040204" pitchFamily="34" charset="-120"/>
                        </a:rPr>
                        <a:t>)</a:t>
                      </a:r>
                      <a:endParaRPr lang="zh-TW" altLang="en-US" sz="1800">
                        <a:latin typeface="Microsoft JhengHei" panose="020B0604030504040204" pitchFamily="34" charset="-120"/>
                        <a:ea typeface="Microsoft JhengHei" panose="020B0604030504040204" pitchFamily="34" charset="-120"/>
                      </a:endParaRPr>
                    </a:p>
                  </a:txBody>
                  <a:tcPr marL="93947" marR="93947" marT="93947" marB="93947">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4F4F5"/>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4E4E7"/>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4D4D8"/>
                    </a:solidFill>
                  </a:tcPr>
                </a:tc>
                <a:tc>
                  <a:txBody>
                    <a:bodyPr/>
                    <a:lstStyle/>
                    <a:p>
                      <a:pPr algn="ct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1A1AA"/>
                    </a:solidFill>
                  </a:tcPr>
                </a:tc>
                <a:tc>
                  <a:txBody>
                    <a:bodyPr/>
                    <a:lstStyle/>
                    <a:p>
                      <a:pPr algn="ct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1717A"/>
                    </a:solidFill>
                  </a:tcPr>
                </a:tc>
                <a:extLst>
                  <a:ext uri="{0D108BD9-81ED-4DB2-BD59-A6C34878D82A}">
                    <a16:rowId xmlns:a16="http://schemas.microsoft.com/office/drawing/2014/main" val="4230794412"/>
                  </a:ext>
                </a:extLst>
              </a:tr>
              <a:tr h="431167">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600">
                          <a:latin typeface="Consolas" panose="020B0609020204030204" pitchFamily="49" charset="0"/>
                          <a:ea typeface="Microsoft JhengHei" panose="020B0604030504040204" pitchFamily="34" charset="-120"/>
                          <a:cs typeface="Consolas" panose="020B0609020204030204" pitchFamily="49" charset="0"/>
                        </a:rPr>
                        <a:t>#f4f4f5</a:t>
                      </a: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600">
                          <a:latin typeface="Consolas" panose="020B0609020204030204" pitchFamily="49" charset="0"/>
                          <a:ea typeface="Microsoft JhengHei" panose="020B0604030504040204" pitchFamily="34" charset="-120"/>
                          <a:cs typeface="Consolas" panose="020B0609020204030204" pitchFamily="49" charset="0"/>
                        </a:rPr>
                        <a:t>#e4e4e7</a:t>
                      </a: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600">
                          <a:latin typeface="Consolas" panose="020B0609020204030204" pitchFamily="49" charset="0"/>
                          <a:ea typeface="Microsoft JhengHei" panose="020B0604030504040204" pitchFamily="34" charset="-120"/>
                          <a:cs typeface="Consolas" panose="020B0609020204030204" pitchFamily="49" charset="0"/>
                        </a:rPr>
                        <a:t>#d4d4d8</a:t>
                      </a: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600">
                          <a:latin typeface="Consolas" panose="020B0609020204030204" pitchFamily="49" charset="0"/>
                          <a:ea typeface="Microsoft JhengHei" panose="020B0604030504040204" pitchFamily="34" charset="-120"/>
                          <a:cs typeface="Consolas" panose="020B0609020204030204" pitchFamily="49" charset="0"/>
                        </a:rPr>
                        <a:t>#a1a1aa</a:t>
                      </a:r>
                      <a:endParaRPr lang="zh-TW" altLang="en-US" sz="1600">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600">
                          <a:solidFill>
                            <a:schemeClr val="tx1"/>
                          </a:solidFill>
                          <a:latin typeface="Consolas" panose="020B0609020204030204" pitchFamily="49" charset="0"/>
                          <a:ea typeface="Microsoft JhengHei" panose="020B0604030504040204" pitchFamily="34" charset="-120"/>
                          <a:cs typeface="Consolas" panose="020B0609020204030204" pitchFamily="49" charset="0"/>
                        </a:rPr>
                        <a:t>#71717a</a:t>
                      </a:r>
                      <a:endParaRPr lang="zh-TW" altLang="en-US" sz="16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L="124025" marR="124025" marT="48829" marB="48829">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792147376"/>
                  </a:ext>
                </a:extLst>
              </a:tr>
              <a:tr h="140157">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124005" marR="124005" marT="24414" marB="24414" anchor="ctr">
                    <a:lnL w="12700" cap="flat" cmpd="sng" algn="ctr">
                      <a:noFill/>
                      <a:prstDash val="solid"/>
                      <a:round/>
                      <a:headEnd type="none" w="med" len="med"/>
                      <a:tailEnd type="none" w="med" len="med"/>
                    </a:lnL>
                    <a:lnR w="9525" cap="flat" cmpd="sng">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124005" marR="124005" marT="24414" marB="24414" anchor="ctr">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124005" marR="124005" marT="24414" marB="2441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124005" marR="124005" marT="24414" marB="2441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124005" marR="124005" marT="24414" marB="24414"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124005" marR="124005" marT="24414" marB="24414"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
        <p:nvSpPr>
          <p:cNvPr id="4" name="文字版面配置區 1">
            <a:extLst>
              <a:ext uri="{FF2B5EF4-FFF2-40B4-BE49-F238E27FC236}">
                <a16:creationId xmlns:a16="http://schemas.microsoft.com/office/drawing/2014/main" id="{128C2D34-8178-9702-E7E8-65A4ADB1DB23}"/>
              </a:ext>
            </a:extLst>
          </p:cNvPr>
          <p:cNvSpPr txBox="1">
            <a:spLocks/>
          </p:cNvSpPr>
          <p:nvPr/>
        </p:nvSpPr>
        <p:spPr>
          <a:xfrm>
            <a:off x="180578" y="862015"/>
            <a:ext cx="11160919" cy="46151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000"/>
            <a:endParaRPr lang="zh-TW" altLang="en-US" sz="1600">
              <a:latin typeface="Microsoft JhengHei"/>
              <a:ea typeface="Microsoft JhengHei"/>
              <a:cs typeface="Microsoft JhengHei"/>
              <a:sym typeface="Microsoft JhengHei"/>
            </a:endParaRPr>
          </a:p>
        </p:txBody>
      </p:sp>
      <p:sp>
        <p:nvSpPr>
          <p:cNvPr id="8" name="文字方塊 7">
            <a:extLst>
              <a:ext uri="{FF2B5EF4-FFF2-40B4-BE49-F238E27FC236}">
                <a16:creationId xmlns:a16="http://schemas.microsoft.com/office/drawing/2014/main" id="{6F1335BE-064E-4CE3-F2F4-3E45544EFFB0}"/>
              </a:ext>
            </a:extLst>
          </p:cNvPr>
          <p:cNvSpPr txBox="1"/>
          <p:nvPr/>
        </p:nvSpPr>
        <p:spPr>
          <a:xfrm>
            <a:off x="794" y="-273"/>
            <a:ext cx="11520488" cy="307777"/>
          </a:xfrm>
          <a:prstGeom prst="rect">
            <a:avLst/>
          </a:prstGeom>
          <a:solidFill>
            <a:srgbClr val="FEF08A"/>
          </a:solidFill>
        </p:spPr>
        <p:txBody>
          <a:bodyPr wrap="square" rtlCol="0">
            <a:spAutoFit/>
          </a:bodyPr>
          <a:lstStyle/>
          <a:p>
            <a:pPr marL="36000"/>
            <a:r>
              <a:rPr kumimoji="1" lang="en-US" altLang="zh-TW">
                <a:solidFill>
                  <a:schemeClr val="bg2"/>
                </a:solidFill>
              </a:rPr>
              <a:t>@shannon:</a:t>
            </a:r>
            <a:r>
              <a:rPr kumimoji="1" lang="zh-TW" altLang="en-US">
                <a:solidFill>
                  <a:schemeClr val="bg2"/>
                </a:solidFill>
              </a:rPr>
              <a:t>薇淳新增配色，和</a:t>
            </a:r>
            <a:r>
              <a:rPr kumimoji="1" lang="zh-TW" altLang="en-US">
                <a:solidFill>
                  <a:schemeClr val="bg2"/>
                </a:solidFill>
                <a:hlinkClick r:id="rId3" action="ppaction://hlinksldjump">
                  <a:extLst>
                    <a:ext uri="{A12FA001-AC4F-418D-AE19-62706E023703}">
                      <ahyp:hlinkClr xmlns:ahyp="http://schemas.microsoft.com/office/drawing/2018/hyperlinkcolor" val="tx"/>
                    </a:ext>
                  </a:extLst>
                </a:hlinkClick>
              </a:rPr>
              <a:t>配色</a:t>
            </a:r>
            <a:r>
              <a:rPr kumimoji="1" lang="en-US" altLang="zh-TW">
                <a:solidFill>
                  <a:schemeClr val="bg2"/>
                </a:solidFill>
                <a:hlinkClick r:id="rId3" action="ppaction://hlinksldjump">
                  <a:extLst>
                    <a:ext uri="{A12FA001-AC4F-418D-AE19-62706E023703}">
                      <ahyp:hlinkClr xmlns:ahyp="http://schemas.microsoft.com/office/drawing/2018/hyperlinkcolor" val="tx"/>
                    </a:ext>
                  </a:extLst>
                </a:hlinkClick>
              </a:rPr>
              <a:t>2</a:t>
            </a:r>
            <a:r>
              <a:rPr kumimoji="1" lang="zh-TW" altLang="en-US">
                <a:solidFill>
                  <a:schemeClr val="bg2"/>
                </a:solidFill>
              </a:rPr>
              <a:t>相似，</a:t>
            </a:r>
            <a:r>
              <a:rPr kumimoji="1" lang="en-US" altLang="zh-TW">
                <a:solidFill>
                  <a:schemeClr val="bg2"/>
                </a:solidFill>
              </a:rPr>
              <a:t>yellow </a:t>
            </a:r>
            <a:r>
              <a:rPr kumimoji="1" lang="zh-TW" altLang="en-US">
                <a:solidFill>
                  <a:schemeClr val="bg2"/>
                </a:solidFill>
              </a:rPr>
              <a:t>改為 </a:t>
            </a:r>
            <a:r>
              <a:rPr kumimoji="1" lang="en-US" altLang="zh-TW">
                <a:solidFill>
                  <a:schemeClr val="bg2"/>
                </a:solidFill>
              </a:rPr>
              <a:t>amber</a:t>
            </a:r>
          </a:p>
        </p:txBody>
      </p:sp>
      <p:graphicFrame>
        <p:nvGraphicFramePr>
          <p:cNvPr id="2" name="表格 1">
            <a:extLst>
              <a:ext uri="{FF2B5EF4-FFF2-40B4-BE49-F238E27FC236}">
                <a16:creationId xmlns:a16="http://schemas.microsoft.com/office/drawing/2014/main" id="{FD46F2D6-F2FB-BEE0-8DC8-46984C828781}"/>
              </a:ext>
            </a:extLst>
          </p:cNvPr>
          <p:cNvGraphicFramePr>
            <a:graphicFrameLocks noGrp="1"/>
          </p:cNvGraphicFramePr>
          <p:nvPr>
            <p:extLst>
              <p:ext uri="{D42A27DB-BD31-4B8C-83A1-F6EECF244321}">
                <p14:modId xmlns:p14="http://schemas.microsoft.com/office/powerpoint/2010/main" val="3730072773"/>
              </p:ext>
            </p:extLst>
          </p:nvPr>
        </p:nvGraphicFramePr>
        <p:xfrm>
          <a:off x="-11378204" y="1959602"/>
          <a:ext cx="11161709" cy="2560970"/>
        </p:xfrm>
        <a:graphic>
          <a:graphicData uri="http://schemas.openxmlformats.org/drawingml/2006/table">
            <a:tbl>
              <a:tblPr/>
              <a:tblGrid>
                <a:gridCol w="858593">
                  <a:extLst>
                    <a:ext uri="{9D8B030D-6E8A-4147-A177-3AD203B41FA5}">
                      <a16:colId xmlns:a16="http://schemas.microsoft.com/office/drawing/2014/main" val="2358896524"/>
                    </a:ext>
                  </a:extLst>
                </a:gridCol>
                <a:gridCol w="858593">
                  <a:extLst>
                    <a:ext uri="{9D8B030D-6E8A-4147-A177-3AD203B41FA5}">
                      <a16:colId xmlns:a16="http://schemas.microsoft.com/office/drawing/2014/main" val="383990421"/>
                    </a:ext>
                  </a:extLst>
                </a:gridCol>
                <a:gridCol w="858593">
                  <a:extLst>
                    <a:ext uri="{9D8B030D-6E8A-4147-A177-3AD203B41FA5}">
                      <a16:colId xmlns:a16="http://schemas.microsoft.com/office/drawing/2014/main" val="1788393351"/>
                    </a:ext>
                  </a:extLst>
                </a:gridCol>
                <a:gridCol w="858593">
                  <a:extLst>
                    <a:ext uri="{9D8B030D-6E8A-4147-A177-3AD203B41FA5}">
                      <a16:colId xmlns:a16="http://schemas.microsoft.com/office/drawing/2014/main" val="113586129"/>
                    </a:ext>
                  </a:extLst>
                </a:gridCol>
                <a:gridCol w="858593">
                  <a:extLst>
                    <a:ext uri="{9D8B030D-6E8A-4147-A177-3AD203B41FA5}">
                      <a16:colId xmlns:a16="http://schemas.microsoft.com/office/drawing/2014/main" val="1783256946"/>
                    </a:ext>
                  </a:extLst>
                </a:gridCol>
                <a:gridCol w="858593">
                  <a:extLst>
                    <a:ext uri="{9D8B030D-6E8A-4147-A177-3AD203B41FA5}">
                      <a16:colId xmlns:a16="http://schemas.microsoft.com/office/drawing/2014/main" val="3360751475"/>
                    </a:ext>
                  </a:extLst>
                </a:gridCol>
                <a:gridCol w="858593">
                  <a:extLst>
                    <a:ext uri="{9D8B030D-6E8A-4147-A177-3AD203B41FA5}">
                      <a16:colId xmlns:a16="http://schemas.microsoft.com/office/drawing/2014/main" val="1175628727"/>
                    </a:ext>
                  </a:extLst>
                </a:gridCol>
                <a:gridCol w="858593">
                  <a:extLst>
                    <a:ext uri="{9D8B030D-6E8A-4147-A177-3AD203B41FA5}">
                      <a16:colId xmlns:a16="http://schemas.microsoft.com/office/drawing/2014/main" val="2247073097"/>
                    </a:ext>
                  </a:extLst>
                </a:gridCol>
                <a:gridCol w="858593">
                  <a:extLst>
                    <a:ext uri="{9D8B030D-6E8A-4147-A177-3AD203B41FA5}">
                      <a16:colId xmlns:a16="http://schemas.microsoft.com/office/drawing/2014/main" val="3600089808"/>
                    </a:ext>
                  </a:extLst>
                </a:gridCol>
                <a:gridCol w="858593">
                  <a:extLst>
                    <a:ext uri="{9D8B030D-6E8A-4147-A177-3AD203B41FA5}">
                      <a16:colId xmlns:a16="http://schemas.microsoft.com/office/drawing/2014/main" val="810129149"/>
                    </a:ext>
                  </a:extLst>
                </a:gridCol>
                <a:gridCol w="858593">
                  <a:extLst>
                    <a:ext uri="{9D8B030D-6E8A-4147-A177-3AD203B41FA5}">
                      <a16:colId xmlns:a16="http://schemas.microsoft.com/office/drawing/2014/main" val="3972729908"/>
                    </a:ext>
                  </a:extLst>
                </a:gridCol>
                <a:gridCol w="858593">
                  <a:extLst>
                    <a:ext uri="{9D8B030D-6E8A-4147-A177-3AD203B41FA5}">
                      <a16:colId xmlns:a16="http://schemas.microsoft.com/office/drawing/2014/main" val="2854338146"/>
                    </a:ext>
                  </a:extLst>
                </a:gridCol>
                <a:gridCol w="858593">
                  <a:extLst>
                    <a:ext uri="{9D8B030D-6E8A-4147-A177-3AD203B41FA5}">
                      <a16:colId xmlns:a16="http://schemas.microsoft.com/office/drawing/2014/main" val="2530189178"/>
                    </a:ext>
                  </a:extLst>
                </a:gridCol>
              </a:tblGrid>
              <a:tr h="256097">
                <a:tc>
                  <a:txBody>
                    <a:bodyPr/>
                    <a:lstStyle/>
                    <a:p>
                      <a:pPr algn="ctr" fontAlgn="t"/>
                      <a:endPar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0" marR="0" marT="36000" marB="36000">
                    <a:lnL>
                      <a:noFill/>
                    </a:lnL>
                    <a:lnR>
                      <a:noFill/>
                    </a:lnR>
                    <a:lnT>
                      <a:noFill/>
                    </a:lnT>
                    <a:lnB>
                      <a:noFill/>
                    </a:lnB>
                    <a:solidFill>
                      <a:schemeClr val="bg1"/>
                    </a:solidFill>
                  </a:tcPr>
                </a:tc>
                <a:tc>
                  <a:txBody>
                    <a:bodyPr/>
                    <a:lstStyle/>
                    <a:p>
                      <a:pPr algn="ctr" rtl="0" fontAlgn="ctr"/>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名稱</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50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100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200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300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400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500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600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700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800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900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950</a:t>
                      </a:r>
                    </a:p>
                  </a:txBody>
                  <a:tcPr marL="0" marR="0" marT="36000" marB="36000" anchor="ctr">
                    <a:lnL>
                      <a:noFill/>
                    </a:lnL>
                    <a:lnR>
                      <a:noFill/>
                    </a:lnR>
                    <a:lnT>
                      <a:noFill/>
                    </a:lnT>
                    <a:lnB>
                      <a:noFill/>
                    </a:lnB>
                    <a:solidFill>
                      <a:schemeClr val="bg1"/>
                    </a:solidFill>
                  </a:tcPr>
                </a:tc>
                <a:extLst>
                  <a:ext uri="{0D108BD9-81ED-4DB2-BD59-A6C34878D82A}">
                    <a16:rowId xmlns:a16="http://schemas.microsoft.com/office/drawing/2014/main" val="4010298183"/>
                  </a:ext>
                </a:extLst>
              </a:tr>
              <a:tr h="256097">
                <a:tc rowSpan="4">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主題顏色</a:t>
                      </a:r>
                    </a:p>
                  </a:txBody>
                  <a:tcPr marL="0" marR="0" marT="36000" marB="36000" anchor="ctr">
                    <a:lnL>
                      <a:noFill/>
                    </a:lnL>
                    <a:lnR w="12700" cap="flat" cmpd="sng" algn="ctr">
                      <a:solidFill>
                        <a:srgbClr val="D4D4DA"/>
                      </a:solidFill>
                      <a:prstDash val="solid"/>
                      <a:round/>
                      <a:headEnd type="none" w="med" len="med"/>
                      <a:tailEnd type="none" w="med" len="med"/>
                    </a:lnR>
                    <a:lnT>
                      <a:noFill/>
                    </a:lnT>
                    <a:lnB>
                      <a:noFill/>
                    </a:lnB>
                    <a:solidFill>
                      <a:schemeClr val="bg1"/>
                    </a:solidFill>
                  </a:tcPr>
                </a:tc>
                <a:tc>
                  <a:txBody>
                    <a:bodyPr/>
                    <a:lstStyle/>
                    <a:p>
                      <a:pPr algn="ctr"/>
                      <a:r>
                        <a:rPr lang="en-US" altLang="zh-TW" sz="1000">
                          <a:latin typeface="Microsoft JhengHei"/>
                          <a:ea typeface="Microsoft JhengHei"/>
                        </a:rPr>
                        <a:t>blue</a:t>
                      </a:r>
                      <a:endParaRPr lang="zh-TW" altLang="en-US" sz="1000">
                        <a:latin typeface="Microsoft JhengHei"/>
                        <a:ea typeface="Microsoft JhengHei"/>
                      </a:endParaRPr>
                    </a:p>
                  </a:txBody>
                  <a:tcPr marT="36000" marB="36000">
                    <a:lnL w="12700" cap="flat" cmpd="sng" algn="ctr">
                      <a:solidFill>
                        <a:srgbClr val="D4D4DA"/>
                      </a:solidFill>
                      <a:prstDash val="solid"/>
                      <a:round/>
                      <a:headEnd type="none" w="med" len="med"/>
                      <a:tailEnd type="none" w="med" len="med"/>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#eff6ff</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EFF6FF"/>
                    </a:solidFill>
                  </a:tcPr>
                </a:tc>
                <a:tc>
                  <a:txBody>
                    <a:bodyPr/>
                    <a:lstStyle/>
                    <a:p>
                      <a:pPr algn="ctr"/>
                      <a:r>
                        <a:rPr lang="en" altLang="zh-TW" sz="1000">
                          <a:latin typeface="Consolas"/>
                          <a:ea typeface="Microsoft JhengHei"/>
                          <a:cs typeface="Consolas" panose="020B0609020204030204" pitchFamily="49" charset="0"/>
                        </a:rPr>
                        <a:t>#dbeafe</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DBEAFE"/>
                    </a:solidFill>
                  </a:tcPr>
                </a:tc>
                <a:tc>
                  <a:txBody>
                    <a:bodyPr/>
                    <a:lstStyle/>
                    <a:p>
                      <a:pPr algn="ctr"/>
                      <a:r>
                        <a:rPr lang="en" altLang="zh-TW" sz="1000">
                          <a:latin typeface="Consolas"/>
                          <a:ea typeface="Microsoft JhengHei"/>
                          <a:cs typeface="Consolas" panose="020B0609020204030204" pitchFamily="49" charset="0"/>
                        </a:rPr>
                        <a:t>#bfdbfe</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BFDBFE"/>
                    </a:solidFill>
                  </a:tcPr>
                </a:tc>
                <a:tc>
                  <a:txBody>
                    <a:bodyPr/>
                    <a:lstStyle/>
                    <a:p>
                      <a:pPr algn="ctr"/>
                      <a:r>
                        <a:rPr lang="en" altLang="zh-TW" sz="1000">
                          <a:latin typeface="Consolas"/>
                          <a:ea typeface="Microsoft JhengHei"/>
                          <a:cs typeface="Consolas" panose="020B0609020204030204" pitchFamily="49" charset="0"/>
                        </a:rPr>
                        <a:t>#93c5fd</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93C5FD"/>
                    </a:solidFill>
                  </a:tcPr>
                </a:tc>
                <a:tc>
                  <a:txBody>
                    <a:bodyPr/>
                    <a:lstStyle/>
                    <a:p>
                      <a:pPr algn="ctr"/>
                      <a:r>
                        <a:rPr lang="en" altLang="zh-TW" sz="1000">
                          <a:latin typeface="Consolas"/>
                          <a:ea typeface="Microsoft JhengHei"/>
                          <a:cs typeface="Consolas" panose="020B0609020204030204" pitchFamily="49" charset="0"/>
                        </a:rPr>
                        <a:t>#60a5fa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60A5FA"/>
                    </a:solidFill>
                  </a:tcPr>
                </a:tc>
                <a:tc>
                  <a:txBody>
                    <a:bodyPr/>
                    <a:lstStyle/>
                    <a:p>
                      <a:pPr algn="ctr"/>
                      <a:r>
                        <a:rPr lang="en" altLang="zh-TW" sz="1000">
                          <a:solidFill>
                            <a:schemeClr val="bg1"/>
                          </a:solidFill>
                          <a:latin typeface="Consolas"/>
                          <a:ea typeface="Microsoft JhengHei"/>
                          <a:cs typeface="Consolas" panose="020B0609020204030204" pitchFamily="49" charset="0"/>
                        </a:rPr>
                        <a:t>#3b82f6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3B82F6"/>
                    </a:solidFill>
                  </a:tcPr>
                </a:tc>
                <a:tc>
                  <a:txBody>
                    <a:bodyPr/>
                    <a:lstStyle/>
                    <a:p>
                      <a:pPr algn="ctr"/>
                      <a:r>
                        <a:rPr lang="en" altLang="zh-TW" sz="1000">
                          <a:solidFill>
                            <a:schemeClr val="bg1"/>
                          </a:solidFill>
                          <a:latin typeface="Consolas"/>
                          <a:ea typeface="Microsoft JhengHei"/>
                          <a:cs typeface="Consolas" panose="020B0609020204030204" pitchFamily="49" charset="0"/>
                        </a:rPr>
                        <a:t>#2563eb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2563EB"/>
                    </a:solidFill>
                  </a:tcPr>
                </a:tc>
                <a:tc>
                  <a:txBody>
                    <a:bodyPr/>
                    <a:lstStyle/>
                    <a:p>
                      <a:pPr algn="ctr"/>
                      <a:r>
                        <a:rPr lang="en" altLang="zh-TW" sz="1000">
                          <a:solidFill>
                            <a:schemeClr val="bg1"/>
                          </a:solidFill>
                          <a:latin typeface="Consolas"/>
                          <a:ea typeface="Microsoft JhengHei"/>
                          <a:cs typeface="Consolas" panose="020B0609020204030204" pitchFamily="49" charset="0"/>
                        </a:rPr>
                        <a:t>#1d4ed8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D4ED8"/>
                    </a:solidFill>
                  </a:tcPr>
                </a:tc>
                <a:tc>
                  <a:txBody>
                    <a:bodyPr/>
                    <a:lstStyle/>
                    <a:p>
                      <a:pPr algn="ctr"/>
                      <a:r>
                        <a:rPr lang="en" altLang="zh-TW" sz="1000">
                          <a:solidFill>
                            <a:schemeClr val="bg1"/>
                          </a:solidFill>
                          <a:latin typeface="Consolas"/>
                          <a:ea typeface="Microsoft JhengHei"/>
                          <a:cs typeface="Consolas" panose="020B0609020204030204" pitchFamily="49" charset="0"/>
                        </a:rPr>
                        <a:t>#1e40af</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E40AF"/>
                    </a:solidFill>
                  </a:tcPr>
                </a:tc>
                <a:tc>
                  <a:txBody>
                    <a:bodyPr/>
                    <a:lstStyle/>
                    <a:p>
                      <a:pPr algn="ctr"/>
                      <a:r>
                        <a:rPr lang="en" altLang="zh-TW" sz="1000">
                          <a:solidFill>
                            <a:schemeClr val="bg1"/>
                          </a:solidFill>
                          <a:latin typeface="Consolas"/>
                          <a:ea typeface="Microsoft JhengHei"/>
                          <a:cs typeface="Consolas" panose="020B0609020204030204" pitchFamily="49" charset="0"/>
                        </a:rPr>
                        <a:t>#1e3a8a</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E3A8A"/>
                    </a:solidFill>
                  </a:tcPr>
                </a:tc>
                <a:tc>
                  <a:txBody>
                    <a:bodyPr/>
                    <a:lstStyle/>
                    <a:p>
                      <a:pPr algn="ctr"/>
                      <a:r>
                        <a:rPr lang="en" altLang="zh-TW" sz="1000">
                          <a:solidFill>
                            <a:schemeClr val="bg1"/>
                          </a:solidFill>
                          <a:latin typeface="Consolas"/>
                          <a:ea typeface="Microsoft JhengHei"/>
                          <a:cs typeface="Consolas" panose="020B0609020204030204" pitchFamily="49" charset="0"/>
                        </a:rPr>
                        <a:t>#172554</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72554"/>
                    </a:solidFill>
                  </a:tcPr>
                </a:tc>
                <a:extLst>
                  <a:ext uri="{0D108BD9-81ED-4DB2-BD59-A6C34878D82A}">
                    <a16:rowId xmlns:a16="http://schemas.microsoft.com/office/drawing/2014/main" val="2188741165"/>
                  </a:ext>
                </a:extLst>
              </a:tr>
              <a:tr h="256097">
                <a:tc vMerge="1">
                  <a:txBody>
                    <a:bodyPr/>
                    <a:lstStyle/>
                    <a:p>
                      <a:endParaRPr lang="zh-TW" altLang="en-US"/>
                    </a:p>
                  </a:txBody>
                  <a:tcPr/>
                </a:tc>
                <a:tc>
                  <a:txBody>
                    <a:bodyPr/>
                    <a:lstStyle/>
                    <a:p>
                      <a:pPr algn="ctr"/>
                      <a:r>
                        <a:rPr lang="en-US" altLang="zh-TW" sz="1000">
                          <a:latin typeface="Microsoft JhengHei"/>
                          <a:ea typeface="Microsoft JhengHei"/>
                        </a:rPr>
                        <a:t>yellow</a:t>
                      </a:r>
                      <a:endParaRPr lang="zh-TW" altLang="en-US" sz="1000">
                        <a:latin typeface="Microsoft JhengHei"/>
                        <a:ea typeface="Microsoft JhengHei"/>
                      </a:endParaRPr>
                    </a:p>
                  </a:txBody>
                  <a:tcPr marT="36000" marB="36000">
                    <a:lnL w="12700" cap="flat" cmpd="sng" algn="ctr">
                      <a:solidFill>
                        <a:srgbClr val="D4D4DA"/>
                      </a:solidFill>
                      <a:prstDash val="solid"/>
                      <a:round/>
                      <a:headEnd type="none" w="med" len="med"/>
                      <a:tailEnd type="none" w="med" len="med"/>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#fefce8</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CE8"/>
                    </a:solidFill>
                  </a:tcPr>
                </a:tc>
                <a:tc>
                  <a:txBody>
                    <a:bodyPr/>
                    <a:lstStyle/>
                    <a:p>
                      <a:pPr algn="ctr"/>
                      <a:r>
                        <a:rPr lang="en" altLang="zh-TW" sz="1000">
                          <a:latin typeface="Consolas"/>
                          <a:ea typeface="Microsoft JhengHei"/>
                          <a:cs typeface="Consolas" panose="020B0609020204030204" pitchFamily="49" charset="0"/>
                        </a:rPr>
                        <a:t>#fef9c3</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9C3"/>
                    </a:solidFill>
                  </a:tcPr>
                </a:tc>
                <a:tc>
                  <a:txBody>
                    <a:bodyPr/>
                    <a:lstStyle/>
                    <a:p>
                      <a:pPr algn="ctr"/>
                      <a:r>
                        <a:rPr lang="en" altLang="zh-TW" sz="1000">
                          <a:latin typeface="Consolas"/>
                          <a:ea typeface="Microsoft JhengHei"/>
                          <a:cs typeface="Consolas" panose="020B0609020204030204" pitchFamily="49" charset="0"/>
                        </a:rPr>
                        <a:t>#fef08a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08A"/>
                    </a:solidFill>
                  </a:tcPr>
                </a:tc>
                <a:tc>
                  <a:txBody>
                    <a:bodyPr/>
                    <a:lstStyle/>
                    <a:p>
                      <a:pPr algn="ctr"/>
                      <a:r>
                        <a:rPr lang="en" altLang="zh-TW" sz="1000">
                          <a:latin typeface="Consolas"/>
                          <a:ea typeface="Microsoft JhengHei"/>
                          <a:cs typeface="Consolas" panose="020B0609020204030204" pitchFamily="49" charset="0"/>
                        </a:rPr>
                        <a:t>#fde047</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DE047"/>
                    </a:solidFill>
                  </a:tcPr>
                </a:tc>
                <a:tc>
                  <a:txBody>
                    <a:bodyPr/>
                    <a:lstStyle/>
                    <a:p>
                      <a:pPr algn="ctr"/>
                      <a:r>
                        <a:rPr lang="en" altLang="zh-TW" sz="1000">
                          <a:latin typeface="Consolas"/>
                          <a:ea typeface="Microsoft JhengHei"/>
                          <a:cs typeface="Consolas" panose="020B0609020204030204" pitchFamily="49" charset="0"/>
                        </a:rPr>
                        <a:t>#facc15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ACC15"/>
                    </a:solidFill>
                  </a:tcPr>
                </a:tc>
                <a:tc>
                  <a:txBody>
                    <a:bodyPr/>
                    <a:lstStyle/>
                    <a:p>
                      <a:pPr algn="ctr"/>
                      <a:r>
                        <a:rPr lang="en" altLang="zh-TW" sz="1000">
                          <a:solidFill>
                            <a:schemeClr val="bg1"/>
                          </a:solidFill>
                          <a:latin typeface="Consolas"/>
                          <a:ea typeface="Microsoft JhengHei"/>
                          <a:cs typeface="Consolas" panose="020B0609020204030204" pitchFamily="49" charset="0"/>
                        </a:rPr>
                        <a:t>#eab308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EAB308"/>
                    </a:solidFill>
                  </a:tcPr>
                </a:tc>
                <a:tc>
                  <a:txBody>
                    <a:bodyPr/>
                    <a:lstStyle/>
                    <a:p>
                      <a:pPr algn="ctr"/>
                      <a:r>
                        <a:rPr lang="en" altLang="zh-TW" sz="1000">
                          <a:solidFill>
                            <a:schemeClr val="bg1"/>
                          </a:solidFill>
                          <a:latin typeface="Consolas"/>
                          <a:ea typeface="Microsoft JhengHei"/>
                          <a:cs typeface="Consolas" panose="020B0609020204030204" pitchFamily="49" charset="0"/>
                        </a:rPr>
                        <a:t>#ca8a04</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CA8A04"/>
                    </a:solidFill>
                  </a:tcPr>
                </a:tc>
                <a:tc>
                  <a:txBody>
                    <a:bodyPr/>
                    <a:lstStyle/>
                    <a:p>
                      <a:pPr algn="ctr"/>
                      <a:r>
                        <a:rPr lang="en" altLang="zh-TW" sz="1000">
                          <a:solidFill>
                            <a:schemeClr val="bg1"/>
                          </a:solidFill>
                          <a:latin typeface="Consolas"/>
                          <a:ea typeface="Microsoft JhengHei"/>
                          <a:cs typeface="Consolas" panose="020B0609020204030204" pitchFamily="49" charset="0"/>
                        </a:rPr>
                        <a:t>#a16207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A16207"/>
                    </a:solidFill>
                  </a:tcPr>
                </a:tc>
                <a:tc>
                  <a:txBody>
                    <a:bodyPr/>
                    <a:lstStyle/>
                    <a:p>
                      <a:pPr algn="ctr"/>
                      <a:r>
                        <a:rPr lang="en" altLang="zh-TW" sz="1000">
                          <a:solidFill>
                            <a:schemeClr val="bg1"/>
                          </a:solidFill>
                          <a:latin typeface="Consolas"/>
                          <a:ea typeface="Microsoft JhengHei"/>
                          <a:cs typeface="Consolas" panose="020B0609020204030204" pitchFamily="49" charset="0"/>
                        </a:rPr>
                        <a:t>#854d0e</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54D0E"/>
                    </a:solidFill>
                  </a:tcPr>
                </a:tc>
                <a:tc>
                  <a:txBody>
                    <a:bodyPr/>
                    <a:lstStyle/>
                    <a:p>
                      <a:pPr algn="ctr"/>
                      <a:r>
                        <a:rPr lang="en" altLang="zh-TW" sz="1000">
                          <a:solidFill>
                            <a:schemeClr val="bg1"/>
                          </a:solidFill>
                          <a:latin typeface="Consolas"/>
                          <a:ea typeface="Microsoft JhengHei"/>
                          <a:cs typeface="Consolas" panose="020B0609020204030204" pitchFamily="49" charset="0"/>
                        </a:rPr>
                        <a:t>#713f12</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713F12"/>
                    </a:solidFill>
                  </a:tcPr>
                </a:tc>
                <a:tc>
                  <a:txBody>
                    <a:bodyPr/>
                    <a:lstStyle/>
                    <a:p>
                      <a:pPr algn="ctr"/>
                      <a:r>
                        <a:rPr lang="en" altLang="zh-TW" sz="1000">
                          <a:solidFill>
                            <a:schemeClr val="bg1"/>
                          </a:solidFill>
                          <a:latin typeface="Consolas"/>
                          <a:ea typeface="Microsoft JhengHei"/>
                          <a:cs typeface="Consolas" panose="020B0609020204030204" pitchFamily="49" charset="0"/>
                        </a:rPr>
                        <a:t>#422006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22006"/>
                    </a:solidFill>
                  </a:tcPr>
                </a:tc>
                <a:extLst>
                  <a:ext uri="{0D108BD9-81ED-4DB2-BD59-A6C34878D82A}">
                    <a16:rowId xmlns:a16="http://schemas.microsoft.com/office/drawing/2014/main" val="1003131234"/>
                  </a:ext>
                </a:extLst>
              </a:tr>
              <a:tr h="256097">
                <a:tc vMerge="1">
                  <a:txBody>
                    <a:bodyPr/>
                    <a:lstStyle/>
                    <a:p>
                      <a:pPr algn="ctr" fontAlgn="t"/>
                      <a:endParaRPr lang="zh-TW" altLang="en-US" sz="8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90000" marR="90000" marT="36000" marB="36000">
                    <a:lnL>
                      <a:noFill/>
                    </a:lnL>
                    <a:lnR>
                      <a:noFill/>
                    </a:lnR>
                    <a:lnT>
                      <a:noFill/>
                    </a:lnT>
                    <a:lnB>
                      <a:noFill/>
                    </a:lnB>
                  </a:tcPr>
                </a:tc>
                <a:tc>
                  <a:txBody>
                    <a:bodyPr/>
                    <a:lstStyle/>
                    <a:p>
                      <a:pPr algn="ctr"/>
                      <a:r>
                        <a:rPr lang="en-US" altLang="zh-TW" sz="1000">
                          <a:latin typeface="Microsoft JhengHei"/>
                          <a:ea typeface="Microsoft JhengHei"/>
                        </a:rPr>
                        <a:t>violet</a:t>
                      </a:r>
                      <a:endParaRPr lang="zh-TW" altLang="en-US" sz="1000">
                        <a:latin typeface="Microsoft JhengHei"/>
                        <a:ea typeface="Microsoft JhengHei"/>
                      </a:endParaRPr>
                    </a:p>
                  </a:txBody>
                  <a:tcPr marT="36000" marB="36000">
                    <a:lnL w="12700" cap="flat" cmpd="sng" algn="ctr">
                      <a:solidFill>
                        <a:srgbClr val="D4D4DA"/>
                      </a:solidFill>
                      <a:prstDash val="solid"/>
                      <a:round/>
                      <a:headEnd type="none" w="med" len="med"/>
                      <a:tailEnd type="none" w="med" len="med"/>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#f5f3ff</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5F3FF"/>
                    </a:solidFill>
                  </a:tcPr>
                </a:tc>
                <a:tc>
                  <a:txBody>
                    <a:bodyPr/>
                    <a:lstStyle/>
                    <a:p>
                      <a:pPr algn="ctr"/>
                      <a:r>
                        <a:rPr lang="en" altLang="zh-TW" sz="1000">
                          <a:latin typeface="Consolas"/>
                          <a:ea typeface="Microsoft JhengHei"/>
                          <a:cs typeface="Consolas" panose="020B0609020204030204" pitchFamily="49" charset="0"/>
                        </a:rPr>
                        <a:t>#ede9fe</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EDE9FE"/>
                    </a:solidFill>
                  </a:tcPr>
                </a:tc>
                <a:tc>
                  <a:txBody>
                    <a:bodyPr/>
                    <a:lstStyle/>
                    <a:p>
                      <a:pPr algn="ctr"/>
                      <a:r>
                        <a:rPr lang="en" altLang="zh-TW" sz="1000">
                          <a:latin typeface="Consolas"/>
                          <a:ea typeface="Microsoft JhengHei"/>
                          <a:cs typeface="Consolas" panose="020B0609020204030204" pitchFamily="49" charset="0"/>
                        </a:rPr>
                        <a:t>#ddd6fe</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DDD6FE"/>
                    </a:solidFill>
                  </a:tcPr>
                </a:tc>
                <a:tc>
                  <a:txBody>
                    <a:bodyPr/>
                    <a:lstStyle/>
                    <a:p>
                      <a:pPr algn="ctr"/>
                      <a:r>
                        <a:rPr lang="en" altLang="zh-TW" sz="1000">
                          <a:latin typeface="Consolas"/>
                          <a:ea typeface="Microsoft JhengHei"/>
                          <a:cs typeface="Consolas" panose="020B0609020204030204" pitchFamily="49" charset="0"/>
                        </a:rPr>
                        <a:t>#c4b5fd</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C4B5FD"/>
                    </a:solidFill>
                  </a:tcPr>
                </a:tc>
                <a:tc>
                  <a:txBody>
                    <a:bodyPr/>
                    <a:lstStyle/>
                    <a:p>
                      <a:pPr algn="ctr"/>
                      <a:r>
                        <a:rPr lang="en" altLang="zh-TW" sz="1000">
                          <a:latin typeface="Consolas"/>
                          <a:ea typeface="Microsoft JhengHei"/>
                          <a:cs typeface="Consolas" panose="020B0609020204030204" pitchFamily="49" charset="0"/>
                        </a:rPr>
                        <a:t>#a78bfa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A78BFA"/>
                    </a:solidFill>
                  </a:tcPr>
                </a:tc>
                <a:tc>
                  <a:txBody>
                    <a:bodyPr/>
                    <a:lstStyle/>
                    <a:p>
                      <a:pPr algn="ctr"/>
                      <a:r>
                        <a:rPr lang="en" altLang="zh-TW" sz="1000">
                          <a:solidFill>
                            <a:schemeClr val="bg1"/>
                          </a:solidFill>
                          <a:latin typeface="Consolas"/>
                          <a:ea typeface="Microsoft JhengHei"/>
                          <a:cs typeface="Consolas" panose="020B0609020204030204" pitchFamily="49" charset="0"/>
                        </a:rPr>
                        <a:t>#8b5cf6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B5CF6"/>
                    </a:solidFill>
                  </a:tcPr>
                </a:tc>
                <a:tc>
                  <a:txBody>
                    <a:bodyPr/>
                    <a:lstStyle/>
                    <a:p>
                      <a:pPr algn="ctr"/>
                      <a:r>
                        <a:rPr lang="en" altLang="zh-TW" sz="1000">
                          <a:solidFill>
                            <a:schemeClr val="bg1"/>
                          </a:solidFill>
                          <a:latin typeface="Consolas"/>
                          <a:ea typeface="Microsoft JhengHei"/>
                          <a:cs typeface="Consolas" panose="020B0609020204030204" pitchFamily="49" charset="0"/>
                        </a:rPr>
                        <a:t>#7c3aed</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7C3AED"/>
                    </a:solidFill>
                  </a:tcPr>
                </a:tc>
                <a:tc>
                  <a:txBody>
                    <a:bodyPr/>
                    <a:lstStyle/>
                    <a:p>
                      <a:pPr algn="ctr"/>
                      <a:r>
                        <a:rPr lang="en" altLang="zh-TW" sz="1000">
                          <a:solidFill>
                            <a:schemeClr val="bg1"/>
                          </a:solidFill>
                          <a:latin typeface="Consolas"/>
                          <a:ea typeface="Microsoft JhengHei"/>
                          <a:cs typeface="Consolas" panose="020B0609020204030204" pitchFamily="49" charset="0"/>
                        </a:rPr>
                        <a:t>#6d28d9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6D28D9"/>
                    </a:solidFill>
                  </a:tcPr>
                </a:tc>
                <a:tc>
                  <a:txBody>
                    <a:bodyPr/>
                    <a:lstStyle/>
                    <a:p>
                      <a:pPr algn="ctr"/>
                      <a:r>
                        <a:rPr lang="en" altLang="zh-TW" sz="1000">
                          <a:solidFill>
                            <a:schemeClr val="bg1"/>
                          </a:solidFill>
                          <a:latin typeface="Consolas"/>
                          <a:ea typeface="Microsoft JhengHei"/>
                          <a:cs typeface="Consolas" panose="020B0609020204030204" pitchFamily="49" charset="0"/>
                        </a:rPr>
                        <a:t>#5b21b6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5B21B6"/>
                    </a:solidFill>
                  </a:tcPr>
                </a:tc>
                <a:tc>
                  <a:txBody>
                    <a:bodyPr/>
                    <a:lstStyle/>
                    <a:p>
                      <a:pPr algn="ctr"/>
                      <a:r>
                        <a:rPr lang="en" altLang="zh-TW" sz="1000">
                          <a:solidFill>
                            <a:schemeClr val="bg1"/>
                          </a:solidFill>
                          <a:latin typeface="Consolas"/>
                          <a:ea typeface="Microsoft JhengHei"/>
                          <a:cs typeface="Consolas" panose="020B0609020204030204" pitchFamily="49" charset="0"/>
                        </a:rPr>
                        <a:t>#4c1d95</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C1D95"/>
                    </a:solidFill>
                  </a:tcPr>
                </a:tc>
                <a:tc>
                  <a:txBody>
                    <a:bodyPr/>
                    <a:lstStyle/>
                    <a:p>
                      <a:pPr algn="ctr"/>
                      <a:r>
                        <a:rPr lang="en" altLang="zh-TW" sz="1000">
                          <a:solidFill>
                            <a:schemeClr val="bg1"/>
                          </a:solidFill>
                          <a:latin typeface="Consolas"/>
                          <a:ea typeface="Microsoft JhengHei"/>
                          <a:cs typeface="Consolas" panose="020B0609020204030204" pitchFamily="49" charset="0"/>
                        </a:rPr>
                        <a:t>#2e1065</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2E1065"/>
                    </a:solidFill>
                  </a:tcPr>
                </a:tc>
                <a:extLst>
                  <a:ext uri="{0D108BD9-81ED-4DB2-BD59-A6C34878D82A}">
                    <a16:rowId xmlns:a16="http://schemas.microsoft.com/office/drawing/2014/main" val="17053910"/>
                  </a:ext>
                </a:extLst>
              </a:tr>
              <a:tr h="256097">
                <a:tc vMerge="1">
                  <a:txBody>
                    <a:bodyPr/>
                    <a:lstStyle/>
                    <a:p>
                      <a:pPr algn="ctr" fontAlgn="t"/>
                      <a:endParaRPr lang="zh-TW" altLang="en-US" sz="8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90000" marR="90000" marT="36000" marB="36000">
                    <a:lnL>
                      <a:noFill/>
                    </a:lnL>
                    <a:lnR>
                      <a:noFill/>
                    </a:lnR>
                    <a:lnT>
                      <a:noFill/>
                    </a:lnT>
                    <a:lnB>
                      <a:noFill/>
                    </a:lnB>
                  </a:tcPr>
                </a:tc>
                <a:tc>
                  <a:txBody>
                    <a:bodyPr/>
                    <a:lstStyle/>
                    <a:p>
                      <a:pPr algn="ctr"/>
                      <a:r>
                        <a:rPr lang="en-US" altLang="zh-TW" sz="1000">
                          <a:latin typeface="Microsoft JhengHei"/>
                          <a:ea typeface="Microsoft JhengHei"/>
                        </a:rPr>
                        <a:t>rose</a:t>
                      </a:r>
                      <a:endParaRPr lang="zh-TW" altLang="en-US" sz="1000">
                        <a:latin typeface="Microsoft JhengHei"/>
                        <a:ea typeface="Microsoft JhengHei"/>
                      </a:endParaRPr>
                    </a:p>
                  </a:txBody>
                  <a:tcPr marT="36000" marB="36000">
                    <a:lnL w="12700" cap="flat" cmpd="sng" algn="ctr">
                      <a:solidFill>
                        <a:srgbClr val="D4D4DA"/>
                      </a:solidFill>
                      <a:prstDash val="solid"/>
                      <a:round/>
                      <a:headEnd type="none" w="med" len="med"/>
                      <a:tailEnd type="none" w="med" len="med"/>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#fff1f2</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FF1F2"/>
                    </a:solidFill>
                  </a:tcPr>
                </a:tc>
                <a:tc>
                  <a:txBody>
                    <a:bodyPr/>
                    <a:lstStyle/>
                    <a:p>
                      <a:pPr algn="ctr"/>
                      <a:r>
                        <a:rPr lang="en" altLang="zh-TW" sz="1000">
                          <a:latin typeface="Consolas"/>
                          <a:ea typeface="Microsoft JhengHei"/>
                          <a:cs typeface="Consolas" panose="020B0609020204030204" pitchFamily="49" charset="0"/>
                        </a:rPr>
                        <a:t>#ffe4e6</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FE4E6"/>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#fecdd3</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a:noFill/>
                    </a:lnL>
                    <a:lnR>
                      <a:noFill/>
                    </a:lnR>
                    <a:lnT>
                      <a:noFill/>
                    </a:lnT>
                    <a:lnB>
                      <a:noFill/>
                    </a:lnB>
                    <a:solidFill>
                      <a:srgbClr val="FECDD3"/>
                    </a:solidFill>
                  </a:tcPr>
                </a:tc>
                <a:tc>
                  <a:txBody>
                    <a:bodyPr/>
                    <a:lstStyle/>
                    <a:p>
                      <a:pPr algn="ctr"/>
                      <a:r>
                        <a:rPr lang="en" altLang="zh-TW" sz="1000">
                          <a:latin typeface="Consolas"/>
                          <a:ea typeface="Microsoft JhengHei"/>
                          <a:cs typeface="Consolas" panose="020B0609020204030204" pitchFamily="49" charset="0"/>
                        </a:rPr>
                        <a:t>#fda4af</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DA4AF"/>
                    </a:solidFill>
                  </a:tcPr>
                </a:tc>
                <a:tc>
                  <a:txBody>
                    <a:bodyPr/>
                    <a:lstStyle/>
                    <a:p>
                      <a:pPr algn="ctr"/>
                      <a:r>
                        <a:rPr lang="en" altLang="zh-TW" sz="1000">
                          <a:latin typeface="Consolas"/>
                          <a:ea typeface="Microsoft JhengHei"/>
                          <a:cs typeface="Consolas" panose="020B0609020204030204" pitchFamily="49" charset="0"/>
                        </a:rPr>
                        <a:t>#fb7185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B7185"/>
                    </a:solidFill>
                  </a:tcPr>
                </a:tc>
                <a:tc>
                  <a:txBody>
                    <a:bodyPr/>
                    <a:lstStyle/>
                    <a:p>
                      <a:pPr algn="ctr"/>
                      <a:r>
                        <a:rPr lang="en" altLang="zh-TW" sz="1000">
                          <a:solidFill>
                            <a:schemeClr val="bg1"/>
                          </a:solidFill>
                          <a:latin typeface="Consolas"/>
                          <a:ea typeface="Microsoft JhengHei"/>
                          <a:cs typeface="Consolas" panose="020B0609020204030204" pitchFamily="49" charset="0"/>
                        </a:rPr>
                        <a:t>#f43f5e</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F43F5E"/>
                    </a:solidFill>
                  </a:tcPr>
                </a:tc>
                <a:tc>
                  <a:txBody>
                    <a:bodyPr/>
                    <a:lstStyle/>
                    <a:p>
                      <a:pPr algn="ctr"/>
                      <a:r>
                        <a:rPr lang="en" altLang="zh-TW" sz="1000">
                          <a:solidFill>
                            <a:schemeClr val="bg1"/>
                          </a:solidFill>
                          <a:latin typeface="Consolas"/>
                          <a:ea typeface="Microsoft JhengHei"/>
                          <a:cs typeface="Consolas" panose="020B0609020204030204" pitchFamily="49" charset="0"/>
                        </a:rPr>
                        <a:t>#e11d48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E11D48"/>
                    </a:solidFill>
                  </a:tcPr>
                </a:tc>
                <a:tc>
                  <a:txBody>
                    <a:bodyPr/>
                    <a:lstStyle/>
                    <a:p>
                      <a:pPr algn="ctr"/>
                      <a:r>
                        <a:rPr lang="en" altLang="zh-TW" sz="1000">
                          <a:solidFill>
                            <a:schemeClr val="bg1"/>
                          </a:solidFill>
                          <a:latin typeface="Consolas"/>
                          <a:ea typeface="Microsoft JhengHei"/>
                          <a:cs typeface="Consolas" panose="020B0609020204030204" pitchFamily="49" charset="0"/>
                        </a:rPr>
                        <a:t>#be123c</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BE123C"/>
                    </a:solidFill>
                  </a:tcPr>
                </a:tc>
                <a:tc>
                  <a:txBody>
                    <a:bodyPr/>
                    <a:lstStyle/>
                    <a:p>
                      <a:pPr algn="ctr"/>
                      <a:r>
                        <a:rPr lang="en" altLang="zh-TW" sz="1000">
                          <a:solidFill>
                            <a:schemeClr val="bg1"/>
                          </a:solidFill>
                          <a:latin typeface="Consolas"/>
                          <a:ea typeface="Microsoft JhengHei"/>
                          <a:cs typeface="Consolas" panose="020B0609020204030204" pitchFamily="49" charset="0"/>
                        </a:rPr>
                        <a:t>#9f1239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9F1239"/>
                    </a:solidFill>
                  </a:tcPr>
                </a:tc>
                <a:tc>
                  <a:txBody>
                    <a:bodyPr/>
                    <a:lstStyle/>
                    <a:p>
                      <a:pPr algn="ctr"/>
                      <a:r>
                        <a:rPr lang="en" altLang="zh-TW" sz="1000">
                          <a:solidFill>
                            <a:schemeClr val="bg1"/>
                          </a:solidFill>
                          <a:latin typeface="Consolas"/>
                          <a:ea typeface="Microsoft JhengHei"/>
                          <a:cs typeface="Consolas" panose="020B0609020204030204" pitchFamily="49" charset="0"/>
                        </a:rPr>
                        <a:t>#881337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81337"/>
                    </a:solidFill>
                  </a:tcPr>
                </a:tc>
                <a:tc>
                  <a:txBody>
                    <a:bodyPr/>
                    <a:lstStyle/>
                    <a:p>
                      <a:pPr algn="ctr"/>
                      <a:r>
                        <a:rPr lang="en" altLang="zh-TW" sz="1000">
                          <a:solidFill>
                            <a:schemeClr val="bg1"/>
                          </a:solidFill>
                          <a:latin typeface="Consolas"/>
                          <a:ea typeface="Microsoft JhengHei"/>
                          <a:cs typeface="Consolas" panose="020B0609020204030204" pitchFamily="49" charset="0"/>
                        </a:rPr>
                        <a:t>#4c0519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C0519"/>
                    </a:solidFill>
                  </a:tcPr>
                </a:tc>
                <a:extLst>
                  <a:ext uri="{0D108BD9-81ED-4DB2-BD59-A6C34878D82A}">
                    <a16:rowId xmlns:a16="http://schemas.microsoft.com/office/drawing/2014/main" val="705948517"/>
                  </a:ext>
                </a:extLst>
              </a:tr>
              <a:tr h="256097">
                <a:tc>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灰</a:t>
                      </a:r>
                    </a:p>
                  </a:txBody>
                  <a:tcPr marL="0" marR="0" marT="36000" marB="36000">
                    <a:lnL>
                      <a:noFill/>
                    </a:lnL>
                    <a:lnR>
                      <a:noFill/>
                    </a:lnR>
                    <a:lnT>
                      <a:noFill/>
                    </a:lnT>
                    <a:lnB>
                      <a:noFill/>
                    </a:lnB>
                    <a:solidFill>
                      <a:schemeClr val="bg1"/>
                    </a:solidFill>
                  </a:tcPr>
                </a:tc>
                <a:tc>
                  <a:txBody>
                    <a:bodyPr/>
                    <a:lstStyle/>
                    <a:p>
                      <a:pPr algn="ctr"/>
                      <a:r>
                        <a:rPr lang="en-US" altLang="zh-TW" sz="1000">
                          <a:latin typeface="Microsoft JhengHei"/>
                          <a:ea typeface="Microsoft JhengHei"/>
                        </a:rPr>
                        <a:t>zinc</a:t>
                      </a:r>
                      <a:endParaRPr lang="zh-TW" altLang="en-US" sz="1000">
                        <a:latin typeface="Microsoft JhengHei"/>
                        <a:ea typeface="Microsoft JhengHei"/>
                      </a:endParaRPr>
                    </a:p>
                  </a:txBody>
                  <a:tcPr marT="36000" marB="36000">
                    <a:lnL>
                      <a:noFill/>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a:t>
                      </a:r>
                      <a:r>
                        <a:rPr lang="en" altLang="zh-TW" sz="1000" err="1">
                          <a:latin typeface="Consolas"/>
                          <a:ea typeface="Microsoft JhengHei"/>
                          <a:cs typeface="Consolas" panose="020B0609020204030204" pitchFamily="49" charset="0"/>
                        </a:rPr>
                        <a:t>fafafa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AFAFA"/>
                    </a:solidFill>
                  </a:tcPr>
                </a:tc>
                <a:tc>
                  <a:txBody>
                    <a:bodyPr/>
                    <a:lstStyle/>
                    <a:p>
                      <a:pPr algn="ctr"/>
                      <a:r>
                        <a:rPr lang="en" altLang="zh-TW" sz="1000">
                          <a:latin typeface="Consolas"/>
                          <a:ea typeface="Microsoft JhengHei"/>
                          <a:cs typeface="Consolas" panose="020B0609020204030204" pitchFamily="49" charset="0"/>
                        </a:rPr>
                        <a:t>#f4f4f5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4F4F5"/>
                    </a:solidFill>
                  </a:tcPr>
                </a:tc>
                <a:tc>
                  <a:txBody>
                    <a:bodyPr/>
                    <a:lstStyle/>
                    <a:p>
                      <a:pPr algn="ctr"/>
                      <a:r>
                        <a:rPr lang="en" altLang="zh-TW" sz="1000">
                          <a:latin typeface="Consolas"/>
                          <a:ea typeface="Microsoft JhengHei"/>
                          <a:cs typeface="Consolas" panose="020B0609020204030204" pitchFamily="49" charset="0"/>
                        </a:rPr>
                        <a:t>#e4e4e7</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E4E4E7"/>
                    </a:solidFill>
                  </a:tcPr>
                </a:tc>
                <a:tc>
                  <a:txBody>
                    <a:bodyPr/>
                    <a:lstStyle/>
                    <a:p>
                      <a:pPr algn="ctr"/>
                      <a:r>
                        <a:rPr lang="en" altLang="zh-TW" sz="1000">
                          <a:latin typeface="Consolas"/>
                          <a:ea typeface="Microsoft JhengHei"/>
                          <a:cs typeface="Consolas" panose="020B0609020204030204" pitchFamily="49" charset="0"/>
                        </a:rPr>
                        <a:t>#d4d4d8</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D4D4D8"/>
                    </a:solidFill>
                  </a:tcPr>
                </a:tc>
                <a:tc>
                  <a:txBody>
                    <a:bodyPr/>
                    <a:lstStyle/>
                    <a:p>
                      <a:pPr algn="ctr"/>
                      <a:r>
                        <a:rPr lang="en" altLang="zh-TW" sz="1000">
                          <a:latin typeface="Consolas"/>
                          <a:ea typeface="Microsoft JhengHei"/>
                          <a:cs typeface="Consolas" panose="020B0609020204030204" pitchFamily="49" charset="0"/>
                        </a:rPr>
                        <a:t>#a1a1aa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A1A1AA"/>
                    </a:solidFill>
                  </a:tcPr>
                </a:tc>
                <a:tc>
                  <a:txBody>
                    <a:bodyPr/>
                    <a:lstStyle/>
                    <a:p>
                      <a:pPr algn="ctr"/>
                      <a:r>
                        <a:rPr lang="en" altLang="zh-TW" sz="1000">
                          <a:solidFill>
                            <a:schemeClr val="bg1"/>
                          </a:solidFill>
                          <a:latin typeface="Consolas"/>
                          <a:ea typeface="Microsoft JhengHei"/>
                          <a:cs typeface="Consolas" panose="020B0609020204030204" pitchFamily="49" charset="0"/>
                        </a:rPr>
                        <a:t>#71717a</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71717A"/>
                    </a:solidFill>
                  </a:tcPr>
                </a:tc>
                <a:tc>
                  <a:txBody>
                    <a:bodyPr/>
                    <a:lstStyle/>
                    <a:p>
                      <a:pPr algn="ctr"/>
                      <a:r>
                        <a:rPr lang="en" altLang="zh-TW" sz="1000">
                          <a:solidFill>
                            <a:schemeClr val="bg1"/>
                          </a:solidFill>
                          <a:latin typeface="Consolas"/>
                          <a:ea typeface="Microsoft JhengHei"/>
                          <a:cs typeface="Consolas" panose="020B0609020204030204" pitchFamily="49" charset="0"/>
                        </a:rPr>
                        <a:t>#52525b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52525B"/>
                    </a:solidFill>
                  </a:tcPr>
                </a:tc>
                <a:tc>
                  <a:txBody>
                    <a:bodyPr/>
                    <a:lstStyle/>
                    <a:p>
                      <a:pPr algn="ctr"/>
                      <a:r>
                        <a:rPr lang="en" altLang="zh-TW" sz="1000">
                          <a:solidFill>
                            <a:schemeClr val="bg1"/>
                          </a:solidFill>
                          <a:latin typeface="Consolas"/>
                          <a:ea typeface="Microsoft JhengHei"/>
                          <a:cs typeface="Consolas" panose="020B0609020204030204" pitchFamily="49" charset="0"/>
                        </a:rPr>
                        <a:t>#3f3f46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3F3F46"/>
                    </a:solidFill>
                  </a:tcPr>
                </a:tc>
                <a:tc>
                  <a:txBody>
                    <a:bodyPr/>
                    <a:lstStyle/>
                    <a:p>
                      <a:pPr algn="ctr"/>
                      <a:r>
                        <a:rPr lang="en" altLang="zh-TW" sz="1000">
                          <a:solidFill>
                            <a:schemeClr val="bg1"/>
                          </a:solidFill>
                          <a:latin typeface="Consolas"/>
                          <a:ea typeface="Microsoft JhengHei"/>
                          <a:cs typeface="Consolas" panose="020B0609020204030204" pitchFamily="49" charset="0"/>
                        </a:rPr>
                        <a:t>#27272a</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27272A"/>
                    </a:solidFill>
                  </a:tcPr>
                </a:tc>
                <a:tc>
                  <a:txBody>
                    <a:bodyPr/>
                    <a:lstStyle/>
                    <a:p>
                      <a:pPr algn="ctr"/>
                      <a:r>
                        <a:rPr lang="en" altLang="zh-TW" sz="1000">
                          <a:solidFill>
                            <a:schemeClr val="bg1"/>
                          </a:solidFill>
                          <a:latin typeface="Consolas"/>
                          <a:ea typeface="Microsoft JhengHei"/>
                          <a:cs typeface="Consolas" panose="020B0609020204030204" pitchFamily="49" charset="0"/>
                        </a:rPr>
                        <a:t>#18181b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8181B"/>
                    </a:solidFill>
                  </a:tcPr>
                </a:tc>
                <a:tc>
                  <a:txBody>
                    <a:bodyPr/>
                    <a:lstStyle/>
                    <a:p>
                      <a:pPr algn="ctr"/>
                      <a:r>
                        <a:rPr lang="en" altLang="zh-TW" sz="1000">
                          <a:solidFill>
                            <a:schemeClr val="bg1"/>
                          </a:solidFill>
                          <a:latin typeface="Consolas"/>
                          <a:ea typeface="Microsoft JhengHei"/>
                          <a:cs typeface="Consolas" panose="020B0609020204030204" pitchFamily="49" charset="0"/>
                        </a:rPr>
                        <a:t>#09090b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9090B"/>
                    </a:solidFill>
                  </a:tcPr>
                </a:tc>
                <a:extLst>
                  <a:ext uri="{0D108BD9-81ED-4DB2-BD59-A6C34878D82A}">
                    <a16:rowId xmlns:a16="http://schemas.microsoft.com/office/drawing/2014/main" val="3244440282"/>
                  </a:ext>
                </a:extLst>
              </a:tr>
              <a:tr h="256097">
                <a:tc>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紅</a:t>
                      </a:r>
                    </a:p>
                  </a:txBody>
                  <a:tcPr marL="0" marR="0" marT="36000" marB="36000">
                    <a:lnL>
                      <a:noFill/>
                    </a:lnL>
                    <a:lnR>
                      <a:noFill/>
                    </a:lnR>
                    <a:lnT>
                      <a:noFill/>
                    </a:lnT>
                    <a:lnB>
                      <a:noFill/>
                    </a:lnB>
                    <a:solidFill>
                      <a:schemeClr val="bg1"/>
                    </a:solidFill>
                  </a:tcPr>
                </a:tc>
                <a:tc>
                  <a:txBody>
                    <a:bodyPr/>
                    <a:lstStyle/>
                    <a:p>
                      <a:pPr algn="ctr"/>
                      <a:r>
                        <a:rPr lang="en-US" altLang="zh-TW" sz="1000">
                          <a:latin typeface="Microsoft JhengHei"/>
                          <a:ea typeface="Microsoft JhengHei"/>
                        </a:rPr>
                        <a:t>rose</a:t>
                      </a:r>
                      <a:endParaRPr lang="zh-TW" altLang="en-US" sz="1000">
                        <a:latin typeface="Microsoft JhengHei"/>
                        <a:ea typeface="Microsoft JhengHei"/>
                      </a:endParaRPr>
                    </a:p>
                  </a:txBody>
                  <a:tcPr marT="36000" marB="36000">
                    <a:lnL>
                      <a:noFill/>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#fff1f2</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FF1F2"/>
                    </a:solidFill>
                  </a:tcPr>
                </a:tc>
                <a:tc>
                  <a:txBody>
                    <a:bodyPr/>
                    <a:lstStyle/>
                    <a:p>
                      <a:pPr algn="ctr"/>
                      <a:r>
                        <a:rPr lang="en" altLang="zh-TW" sz="1000">
                          <a:latin typeface="Consolas"/>
                          <a:ea typeface="Microsoft JhengHei"/>
                          <a:cs typeface="Consolas" panose="020B0609020204030204" pitchFamily="49" charset="0"/>
                        </a:rPr>
                        <a:t>#ffe4e6</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FE4E6"/>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#fecdd3</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a:noFill/>
                    </a:lnL>
                    <a:lnR>
                      <a:noFill/>
                    </a:lnR>
                    <a:lnT>
                      <a:noFill/>
                    </a:lnT>
                    <a:lnB>
                      <a:noFill/>
                    </a:lnB>
                    <a:solidFill>
                      <a:srgbClr val="FECDD3"/>
                    </a:solidFill>
                  </a:tcPr>
                </a:tc>
                <a:tc>
                  <a:txBody>
                    <a:bodyPr/>
                    <a:lstStyle/>
                    <a:p>
                      <a:pPr algn="ctr"/>
                      <a:r>
                        <a:rPr lang="en" altLang="zh-TW" sz="1000">
                          <a:latin typeface="Consolas"/>
                          <a:ea typeface="Microsoft JhengHei"/>
                          <a:cs typeface="Consolas" panose="020B0609020204030204" pitchFamily="49" charset="0"/>
                        </a:rPr>
                        <a:t>#fda4af</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DA4AF"/>
                    </a:solidFill>
                  </a:tcPr>
                </a:tc>
                <a:tc>
                  <a:txBody>
                    <a:bodyPr/>
                    <a:lstStyle/>
                    <a:p>
                      <a:pPr algn="ctr"/>
                      <a:r>
                        <a:rPr lang="en" altLang="zh-TW" sz="1000">
                          <a:latin typeface="Consolas"/>
                          <a:ea typeface="Microsoft JhengHei"/>
                          <a:cs typeface="Consolas" panose="020B0609020204030204" pitchFamily="49" charset="0"/>
                        </a:rPr>
                        <a:t>#fb7185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B7185"/>
                    </a:solidFill>
                  </a:tcPr>
                </a:tc>
                <a:tc>
                  <a:txBody>
                    <a:bodyPr/>
                    <a:lstStyle/>
                    <a:p>
                      <a:pPr algn="ctr"/>
                      <a:r>
                        <a:rPr lang="en" altLang="zh-TW" sz="1000">
                          <a:solidFill>
                            <a:schemeClr val="bg1"/>
                          </a:solidFill>
                          <a:latin typeface="Consolas"/>
                          <a:ea typeface="Microsoft JhengHei"/>
                          <a:cs typeface="Consolas" panose="020B0609020204030204" pitchFamily="49" charset="0"/>
                        </a:rPr>
                        <a:t>#f43f5e</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F43F5E"/>
                    </a:solidFill>
                  </a:tcPr>
                </a:tc>
                <a:tc>
                  <a:txBody>
                    <a:bodyPr/>
                    <a:lstStyle/>
                    <a:p>
                      <a:pPr algn="ctr"/>
                      <a:r>
                        <a:rPr lang="en" altLang="zh-TW" sz="1000">
                          <a:solidFill>
                            <a:schemeClr val="bg1"/>
                          </a:solidFill>
                          <a:latin typeface="Consolas"/>
                          <a:ea typeface="Microsoft JhengHei"/>
                          <a:cs typeface="Consolas" panose="020B0609020204030204" pitchFamily="49" charset="0"/>
                        </a:rPr>
                        <a:t>#e11d48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E11D48"/>
                    </a:solidFill>
                  </a:tcPr>
                </a:tc>
                <a:tc>
                  <a:txBody>
                    <a:bodyPr/>
                    <a:lstStyle/>
                    <a:p>
                      <a:pPr algn="ctr"/>
                      <a:r>
                        <a:rPr lang="en" altLang="zh-TW" sz="1000">
                          <a:solidFill>
                            <a:schemeClr val="bg1"/>
                          </a:solidFill>
                          <a:latin typeface="Consolas"/>
                          <a:ea typeface="Microsoft JhengHei"/>
                          <a:cs typeface="Consolas" panose="020B0609020204030204" pitchFamily="49" charset="0"/>
                        </a:rPr>
                        <a:t>#be123c</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BE123C"/>
                    </a:solidFill>
                  </a:tcPr>
                </a:tc>
                <a:tc>
                  <a:txBody>
                    <a:bodyPr/>
                    <a:lstStyle/>
                    <a:p>
                      <a:pPr algn="ctr"/>
                      <a:r>
                        <a:rPr lang="en" altLang="zh-TW" sz="1000">
                          <a:solidFill>
                            <a:schemeClr val="bg1"/>
                          </a:solidFill>
                          <a:latin typeface="Consolas"/>
                          <a:ea typeface="Microsoft JhengHei"/>
                          <a:cs typeface="Consolas" panose="020B0609020204030204" pitchFamily="49" charset="0"/>
                        </a:rPr>
                        <a:t>#9f1239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9F1239"/>
                    </a:solidFill>
                  </a:tcPr>
                </a:tc>
                <a:tc>
                  <a:txBody>
                    <a:bodyPr/>
                    <a:lstStyle/>
                    <a:p>
                      <a:pPr algn="ctr"/>
                      <a:r>
                        <a:rPr lang="en" altLang="zh-TW" sz="1000">
                          <a:solidFill>
                            <a:schemeClr val="bg1"/>
                          </a:solidFill>
                          <a:latin typeface="Consolas"/>
                          <a:ea typeface="Microsoft JhengHei"/>
                          <a:cs typeface="Consolas" panose="020B0609020204030204" pitchFamily="49" charset="0"/>
                        </a:rPr>
                        <a:t>#881337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81337"/>
                    </a:solidFill>
                  </a:tcPr>
                </a:tc>
                <a:tc>
                  <a:txBody>
                    <a:bodyPr/>
                    <a:lstStyle/>
                    <a:p>
                      <a:pPr algn="ctr"/>
                      <a:r>
                        <a:rPr lang="en" altLang="zh-TW" sz="1000">
                          <a:solidFill>
                            <a:schemeClr val="bg1"/>
                          </a:solidFill>
                          <a:latin typeface="Consolas"/>
                          <a:ea typeface="Microsoft JhengHei"/>
                          <a:cs typeface="Consolas" panose="020B0609020204030204" pitchFamily="49" charset="0"/>
                        </a:rPr>
                        <a:t>#4c0519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C0519"/>
                    </a:solidFill>
                  </a:tcPr>
                </a:tc>
                <a:extLst>
                  <a:ext uri="{0D108BD9-81ED-4DB2-BD59-A6C34878D82A}">
                    <a16:rowId xmlns:a16="http://schemas.microsoft.com/office/drawing/2014/main" val="1414265441"/>
                  </a:ext>
                </a:extLst>
              </a:tr>
              <a:tr h="256097">
                <a:tc>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黃</a:t>
                      </a:r>
                    </a:p>
                  </a:txBody>
                  <a:tcPr marL="0" marR="0" marT="36000" marB="36000">
                    <a:lnL>
                      <a:noFill/>
                    </a:lnL>
                    <a:lnR>
                      <a:noFill/>
                    </a:lnR>
                    <a:lnT>
                      <a:noFill/>
                    </a:lnT>
                    <a:lnB>
                      <a:noFill/>
                    </a:lnB>
                    <a:solidFill>
                      <a:schemeClr val="bg1"/>
                    </a:solidFill>
                  </a:tcPr>
                </a:tc>
                <a:tc>
                  <a:txBody>
                    <a:bodyPr/>
                    <a:lstStyle/>
                    <a:p>
                      <a:pPr algn="ctr"/>
                      <a:r>
                        <a:rPr lang="en-US" altLang="zh-TW" sz="1000">
                          <a:latin typeface="Microsoft JhengHei"/>
                          <a:ea typeface="Microsoft JhengHei"/>
                        </a:rPr>
                        <a:t>yellow</a:t>
                      </a:r>
                      <a:endParaRPr lang="zh-TW" altLang="en-US" sz="1000">
                        <a:latin typeface="Microsoft JhengHei"/>
                        <a:ea typeface="Microsoft JhengHei"/>
                      </a:endParaRPr>
                    </a:p>
                  </a:txBody>
                  <a:tcPr marT="36000" marB="36000">
                    <a:lnL>
                      <a:noFill/>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#fefce8</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CE8"/>
                    </a:solidFill>
                  </a:tcPr>
                </a:tc>
                <a:tc>
                  <a:txBody>
                    <a:bodyPr/>
                    <a:lstStyle/>
                    <a:p>
                      <a:pPr algn="ctr"/>
                      <a:r>
                        <a:rPr lang="en" altLang="zh-TW" sz="1000">
                          <a:latin typeface="Consolas"/>
                          <a:ea typeface="Microsoft JhengHei"/>
                          <a:cs typeface="Consolas" panose="020B0609020204030204" pitchFamily="49" charset="0"/>
                        </a:rPr>
                        <a:t>#fef9c3</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9C3"/>
                    </a:solidFill>
                  </a:tcPr>
                </a:tc>
                <a:tc>
                  <a:txBody>
                    <a:bodyPr/>
                    <a:lstStyle/>
                    <a:p>
                      <a:pPr algn="ctr"/>
                      <a:r>
                        <a:rPr lang="en" altLang="zh-TW" sz="1000">
                          <a:latin typeface="Consolas"/>
                          <a:ea typeface="Microsoft JhengHei"/>
                          <a:cs typeface="Consolas" panose="020B0609020204030204" pitchFamily="49" charset="0"/>
                        </a:rPr>
                        <a:t>#fef08a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08A"/>
                    </a:solidFill>
                  </a:tcPr>
                </a:tc>
                <a:tc>
                  <a:txBody>
                    <a:bodyPr/>
                    <a:lstStyle/>
                    <a:p>
                      <a:pPr lvl="0" algn="ctr">
                        <a:buNone/>
                      </a:pPr>
                      <a:r>
                        <a:rPr lang="en" sz="1000" b="0" i="0" u="none" strike="noStrike" noProof="0">
                          <a:solidFill>
                            <a:srgbClr val="000000"/>
                          </a:solidFill>
                          <a:latin typeface="Consolas"/>
                        </a:rPr>
                        <a:t>#fde047</a:t>
                      </a:r>
                      <a:endParaRPr lang="zh-TW" altLang="en-US"/>
                    </a:p>
                  </a:txBody>
                  <a:tcPr marT="36000" marB="36000">
                    <a:lnL>
                      <a:noFill/>
                    </a:lnL>
                    <a:lnR>
                      <a:noFill/>
                    </a:lnR>
                    <a:lnT>
                      <a:noFill/>
                    </a:lnT>
                    <a:lnB>
                      <a:noFill/>
                    </a:lnB>
                    <a:solidFill>
                      <a:srgbClr val="FDE047"/>
                    </a:solidFill>
                  </a:tcPr>
                </a:tc>
                <a:tc>
                  <a:txBody>
                    <a:bodyPr/>
                    <a:lstStyle/>
                    <a:p>
                      <a:pPr algn="ctr"/>
                      <a:r>
                        <a:rPr lang="en" altLang="zh-TW" sz="1000">
                          <a:latin typeface="Consolas"/>
                          <a:ea typeface="Microsoft JhengHei"/>
                          <a:cs typeface="Consolas" panose="020B0609020204030204" pitchFamily="49" charset="0"/>
                        </a:rPr>
                        <a:t>#facc15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ACC15"/>
                    </a:solidFill>
                  </a:tcPr>
                </a:tc>
                <a:tc>
                  <a:txBody>
                    <a:bodyPr/>
                    <a:lstStyle/>
                    <a:p>
                      <a:pPr algn="ctr"/>
                      <a:r>
                        <a:rPr lang="en" altLang="zh-TW" sz="1000">
                          <a:solidFill>
                            <a:schemeClr val="bg1"/>
                          </a:solidFill>
                          <a:latin typeface="Consolas"/>
                          <a:ea typeface="Microsoft JhengHei"/>
                          <a:cs typeface="Consolas" panose="020B0609020204030204" pitchFamily="49" charset="0"/>
                        </a:rPr>
                        <a:t>#eab308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EAB308"/>
                    </a:solidFill>
                  </a:tcPr>
                </a:tc>
                <a:tc>
                  <a:txBody>
                    <a:bodyPr/>
                    <a:lstStyle/>
                    <a:p>
                      <a:pPr algn="ctr"/>
                      <a:r>
                        <a:rPr lang="en" altLang="zh-TW" sz="1000">
                          <a:solidFill>
                            <a:schemeClr val="bg1"/>
                          </a:solidFill>
                          <a:latin typeface="Consolas"/>
                          <a:ea typeface="Microsoft JhengHei"/>
                          <a:cs typeface="Consolas" panose="020B0609020204030204" pitchFamily="49" charset="0"/>
                        </a:rPr>
                        <a:t>#ca8a04</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CA8A04"/>
                    </a:solidFill>
                  </a:tcPr>
                </a:tc>
                <a:tc>
                  <a:txBody>
                    <a:bodyPr/>
                    <a:lstStyle/>
                    <a:p>
                      <a:pPr algn="ctr"/>
                      <a:r>
                        <a:rPr lang="en" altLang="zh-TW" sz="1000">
                          <a:solidFill>
                            <a:schemeClr val="bg1"/>
                          </a:solidFill>
                          <a:latin typeface="Consolas"/>
                          <a:ea typeface="Microsoft JhengHei"/>
                          <a:cs typeface="Consolas" panose="020B0609020204030204" pitchFamily="49" charset="0"/>
                        </a:rPr>
                        <a:t>#a16207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A16207"/>
                    </a:solidFill>
                  </a:tcPr>
                </a:tc>
                <a:tc>
                  <a:txBody>
                    <a:bodyPr/>
                    <a:lstStyle/>
                    <a:p>
                      <a:pPr algn="ctr"/>
                      <a:r>
                        <a:rPr lang="en" altLang="zh-TW" sz="1000">
                          <a:solidFill>
                            <a:schemeClr val="bg1"/>
                          </a:solidFill>
                          <a:latin typeface="Consolas"/>
                          <a:ea typeface="Microsoft JhengHei"/>
                          <a:cs typeface="Consolas" panose="020B0609020204030204" pitchFamily="49" charset="0"/>
                        </a:rPr>
                        <a:t>#854d0e</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54D0E"/>
                    </a:solidFill>
                  </a:tcPr>
                </a:tc>
                <a:tc>
                  <a:txBody>
                    <a:bodyPr/>
                    <a:lstStyle/>
                    <a:p>
                      <a:pPr algn="ctr"/>
                      <a:r>
                        <a:rPr lang="en" altLang="zh-TW" sz="1000">
                          <a:solidFill>
                            <a:schemeClr val="bg1"/>
                          </a:solidFill>
                          <a:latin typeface="Consolas"/>
                          <a:ea typeface="Microsoft JhengHei"/>
                          <a:cs typeface="Consolas" panose="020B0609020204030204" pitchFamily="49" charset="0"/>
                        </a:rPr>
                        <a:t>#713f12</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713F12"/>
                    </a:solidFill>
                  </a:tcPr>
                </a:tc>
                <a:tc>
                  <a:txBody>
                    <a:bodyPr/>
                    <a:lstStyle/>
                    <a:p>
                      <a:pPr algn="ctr"/>
                      <a:r>
                        <a:rPr lang="en" altLang="zh-TW" sz="1000">
                          <a:solidFill>
                            <a:schemeClr val="bg1"/>
                          </a:solidFill>
                          <a:latin typeface="Consolas"/>
                          <a:ea typeface="Microsoft JhengHei"/>
                          <a:cs typeface="Consolas" panose="020B0609020204030204" pitchFamily="49" charset="0"/>
                        </a:rPr>
                        <a:t>#422006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22006"/>
                    </a:solidFill>
                  </a:tcPr>
                </a:tc>
                <a:extLst>
                  <a:ext uri="{0D108BD9-81ED-4DB2-BD59-A6C34878D82A}">
                    <a16:rowId xmlns:a16="http://schemas.microsoft.com/office/drawing/2014/main" val="3453727693"/>
                  </a:ext>
                </a:extLst>
              </a:tr>
              <a:tr h="256097">
                <a:tc>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綠</a:t>
                      </a:r>
                    </a:p>
                  </a:txBody>
                  <a:tcPr marL="0" marR="0" marT="36000" marB="36000">
                    <a:lnL>
                      <a:noFill/>
                    </a:lnL>
                    <a:lnR>
                      <a:noFill/>
                    </a:lnR>
                    <a:lnT>
                      <a:noFill/>
                    </a:lnT>
                    <a:lnB>
                      <a:noFill/>
                    </a:lnB>
                    <a:solidFill>
                      <a:schemeClr val="bg1"/>
                    </a:solidFill>
                  </a:tcPr>
                </a:tc>
                <a:tc>
                  <a:txBody>
                    <a:bodyPr/>
                    <a:lstStyle/>
                    <a:p>
                      <a:pPr algn="ctr"/>
                      <a:r>
                        <a:rPr lang="en-US" altLang="zh-TW" sz="1000">
                          <a:latin typeface="Microsoft JhengHei"/>
                          <a:ea typeface="Microsoft JhengHei"/>
                        </a:rPr>
                        <a:t>emerald</a:t>
                      </a:r>
                      <a:endParaRPr lang="zh-TW" altLang="en-US" sz="1000">
                        <a:latin typeface="Microsoft JhengHei"/>
                        <a:ea typeface="Microsoft JhengHei"/>
                      </a:endParaRPr>
                    </a:p>
                  </a:txBody>
                  <a:tcPr marT="36000" marB="36000">
                    <a:lnL>
                      <a:noFill/>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#ecfdf5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ECFDF5"/>
                    </a:solidFill>
                  </a:tcPr>
                </a:tc>
                <a:tc>
                  <a:txBody>
                    <a:bodyPr/>
                    <a:lstStyle/>
                    <a:p>
                      <a:pPr algn="ctr"/>
                      <a:r>
                        <a:rPr lang="en" altLang="zh-TW" sz="1000">
                          <a:latin typeface="Consolas"/>
                          <a:ea typeface="Microsoft JhengHei"/>
                          <a:cs typeface="Consolas" panose="020B0609020204030204" pitchFamily="49" charset="0"/>
                        </a:rPr>
                        <a:t>#d1fae5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D1FAE5"/>
                    </a:solidFill>
                  </a:tcPr>
                </a:tc>
                <a:tc>
                  <a:txBody>
                    <a:bodyPr/>
                    <a:lstStyle/>
                    <a:p>
                      <a:pPr algn="ctr"/>
                      <a:r>
                        <a:rPr lang="en" altLang="zh-TW" sz="1000">
                          <a:latin typeface="Consolas"/>
                          <a:ea typeface="Microsoft JhengHei"/>
                          <a:cs typeface="Consolas" panose="020B0609020204030204" pitchFamily="49" charset="0"/>
                        </a:rPr>
                        <a:t>#a7f3d0</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A7F3D0"/>
                    </a:solidFill>
                  </a:tcPr>
                </a:tc>
                <a:tc>
                  <a:txBody>
                    <a:bodyPr/>
                    <a:lstStyle/>
                    <a:p>
                      <a:pPr algn="ctr"/>
                      <a:r>
                        <a:rPr lang="en" altLang="zh-TW" sz="1000">
                          <a:latin typeface="Consolas"/>
                          <a:ea typeface="Microsoft JhengHei"/>
                          <a:cs typeface="Consolas" panose="020B0609020204030204" pitchFamily="49" charset="0"/>
                        </a:rPr>
                        <a:t>#6ee7b7</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6EE7B7"/>
                    </a:solidFill>
                  </a:tcPr>
                </a:tc>
                <a:tc>
                  <a:txBody>
                    <a:bodyPr/>
                    <a:lstStyle/>
                    <a:p>
                      <a:pPr algn="ctr"/>
                      <a:r>
                        <a:rPr lang="en" altLang="zh-TW" sz="1000">
                          <a:latin typeface="Consolas"/>
                          <a:ea typeface="Microsoft JhengHei"/>
                          <a:cs typeface="Consolas" panose="020B0609020204030204" pitchFamily="49" charset="0"/>
                        </a:rPr>
                        <a:t>#34d399</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34D399"/>
                    </a:solidFill>
                  </a:tcPr>
                </a:tc>
                <a:tc>
                  <a:txBody>
                    <a:bodyPr/>
                    <a:lstStyle/>
                    <a:p>
                      <a:pPr algn="ctr"/>
                      <a:r>
                        <a:rPr lang="en" altLang="zh-TW" sz="1000">
                          <a:solidFill>
                            <a:schemeClr val="bg1"/>
                          </a:solidFill>
                          <a:latin typeface="Consolas"/>
                          <a:ea typeface="Microsoft JhengHei"/>
                          <a:cs typeface="Consolas" panose="020B0609020204030204" pitchFamily="49" charset="0"/>
                        </a:rPr>
                        <a:t>#10b981</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0B981"/>
                    </a:solidFill>
                  </a:tcPr>
                </a:tc>
                <a:tc>
                  <a:txBody>
                    <a:bodyPr/>
                    <a:lstStyle/>
                    <a:p>
                      <a:pPr algn="ctr"/>
                      <a:r>
                        <a:rPr lang="en" altLang="zh-TW" sz="1000">
                          <a:solidFill>
                            <a:schemeClr val="bg1"/>
                          </a:solidFill>
                          <a:latin typeface="Consolas"/>
                          <a:ea typeface="Microsoft JhengHei"/>
                          <a:cs typeface="Consolas" panose="020B0609020204030204" pitchFamily="49" charset="0"/>
                        </a:rPr>
                        <a:t>#059669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59669"/>
                    </a:solidFill>
                  </a:tcPr>
                </a:tc>
                <a:tc>
                  <a:txBody>
                    <a:bodyPr/>
                    <a:lstStyle/>
                    <a:p>
                      <a:pPr algn="ctr"/>
                      <a:r>
                        <a:rPr lang="en" altLang="zh-TW" sz="1000">
                          <a:solidFill>
                            <a:schemeClr val="bg1"/>
                          </a:solidFill>
                          <a:latin typeface="Consolas"/>
                          <a:ea typeface="Microsoft JhengHei"/>
                          <a:cs typeface="Consolas" panose="020B0609020204030204" pitchFamily="49" charset="0"/>
                        </a:rPr>
                        <a:t>#047857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47857"/>
                    </a:solidFill>
                  </a:tcPr>
                </a:tc>
                <a:tc>
                  <a:txBody>
                    <a:bodyPr/>
                    <a:lstStyle/>
                    <a:p>
                      <a:pPr algn="ctr"/>
                      <a:r>
                        <a:rPr lang="en" altLang="zh-TW" sz="1000">
                          <a:solidFill>
                            <a:schemeClr val="bg1"/>
                          </a:solidFill>
                          <a:latin typeface="Consolas"/>
                          <a:ea typeface="Microsoft JhengHei"/>
                          <a:cs typeface="Consolas" panose="020B0609020204030204" pitchFamily="49" charset="0"/>
                        </a:rPr>
                        <a:t>#065f46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65F46"/>
                    </a:solidFill>
                  </a:tcPr>
                </a:tc>
                <a:tc>
                  <a:txBody>
                    <a:bodyPr/>
                    <a:lstStyle/>
                    <a:p>
                      <a:pPr algn="ctr"/>
                      <a:r>
                        <a:rPr lang="en" altLang="zh-TW" sz="1000">
                          <a:solidFill>
                            <a:schemeClr val="bg1"/>
                          </a:solidFill>
                          <a:latin typeface="Consolas"/>
                          <a:ea typeface="Microsoft JhengHei"/>
                          <a:cs typeface="Consolas" panose="020B0609020204030204" pitchFamily="49" charset="0"/>
                        </a:rPr>
                        <a:t>#064e3b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64E3B"/>
                    </a:solidFill>
                  </a:tcPr>
                </a:tc>
                <a:tc>
                  <a:txBody>
                    <a:bodyPr/>
                    <a:lstStyle/>
                    <a:p>
                      <a:pPr algn="ctr"/>
                      <a:r>
                        <a:rPr lang="en" altLang="zh-TW" sz="1000">
                          <a:solidFill>
                            <a:schemeClr val="bg1"/>
                          </a:solidFill>
                          <a:latin typeface="Consolas"/>
                          <a:ea typeface="Microsoft JhengHei"/>
                          <a:cs typeface="Consolas" panose="020B0609020204030204" pitchFamily="49" charset="0"/>
                        </a:rPr>
                        <a:t>#022c22</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22C22"/>
                    </a:solidFill>
                  </a:tcPr>
                </a:tc>
                <a:extLst>
                  <a:ext uri="{0D108BD9-81ED-4DB2-BD59-A6C34878D82A}">
                    <a16:rowId xmlns:a16="http://schemas.microsoft.com/office/drawing/2014/main" val="701104148"/>
                  </a:ext>
                </a:extLst>
              </a:tr>
              <a:tr h="256097">
                <a:tc>
                  <a:txBody>
                    <a:bodyPr/>
                    <a:lstStyle/>
                    <a:p>
                      <a:pPr algn="ctr" fontAlgn="t"/>
                      <a:endPar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0" marR="0" marT="36000" marB="36000">
                    <a:lnL>
                      <a:noFill/>
                    </a:lnL>
                    <a:lnR>
                      <a:noFill/>
                    </a:lnR>
                    <a:lnT>
                      <a:noFill/>
                    </a:lnT>
                    <a:lnB>
                      <a:noFill/>
                    </a:lnB>
                    <a:solidFill>
                      <a:schemeClr val="bg1"/>
                    </a:solidFill>
                  </a:tcPr>
                </a:tc>
                <a:tc>
                  <a:txBody>
                    <a:bodyPr/>
                    <a:lstStyle/>
                    <a:p>
                      <a:pPr algn="ctr" rtl="0" fontAlgn="ctr"/>
                      <a:endParaRPr lang="en" sz="10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000000"/>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000000"/>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r>
                        <a:rPr lang="en" sz="1000" b="0" i="0" u="none" strike="noStrike" err="1">
                          <a:solidFill>
                            <a:srgbClr val="000000"/>
                          </a:solidFill>
                          <a:effectLst/>
                          <a:latin typeface="Microsoft JhengHei"/>
                          <a:ea typeface="Microsoft JhengHei"/>
                          <a:cs typeface="Consolas" panose="020B0609020204030204" pitchFamily="49" charset="0"/>
                        </a:rPr>
                        <a:t>淺色底</a:t>
                      </a:r>
                      <a:r>
                        <a:rPr lang="en" sz="1000" b="0" i="0" u="none" strike="noStrike">
                          <a:solidFill>
                            <a:srgbClr val="000000"/>
                          </a:solidFill>
                          <a:effectLst/>
                          <a:latin typeface="Microsoft JhengHei"/>
                          <a:ea typeface="Microsoft JhengHei"/>
                          <a:cs typeface="Consolas" panose="020B0609020204030204" pitchFamily="49" charset="0"/>
                        </a:rPr>
                        <a:t>/</a:t>
                      </a:r>
                      <a:r>
                        <a:rPr lang="en" sz="1000" b="0" i="0" u="none" strike="noStrike" err="1">
                          <a:solidFill>
                            <a:srgbClr val="000000"/>
                          </a:solidFill>
                          <a:effectLst/>
                          <a:latin typeface="Microsoft JhengHei"/>
                          <a:ea typeface="Microsoft JhengHei"/>
                          <a:cs typeface="Consolas" panose="020B0609020204030204" pitchFamily="49" charset="0"/>
                        </a:rPr>
                        <a:t>螢光筆</a:t>
                      </a:r>
                    </a:p>
                  </a:txBody>
                  <a:tcPr marL="0" marR="0" marT="36000" marB="3600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 altLang="zh-TW" sz="1000" b="0" i="0" u="none" strike="noStrike" err="1">
                          <a:solidFill>
                            <a:srgbClr val="000000"/>
                          </a:solidFill>
                          <a:effectLst/>
                          <a:latin typeface="Microsoft JhengHei"/>
                          <a:ea typeface="Microsoft JhengHei"/>
                          <a:cs typeface="Consolas" panose="020B0609020204030204" pitchFamily="49" charset="0"/>
                        </a:rPr>
                        <a:t>邊框</a:t>
                      </a:r>
                    </a:p>
                  </a:txBody>
                  <a:tcPr marL="0" marR="0" marT="36000" marB="3600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endParaRPr lang="en" altLang="zh-TW" sz="1000" b="0" i="0" u="none" strike="noStrike">
                        <a:solidFill>
                          <a:srgbClr val="000000"/>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 altLang="zh-TW" sz="1000" b="0" i="0" u="none" strike="noStrike" err="1">
                          <a:solidFill>
                            <a:srgbClr val="000000"/>
                          </a:solidFill>
                          <a:effectLst/>
                          <a:latin typeface="Microsoft JhengHei"/>
                          <a:ea typeface="Microsoft JhengHei"/>
                          <a:cs typeface="Consolas" panose="020B0609020204030204" pitchFamily="49" charset="0"/>
                        </a:rPr>
                        <a:t>文字</a:t>
                      </a:r>
                      <a:r>
                        <a:rPr lang="en" altLang="zh-TW" sz="1000" b="0" i="0" u="none" strike="noStrike">
                          <a:solidFill>
                            <a:srgbClr val="000000"/>
                          </a:solidFill>
                          <a:effectLst/>
                          <a:latin typeface="Microsoft JhengHei"/>
                          <a:ea typeface="Microsoft JhengHei"/>
                          <a:cs typeface="Consolas" panose="020B0609020204030204" pitchFamily="49" charset="0"/>
                        </a:rPr>
                        <a:t>/</a:t>
                      </a:r>
                      <a:r>
                        <a:rPr lang="en" altLang="zh-TW" sz="1000" b="0" i="0" u="none" strike="noStrike" err="1">
                          <a:solidFill>
                            <a:srgbClr val="000000"/>
                          </a:solidFill>
                          <a:effectLst/>
                          <a:latin typeface="Microsoft JhengHei"/>
                          <a:ea typeface="Microsoft JhengHei"/>
                          <a:cs typeface="Consolas" panose="020B0609020204030204" pitchFamily="49" charset="0"/>
                        </a:rPr>
                        <a:t>深色底</a:t>
                      </a:r>
                    </a:p>
                  </a:txBody>
                  <a:tcPr marL="0" marR="0" marT="36000" marB="3600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endParaRPr lang="en" altLang="zh-TW" sz="1000" b="0" i="0" u="none" strike="noStrike">
                        <a:solidFill>
                          <a:srgbClr val="000000"/>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US" altLang="zh-TW" sz="1000" b="0" i="0" u="none" strike="noStrike">
                        <a:solidFill>
                          <a:srgbClr val="FFFFFF"/>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FFFFFF"/>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FFFFFF"/>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FFFFFF"/>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extLst>
                  <a:ext uri="{0D108BD9-81ED-4DB2-BD59-A6C34878D82A}">
                    <a16:rowId xmlns:a16="http://schemas.microsoft.com/office/drawing/2014/main" val="501473089"/>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a:extLst>
            <a:ext uri="{FF2B5EF4-FFF2-40B4-BE49-F238E27FC236}">
              <a16:creationId xmlns:a16="http://schemas.microsoft.com/office/drawing/2014/main" id="{53D612F8-9F22-B0DA-9BBA-FEF5EAD82C88}"/>
            </a:ext>
          </a:extLst>
        </p:cNvPr>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EBBC7E9D-2579-F9D2-F7EB-181C1F234B9B}"/>
              </a:ext>
            </a:extLst>
          </p:cNvPr>
          <p:cNvSpPr>
            <a:spLocks noGrp="1"/>
          </p:cNvSpPr>
          <p:nvPr>
            <p:ph type="body" idx="10"/>
          </p:nvPr>
        </p:nvSpPr>
        <p:spPr>
          <a:xfrm>
            <a:off x="179387" y="900114"/>
            <a:ext cx="11161713" cy="5219699"/>
          </a:xfrm>
        </p:spPr>
        <p:txBody>
          <a:bodyPr/>
          <a:lstStyle/>
          <a:p>
            <a:r>
              <a:rPr lang="zh-TW" altLang="en-US"/>
              <a:t>主色不限 </a:t>
            </a:r>
            <a:r>
              <a:rPr lang="en-US" altLang="zh-TW"/>
              <a:t>Blue</a:t>
            </a:r>
            <a:r>
              <a:rPr lang="zh-TW" altLang="en-US"/>
              <a:t>，可自行配色</a:t>
            </a:r>
          </a:p>
          <a:p>
            <a:pPr lvl="1"/>
            <a:r>
              <a:rPr lang="zh-TW" altLang="en-US"/>
              <a:t>配色系列：</a:t>
            </a:r>
            <a:r>
              <a:rPr lang="en-US" altLang="zh-TW"/>
              <a:t>1 </a:t>
            </a:r>
            <a:r>
              <a:rPr lang="zh-TW" altLang="en-US"/>
              <a:t>彩色主色 → </a:t>
            </a:r>
            <a:r>
              <a:rPr lang="en-US" altLang="zh-TW"/>
              <a:t>1 </a:t>
            </a:r>
            <a:r>
              <a:rPr lang="zh-TW" altLang="en-US"/>
              <a:t>彩色輔色 → 灰階輔色</a:t>
            </a:r>
          </a:p>
          <a:p>
            <a:pPr lvl="1"/>
            <a:r>
              <a:rPr lang="zh-TW" altLang="en-US">
                <a:solidFill>
                  <a:schemeClr val="bg2"/>
                </a:solidFill>
              </a:rPr>
              <a:t>當色系作為輔色建議不使用「深色 </a:t>
            </a:r>
            <a:r>
              <a:rPr lang="en-US" altLang="zh-TW">
                <a:solidFill>
                  <a:schemeClr val="bg2"/>
                </a:solidFill>
              </a:rPr>
              <a:t>2</a:t>
            </a:r>
            <a:r>
              <a:rPr lang="zh-TW" altLang="en-US">
                <a:solidFill>
                  <a:schemeClr val="bg2"/>
                </a:solidFill>
              </a:rPr>
              <a:t>」作為色塊</a:t>
            </a:r>
          </a:p>
          <a:p>
            <a:endParaRPr lang="zh-TW" altLang="en-US"/>
          </a:p>
        </p:txBody>
      </p:sp>
      <p:sp>
        <p:nvSpPr>
          <p:cNvPr id="278" name="Google Shape;278;g26107f9f4fa_0_30">
            <a:extLst>
              <a:ext uri="{FF2B5EF4-FFF2-40B4-BE49-F238E27FC236}">
                <a16:creationId xmlns:a16="http://schemas.microsoft.com/office/drawing/2014/main" id="{4FADAE28-2CC9-6807-6694-EBC3971ED15E}"/>
              </a:ext>
            </a:extLst>
          </p:cNvPr>
          <p:cNvSpPr txBox="1">
            <a:spLocks noGrp="1"/>
          </p:cNvSpPr>
          <p:nvPr>
            <p:ph type="title"/>
          </p:nvPr>
        </p:nvSpPr>
        <p:spPr>
          <a:prstGeom prst="rect">
            <a:avLst/>
          </a:prstGeom>
        </p:spPr>
        <p:txBody>
          <a:bodyPr spcFirstLastPara="1" wrap="square" lIns="88150" tIns="44050" rIns="88150" bIns="44050" anchor="ctr" anchorCtr="0">
            <a:noAutofit/>
          </a:bodyPr>
          <a:lstStyle/>
          <a:p>
            <a:pPr lvl="0">
              <a:buClr>
                <a:schemeClr val="dk1"/>
              </a:buClr>
            </a:pPr>
            <a:r>
              <a:rPr lang="zh-TW" altLang="en-US">
                <a:solidFill>
                  <a:srgbClr val="212121"/>
                </a:solidFill>
              </a:rPr>
              <a:t>高階玩家使用說明</a:t>
            </a:r>
            <a:endParaRPr/>
          </a:p>
        </p:txBody>
      </p:sp>
      <p:sp>
        <p:nvSpPr>
          <p:cNvPr id="282" name="Google Shape;282;g26107f9f4fa_0_30">
            <a:extLst>
              <a:ext uri="{FF2B5EF4-FFF2-40B4-BE49-F238E27FC236}">
                <a16:creationId xmlns:a16="http://schemas.microsoft.com/office/drawing/2014/main" id="{6EF5318D-6672-CA84-74C5-206EF0CB8E21}"/>
              </a:ext>
            </a:extLst>
          </p:cNvPr>
          <p:cNvSpPr/>
          <p:nvPr/>
        </p:nvSpPr>
        <p:spPr>
          <a:xfrm>
            <a:off x="11069256" y="954156"/>
            <a:ext cx="252000" cy="25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a:solidFill>
                  <a:srgbClr val="FFFFFF"/>
                </a:solidFill>
                <a:latin typeface="Microsoft JhengHei"/>
                <a:ea typeface="Microsoft JhengHei"/>
                <a:cs typeface="Microsoft JhengHei"/>
                <a:sym typeface="Microsoft JhengHei"/>
              </a:rPr>
              <a:t>➊</a:t>
            </a:r>
            <a:endParaRPr>
              <a:solidFill>
                <a:srgbClr val="FFFFFF"/>
              </a:solidFill>
              <a:latin typeface="Microsoft JhengHei"/>
              <a:ea typeface="Microsoft JhengHei"/>
              <a:cs typeface="Microsoft JhengHei"/>
              <a:sym typeface="Microsoft JhengHei"/>
            </a:endParaRPr>
          </a:p>
        </p:txBody>
      </p:sp>
      <p:sp>
        <p:nvSpPr>
          <p:cNvPr id="2" name="文字方塊 1">
            <a:extLst>
              <a:ext uri="{FF2B5EF4-FFF2-40B4-BE49-F238E27FC236}">
                <a16:creationId xmlns:a16="http://schemas.microsoft.com/office/drawing/2014/main" id="{3DB2F100-B258-8CA5-843A-4A446745A826}"/>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3"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Tree>
    <p:extLst>
      <p:ext uri="{BB962C8B-B14F-4D97-AF65-F5344CB8AC3E}">
        <p14:creationId xmlns:p14="http://schemas.microsoft.com/office/powerpoint/2010/main" val="794413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77"/>
        <p:cNvGrpSpPr/>
        <p:nvPr/>
      </p:nvGrpSpPr>
      <p:grpSpPr>
        <a:xfrm>
          <a:off x="0" y="0"/>
          <a:ext cx="0" cy="0"/>
          <a:chOff x="0" y="0"/>
          <a:chExt cx="0" cy="0"/>
        </a:xfrm>
      </p:grpSpPr>
      <p:sp>
        <p:nvSpPr>
          <p:cNvPr id="6" name="矩形 5">
            <a:extLst>
              <a:ext uri="{FF2B5EF4-FFF2-40B4-BE49-F238E27FC236}">
                <a16:creationId xmlns:a16="http://schemas.microsoft.com/office/drawing/2014/main" id="{BFDF76B9-F732-1781-F18C-2612A03DDE3D}"/>
              </a:ext>
            </a:extLst>
          </p:cNvPr>
          <p:cNvSpPr/>
          <p:nvPr/>
        </p:nvSpPr>
        <p:spPr>
          <a:xfrm>
            <a:off x="731099" y="3148648"/>
            <a:ext cx="568960" cy="106708"/>
          </a:xfrm>
          <a:prstGeom prst="rect">
            <a:avLst/>
          </a:prstGeom>
          <a:solidFill>
            <a:srgbClr val="FEF9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279;g26107f9f4fa_0_30">
            <a:extLst>
              <a:ext uri="{FF2B5EF4-FFF2-40B4-BE49-F238E27FC236}">
                <a16:creationId xmlns:a16="http://schemas.microsoft.com/office/drawing/2014/main" id="{07925DAC-EC49-174F-9A30-A20FC8AF259F}"/>
              </a:ext>
            </a:extLst>
          </p:cNvPr>
          <p:cNvSpPr txBox="1">
            <a:spLocks/>
          </p:cNvSpPr>
          <p:nvPr/>
        </p:nvSpPr>
        <p:spPr>
          <a:xfrm>
            <a:off x="179388" y="862673"/>
            <a:ext cx="5472112" cy="4680987"/>
          </a:xfrm>
          <a:prstGeom prst="rect">
            <a:avLst/>
          </a:prstGeom>
          <a:ln w="9525" cap="flat" cmpd="sng">
            <a:solidFill>
              <a:schemeClr val="lt1"/>
            </a:solidFill>
            <a:prstDash val="solid"/>
            <a:round/>
            <a:headEnd type="none" w="sm" len="sm"/>
            <a:tailEnd type="none" w="sm" len="sm"/>
          </a:ln>
        </p:spPr>
        <p:txBody>
          <a:bodyPr spcFirstLastPara="1" wrap="square" lIns="88150" tIns="44050" rIns="88150" bIns="4405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52000" indent="-216000">
              <a:lnSpc>
                <a:spcPct val="130000"/>
              </a:lnSpc>
              <a:buSzPct val="100000"/>
              <a:buFont typeface="Arial" panose="020B0604020202020204" pitchFamily="34" charset="0"/>
              <a:buChar char="○"/>
            </a:pPr>
            <a:r>
              <a:rPr lang="zh-TW" altLang="en-US" sz="1600" b="1">
                <a:latin typeface="微軟正黑體" panose="020B0604030504040204" pitchFamily="34" charset="-120"/>
                <a:ea typeface="微軟正黑體" panose="020B0604030504040204" pitchFamily="34" charset="-120"/>
              </a:rPr>
              <a:t>色彩配比</a:t>
            </a:r>
            <a:endParaRPr lang="en-US" altLang="zh-TW" sz="1600" b="1">
              <a:latin typeface="微軟正黑體" panose="020B0604030504040204" pitchFamily="34" charset="-120"/>
              <a:ea typeface="微軟正黑體" panose="020B0604030504040204" pitchFamily="34" charset="-120"/>
            </a:endParaRPr>
          </a:p>
          <a:p>
            <a:pPr marL="504000" lvl="1" indent="-216000">
              <a:lnSpc>
                <a:spcPct val="130000"/>
              </a:lnSpc>
              <a:buSzPct val="100000"/>
              <a:buFont typeface="Arial"/>
              <a:buChar char="○"/>
            </a:pPr>
            <a:r>
              <a:rPr lang="zh-TW" altLang="en-US">
                <a:latin typeface="微軟正黑體" panose="020B0604030504040204" pitchFamily="34" charset="-120"/>
                <a:ea typeface="微軟正黑體" panose="020B0604030504040204" pitchFamily="34" charset="-120"/>
              </a:rPr>
              <a:t>主色系</a:t>
            </a:r>
            <a:r>
              <a:rPr lang="zh-TW" altLang="en-US">
                <a:latin typeface="Wei"/>
                <a:ea typeface="微軟正黑體" panose="020B0604030504040204" pitchFamily="34" charset="-120"/>
              </a:rPr>
              <a:t>佔用</a:t>
            </a:r>
            <a:r>
              <a:rPr lang="zh-TW" altLang="en-US">
                <a:latin typeface="微軟正黑體" panose="020B0604030504040204" pitchFamily="34" charset="-120"/>
                <a:ea typeface="微軟正黑體" panose="020B0604030504040204" pitchFamily="34" charset="-120"/>
              </a:rPr>
              <a:t>色的</a:t>
            </a:r>
            <a:r>
              <a:rPr lang="en-US" altLang="zh-TW">
                <a:latin typeface="微軟正黑體" panose="020B0604030504040204" pitchFamily="34" charset="-120"/>
                <a:ea typeface="微軟正黑體" panose="020B0604030504040204" pitchFamily="34" charset="-120"/>
              </a:rPr>
              <a:t>80%</a:t>
            </a:r>
          </a:p>
          <a:p>
            <a:pPr marL="504000" lvl="1" indent="-216000">
              <a:lnSpc>
                <a:spcPct val="130000"/>
              </a:lnSpc>
              <a:buSzPct val="100000"/>
              <a:buFont typeface="Arial"/>
              <a:buChar char="○"/>
            </a:pPr>
            <a:r>
              <a:rPr lang="zh-TW" altLang="en-US">
                <a:latin typeface="微軟正黑體" panose="020B0604030504040204" pitchFamily="34" charset="-120"/>
                <a:ea typeface="微軟正黑體" panose="020B0604030504040204" pitchFamily="34" charset="-120"/>
              </a:rPr>
              <a:t>商業正式簡報：</a:t>
            </a:r>
            <a:r>
              <a:rPr lang="en-US" altLang="zh-TW">
                <a:latin typeface="微軟正黑體" panose="020B0604030504040204" pitchFamily="34" charset="-120"/>
                <a:ea typeface="微軟正黑體" panose="020B0604030504040204" pitchFamily="34" charset="-120"/>
              </a:rPr>
              <a:t>1</a:t>
            </a:r>
            <a:r>
              <a:rPr lang="zh-TW" altLang="en-US">
                <a:latin typeface="微軟正黑體" panose="020B0604030504040204" pitchFamily="34" charset="-120"/>
                <a:ea typeface="微軟正黑體" panose="020B0604030504040204" pitchFamily="34" charset="-120"/>
              </a:rPr>
              <a:t>主色</a:t>
            </a:r>
            <a:r>
              <a:rPr lang="en-US" altLang="zh-TW">
                <a:latin typeface="微軟正黑體" panose="020B0604030504040204" pitchFamily="34" charset="-120"/>
                <a:ea typeface="微軟正黑體" panose="020B0604030504040204" pitchFamily="34" charset="-120"/>
              </a:rPr>
              <a:t>+1</a:t>
            </a:r>
            <a:r>
              <a:rPr lang="zh-TW" altLang="en-US">
                <a:latin typeface="微軟正黑體" panose="020B0604030504040204" pitchFamily="34" charset="-120"/>
                <a:ea typeface="微軟正黑體" panose="020B0604030504040204" pitchFamily="34" charset="-120"/>
              </a:rPr>
              <a:t>輔色 </a:t>
            </a:r>
            <a:r>
              <a:rPr lang="en-US" altLang="zh-TW">
                <a:latin typeface="微軟正黑體" panose="020B0604030504040204" pitchFamily="34" charset="-120"/>
                <a:ea typeface="微軟正黑體" panose="020B0604030504040204" pitchFamily="34" charset="-120"/>
              </a:rPr>
              <a:t>(+</a:t>
            </a:r>
            <a:r>
              <a:rPr lang="zh-TW" altLang="en-US">
                <a:latin typeface="微軟正黑體" panose="020B0604030504040204" pitchFamily="34" charset="-120"/>
                <a:ea typeface="微軟正黑體" panose="020B0604030504040204" pitchFamily="34" charset="-120"/>
              </a:rPr>
              <a:t>灰階</a:t>
            </a:r>
            <a:r>
              <a:rPr lang="en-US" altLang="zh-TW">
                <a:latin typeface="微軟正黑體" panose="020B0604030504040204" pitchFamily="34" charset="-120"/>
                <a:ea typeface="微軟正黑體" panose="020B0604030504040204" pitchFamily="34" charset="-120"/>
              </a:rPr>
              <a:t>)</a:t>
            </a:r>
          </a:p>
          <a:p>
            <a:pPr marL="504000" lvl="1" indent="-216000">
              <a:lnSpc>
                <a:spcPct val="130000"/>
              </a:lnSpc>
              <a:buSzPct val="100000"/>
              <a:buFont typeface="Arial"/>
              <a:buChar char="○"/>
            </a:pPr>
            <a:r>
              <a:rPr lang="zh-TW" altLang="en-US">
                <a:latin typeface="微軟正黑體" panose="020B0604030504040204" pitchFamily="34" charset="-120"/>
                <a:ea typeface="微軟正黑體" panose="020B0604030504040204" pitchFamily="34" charset="-120"/>
              </a:rPr>
              <a:t>較活潑撞色風格簡報：</a:t>
            </a:r>
            <a:r>
              <a:rPr lang="en-US" altLang="zh-TW">
                <a:latin typeface="微軟正黑體" panose="020B0604030504040204" pitchFamily="34" charset="-120"/>
                <a:ea typeface="微軟正黑體" panose="020B0604030504040204" pitchFamily="34" charset="-120"/>
              </a:rPr>
              <a:t>2</a:t>
            </a:r>
            <a:r>
              <a:rPr lang="zh-TW" altLang="en-US">
                <a:latin typeface="微軟正黑體" panose="020B0604030504040204" pitchFamily="34" charset="-120"/>
                <a:ea typeface="微軟正黑體" panose="020B0604030504040204" pitchFamily="34" charset="-120"/>
              </a:rPr>
              <a:t>主色</a:t>
            </a:r>
            <a:r>
              <a:rPr lang="en-US" altLang="zh-TW">
                <a:latin typeface="微軟正黑體" panose="020B0604030504040204" pitchFamily="34" charset="-120"/>
                <a:ea typeface="微軟正黑體" panose="020B0604030504040204" pitchFamily="34" charset="-120"/>
              </a:rPr>
              <a:t>+1</a:t>
            </a:r>
            <a:r>
              <a:rPr lang="zh-TW" altLang="en-US">
                <a:latin typeface="微軟正黑體" panose="020B0604030504040204" pitchFamily="34" charset="-120"/>
                <a:ea typeface="微軟正黑體" panose="020B0604030504040204" pitchFamily="34" charset="-120"/>
              </a:rPr>
              <a:t>輔色</a:t>
            </a:r>
            <a:r>
              <a:rPr lang="en-US" altLang="zh-TW">
                <a:latin typeface="微軟正黑體" panose="020B0604030504040204" pitchFamily="34" charset="-120"/>
                <a:ea typeface="微軟正黑體" panose="020B0604030504040204" pitchFamily="34" charset="-120"/>
              </a:rPr>
              <a:t>(+</a:t>
            </a:r>
            <a:r>
              <a:rPr lang="zh-TW" altLang="en-US">
                <a:latin typeface="微軟正黑體" panose="020B0604030504040204" pitchFamily="34" charset="-120"/>
                <a:ea typeface="微軟正黑體" panose="020B0604030504040204" pitchFamily="34" charset="-120"/>
              </a:rPr>
              <a:t>灰階</a:t>
            </a:r>
            <a:r>
              <a:rPr lang="en-US" altLang="zh-TW">
                <a:latin typeface="微軟正黑體" panose="020B0604030504040204" pitchFamily="34" charset="-120"/>
                <a:ea typeface="微軟正黑體" panose="020B0604030504040204" pitchFamily="34" charset="-120"/>
              </a:rPr>
              <a:t>)</a:t>
            </a:r>
            <a:endParaRPr lang="en-US" altLang="zh-TW" b="1">
              <a:latin typeface="微軟正黑體" panose="020B0604030504040204" pitchFamily="34" charset="-120"/>
              <a:ea typeface="微軟正黑體" panose="020B0604030504040204" pitchFamily="34" charset="-120"/>
            </a:endParaRPr>
          </a:p>
          <a:p>
            <a:pPr marL="252000" indent="-216000">
              <a:lnSpc>
                <a:spcPct val="130000"/>
              </a:lnSpc>
              <a:spcBef>
                <a:spcPts val="600"/>
              </a:spcBef>
              <a:buSzPct val="100000"/>
              <a:buFont typeface="Arial"/>
              <a:buChar char="○"/>
            </a:pPr>
            <a:r>
              <a:rPr lang="zh-TW" altLang="en-US" sz="1600" b="1">
                <a:latin typeface="微軟正黑體" panose="020B0604030504040204" pitchFamily="34" charset="-120"/>
                <a:ea typeface="微軟正黑體" panose="020B0604030504040204" pitchFamily="34" charset="-120"/>
              </a:rPr>
              <a:t>特殊需求</a:t>
            </a:r>
            <a:endParaRPr lang="en-US" altLang="zh-TW" sz="1600" b="1">
              <a:latin typeface="微軟正黑體" panose="020B0604030504040204" pitchFamily="34" charset="-120"/>
              <a:ea typeface="微軟正黑體" panose="020B0604030504040204" pitchFamily="34" charset="-120"/>
              <a:cs typeface="Microsoft JhengHei"/>
              <a:sym typeface="Microsoft JhengHei"/>
            </a:endParaRPr>
          </a:p>
          <a:p>
            <a:pPr marL="504000" lvl="1" indent="-216000">
              <a:lnSpc>
                <a:spcPct val="130000"/>
              </a:lnSpc>
              <a:buSzPct val="100000"/>
              <a:buFont typeface="Arial"/>
              <a:buChar char="○"/>
            </a:pPr>
            <a:r>
              <a:rPr lang="zh-TW" altLang="en-US" b="1">
                <a:solidFill>
                  <a:srgbClr val="F43F5E"/>
                </a:solidFill>
                <a:latin typeface="微軟正黑體" panose="020B0604030504040204" pitchFamily="34" charset="-120"/>
                <a:ea typeface="微軟正黑體" panose="020B0604030504040204" pitchFamily="34" charset="-120"/>
              </a:rPr>
              <a:t>強調文字</a:t>
            </a:r>
            <a:r>
              <a:rPr lang="zh-TW" altLang="en-US">
                <a:solidFill>
                  <a:srgbClr val="F43F5E"/>
                </a:solidFill>
                <a:latin typeface="微軟正黑體" panose="020B0604030504040204" pitchFamily="34" charset="-120"/>
                <a:ea typeface="微軟正黑體" panose="020B0604030504040204" pitchFamily="34" charset="-120"/>
              </a:rPr>
              <a:t>  </a:t>
            </a:r>
            <a:r>
              <a:rPr lang="zh-TW" altLang="en-US">
                <a:latin typeface="微軟正黑體" panose="020B0604030504040204" pitchFamily="34" charset="-120"/>
                <a:ea typeface="微軟正黑體" panose="020B0604030504040204" pitchFamily="34" charset="-120"/>
              </a:rPr>
              <a:t>使用選擇的主色系粗體或深底色</a:t>
            </a:r>
            <a:endParaRPr lang="en-US" altLang="zh-TW">
              <a:latin typeface="微軟正黑體" panose="020B0604030504040204" pitchFamily="34" charset="-120"/>
              <a:ea typeface="微軟正黑體" panose="020B0604030504040204" pitchFamily="34" charset="-120"/>
            </a:endParaRPr>
          </a:p>
          <a:p>
            <a:pPr marL="504000" lvl="1" indent="-216000">
              <a:lnSpc>
                <a:spcPct val="130000"/>
              </a:lnSpc>
              <a:buSzPct val="100000"/>
              <a:buFont typeface="Arial" panose="020B0604020202020204" pitchFamily="34" charset="0"/>
              <a:buChar char="○"/>
            </a:pPr>
            <a:r>
              <a:rPr lang="zh-TW" altLang="en-US" b="1" u="sng">
                <a:solidFill>
                  <a:srgbClr val="FB7185"/>
                </a:solidFill>
                <a:latin typeface="微軟正黑體" panose="020B0604030504040204" pitchFamily="34" charset="-120"/>
                <a:ea typeface="微軟正黑體" panose="020B0604030504040204" pitchFamily="34" charset="-120"/>
              </a:rPr>
              <a:t>超連結</a:t>
            </a:r>
            <a:r>
              <a:rPr lang="zh-TW" altLang="en-US" b="1">
                <a:latin typeface="微軟正黑體" panose="020B0604030504040204" pitchFamily="34" charset="-120"/>
                <a:ea typeface="微軟正黑體" panose="020B0604030504040204" pitchFamily="34" charset="-120"/>
              </a:rPr>
              <a:t>      </a:t>
            </a:r>
            <a:r>
              <a:rPr lang="zh-TW" altLang="en-US">
                <a:latin typeface="微軟正黑體" panose="020B0604030504040204" pitchFamily="34" charset="-120"/>
                <a:ea typeface="微軟正黑體" panose="020B0604030504040204" pitchFamily="34" charset="-120"/>
              </a:rPr>
              <a:t>使用選擇的主色系粗體加底線</a:t>
            </a:r>
            <a:endParaRPr lang="en-US" altLang="zh-TW">
              <a:latin typeface="微軟正黑體" panose="020B0604030504040204" pitchFamily="34" charset="-120"/>
              <a:ea typeface="微軟正黑體" panose="020B0604030504040204" pitchFamily="34" charset="-120"/>
            </a:endParaRPr>
          </a:p>
          <a:p>
            <a:pPr marL="504000" lvl="1" indent="-216000">
              <a:lnSpc>
                <a:spcPct val="130000"/>
              </a:lnSpc>
              <a:buSzPct val="100000"/>
              <a:buFont typeface="Arial"/>
              <a:buChar char="○"/>
            </a:pPr>
            <a:r>
              <a:rPr lang="zh-TW" altLang="en-US">
                <a:solidFill>
                  <a:schemeClr val="tx1"/>
                </a:solidFill>
                <a:latin typeface="微軟正黑體" panose="020B0604030504040204" pitchFamily="34" charset="-120"/>
                <a:ea typeface="微軟正黑體" panose="020B0604030504040204" pitchFamily="34" charset="-120"/>
              </a:rPr>
              <a:t>螢光筆      </a:t>
            </a:r>
            <a:r>
              <a:rPr lang="zh-TW" altLang="en-US">
                <a:latin typeface="微軟正黑體" panose="020B0604030504040204" pitchFamily="34" charset="-120"/>
                <a:ea typeface="微軟正黑體" panose="020B0604030504040204" pitchFamily="34" charset="-120"/>
              </a:rPr>
              <a:t>使用輔色系限用於內文</a:t>
            </a:r>
            <a:r>
              <a:rPr lang="zh-TW" altLang="en-US" sz="1200">
                <a:solidFill>
                  <a:srgbClr val="71717A"/>
                </a:solidFill>
                <a:latin typeface="微軟正黑體" panose="020B0604030504040204" pitchFamily="34" charset="-120"/>
                <a:ea typeface="微軟正黑體" panose="020B0604030504040204" pitchFamily="34" charset="-120"/>
              </a:rPr>
              <a:t>（如果可以繪製小方塊襯內文半底最棒</a:t>
            </a:r>
            <a:r>
              <a:rPr lang="en-US" altLang="zh-TW" sz="1200">
                <a:solidFill>
                  <a:srgbClr val="71717A"/>
                </a:solidFill>
                <a:latin typeface="微軟正黑體" panose="020B0604030504040204" pitchFamily="34" charset="-120"/>
                <a:ea typeface="微軟正黑體" panose="020B0604030504040204" pitchFamily="34" charset="-120"/>
              </a:rPr>
              <a:t>…</a:t>
            </a:r>
            <a:r>
              <a:rPr lang="zh-TW" altLang="en-US" sz="1200">
                <a:solidFill>
                  <a:srgbClr val="71717A"/>
                </a:solidFill>
                <a:latin typeface="微軟正黑體" panose="020B0604030504040204" pitchFamily="34" charset="-120"/>
                <a:ea typeface="微軟正黑體" panose="020B0604030504040204" pitchFamily="34" charset="-120"/>
              </a:rPr>
              <a:t>）</a:t>
            </a:r>
            <a:endParaRPr lang="zh-TW" altLang="en-US" sz="1200">
              <a:solidFill>
                <a:srgbClr val="71717A"/>
              </a:solidFill>
              <a:latin typeface="微軟正黑體" panose="020B0604030504040204" pitchFamily="34" charset="-120"/>
              <a:ea typeface="微軟正黑體" panose="020B0604030504040204" pitchFamily="34" charset="-120"/>
              <a:cs typeface="Microsoft JhengHei"/>
              <a:sym typeface="Microsoft JhengHei"/>
            </a:endParaRPr>
          </a:p>
          <a:p>
            <a:pPr marL="252000" indent="-216000">
              <a:lnSpc>
                <a:spcPct val="130000"/>
              </a:lnSpc>
              <a:spcBef>
                <a:spcPts val="600"/>
              </a:spcBef>
              <a:buSzPct val="100000"/>
              <a:buFont typeface="Arial"/>
              <a:buChar char="○"/>
            </a:pPr>
            <a:r>
              <a:rPr lang="zh-TW" altLang="en-US" sz="1600" b="1">
                <a:latin typeface="微軟正黑體" panose="020B0604030504040204" pitchFamily="34" charset="-120"/>
                <a:ea typeface="微軟正黑體" panose="020B0604030504040204" pitchFamily="34" charset="-120"/>
              </a:rPr>
              <a:t>色塊 </a:t>
            </a:r>
            <a:r>
              <a:rPr lang="zh-TW" altLang="en-US" sz="1600">
                <a:solidFill>
                  <a:srgbClr val="49A4FF"/>
                </a:solidFill>
                <a:latin typeface="微軟正黑體" panose="020B0604030504040204" pitchFamily="34" charset="-120"/>
                <a:ea typeface="微軟正黑體" panose="020B0604030504040204" pitchFamily="34" charset="-120"/>
              </a:rPr>
              <a:t>➊</a:t>
            </a:r>
            <a:endParaRPr lang="en-US" altLang="zh-TW" sz="1600">
              <a:latin typeface="微軟正黑體" panose="020B0604030504040204" pitchFamily="34" charset="-120"/>
              <a:ea typeface="微軟正黑體" panose="020B0604030504040204" pitchFamily="34" charset="-120"/>
              <a:cs typeface="Microsoft JhengHei"/>
              <a:sym typeface="Microsoft JhengHei"/>
            </a:endParaRPr>
          </a:p>
          <a:p>
            <a:pPr marL="504000" lvl="1" indent="-216000">
              <a:lnSpc>
                <a:spcPct val="130000"/>
              </a:lnSpc>
              <a:buSzPct val="100000"/>
              <a:buFont typeface="Arial"/>
              <a:buChar char="○"/>
            </a:pPr>
            <a:r>
              <a:rPr lang="zh-TW" altLang="en-US">
                <a:latin typeface="微軟正黑體" panose="020B0604030504040204" pitchFamily="34" charset="-120"/>
                <a:ea typeface="微軟正黑體" panose="020B0604030504040204" pitchFamily="34" charset="-120"/>
                <a:cs typeface="Microsoft JhengHei"/>
                <a:sym typeface="Microsoft JhengHei"/>
              </a:rPr>
              <a:t>各類小標題標註以深色底為主</a:t>
            </a:r>
            <a:endParaRPr lang="en-US" altLang="zh-TW">
              <a:latin typeface="微軟正黑體" panose="020B0604030504040204" pitchFamily="34" charset="-120"/>
              <a:ea typeface="微軟正黑體" panose="020B0604030504040204" pitchFamily="34" charset="-120"/>
              <a:cs typeface="Microsoft JhengHei"/>
              <a:sym typeface="Microsoft JhengHei"/>
            </a:endParaRPr>
          </a:p>
          <a:p>
            <a:pPr marL="504000" lvl="1" indent="-216000">
              <a:lnSpc>
                <a:spcPct val="130000"/>
              </a:lnSpc>
              <a:buSzPct val="100000"/>
              <a:buFont typeface="Arial"/>
              <a:buChar char="○"/>
            </a:pPr>
            <a:r>
              <a:rPr lang="zh-TW" altLang="en-US">
                <a:latin typeface="微軟正黑體" panose="020B0604030504040204" pitchFamily="34" charset="-120"/>
                <a:ea typeface="微軟正黑體" panose="020B0604030504040204" pitchFamily="34" charset="-120"/>
                <a:cs typeface="Microsoft JhengHei"/>
                <a:sym typeface="Microsoft JhengHei"/>
              </a:rPr>
              <a:t>其他文字標註以淺色底為主</a:t>
            </a:r>
          </a:p>
          <a:p>
            <a:pPr marL="504000" lvl="1" indent="-216000">
              <a:lnSpc>
                <a:spcPct val="130000"/>
              </a:lnSpc>
              <a:buSzPct val="100000"/>
              <a:buFont typeface="Arial"/>
              <a:buChar char="○"/>
            </a:pPr>
            <a:r>
              <a:rPr lang="zh-TW" altLang="en-US">
                <a:latin typeface="微軟正黑體" panose="020B0604030504040204" pitchFamily="34" charset="-120"/>
                <a:ea typeface="微軟正黑體" panose="020B0604030504040204" pitchFamily="34" charset="-120"/>
                <a:cs typeface="Microsoft JhengHei"/>
                <a:sym typeface="Microsoft JhengHei"/>
              </a:rPr>
              <a:t>單頁深色區域 ≤</a:t>
            </a:r>
            <a:r>
              <a:rPr lang="en-US" altLang="zh-TW">
                <a:latin typeface="微軟正黑體" panose="020B0604030504040204" pitchFamily="34" charset="-120"/>
                <a:ea typeface="微軟正黑體" panose="020B0604030504040204" pitchFamily="34" charset="-120"/>
                <a:cs typeface="Microsoft JhengHei"/>
                <a:sym typeface="Microsoft JhengHei"/>
              </a:rPr>
              <a:t>20% </a:t>
            </a:r>
            <a:endParaRPr lang="zh-TW" altLang="en-US">
              <a:latin typeface="微軟正黑體" panose="020B0604030504040204" pitchFamily="34" charset="-120"/>
              <a:ea typeface="微軟正黑體" panose="020B0604030504040204" pitchFamily="34" charset="-120"/>
              <a:cs typeface="Microsoft JhengHei"/>
              <a:sym typeface="Microsoft JhengHei"/>
            </a:endParaRPr>
          </a:p>
          <a:p>
            <a:pPr marL="252000" indent="-216000">
              <a:lnSpc>
                <a:spcPct val="130000"/>
              </a:lnSpc>
              <a:spcBef>
                <a:spcPts val="600"/>
              </a:spcBef>
              <a:buSzPct val="100000"/>
              <a:buFont typeface="Arial"/>
              <a:buChar char="○"/>
            </a:pPr>
            <a:r>
              <a:rPr lang="zh-TW" altLang="en-US" sz="1600" b="1">
                <a:latin typeface="微軟正黑體" panose="020B0604030504040204" pitchFamily="34" charset="-120"/>
                <a:ea typeface="微軟正黑體" panose="020B0604030504040204" pitchFamily="34" charset="-120"/>
              </a:rPr>
              <a:t>圖標 </a:t>
            </a:r>
            <a:r>
              <a:rPr lang="zh-TW" altLang="en-US" sz="1600">
                <a:solidFill>
                  <a:srgbClr val="49A4FF"/>
                </a:solidFill>
                <a:latin typeface="微軟正黑體" panose="020B0604030504040204" pitchFamily="34" charset="-120"/>
                <a:ea typeface="微軟正黑體" panose="020B0604030504040204" pitchFamily="34" charset="-120"/>
              </a:rPr>
              <a:t>➋</a:t>
            </a:r>
          </a:p>
          <a:p>
            <a:pPr marL="504000" lvl="1" indent="-216000">
              <a:lnSpc>
                <a:spcPct val="130000"/>
              </a:lnSpc>
              <a:buSzPct val="100000"/>
              <a:buFont typeface="Arial"/>
              <a:buChar char="○"/>
            </a:pPr>
            <a:r>
              <a:rPr lang="zh-TW" altLang="en-US">
                <a:latin typeface="微軟正黑體" panose="020B0604030504040204" pitchFamily="34" charset="-120"/>
                <a:ea typeface="微軟正黑體" panose="020B0604030504040204" pitchFamily="34" charset="-120"/>
                <a:cs typeface="Microsoft JhengHei"/>
                <a:sym typeface="Microsoft JhengHei"/>
              </a:rPr>
              <a:t>預設位於圖片左上角，除非擋住重要資訊</a:t>
            </a:r>
          </a:p>
        </p:txBody>
      </p:sp>
      <p:sp>
        <p:nvSpPr>
          <p:cNvPr id="278" name="Google Shape;278;g26107f9f4fa_0_30"/>
          <p:cNvSpPr txBox="1">
            <a:spLocks noGrp="1"/>
          </p:cNvSpPr>
          <p:nvPr>
            <p:ph type="title"/>
          </p:nvPr>
        </p:nvSpPr>
        <p:spPr>
          <a:prstGeom prst="rect">
            <a:avLst/>
          </a:prstGeom>
        </p:spPr>
        <p:txBody>
          <a:bodyPr spcFirstLastPara="1" wrap="square" lIns="88150" tIns="44050" rIns="88150" bIns="44050" anchor="ctr" anchorCtr="0">
            <a:noAutofit/>
          </a:bodyPr>
          <a:lstStyle/>
          <a:p>
            <a:pPr marL="0" lvl="0" indent="0" algn="l" rtl="0">
              <a:spcBef>
                <a:spcPts val="0"/>
              </a:spcBef>
              <a:spcAft>
                <a:spcPts val="0"/>
              </a:spcAft>
              <a:buClr>
                <a:schemeClr val="dk1"/>
              </a:buClr>
              <a:buSzPts val="3200"/>
              <a:buFont typeface="Arial"/>
              <a:buNone/>
            </a:pPr>
            <a:r>
              <a:rPr lang="zh-TW" altLang="en-US">
                <a:solidFill>
                  <a:srgbClr val="212121"/>
                </a:solidFill>
              </a:rPr>
              <a:t>配色</a:t>
            </a:r>
            <a:r>
              <a:rPr lang="zh-TW">
                <a:solidFill>
                  <a:srgbClr val="212121"/>
                </a:solidFill>
              </a:rPr>
              <a:t>說明</a:t>
            </a:r>
            <a:endParaRPr/>
          </a:p>
        </p:txBody>
      </p:sp>
      <p:graphicFrame>
        <p:nvGraphicFramePr>
          <p:cNvPr id="280" name="Google Shape;280;g26107f9f4fa_0_30"/>
          <p:cNvGraphicFramePr/>
          <p:nvPr>
            <p:extLst>
              <p:ext uri="{D42A27DB-BD31-4B8C-83A1-F6EECF244321}">
                <p14:modId xmlns:p14="http://schemas.microsoft.com/office/powerpoint/2010/main" val="1092856312"/>
              </p:ext>
            </p:extLst>
          </p:nvPr>
        </p:nvGraphicFramePr>
        <p:xfrm>
          <a:off x="5877094" y="862673"/>
          <a:ext cx="5464006" cy="2580508"/>
        </p:xfrm>
        <a:graphic>
          <a:graphicData uri="http://schemas.openxmlformats.org/drawingml/2006/table">
            <a:tbl>
              <a:tblPr>
                <a:noFill/>
                <a:tableStyleId>{C7E2D07F-EAD9-47BB-8D15-AB9D181D91B3}</a:tableStyleId>
              </a:tblPr>
              <a:tblGrid>
                <a:gridCol w="2720605">
                  <a:extLst>
                    <a:ext uri="{9D8B030D-6E8A-4147-A177-3AD203B41FA5}">
                      <a16:colId xmlns:a16="http://schemas.microsoft.com/office/drawing/2014/main" val="20000"/>
                    </a:ext>
                  </a:extLst>
                </a:gridCol>
                <a:gridCol w="2743401">
                  <a:extLst>
                    <a:ext uri="{9D8B030D-6E8A-4147-A177-3AD203B41FA5}">
                      <a16:colId xmlns:a16="http://schemas.microsoft.com/office/drawing/2014/main" val="20001"/>
                    </a:ext>
                  </a:extLst>
                </a:gridCol>
              </a:tblGrid>
              <a:tr h="639201">
                <a:tc>
                  <a:txBody>
                    <a:bodyPr/>
                    <a:lstStyle/>
                    <a:p>
                      <a:pPr marL="0" lvl="0" indent="0" algn="l" rtl="0">
                        <a:lnSpc>
                          <a:spcPct val="130000"/>
                        </a:lnSpc>
                        <a:spcBef>
                          <a:spcPts val="0"/>
                        </a:spcBef>
                        <a:spcAft>
                          <a:spcPts val="0"/>
                        </a:spcAft>
                        <a:buClr>
                          <a:schemeClr val="dk1"/>
                        </a:buClr>
                        <a:buSzPts val="1100"/>
                        <a:buFont typeface="Arial"/>
                        <a:buNone/>
                      </a:pPr>
                      <a:r>
                        <a:rPr lang="zh-TW" sz="13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淺色底文字 #000000</a:t>
                      </a:r>
                      <a:endParaRPr sz="13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3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 </a:t>
                      </a:r>
                      <a:r>
                        <a:rPr lang="en" altLang="zh-TW" sz="1300" b="0" i="0" u="none" strike="noStrike" cap="none">
                          <a:solidFill>
                            <a:srgbClr val="000000"/>
                          </a:solidFill>
                          <a:latin typeface="微軟正黑體" panose="020B0604030504040204" pitchFamily="34" charset="-120"/>
                          <a:ea typeface="微軟正黑體" panose="020B0604030504040204" pitchFamily="34" charset="-120"/>
                          <a:cs typeface="Consolas" panose="020B0609020204030204" pitchFamily="49" charset="0"/>
                          <a:sym typeface="Arial"/>
                        </a:rPr>
                        <a:t>#bfdbfe</a:t>
                      </a:r>
                      <a:endParaRPr lang="zh-TW" altLang="en-US" sz="1300" b="0" i="0" u="none" strike="noStrike" cap="none">
                        <a:solidFill>
                          <a:srgbClr val="000000"/>
                        </a:solidFill>
                        <a:latin typeface="微軟正黑體" panose="020B0604030504040204" pitchFamily="34" charset="-120"/>
                        <a:ea typeface="微軟正黑體" panose="020B0604030504040204" pitchFamily="34" charset="-120"/>
                        <a:cs typeface="Consolas" panose="020B0609020204030204" pitchFamily="49" charset="0"/>
                        <a:sym typeface="Arial"/>
                      </a:endParaRPr>
                    </a:p>
                  </a:txBody>
                  <a:tcPr marL="78279" marR="78279" marT="78279" marB="78279"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BFDBFE"/>
                    </a:solidFill>
                  </a:tcPr>
                </a:tc>
                <a:tc>
                  <a:txBody>
                    <a:bodyPr/>
                    <a:lstStyle/>
                    <a:p>
                      <a:pPr marL="0" lvl="0" indent="0" algn="l" rtl="0">
                        <a:lnSpc>
                          <a:spcPct val="130000"/>
                        </a:lnSpc>
                        <a:spcBef>
                          <a:spcPts val="0"/>
                        </a:spcBef>
                        <a:spcAft>
                          <a:spcPts val="0"/>
                        </a:spcAft>
                        <a:buNone/>
                      </a:pPr>
                      <a:r>
                        <a:rPr lang="zh-TW" sz="13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深色底文字 #ffffff</a:t>
                      </a:r>
                      <a:endParaRPr sz="1300">
                        <a:solidFill>
                          <a:schemeClr val="bg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Tx/>
                        <a:buFont typeface="Arial"/>
                        <a:buNone/>
                        <a:tabLst/>
                        <a:defRPr/>
                      </a:pPr>
                      <a:r>
                        <a:rPr lang="zh-TW" sz="13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 </a:t>
                      </a:r>
                      <a:r>
                        <a:rPr lang="en" altLang="zh-TW" sz="1300">
                          <a:solidFill>
                            <a:schemeClr val="bg1"/>
                          </a:solidFill>
                          <a:latin typeface="微軟正黑體" panose="020B0604030504040204" pitchFamily="34" charset="-120"/>
                          <a:ea typeface="微軟正黑體" panose="020B0604030504040204" pitchFamily="34" charset="-120"/>
                          <a:cs typeface="Consolas" panose="020B0609020204030204" pitchFamily="49" charset="0"/>
                        </a:rPr>
                        <a:t>#3b82f6</a:t>
                      </a:r>
                      <a:endParaRPr lang="zh-TW" altLang="en-US" sz="1300">
                        <a:solidFill>
                          <a:schemeClr val="bg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78279" marR="78279" marT="78279" marB="78279"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3B82F6"/>
                    </a:solidFill>
                  </a:tcPr>
                </a:tc>
                <a:extLst>
                  <a:ext uri="{0D108BD9-81ED-4DB2-BD59-A6C34878D82A}">
                    <a16:rowId xmlns:a16="http://schemas.microsoft.com/office/drawing/2014/main" val="10000"/>
                  </a:ext>
                </a:extLst>
              </a:tr>
              <a:tr h="639201">
                <a:tc>
                  <a:txBody>
                    <a:bodyPr/>
                    <a:lstStyle/>
                    <a:p>
                      <a:pPr marL="0" lvl="0" indent="0" algn="l" rtl="0">
                        <a:lnSpc>
                          <a:spcPct val="130000"/>
                        </a:lnSpc>
                        <a:spcBef>
                          <a:spcPts val="0"/>
                        </a:spcBef>
                        <a:spcAft>
                          <a:spcPts val="0"/>
                        </a:spcAft>
                        <a:buClr>
                          <a:schemeClr val="dk1"/>
                        </a:buClr>
                        <a:buSzPts val="1100"/>
                        <a:buFont typeface="Arial"/>
                        <a:buNone/>
                      </a:pPr>
                      <a:r>
                        <a:rPr lang="zh-TW" sz="13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淺色底文字 #000000</a:t>
                      </a:r>
                      <a:endParaRPr sz="13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3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 </a:t>
                      </a:r>
                      <a:r>
                        <a:rPr lang="en" altLang="zh-TW" sz="1300">
                          <a:solidFill>
                            <a:schemeClr val="tx1"/>
                          </a:solidFill>
                          <a:latin typeface="微軟正黑體" panose="020B0604030504040204" pitchFamily="34" charset="-120"/>
                          <a:ea typeface="微軟正黑體" panose="020B0604030504040204" pitchFamily="34" charset="-120"/>
                          <a:cs typeface="Consolas" panose="020B0609020204030204" pitchFamily="49" charset="0"/>
                        </a:rPr>
                        <a:t>#ddd6fe</a:t>
                      </a:r>
                      <a:endParaRPr lang="zh-TW" altLang="en-US" sz="1300">
                        <a:solidFill>
                          <a:schemeClr val="tx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78279" marR="78279" marT="78279" marB="78279"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DDD6FE"/>
                    </a:solidFill>
                  </a:tcPr>
                </a:tc>
                <a:tc>
                  <a:txBody>
                    <a:bodyPr/>
                    <a:lstStyle/>
                    <a:p>
                      <a:pPr marL="0" lvl="0" indent="0" algn="l" rtl="0">
                        <a:lnSpc>
                          <a:spcPct val="130000"/>
                        </a:lnSpc>
                        <a:spcBef>
                          <a:spcPts val="0"/>
                        </a:spcBef>
                        <a:spcAft>
                          <a:spcPts val="0"/>
                        </a:spcAft>
                        <a:buClr>
                          <a:schemeClr val="dk1"/>
                        </a:buClr>
                        <a:buSzPts val="1100"/>
                        <a:buFont typeface="Arial"/>
                        <a:buNone/>
                      </a:pPr>
                      <a:r>
                        <a:rPr lang="zh-TW" sz="13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深色底文字 #ffffff</a:t>
                      </a:r>
                      <a:endParaRPr sz="1300">
                        <a:solidFill>
                          <a:schemeClr val="bg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3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 </a:t>
                      </a:r>
                      <a:r>
                        <a:rPr lang="en" altLang="zh-TW" sz="1300">
                          <a:solidFill>
                            <a:schemeClr val="bg1"/>
                          </a:solidFill>
                          <a:latin typeface="微軟正黑體" panose="020B0604030504040204" pitchFamily="34" charset="-120"/>
                          <a:ea typeface="微軟正黑體" panose="020B0604030504040204" pitchFamily="34" charset="-120"/>
                          <a:cs typeface="Consolas" panose="020B0609020204030204" pitchFamily="49" charset="0"/>
                        </a:rPr>
                        <a:t>#8b5cf6</a:t>
                      </a:r>
                      <a:endParaRPr lang="zh-TW" altLang="en-US" sz="1300">
                        <a:solidFill>
                          <a:schemeClr val="bg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78279" marR="78279" marT="78279" marB="78279"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8B5CF6"/>
                    </a:solidFill>
                  </a:tcPr>
                </a:tc>
                <a:extLst>
                  <a:ext uri="{0D108BD9-81ED-4DB2-BD59-A6C34878D82A}">
                    <a16:rowId xmlns:a16="http://schemas.microsoft.com/office/drawing/2014/main" val="10001"/>
                  </a:ext>
                </a:extLst>
              </a:tr>
              <a:tr h="639201">
                <a:tc>
                  <a:txBody>
                    <a:bodyPr/>
                    <a:lstStyle/>
                    <a:p>
                      <a:pPr marL="0" lvl="0" indent="0" algn="l" rtl="0">
                        <a:lnSpc>
                          <a:spcPct val="130000"/>
                        </a:lnSpc>
                        <a:spcBef>
                          <a:spcPts val="0"/>
                        </a:spcBef>
                        <a:spcAft>
                          <a:spcPts val="0"/>
                        </a:spcAft>
                        <a:buClr>
                          <a:schemeClr val="dk1"/>
                        </a:buClr>
                        <a:buSzPts val="1100"/>
                        <a:buFont typeface="Arial"/>
                        <a:buNone/>
                      </a:pPr>
                      <a:r>
                        <a:rPr lang="zh-TW" sz="13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淺色底文字 #000000</a:t>
                      </a:r>
                      <a:endParaRPr sz="13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3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 </a:t>
                      </a:r>
                      <a:r>
                        <a:rPr lang="en" altLang="zh-TW" sz="1300">
                          <a:solidFill>
                            <a:schemeClr val="tx1"/>
                          </a:solidFill>
                          <a:latin typeface="微軟正黑體" panose="020B0604030504040204" pitchFamily="34" charset="-120"/>
                          <a:ea typeface="微軟正黑體" panose="020B0604030504040204" pitchFamily="34" charset="-120"/>
                          <a:cs typeface="Consolas" panose="020B0609020204030204" pitchFamily="49" charset="0"/>
                        </a:rPr>
                        <a:t>#fecdd3</a:t>
                      </a:r>
                      <a:endParaRPr lang="zh-TW" altLang="en-US" sz="1300">
                        <a:solidFill>
                          <a:schemeClr val="tx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78279" marR="78279" marT="78279" marB="78279" anchor="ctr">
                    <a:lnL w="9525" cap="flat" cmpd="sng">
                      <a:solidFill>
                        <a:srgbClr val="A5A5A5">
                          <a:alpha val="0"/>
                        </a:srgbClr>
                      </a:solidFill>
                      <a:prstDash val="solid"/>
                      <a:round/>
                      <a:headEnd type="none" w="sm" len="sm"/>
                      <a:tailEnd type="none" w="sm" len="sm"/>
                    </a:lnL>
                    <a:lnR w="9525" cap="flat" cmpd="sng" algn="ctr">
                      <a:solidFill>
                        <a:srgbClr val="A5A5A5">
                          <a:alpha val="0"/>
                        </a:srgbClr>
                      </a:solidFill>
                      <a:prstDash val="solid"/>
                      <a:round/>
                      <a:headEnd type="none" w="sm" len="sm"/>
                      <a:tailEnd type="none" w="sm" len="sm"/>
                    </a:lnR>
                    <a:lnT w="9525" cap="flat" cmpd="sng" algn="ctr">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ECDD3"/>
                    </a:solidFill>
                  </a:tcPr>
                </a:tc>
                <a:tc>
                  <a:txBody>
                    <a:bodyPr/>
                    <a:lstStyle/>
                    <a:p>
                      <a:pPr marL="0" lvl="0" indent="0" algn="l" rtl="0">
                        <a:lnSpc>
                          <a:spcPct val="130000"/>
                        </a:lnSpc>
                        <a:spcBef>
                          <a:spcPts val="0"/>
                        </a:spcBef>
                        <a:spcAft>
                          <a:spcPts val="0"/>
                        </a:spcAft>
                        <a:buClr>
                          <a:schemeClr val="dk1"/>
                        </a:buClr>
                        <a:buSzPts val="1100"/>
                        <a:buFont typeface="Arial"/>
                        <a:buNone/>
                      </a:pPr>
                      <a:r>
                        <a:rPr lang="zh-TW" sz="13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深色底文字 #ffffff</a:t>
                      </a:r>
                      <a:endParaRPr sz="1300">
                        <a:solidFill>
                          <a:schemeClr val="bg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3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 </a:t>
                      </a:r>
                      <a:r>
                        <a:rPr lang="en-US" altLang="zh-TW" sz="1300">
                          <a:solidFill>
                            <a:schemeClr val="bg1"/>
                          </a:solidFill>
                          <a:latin typeface="微軟正黑體" panose="020B0604030504040204" pitchFamily="34" charset="-120"/>
                          <a:ea typeface="微軟正黑體" panose="020B0604030504040204" pitchFamily="34" charset="-120"/>
                          <a:cs typeface="Consolas" panose="020B0609020204030204" pitchFamily="49" charset="0"/>
                        </a:rPr>
                        <a:t>#f43f5e</a:t>
                      </a:r>
                      <a:endParaRPr lang="zh-TW" altLang="en-US" sz="1300">
                        <a:solidFill>
                          <a:schemeClr val="bg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78279" marR="78279" marT="78279" marB="78279" anchor="ctr">
                    <a:lnL w="9525" cap="flat" cmpd="sng" algn="ctr">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lgn="ctr">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43F5E"/>
                    </a:solidFill>
                  </a:tcPr>
                </a:tc>
                <a:extLst>
                  <a:ext uri="{0D108BD9-81ED-4DB2-BD59-A6C34878D82A}">
                    <a16:rowId xmlns:a16="http://schemas.microsoft.com/office/drawing/2014/main" val="10002"/>
                  </a:ext>
                </a:extLst>
              </a:tr>
              <a:tr h="639201">
                <a:tc>
                  <a:txBody>
                    <a:bodyPr/>
                    <a:lstStyle/>
                    <a:p>
                      <a:pPr marL="0" lvl="0" indent="0" algn="l" rtl="0">
                        <a:lnSpc>
                          <a:spcPct val="130000"/>
                        </a:lnSpc>
                        <a:spcBef>
                          <a:spcPts val="0"/>
                        </a:spcBef>
                        <a:spcAft>
                          <a:spcPts val="0"/>
                        </a:spcAft>
                        <a:buClr>
                          <a:schemeClr val="dk1"/>
                        </a:buClr>
                        <a:buSzPts val="1100"/>
                        <a:buFont typeface="Arial"/>
                        <a:buNone/>
                      </a:pPr>
                      <a:r>
                        <a:rPr lang="zh-TW" sz="13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淺色底文字 #000000</a:t>
                      </a:r>
                      <a:endParaRPr sz="130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300">
                          <a:solidFill>
                            <a:schemeClr val="dk1"/>
                          </a:solidFill>
                          <a:latin typeface="微軟正黑體" panose="020B0604030504040204" pitchFamily="34" charset="-120"/>
                          <a:ea typeface="微軟正黑體" panose="020B0604030504040204" pitchFamily="34" charset="-120"/>
                          <a:cs typeface="Microsoft JhengHei"/>
                          <a:sym typeface="Microsoft JhengHei"/>
                        </a:rPr>
                        <a:t>淺色底 </a:t>
                      </a:r>
                      <a:r>
                        <a:rPr lang="en" altLang="zh-TW" sz="1300">
                          <a:latin typeface="微軟正黑體" panose="020B0604030504040204" pitchFamily="34" charset="-120"/>
                          <a:ea typeface="微軟正黑體" panose="020B0604030504040204" pitchFamily="34" charset="-120"/>
                          <a:cs typeface="Consolas" panose="020B0609020204030204" pitchFamily="49" charset="0"/>
                        </a:rPr>
                        <a:t>#fef3c7</a:t>
                      </a:r>
                      <a:endParaRPr lang="zh-TW" altLang="en-US" sz="1300">
                        <a:latin typeface="微軟正黑體" panose="020B0604030504040204" pitchFamily="34" charset="-120"/>
                        <a:ea typeface="微軟正黑體" panose="020B0604030504040204" pitchFamily="34" charset="-120"/>
                        <a:cs typeface="Consolas" panose="020B0609020204030204" pitchFamily="49" charset="0"/>
                      </a:endParaRPr>
                    </a:p>
                  </a:txBody>
                  <a:tcPr marL="78279" marR="78279" marT="78279" marB="78279"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EF9C7"/>
                    </a:solidFill>
                  </a:tcPr>
                </a:tc>
                <a:tc>
                  <a:txBody>
                    <a:bodyPr/>
                    <a:lstStyle/>
                    <a:p>
                      <a:pPr marL="0" lvl="0" indent="0" algn="l" rtl="0">
                        <a:lnSpc>
                          <a:spcPct val="130000"/>
                        </a:lnSpc>
                        <a:spcBef>
                          <a:spcPts val="0"/>
                        </a:spcBef>
                        <a:spcAft>
                          <a:spcPts val="0"/>
                        </a:spcAft>
                        <a:buClr>
                          <a:schemeClr val="dk1"/>
                        </a:buClr>
                        <a:buSzPts val="1100"/>
                        <a:buFont typeface="Arial"/>
                        <a:buNone/>
                      </a:pPr>
                      <a:r>
                        <a:rPr lang="zh-TW" sz="13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深色底文字 #ffffff</a:t>
                      </a:r>
                      <a:endParaRPr sz="1300">
                        <a:solidFill>
                          <a:schemeClr val="bg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defTabSz="914400" rtl="0" eaLnBrk="1" fontAlgn="auto" latinLnBrk="0" hangingPunct="1">
                        <a:lnSpc>
                          <a:spcPct val="130000"/>
                        </a:lnSpc>
                        <a:spcBef>
                          <a:spcPts val="0"/>
                        </a:spcBef>
                        <a:spcAft>
                          <a:spcPts val="0"/>
                        </a:spcAft>
                        <a:buClr>
                          <a:schemeClr val="dk1"/>
                        </a:buClr>
                        <a:buSzPts val="1100"/>
                        <a:buFont typeface="Arial"/>
                        <a:buNone/>
                        <a:tabLst/>
                        <a:defRPr/>
                      </a:pPr>
                      <a:r>
                        <a:rPr lang="zh-TW" sz="1300">
                          <a:solidFill>
                            <a:schemeClr val="bg1"/>
                          </a:solidFill>
                          <a:latin typeface="微軟正黑體" panose="020B0604030504040204" pitchFamily="34" charset="-120"/>
                          <a:ea typeface="微軟正黑體" panose="020B0604030504040204" pitchFamily="34" charset="-120"/>
                          <a:cs typeface="Microsoft JhengHei"/>
                          <a:sym typeface="Microsoft JhengHei"/>
                        </a:rPr>
                        <a:t>深色底 </a:t>
                      </a:r>
                      <a:r>
                        <a:rPr lang="en" altLang="zh-TW" sz="1300">
                          <a:solidFill>
                            <a:schemeClr val="bg1"/>
                          </a:solidFill>
                          <a:latin typeface="微軟正黑體" panose="020B0604030504040204" pitchFamily="34" charset="-120"/>
                          <a:ea typeface="微軟正黑體" panose="020B0604030504040204" pitchFamily="34" charset="-120"/>
                          <a:cs typeface="Consolas" panose="020B0609020204030204" pitchFamily="49" charset="0"/>
                        </a:rPr>
                        <a:t>#fbbf24</a:t>
                      </a:r>
                      <a:endParaRPr lang="zh-TW" altLang="en-US" sz="1300">
                        <a:solidFill>
                          <a:schemeClr val="bg1"/>
                        </a:solidFill>
                        <a:latin typeface="微軟正黑體" panose="020B0604030504040204" pitchFamily="34" charset="-120"/>
                        <a:ea typeface="微軟正黑體" panose="020B0604030504040204" pitchFamily="34" charset="-120"/>
                        <a:cs typeface="Consolas" panose="020B0609020204030204" pitchFamily="49" charset="0"/>
                      </a:endParaRPr>
                    </a:p>
                  </a:txBody>
                  <a:tcPr marL="78279" marR="78279" marT="78279" marB="78279"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BBF24"/>
                    </a:solidFill>
                  </a:tcPr>
                </a:tc>
                <a:extLst>
                  <a:ext uri="{0D108BD9-81ED-4DB2-BD59-A6C34878D82A}">
                    <a16:rowId xmlns:a16="http://schemas.microsoft.com/office/drawing/2014/main" val="10003"/>
                  </a:ext>
                </a:extLst>
              </a:tr>
            </a:tbl>
          </a:graphicData>
        </a:graphic>
      </p:graphicFrame>
      <p:pic>
        <p:nvPicPr>
          <p:cNvPr id="281" name="Google Shape;281;g26107f9f4fa_0_30"/>
          <p:cNvPicPr preferRelativeResize="0"/>
          <p:nvPr/>
        </p:nvPicPr>
        <p:blipFill rotWithShape="1">
          <a:blip r:embed="rId3">
            <a:alphaModFix/>
          </a:blip>
          <a:srcRect l="50661" t="-11141" b="-11153"/>
          <a:stretch/>
        </p:blipFill>
        <p:spPr>
          <a:xfrm>
            <a:off x="5877094" y="3600449"/>
            <a:ext cx="3375538" cy="2561847"/>
          </a:xfrm>
          <a:prstGeom prst="rect">
            <a:avLst/>
          </a:prstGeom>
          <a:noFill/>
          <a:ln w="9525" cap="flat" cmpd="sng">
            <a:solidFill>
              <a:srgbClr val="CCCCCC"/>
            </a:solidFill>
            <a:prstDash val="solid"/>
            <a:round/>
            <a:headEnd type="none" w="sm" len="sm"/>
            <a:tailEnd type="none" w="sm" len="sm"/>
          </a:ln>
        </p:spPr>
      </p:pic>
      <p:sp>
        <p:nvSpPr>
          <p:cNvPr id="282" name="Google Shape;282;g26107f9f4fa_0_30"/>
          <p:cNvSpPr/>
          <p:nvPr/>
        </p:nvSpPr>
        <p:spPr>
          <a:xfrm>
            <a:off x="11069256" y="954156"/>
            <a:ext cx="252000" cy="25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a:solidFill>
                  <a:srgbClr val="FFFFFF"/>
                </a:solidFill>
                <a:latin typeface="Microsoft JhengHei"/>
                <a:ea typeface="Microsoft JhengHei"/>
                <a:cs typeface="Microsoft JhengHei"/>
                <a:sym typeface="Microsoft JhengHei"/>
              </a:rPr>
              <a:t>➊</a:t>
            </a:r>
            <a:endParaRPr>
              <a:solidFill>
                <a:srgbClr val="FFFFFF"/>
              </a:solidFill>
              <a:latin typeface="Microsoft JhengHei"/>
              <a:ea typeface="Microsoft JhengHei"/>
              <a:cs typeface="Microsoft JhengHei"/>
              <a:sym typeface="Microsoft JhengHei"/>
            </a:endParaRPr>
          </a:p>
        </p:txBody>
      </p:sp>
      <p:sp>
        <p:nvSpPr>
          <p:cNvPr id="283" name="Google Shape;283;g26107f9f4fa_0_30"/>
          <p:cNvSpPr/>
          <p:nvPr/>
        </p:nvSpPr>
        <p:spPr>
          <a:xfrm>
            <a:off x="5877094" y="3596219"/>
            <a:ext cx="252000" cy="2520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rgbClr val="000000"/>
              </a:buClr>
              <a:buSzPts val="1100"/>
              <a:buFont typeface="Arial"/>
              <a:buNone/>
            </a:pPr>
            <a:r>
              <a:rPr lang="zh-TW">
                <a:solidFill>
                  <a:srgbClr val="49A4FF"/>
                </a:solidFill>
                <a:latin typeface="Microsoft JhengHei"/>
                <a:ea typeface="Microsoft JhengHei"/>
                <a:cs typeface="Microsoft JhengHei"/>
                <a:sym typeface="Microsoft JhengHei"/>
              </a:rPr>
              <a:t>➋</a:t>
            </a:r>
            <a:endParaRPr>
              <a:solidFill>
                <a:srgbClr val="49A4FF"/>
              </a:solidFill>
              <a:latin typeface="Microsoft JhengHei"/>
              <a:ea typeface="Microsoft JhengHei"/>
              <a:cs typeface="Microsoft JhengHei"/>
              <a:sym typeface="Microsoft JhengHei"/>
            </a:endParaRPr>
          </a:p>
        </p:txBody>
      </p:sp>
      <p:graphicFrame>
        <p:nvGraphicFramePr>
          <p:cNvPr id="3" name="Google Shape;273;g23bcfb68efc_1_45">
            <a:extLst>
              <a:ext uri="{FF2B5EF4-FFF2-40B4-BE49-F238E27FC236}">
                <a16:creationId xmlns:a16="http://schemas.microsoft.com/office/drawing/2014/main" id="{9058951B-02A8-3A48-65E4-7DC5DE99B8D6}"/>
              </a:ext>
            </a:extLst>
          </p:cNvPr>
          <p:cNvGraphicFramePr/>
          <p:nvPr/>
        </p:nvGraphicFramePr>
        <p:xfrm>
          <a:off x="-7903194" y="1652447"/>
          <a:ext cx="7720312" cy="3507546"/>
        </p:xfrm>
        <a:graphic>
          <a:graphicData uri="http://schemas.openxmlformats.org/drawingml/2006/table">
            <a:tbl>
              <a:tblPr>
                <a:noFill/>
                <a:tableStyleId>{C7E2D07F-EAD9-47BB-8D15-AB9D181D91B3}</a:tableStyleId>
              </a:tblPr>
              <a:tblGrid>
                <a:gridCol w="798847">
                  <a:extLst>
                    <a:ext uri="{9D8B030D-6E8A-4147-A177-3AD203B41FA5}">
                      <a16:colId xmlns:a16="http://schemas.microsoft.com/office/drawing/2014/main" val="20001"/>
                    </a:ext>
                  </a:extLst>
                </a:gridCol>
                <a:gridCol w="1384293">
                  <a:extLst>
                    <a:ext uri="{9D8B030D-6E8A-4147-A177-3AD203B41FA5}">
                      <a16:colId xmlns:a16="http://schemas.microsoft.com/office/drawing/2014/main" val="20002"/>
                    </a:ext>
                  </a:extLst>
                </a:gridCol>
                <a:gridCol w="1384293">
                  <a:extLst>
                    <a:ext uri="{9D8B030D-6E8A-4147-A177-3AD203B41FA5}">
                      <a16:colId xmlns:a16="http://schemas.microsoft.com/office/drawing/2014/main" val="20003"/>
                    </a:ext>
                  </a:extLst>
                </a:gridCol>
                <a:gridCol w="1384293">
                  <a:extLst>
                    <a:ext uri="{9D8B030D-6E8A-4147-A177-3AD203B41FA5}">
                      <a16:colId xmlns:a16="http://schemas.microsoft.com/office/drawing/2014/main" val="20004"/>
                    </a:ext>
                  </a:extLst>
                </a:gridCol>
                <a:gridCol w="1384293">
                  <a:extLst>
                    <a:ext uri="{9D8B030D-6E8A-4147-A177-3AD203B41FA5}">
                      <a16:colId xmlns:a16="http://schemas.microsoft.com/office/drawing/2014/main" val="20005"/>
                    </a:ext>
                  </a:extLst>
                </a:gridCol>
                <a:gridCol w="1384293">
                  <a:extLst>
                    <a:ext uri="{9D8B030D-6E8A-4147-A177-3AD203B41FA5}">
                      <a16:colId xmlns:a16="http://schemas.microsoft.com/office/drawing/2014/main" val="3827510382"/>
                    </a:ext>
                  </a:extLst>
                </a:gridCol>
              </a:tblGrid>
              <a:tr h="522787">
                <a:tc>
                  <a:txBody>
                    <a:bodyPr/>
                    <a:lstStyle/>
                    <a:p>
                      <a:pPr marL="0" lvl="0" indent="0" algn="ctr" rtl="0">
                        <a:lnSpc>
                          <a:spcPct val="130000"/>
                        </a:lnSpc>
                        <a:spcBef>
                          <a:spcPts val="0"/>
                        </a:spcBef>
                        <a:spcAft>
                          <a:spcPts val="0"/>
                        </a:spcAft>
                        <a:buNone/>
                      </a:pPr>
                      <a:r>
                        <a:rPr lang="zh-TW" altLang="en-US">
                          <a:latin typeface="Microsoft JhengHei"/>
                          <a:ea typeface="Microsoft JhengHei"/>
                          <a:cs typeface="Microsoft JhengHei"/>
                          <a:sym typeface="Microsoft JhengHei"/>
                        </a:rPr>
                        <a:t>色系</a:t>
                      </a:r>
                      <a:endParaRPr>
                        <a:latin typeface="Microsoft JhengHei"/>
                        <a:ea typeface="Microsoft JhengHei"/>
                        <a:cs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000">
                          <a:latin typeface="Microsoft JhengHei"/>
                          <a:ea typeface="Microsoft JhengHei"/>
                          <a:sym typeface="Microsoft JhengHei"/>
                        </a:rPr>
                        <a:t>網格底等大面積圖塊</a:t>
                      </a:r>
                      <a:endParaRPr sz="1000">
                        <a:latin typeface="Microsoft JhengHei"/>
                        <a:ea typeface="Microsoft JhengHei"/>
                        <a:sym typeface="Microsoft JhengHei"/>
                      </a:endParaRPr>
                    </a:p>
                  </a:txBody>
                  <a:tcPr marL="91425" marR="91425" marT="90000" marB="91425" anchor="ctr">
                    <a:lnL w="952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000">
                          <a:latin typeface="Microsoft JhengHei"/>
                          <a:ea typeface="Microsoft JhengHei"/>
                          <a:sym typeface="Microsoft JhengHei"/>
                        </a:rPr>
                        <a:t>螢光筆、淺色底</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endParaRPr lang="zh-TW" altLang="en-US" sz="1000">
                        <a:latin typeface="Microsoft JhengHei"/>
                        <a:ea typeface="Microsoft JhengHei"/>
                        <a:sym typeface="Microsoft JhengHei"/>
                      </a:endParaRP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000">
                          <a:latin typeface="Microsoft JhengHei"/>
                          <a:ea typeface="Microsoft JhengHei"/>
                          <a:sym typeface="Microsoft JhengHei"/>
                        </a:rPr>
                        <a:t>深色底、超連結</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lang="zh-TW" altLang="en-US" sz="1000">
                          <a:latin typeface="Microsoft JhengHei"/>
                          <a:ea typeface="Microsoft JhengHei"/>
                          <a:sym typeface="Microsoft JhengHei"/>
                        </a:rPr>
                        <a:t>色塊主色、重要標註</a:t>
                      </a:r>
                    </a:p>
                  </a:txBody>
                  <a:tcPr marL="91425" marR="91425" marT="90000" marB="91425"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noFill/>
                      <a:prstDash val="solid"/>
                      <a:round/>
                      <a:headEnd type="none" w="sm" len="sm"/>
                      <a:tailEnd type="none" w="sm" len="sm"/>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2510">
                <a:tc rowSpan="2">
                  <a:txBody>
                    <a:bodyPr/>
                    <a:lstStyle/>
                    <a:p>
                      <a:pPr marL="0" lvl="0" indent="0" algn="ctr" rtl="0">
                        <a:spcBef>
                          <a:spcPts val="0"/>
                        </a:spcBef>
                        <a:spcAft>
                          <a:spcPts val="0"/>
                        </a:spcAft>
                        <a:buNone/>
                      </a:pPr>
                      <a:r>
                        <a:rPr lang="en-US" altLang="zh-TW">
                          <a:latin typeface="Microsoft JhengHei"/>
                          <a:ea typeface="Microsoft JhengHei"/>
                          <a:cs typeface="Microsoft JhengHei"/>
                          <a:sym typeface="Microsoft JhengHei"/>
                        </a:rPr>
                        <a:t>Blue</a:t>
                      </a:r>
                      <a:endParaRPr>
                        <a:latin typeface="Microsoft JhengHei"/>
                        <a:ea typeface="Microsoft JhengHei"/>
                        <a:cs typeface="Microsoft JhengHei"/>
                        <a:sym typeface="Microsoft JhengHei"/>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BEAFE"/>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BFDBFE"/>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93C5FD"/>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60A5FA"/>
                    </a:solidFill>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3B82F6"/>
                    </a:solidFill>
                  </a:tcPr>
                </a:tc>
                <a:extLst>
                  <a:ext uri="{0D108BD9-81ED-4DB2-BD59-A6C34878D82A}">
                    <a16:rowId xmlns:a16="http://schemas.microsoft.com/office/drawing/2014/main" val="10001"/>
                  </a:ext>
                </a:extLst>
              </a:tr>
              <a:tr h="317713">
                <a:tc vMerge="1">
                  <a:txBody>
                    <a:bodyPr/>
                    <a:lstStyle/>
                    <a:p>
                      <a:endParaRPr lang="zh-TW"/>
                    </a:p>
                  </a:txBody>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#dbeafe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#bfdbfe</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#93c5fd</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R="0" algn="ctr" rtl="0">
                        <a:lnSpc>
                          <a:spcPct val="100000"/>
                        </a:lnSpc>
                        <a:spcBef>
                          <a:spcPts val="0"/>
                        </a:spcBef>
                        <a:spcAft>
                          <a:spcPts val="0"/>
                        </a:spcAft>
                        <a:buClr>
                          <a:srgbClr val="000000"/>
                        </a:buClr>
                        <a:buFont typeface="Arial"/>
                      </a:pPr>
                      <a:r>
                        <a:rPr lang="en" altLang="zh-TW"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rPr>
                        <a:t>#60a5fa</a:t>
                      </a:r>
                      <a:endParaRPr lang="zh-TW" altLang="en-US" sz="1200" b="0" i="0" u="none" strike="noStrike" cap="none">
                        <a:solidFill>
                          <a:srgbClr val="000000"/>
                        </a:solidFill>
                        <a:latin typeface="Consolas" panose="020B0609020204030204" pitchFamily="49" charset="0"/>
                        <a:ea typeface="Microsoft JhengHei" panose="020B0604030504040204" pitchFamily="34" charset="-120"/>
                        <a:cs typeface="Consolas" panose="020B0609020204030204" pitchFamily="49" charset="0"/>
                        <a:sym typeface="Arial"/>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#3b82f6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72510">
                <a:tc rowSpan="2">
                  <a:txBody>
                    <a:bodyPr/>
                    <a:lstStyle/>
                    <a:p>
                      <a:pPr algn="ctr"/>
                      <a:r>
                        <a:rPr lang="en-US" altLang="zh-TW" sz="1400">
                          <a:latin typeface="Microsoft JhengHei" panose="020B0604030504040204" pitchFamily="34" charset="-120"/>
                          <a:ea typeface="Microsoft JhengHei" panose="020B0604030504040204" pitchFamily="34" charset="-120"/>
                        </a:rPr>
                        <a:t>Violet</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EDE9FE"/>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DDD6FE"/>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C4B5FD"/>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A78BFA"/>
                    </a:solidFill>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8B5CF6"/>
                    </a:solidFill>
                  </a:tcPr>
                </a:tc>
                <a:extLst>
                  <a:ext uri="{0D108BD9-81ED-4DB2-BD59-A6C34878D82A}">
                    <a16:rowId xmlns:a16="http://schemas.microsoft.com/office/drawing/2014/main" val="10003"/>
                  </a:ext>
                </a:extLst>
              </a:tr>
              <a:tr h="317713">
                <a:tc vMerge="1">
                  <a:txBody>
                    <a:bodyPr/>
                    <a:lstStyle/>
                    <a:p>
                      <a:endParaRPr lang="zh-TW"/>
                    </a:p>
                  </a:txBody>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#ede9fe</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#ddd6fe</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#c4b5fd</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#a78bfa</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#8b5cf6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72510">
                <a:tc rowSpan="2">
                  <a:txBody>
                    <a:bodyPr/>
                    <a:lstStyle/>
                    <a:p>
                      <a:pPr marL="0" lvl="0" indent="0" algn="ctr" rtl="0">
                        <a:spcBef>
                          <a:spcPts val="0"/>
                        </a:spcBef>
                        <a:spcAft>
                          <a:spcPts val="0"/>
                        </a:spcAft>
                        <a:buNone/>
                      </a:pPr>
                      <a:r>
                        <a:rPr lang="en-US" altLang="zh-TW">
                          <a:latin typeface="Microsoft JhengHei"/>
                          <a:ea typeface="Microsoft JhengHei"/>
                          <a:cs typeface="Microsoft JhengHei"/>
                          <a:sym typeface="Microsoft JhengHei"/>
                        </a:rPr>
                        <a:t>Rose</a:t>
                      </a:r>
                      <a:endParaRPr>
                        <a:latin typeface="Microsoft JhengHei"/>
                        <a:ea typeface="Microsoft JhengHei"/>
                        <a:cs typeface="Microsoft JhengHei"/>
                        <a:sym typeface="Microsoft JhengHei"/>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FE4E6"/>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ECDD3"/>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DA4AF"/>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B7185"/>
                    </a:solidFill>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43F5E"/>
                    </a:solidFill>
                  </a:tcPr>
                </a:tc>
                <a:extLst>
                  <a:ext uri="{0D108BD9-81ED-4DB2-BD59-A6C34878D82A}">
                    <a16:rowId xmlns:a16="http://schemas.microsoft.com/office/drawing/2014/main" val="10005"/>
                  </a:ext>
                </a:extLst>
              </a:tr>
              <a:tr h="317713">
                <a:tc vMerge="1">
                  <a:txBody>
                    <a:bodyPr/>
                    <a:lstStyle/>
                    <a:p>
                      <a:endParaRPr lang="zh-TW"/>
                    </a:p>
                  </a:txBody>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#ffe4e6</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#fecdd3</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#fda4af</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#fb7185</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#f43f5e</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72510">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a:latin typeface="Microsoft JhengHei" panose="020B0604030504040204" pitchFamily="34" charset="-120"/>
                          <a:ea typeface="Microsoft JhengHei" panose="020B0604030504040204" pitchFamily="34" charset="-120"/>
                        </a:rPr>
                        <a:t>Amber</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FFBEB"/>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EF9C7"/>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DE68A"/>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CD34D"/>
                    </a:solidFill>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solidFill>
                      <a:srgbClr val="FBBF24"/>
                    </a:solidFill>
                  </a:tcPr>
                </a:tc>
                <a:extLst>
                  <a:ext uri="{0D108BD9-81ED-4DB2-BD59-A6C34878D82A}">
                    <a16:rowId xmlns:a16="http://schemas.microsoft.com/office/drawing/2014/main" val="10007"/>
                  </a:ext>
                </a:extLst>
              </a:tr>
              <a:tr h="187638">
                <a:tc vMerge="1">
                  <a:txBody>
                    <a:bodyPr/>
                    <a:lstStyle/>
                    <a:p>
                      <a:endParaRPr lang="zh-TW"/>
                    </a:p>
                  </a:txBody>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#fffbeb</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#fef3c7</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#fde68a</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#fcd34d</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#fbbf24</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91683">
                <a:tc rowSpan="2">
                  <a:txBody>
                    <a:bodyPr/>
                    <a:lstStyle/>
                    <a:p>
                      <a:pPr algn="ctr"/>
                      <a:r>
                        <a:rPr lang="en-US" altLang="zh-TW" sz="1400">
                          <a:latin typeface="Microsoft JhengHei" panose="020B0604030504040204" pitchFamily="34" charset="-120"/>
                          <a:ea typeface="Microsoft JhengHei" panose="020B0604030504040204" pitchFamily="34" charset="-120"/>
                        </a:rPr>
                        <a:t>Zinc</a:t>
                      </a: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4F4F5"/>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4E4E7"/>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4D4D8"/>
                    </a:solidFill>
                  </a:tcPr>
                </a:tc>
                <a:tc>
                  <a:txBody>
                    <a:bodyPr/>
                    <a:lstStyle/>
                    <a:p>
                      <a:pPr algn="ct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1A1AA"/>
                    </a:solidFill>
                  </a:tcPr>
                </a:tc>
                <a:tc>
                  <a:txBody>
                    <a:bodyPr/>
                    <a:lstStyle/>
                    <a:p>
                      <a:pPr algn="ct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1717A"/>
                    </a:solidFill>
                  </a:tcPr>
                </a:tc>
                <a:extLst>
                  <a:ext uri="{0D108BD9-81ED-4DB2-BD59-A6C34878D82A}">
                    <a16:rowId xmlns:a16="http://schemas.microsoft.com/office/drawing/2014/main" val="4230794412"/>
                  </a:ext>
                </a:extLst>
              </a:tr>
              <a:tr h="291683">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400">
                        <a:latin typeface="Microsoft JhengHei" panose="020B0604030504040204" pitchFamily="34" charset="-120"/>
                        <a:ea typeface="Microsoft JhengHei" panose="020B0604030504040204" pitchFamily="34" charset="-120"/>
                      </a:endParaRPr>
                    </a:p>
                  </a:txBody>
                  <a:tcPr marL="91425" marR="91425" marT="91425" marB="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sm" len="sm"/>
                      <a:tailEnd type="none" w="sm" len="sm"/>
                    </a:lnT>
                    <a:lnB w="9525" cap="flat" cmpd="sng" algn="ctr">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#f4f4f5</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#e4e4e7</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#d4d4d8</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#a1a1aa</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200">
                          <a:solidFill>
                            <a:schemeClr val="tx1"/>
                          </a:solidFill>
                          <a:latin typeface="Consolas" panose="020B0609020204030204" pitchFamily="49" charset="0"/>
                          <a:ea typeface="Microsoft JhengHei" panose="020B0604030504040204" pitchFamily="34" charset="-120"/>
                          <a:cs typeface="Consolas" panose="020B0609020204030204" pitchFamily="49" charset="0"/>
                        </a:rPr>
                        <a:t>#71717a</a:t>
                      </a:r>
                      <a:endParaRPr lang="zh-TW" altLang="en-US" sz="12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792147376"/>
                  </a:ext>
                </a:extLst>
              </a:tr>
              <a:tr h="103334">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12700" cap="flat" cmpd="sng" algn="ctr">
                      <a:noFill/>
                      <a:prstDash val="solid"/>
                      <a:round/>
                      <a:headEnd type="none" w="med" len="med"/>
                      <a:tailEnd type="none" w="med" len="med"/>
                    </a:lnL>
                    <a:lnR w="9525" cap="flat" cmpd="sng">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12700" cap="flat" cmpd="sng" algn="ctr">
                      <a:noFill/>
                      <a:prstDash val="solid"/>
                      <a:round/>
                      <a:headEnd type="none" w="med" len="med"/>
                      <a:tailEnd type="none" w="med" len="med"/>
                    </a:lnL>
                    <a:lnR w="9525" cap="flat" cmpd="sng" algn="ctr">
                      <a:noFill/>
                      <a:prstDash val="solid"/>
                      <a:round/>
                      <a:headEnd type="none" w="sm" len="sm"/>
                      <a:tailEnd type="none" w="sm" len="sm"/>
                    </a:lnR>
                    <a:lnT w="9525" cap="flat" cmpd="sng" algn="ctr">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23bcfb68efc_1_45"/>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solidFill>
                  <a:srgbClr val="212121"/>
                </a:solidFill>
              </a:rPr>
              <a:t>配色</a:t>
            </a:r>
            <a:r>
              <a:rPr lang="zh-TW" altLang="en-US">
                <a:solidFill>
                  <a:srgbClr val="212121"/>
                </a:solidFill>
              </a:rPr>
              <a:t>表</a:t>
            </a:r>
            <a:r>
              <a:rPr lang="en-US" altLang="zh-TW">
                <a:solidFill>
                  <a:srgbClr val="212121"/>
                </a:solidFill>
              </a:rPr>
              <a:t> </a:t>
            </a:r>
            <a:r>
              <a:rPr lang="en-US" altLang="zh-TW" sz="2000">
                <a:solidFill>
                  <a:srgbClr val="212121"/>
                </a:solidFill>
              </a:rPr>
              <a:t>tailwind</a:t>
            </a:r>
            <a:endParaRPr/>
          </a:p>
        </p:txBody>
      </p:sp>
      <p:graphicFrame>
        <p:nvGraphicFramePr>
          <p:cNvPr id="2" name="表格 1">
            <a:extLst>
              <a:ext uri="{FF2B5EF4-FFF2-40B4-BE49-F238E27FC236}">
                <a16:creationId xmlns:a16="http://schemas.microsoft.com/office/drawing/2014/main" id="{5895A022-F08C-163B-2FAE-27C45F0066B3}"/>
              </a:ext>
            </a:extLst>
          </p:cNvPr>
          <p:cNvGraphicFramePr>
            <a:graphicFrameLocks noGrp="1"/>
          </p:cNvGraphicFramePr>
          <p:nvPr>
            <p:extLst>
              <p:ext uri="{D42A27DB-BD31-4B8C-83A1-F6EECF244321}">
                <p14:modId xmlns:p14="http://schemas.microsoft.com/office/powerpoint/2010/main" val="2296010439"/>
              </p:ext>
            </p:extLst>
          </p:nvPr>
        </p:nvGraphicFramePr>
        <p:xfrm>
          <a:off x="180183" y="900113"/>
          <a:ext cx="11161709" cy="5219689"/>
        </p:xfrm>
        <a:graphic>
          <a:graphicData uri="http://schemas.openxmlformats.org/drawingml/2006/table">
            <a:tbl>
              <a:tblPr firstRow="1" bandRow="1">
                <a:tableStyleId>{91DB7C30-2B5D-4D34-8F22-85940E495A18}</a:tableStyleId>
              </a:tblPr>
              <a:tblGrid>
                <a:gridCol w="858593">
                  <a:extLst>
                    <a:ext uri="{9D8B030D-6E8A-4147-A177-3AD203B41FA5}">
                      <a16:colId xmlns:a16="http://schemas.microsoft.com/office/drawing/2014/main" val="1726322716"/>
                    </a:ext>
                  </a:extLst>
                </a:gridCol>
                <a:gridCol w="858593">
                  <a:extLst>
                    <a:ext uri="{9D8B030D-6E8A-4147-A177-3AD203B41FA5}">
                      <a16:colId xmlns:a16="http://schemas.microsoft.com/office/drawing/2014/main" val="2647017391"/>
                    </a:ext>
                  </a:extLst>
                </a:gridCol>
                <a:gridCol w="858593">
                  <a:extLst>
                    <a:ext uri="{9D8B030D-6E8A-4147-A177-3AD203B41FA5}">
                      <a16:colId xmlns:a16="http://schemas.microsoft.com/office/drawing/2014/main" val="2013861390"/>
                    </a:ext>
                  </a:extLst>
                </a:gridCol>
                <a:gridCol w="858593">
                  <a:extLst>
                    <a:ext uri="{9D8B030D-6E8A-4147-A177-3AD203B41FA5}">
                      <a16:colId xmlns:a16="http://schemas.microsoft.com/office/drawing/2014/main" val="4117911952"/>
                    </a:ext>
                  </a:extLst>
                </a:gridCol>
                <a:gridCol w="858593">
                  <a:extLst>
                    <a:ext uri="{9D8B030D-6E8A-4147-A177-3AD203B41FA5}">
                      <a16:colId xmlns:a16="http://schemas.microsoft.com/office/drawing/2014/main" val="3934983534"/>
                    </a:ext>
                  </a:extLst>
                </a:gridCol>
                <a:gridCol w="858593">
                  <a:extLst>
                    <a:ext uri="{9D8B030D-6E8A-4147-A177-3AD203B41FA5}">
                      <a16:colId xmlns:a16="http://schemas.microsoft.com/office/drawing/2014/main" val="223869624"/>
                    </a:ext>
                  </a:extLst>
                </a:gridCol>
                <a:gridCol w="858593">
                  <a:extLst>
                    <a:ext uri="{9D8B030D-6E8A-4147-A177-3AD203B41FA5}">
                      <a16:colId xmlns:a16="http://schemas.microsoft.com/office/drawing/2014/main" val="1487991144"/>
                    </a:ext>
                  </a:extLst>
                </a:gridCol>
                <a:gridCol w="858593">
                  <a:extLst>
                    <a:ext uri="{9D8B030D-6E8A-4147-A177-3AD203B41FA5}">
                      <a16:colId xmlns:a16="http://schemas.microsoft.com/office/drawing/2014/main" val="3510350034"/>
                    </a:ext>
                  </a:extLst>
                </a:gridCol>
                <a:gridCol w="858593">
                  <a:extLst>
                    <a:ext uri="{9D8B030D-6E8A-4147-A177-3AD203B41FA5}">
                      <a16:colId xmlns:a16="http://schemas.microsoft.com/office/drawing/2014/main" val="2528670871"/>
                    </a:ext>
                  </a:extLst>
                </a:gridCol>
                <a:gridCol w="858593">
                  <a:extLst>
                    <a:ext uri="{9D8B030D-6E8A-4147-A177-3AD203B41FA5}">
                      <a16:colId xmlns:a16="http://schemas.microsoft.com/office/drawing/2014/main" val="3673671763"/>
                    </a:ext>
                  </a:extLst>
                </a:gridCol>
                <a:gridCol w="858593">
                  <a:extLst>
                    <a:ext uri="{9D8B030D-6E8A-4147-A177-3AD203B41FA5}">
                      <a16:colId xmlns:a16="http://schemas.microsoft.com/office/drawing/2014/main" val="2871346942"/>
                    </a:ext>
                  </a:extLst>
                </a:gridCol>
                <a:gridCol w="858593">
                  <a:extLst>
                    <a:ext uri="{9D8B030D-6E8A-4147-A177-3AD203B41FA5}">
                      <a16:colId xmlns:a16="http://schemas.microsoft.com/office/drawing/2014/main" val="2438327320"/>
                    </a:ext>
                  </a:extLst>
                </a:gridCol>
                <a:gridCol w="858593">
                  <a:extLst>
                    <a:ext uri="{9D8B030D-6E8A-4147-A177-3AD203B41FA5}">
                      <a16:colId xmlns:a16="http://schemas.microsoft.com/office/drawing/2014/main" val="2520364490"/>
                    </a:ext>
                  </a:extLst>
                </a:gridCol>
              </a:tblGrid>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zh-TW" altLang="en-US" sz="1000">
                          <a:latin typeface="Microsoft JhengHei" panose="020B0604030504040204" pitchFamily="34" charset="-120"/>
                          <a:ea typeface="Microsoft JhengHei" panose="020B0604030504040204" pitchFamily="34" charset="-120"/>
                        </a:rPr>
                        <a:t>名稱</a:t>
                      </a: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50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100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200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300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400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500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600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700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800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900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950</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23666264"/>
                  </a:ext>
                </a:extLst>
              </a:tr>
              <a:tr h="226943">
                <a:tc rowSpan="5">
                  <a:txBody>
                    <a:bodyPr/>
                    <a:lstStyle/>
                    <a:p>
                      <a:pPr algn="ctr"/>
                      <a:r>
                        <a:rPr lang="zh-TW" altLang="en-US" sz="1000">
                          <a:latin typeface="Microsoft JhengHei" panose="020B0604030504040204" pitchFamily="34" charset="-120"/>
                          <a:ea typeface="Microsoft JhengHei" panose="020B0604030504040204" pitchFamily="34" charset="-120"/>
                        </a:rPr>
                        <a:t>無彩色</a:t>
                      </a:r>
                    </a:p>
                  </a:txBody>
                  <a:tcPr marT="36000" marB="3600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slate</a:t>
                      </a:r>
                      <a:endParaRPr lang="zh-TW" altLang="en-US" sz="1000">
                        <a:latin typeface="Microsoft JhengHei" panose="020B0604030504040204" pitchFamily="34" charset="-120"/>
                        <a:ea typeface="Microsoft JhengHei" panose="020B0604030504040204" pitchFamily="34" charset="-120"/>
                      </a:endParaRPr>
                    </a:p>
                  </a:txBody>
                  <a:tcPr marT="36000" marB="3600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Consolas" panose="020B0609020204030204" pitchFamily="49" charset="0"/>
                          <a:ea typeface="Microsoft JhengHei" panose="020B0604030504040204" pitchFamily="34" charset="-120"/>
                          <a:cs typeface="Consolas" panose="020B0609020204030204" pitchFamily="49" charset="0"/>
                        </a:rPr>
                        <a:t>#f8fafc</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8FBFD"/>
                    </a:solidFill>
                  </a:tcPr>
                </a:tc>
                <a:tc>
                  <a:txBody>
                    <a:bodyPr/>
                    <a:lstStyle/>
                    <a:p>
                      <a:pPr algn="ctr"/>
                      <a:r>
                        <a:rPr lang="en-US" altLang="zh-TW" sz="1000">
                          <a:latin typeface="Consolas" panose="020B0609020204030204" pitchFamily="49" charset="0"/>
                          <a:ea typeface="Microsoft JhengHei" panose="020B0604030504040204" pitchFamily="34" charset="-120"/>
                          <a:cs typeface="Consolas" panose="020B0609020204030204" pitchFamily="49" charset="0"/>
                        </a:rPr>
                        <a:t>#f1f5f9</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2F6FA"/>
                    </a:solidFill>
                  </a:tcPr>
                </a:tc>
                <a:tc>
                  <a:txBody>
                    <a:bodyPr/>
                    <a:lstStyle/>
                    <a:p>
                      <a:pPr algn="ctr"/>
                      <a:r>
                        <a:rPr lang="en-US" altLang="zh-TW" sz="1000">
                          <a:latin typeface="Consolas" panose="020B0609020204030204" pitchFamily="49" charset="0"/>
                          <a:ea typeface="Microsoft JhengHei" panose="020B0604030504040204" pitchFamily="34" charset="-120"/>
                          <a:cs typeface="Consolas" panose="020B0609020204030204" pitchFamily="49" charset="0"/>
                        </a:rPr>
                        <a:t>#e2e8f0</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2E9F0"/>
                    </a:solidFill>
                  </a:tcPr>
                </a:tc>
                <a:tc>
                  <a:txBody>
                    <a:bodyPr/>
                    <a:lstStyle/>
                    <a:p>
                      <a:pPr algn="ctr"/>
                      <a:r>
                        <a:rPr lang="en-US" altLang="zh-TW" sz="1000">
                          <a:latin typeface="Consolas" panose="020B0609020204030204" pitchFamily="49" charset="0"/>
                          <a:ea typeface="Microsoft JhengHei" panose="020B0604030504040204" pitchFamily="34" charset="-120"/>
                          <a:cs typeface="Consolas" panose="020B0609020204030204" pitchFamily="49" charset="0"/>
                        </a:rPr>
                        <a:t>#cbd5e1</a:t>
                      </a: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CBD6E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000">
                          <a:solidFill>
                            <a:schemeClr val="tx1"/>
                          </a:solidFill>
                          <a:latin typeface="Consolas" panose="020B0609020204030204" pitchFamily="49" charset="0"/>
                          <a:ea typeface="Microsoft JhengHei" panose="020B0604030504040204" pitchFamily="34" charset="-120"/>
                          <a:cs typeface="Consolas" panose="020B0609020204030204" pitchFamily="49" charset="0"/>
                        </a:rPr>
                        <a:t>#94a3b8</a:t>
                      </a:r>
                      <a:endParaRPr lang="zh-TW" altLang="en-US" sz="10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4A4B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#64748b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64748B"/>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#475569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75569"/>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#334155</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3415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#1e293b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D293B"/>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#0f172a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F172A"/>
                    </a:solidFill>
                  </a:tcPr>
                </a:tc>
                <a:tc>
                  <a:txBody>
                    <a:bodyPr/>
                    <a:lstStyle/>
                    <a:p>
                      <a:pPr algn="ctr"/>
                      <a:r>
                        <a:rPr lang="en-US"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#020617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20617"/>
                    </a:solidFill>
                  </a:tcPr>
                </a:tc>
                <a:extLst>
                  <a:ext uri="{0D108BD9-81ED-4DB2-BD59-A6C34878D82A}">
                    <a16:rowId xmlns:a16="http://schemas.microsoft.com/office/drawing/2014/main" val="712818104"/>
                  </a:ext>
                </a:extLst>
              </a:tr>
              <a:tr h="226943">
                <a:tc vMerge="1">
                  <a:txBody>
                    <a:bodyPr/>
                    <a:lstStyle/>
                    <a:p>
                      <a:pPr algn="ctr"/>
                      <a:endParaRPr lang="zh-TW" altLang="en-US" sz="8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gray</a:t>
                      </a:r>
                      <a:endParaRPr lang="zh-TW" altLang="en-US" sz="1000">
                        <a:latin typeface="Microsoft JhengHei" panose="020B0604030504040204" pitchFamily="34" charset="-120"/>
                        <a:ea typeface="Microsoft JhengHei" panose="020B0604030504040204" pitchFamily="34" charset="-120"/>
                      </a:endParaRPr>
                    </a:p>
                  </a:txBody>
                  <a:tcPr marT="36000" marB="3600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#f9fafb</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9FBFC"/>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#f3f4f6</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3F4F7"/>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#e5e7eb</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5E7EC"/>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#d1d5db</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2D5DB"/>
                    </a:solidFill>
                  </a:tcPr>
                </a:tc>
                <a:tc>
                  <a:txBody>
                    <a:bodyPr/>
                    <a:lstStyle/>
                    <a:p>
                      <a:pPr algn="ctr"/>
                      <a:r>
                        <a:rPr lang="en" altLang="zh-TW" sz="1000">
                          <a:solidFill>
                            <a:schemeClr val="tx1"/>
                          </a:solidFill>
                          <a:latin typeface="Consolas" panose="020B0609020204030204" pitchFamily="49" charset="0"/>
                          <a:ea typeface="Microsoft JhengHei" panose="020B0604030504040204" pitchFamily="34" charset="-120"/>
                          <a:cs typeface="Consolas" panose="020B0609020204030204" pitchFamily="49" charset="0"/>
                        </a:rPr>
                        <a:t>#9ca3af</a:t>
                      </a:r>
                      <a:endParaRPr lang="zh-TW" altLang="en-US" sz="1000">
                        <a:solidFill>
                          <a:schemeClr val="tx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CA3AF"/>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#6b7280</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6B7280"/>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#4b5563</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B556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#374151</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74151"/>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#1f2937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F293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#111827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0182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#030712</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30711"/>
                    </a:solidFill>
                  </a:tcPr>
                </a:tc>
                <a:extLst>
                  <a:ext uri="{0D108BD9-81ED-4DB2-BD59-A6C34878D82A}">
                    <a16:rowId xmlns:a16="http://schemas.microsoft.com/office/drawing/2014/main" val="2624417638"/>
                  </a:ext>
                </a:extLst>
              </a:tr>
              <a:tr h="226943">
                <a:tc vMerge="1">
                  <a:txBody>
                    <a:bodyPr/>
                    <a:lstStyle/>
                    <a:p>
                      <a:pPr algn="ctr"/>
                      <a:endParaRPr lang="zh-TW" altLang="en-US" sz="8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zinc</a:t>
                      </a:r>
                      <a:endParaRPr lang="zh-TW" altLang="en-US" sz="1000">
                        <a:latin typeface="Microsoft JhengHei" panose="020B0604030504040204" pitchFamily="34" charset="-120"/>
                        <a:ea typeface="Microsoft JhengHei" panose="020B0604030504040204" pitchFamily="34" charset="-120"/>
                      </a:endParaRPr>
                    </a:p>
                  </a:txBody>
                  <a:tcPr marT="36000" marB="3600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t>
                      </a:r>
                      <a:r>
                        <a:rPr lang="en" altLang="zh-TW" sz="1000" err="1">
                          <a:latin typeface="Consolas" panose="020B0609020204030204" pitchFamily="49" charset="0"/>
                          <a:ea typeface="Microsoft JhengHei" panose="020B0604030504040204" pitchFamily="34" charset="-120"/>
                          <a:cs typeface="Consolas" panose="020B0609020204030204" pitchFamily="49" charset="0"/>
                        </a:rPr>
                        <a:t>fafafa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AFAFA"/>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#f4f4f5</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4F4F6"/>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#e4e4e7</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4E4E8"/>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#d4d4d8</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4D4D9"/>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#a1a1aa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1A1A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#71717a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1717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#52525b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52525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#3f3f46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F3F4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#27272a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27272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#18181b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8181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#09090b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9090B"/>
                    </a:solidFill>
                  </a:tcPr>
                </a:tc>
                <a:extLst>
                  <a:ext uri="{0D108BD9-81ED-4DB2-BD59-A6C34878D82A}">
                    <a16:rowId xmlns:a16="http://schemas.microsoft.com/office/drawing/2014/main" val="4211756333"/>
                  </a:ext>
                </a:extLst>
              </a:tr>
              <a:tr h="226943">
                <a:tc vMerge="1">
                  <a:txBody>
                    <a:bodyPr/>
                    <a:lstStyle/>
                    <a:p>
                      <a:pPr algn="ctr"/>
                      <a:endParaRPr lang="zh-TW" altLang="en-US" sz="8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neutral</a:t>
                      </a:r>
                      <a:endParaRPr lang="zh-TW" altLang="en-US" sz="1000">
                        <a:latin typeface="Microsoft JhengHei" panose="020B0604030504040204" pitchFamily="34" charset="-120"/>
                        <a:ea typeface="Microsoft JhengHei" panose="020B0604030504040204" pitchFamily="34" charset="-120"/>
                      </a:endParaRPr>
                    </a:p>
                  </a:txBody>
                  <a:tcPr marT="36000" marB="3600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#fafafa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AFAFA"/>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#f5f5f5 </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5F5F5"/>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#e5e5e5 </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5E5E5"/>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#d4d4d4 </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4D4D4"/>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#a3a3a3 </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3A3A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#737373 </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3737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#525252 </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525252"/>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#404040 </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04040"/>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#262626 </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262626"/>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#171717 </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7171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#0a0a0a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A0A0A"/>
                    </a:solidFill>
                  </a:tcPr>
                </a:tc>
                <a:extLst>
                  <a:ext uri="{0D108BD9-81ED-4DB2-BD59-A6C34878D82A}">
                    <a16:rowId xmlns:a16="http://schemas.microsoft.com/office/drawing/2014/main" val="1960318765"/>
                  </a:ext>
                </a:extLst>
              </a:tr>
              <a:tr h="226943">
                <a:tc vMerge="1">
                  <a:txBody>
                    <a:bodyPr/>
                    <a:lstStyle/>
                    <a:p>
                      <a:pPr algn="ctr"/>
                      <a:endParaRPr lang="zh-TW" altLang="en-US" sz="8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stone</a:t>
                      </a:r>
                      <a:endParaRPr lang="zh-TW" altLang="en-US" sz="1000">
                        <a:latin typeface="Microsoft JhengHei" panose="020B0604030504040204" pitchFamily="34" charset="-120"/>
                        <a:ea typeface="Microsoft JhengHei" panose="020B0604030504040204" pitchFamily="34" charset="-120"/>
                      </a:endParaRPr>
                    </a:p>
                  </a:txBody>
                  <a:tcPr marT="36000" marB="3600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#fafaf9</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AFAF9"/>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#f5f5f4</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5F5F4"/>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#e7e5e4</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8E5E4"/>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#d6d3d1</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6D3D1"/>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#a8a29e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8A29E"/>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#78716c</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8716C"/>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#57534e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56534E"/>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#44403c</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3403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#292524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28252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#1c1917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B1916"/>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#0c0a09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C0908"/>
                    </a:solidFill>
                  </a:tcPr>
                </a:tc>
                <a:extLst>
                  <a:ext uri="{0D108BD9-81ED-4DB2-BD59-A6C34878D82A}">
                    <a16:rowId xmlns:a16="http://schemas.microsoft.com/office/drawing/2014/main" val="1415814042"/>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red</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#fef2f2</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F2F2"/>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#fee2e2</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EE2E2"/>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t>
                      </a:r>
                      <a:r>
                        <a:rPr lang="en" altLang="zh-TW" sz="1000" err="1">
                          <a:latin typeface="Consolas" panose="020B0609020204030204" pitchFamily="49" charset="0"/>
                          <a:ea typeface="Microsoft JhengHei" panose="020B0604030504040204" pitchFamily="34" charset="-120"/>
                          <a:cs typeface="Consolas" panose="020B0609020204030204" pitchFamily="49" charset="0"/>
                        </a:rPr>
                        <a:t>fecaca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CACA"/>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#fca5a5</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DA5A5"/>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#f87171</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87171"/>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#ef4444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04444"/>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#dc2626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C252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#b91c1c</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B91C1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#991b1b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91B1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#7f1d1d</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F1C1D"/>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#450a0a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5090A"/>
                    </a:solidFill>
                  </a:tcPr>
                </a:tc>
                <a:extLst>
                  <a:ext uri="{0D108BD9-81ED-4DB2-BD59-A6C34878D82A}">
                    <a16:rowId xmlns:a16="http://schemas.microsoft.com/office/drawing/2014/main" val="1115594324"/>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orange</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#fff7ed</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F7ED"/>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#ffedd5</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EED6"/>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#fed7aa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D7AB"/>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#fdba74</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EBA74"/>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#fb923c</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C923C"/>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#f97316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9731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#ea580c</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A580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#c2410c</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C2400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#9a3412</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A3412"/>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#7c2d12</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C2C12"/>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#431407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21406"/>
                    </a:solidFill>
                  </a:tcPr>
                </a:tc>
                <a:extLst>
                  <a:ext uri="{0D108BD9-81ED-4DB2-BD59-A6C34878D82A}">
                    <a16:rowId xmlns:a16="http://schemas.microsoft.com/office/drawing/2014/main" val="1855490223"/>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amber</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t>
                      </a:r>
                      <a:r>
                        <a:rPr lang="en" altLang="zh-TW" sz="1000" err="1">
                          <a:latin typeface="Consolas" panose="020B0609020204030204" pitchFamily="49" charset="0"/>
                          <a:ea typeface="Microsoft JhengHei" panose="020B0604030504040204" pitchFamily="34" charset="-120"/>
                          <a:cs typeface="Consolas" panose="020B0609020204030204" pitchFamily="49" charset="0"/>
                        </a:rPr>
                        <a:t>fffbeb</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FBEC"/>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#fef3c7</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EF3C8"/>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#fde68a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DE78A"/>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#fcd34d</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CD44C"/>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#fbbf24</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CBF24"/>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#f59e0b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69E0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#d97706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9770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#b45309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B4530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#92400e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2400C"/>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#78350f</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8350F"/>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#451a03</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51A03"/>
                    </a:solidFill>
                  </a:tcPr>
                </a:tc>
                <a:extLst>
                  <a:ext uri="{0D108BD9-81ED-4DB2-BD59-A6C34878D82A}">
                    <a16:rowId xmlns:a16="http://schemas.microsoft.com/office/drawing/2014/main" val="3198868398"/>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yellow</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#fefce8</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FCE8"/>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#fef9c3</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EF9C4"/>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#fef08a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F08A"/>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#fde047</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DE046"/>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#facc15</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BCD14"/>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#eab308</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BB30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#ca8a04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CB8A0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#a16207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16206"/>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#854d0e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854D0E"/>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#713f12</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13E11"/>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#422006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12006"/>
                    </a:solidFill>
                  </a:tcPr>
                </a:tc>
                <a:extLst>
                  <a:ext uri="{0D108BD9-81ED-4DB2-BD59-A6C34878D82A}">
                    <a16:rowId xmlns:a16="http://schemas.microsoft.com/office/drawing/2014/main" val="3028108115"/>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lime</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#f7fee7</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7FFE7"/>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t>
                      </a:r>
                      <a:r>
                        <a:rPr lang="en" altLang="zh-TW" sz="1000" err="1">
                          <a:latin typeface="Consolas" panose="020B0609020204030204" pitchFamily="49" charset="0"/>
                          <a:ea typeface="Microsoft JhengHei" panose="020B0604030504040204" pitchFamily="34" charset="-120"/>
                          <a:cs typeface="Consolas" panose="020B0609020204030204" pitchFamily="49" charset="0"/>
                        </a:rPr>
                        <a:t>ecfccb</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DFCCC"/>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#d9f99d</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9F99D"/>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#bef264</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BFF263"/>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#a3e635</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3E634"/>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#84cc16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84CC1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#65a30d</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65A30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#4d7c0f</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C7B0F"/>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#3f6212</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F6212"/>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#365314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5531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#1a2e05</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A2D05"/>
                    </a:solidFill>
                  </a:tcPr>
                </a:tc>
                <a:extLst>
                  <a:ext uri="{0D108BD9-81ED-4DB2-BD59-A6C34878D82A}">
                    <a16:rowId xmlns:a16="http://schemas.microsoft.com/office/drawing/2014/main" val="2077198881"/>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green</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#f0fdf4</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0FEF5"/>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#dcfce7</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CFCE7"/>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#bbf7d0</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BBF7D1"/>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#86efac</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87EFAC"/>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#4ade80</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9DE80"/>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#22c55e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21C55D"/>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#16a34a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6A44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#15803d</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6803C"/>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#166534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66434"/>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#14532d</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4532D"/>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#052e16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42D15"/>
                    </a:solidFill>
                  </a:tcPr>
                </a:tc>
                <a:extLst>
                  <a:ext uri="{0D108BD9-81ED-4DB2-BD59-A6C34878D82A}">
                    <a16:rowId xmlns:a16="http://schemas.microsoft.com/office/drawing/2014/main" val="192045544"/>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emerald</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#ecfdf5</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CFDF5"/>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#d1fae5</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1FBE5"/>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#a7f3d0</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8F3D0"/>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#6ee7b7</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6EE7B7"/>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#34d399</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4D39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#10b981</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2B981"/>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#059669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7966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#047857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4785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#065f46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65F46"/>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#064e3b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64E3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#022c22</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12B22"/>
                    </a:solidFill>
                  </a:tcPr>
                </a:tc>
                <a:extLst>
                  <a:ext uri="{0D108BD9-81ED-4DB2-BD59-A6C34878D82A}">
                    <a16:rowId xmlns:a16="http://schemas.microsoft.com/office/drawing/2014/main" val="2758770542"/>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teal</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#f0fdfa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0FEFA"/>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#ccfbf1</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CCFCF1"/>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#99f6e4</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8F7E4"/>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#5eead4</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5EEAD4"/>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#2dd4bf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2DD4BF"/>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#14b8a6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4B8A6"/>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#0d9488</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D9488"/>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#0f766e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D766E"/>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#115e59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F5E5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#134e4a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14E4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#042f2e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42E2E"/>
                    </a:solidFill>
                  </a:tcPr>
                </a:tc>
                <a:extLst>
                  <a:ext uri="{0D108BD9-81ED-4DB2-BD59-A6C34878D82A}">
                    <a16:rowId xmlns:a16="http://schemas.microsoft.com/office/drawing/2014/main" val="1619979932"/>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cyan</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t>
                      </a:r>
                      <a:r>
                        <a:rPr lang="en" altLang="zh-TW" sz="1000" err="1">
                          <a:latin typeface="Consolas" panose="020B0609020204030204" pitchFamily="49" charset="0"/>
                          <a:ea typeface="Microsoft JhengHei" panose="020B0604030504040204" pitchFamily="34" charset="-120"/>
                          <a:cs typeface="Consolas" panose="020B0609020204030204" pitchFamily="49" charset="0"/>
                        </a:rPr>
                        <a:t>ecfeff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CFE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t>
                      </a:r>
                      <a:r>
                        <a:rPr lang="en" altLang="zh-TW" sz="1000" err="1">
                          <a:latin typeface="Consolas" panose="020B0609020204030204" pitchFamily="49" charset="0"/>
                          <a:ea typeface="Microsoft JhengHei" panose="020B0604030504040204" pitchFamily="34" charset="-120"/>
                          <a:cs typeface="Consolas" panose="020B0609020204030204" pitchFamily="49" charset="0"/>
                        </a:rPr>
                        <a:t>cffafe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CFFBFE"/>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#a5f3fc</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5F4FC"/>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#67e8f9</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67E8F9"/>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#22d3ee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23D3EE"/>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#06b6d4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6B6D4"/>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#0891b2</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991B2"/>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#0e7490</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D7490"/>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#155e75</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55E7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#164e63</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64E6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#083344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83343"/>
                    </a:solidFill>
                  </a:tcPr>
                </a:tc>
                <a:extLst>
                  <a:ext uri="{0D108BD9-81ED-4DB2-BD59-A6C34878D82A}">
                    <a16:rowId xmlns:a16="http://schemas.microsoft.com/office/drawing/2014/main" val="3095483282"/>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sky</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#f0f9ff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1FA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#e0f2fe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0F2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#bae6fd</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BAE7FD"/>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#7dd3fc</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DD3FD"/>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#38bdf8</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7BDF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#0ea5e9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CA6E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#0284c7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084C8"/>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#0369a1</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569A1"/>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#075985</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5598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#0c4a6e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B4A6E"/>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#082f49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082E49"/>
                    </a:solidFill>
                  </a:tcPr>
                </a:tc>
                <a:extLst>
                  <a:ext uri="{0D108BD9-81ED-4DB2-BD59-A6C34878D82A}">
                    <a16:rowId xmlns:a16="http://schemas.microsoft.com/office/drawing/2014/main" val="3571512749"/>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blue</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#eff6ff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FF7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t>
                      </a:r>
                      <a:r>
                        <a:rPr lang="en" altLang="zh-TW" sz="1000" err="1">
                          <a:latin typeface="Consolas" panose="020B0609020204030204" pitchFamily="49" charset="0"/>
                          <a:ea typeface="Microsoft JhengHei" panose="020B0604030504040204" pitchFamily="34" charset="-120"/>
                          <a:cs typeface="Consolas" panose="020B0609020204030204" pitchFamily="49" charset="0"/>
                        </a:rPr>
                        <a:t>dbeafe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CEAFE"/>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t>
                      </a:r>
                      <a:r>
                        <a:rPr lang="en" altLang="zh-TW" sz="1000" err="1">
                          <a:latin typeface="Consolas" panose="020B0609020204030204" pitchFamily="49" charset="0"/>
                          <a:ea typeface="Microsoft JhengHei" panose="020B0604030504040204" pitchFamily="34" charset="-120"/>
                          <a:cs typeface="Consolas" panose="020B0609020204030204" pitchFamily="49" charset="0"/>
                        </a:rPr>
                        <a:t>bfdbfe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BFDB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#93c5fd</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2C6FD"/>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#60a5fa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60A5F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#3b82f6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B82F6"/>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#2563eb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2463EC"/>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#1d4ed8</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C4ED8"/>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#1e40af</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D40B0"/>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#1e3a8a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E398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#172554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62554"/>
                    </a:solidFill>
                  </a:tcPr>
                </a:tc>
                <a:extLst>
                  <a:ext uri="{0D108BD9-81ED-4DB2-BD59-A6C34878D82A}">
                    <a16:rowId xmlns:a16="http://schemas.microsoft.com/office/drawing/2014/main" val="3123732441"/>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indigo</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#eef2ff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FF3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#e0e7ff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0E8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#c7d2fe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C7D3FE"/>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#a5b4fc</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5B5FC"/>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#818cf8</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818CF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#6366f1</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6366F2"/>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#4f46e5</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F45E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#4338ca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337C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#3730a3</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72FA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#312e81</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02E81"/>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#1e1b4b</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D1B4B"/>
                    </a:solidFill>
                  </a:tcPr>
                </a:tc>
                <a:extLst>
                  <a:ext uri="{0D108BD9-81ED-4DB2-BD59-A6C34878D82A}">
                    <a16:rowId xmlns:a16="http://schemas.microsoft.com/office/drawing/2014/main" val="1280275603"/>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violet</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#f5f3ff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6F3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#ede9fe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DE9FE"/>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#ddd6fe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ED6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#c4b5fd</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C4B6FE"/>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#a78bfa</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88BF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#8b5cf6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8B5CF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#7c3aed</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C3AED"/>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#6d28d9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6C27D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#5b21b6</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5B21B6"/>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#4c1d95</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C1D9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#2e1065</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2D1065"/>
                    </a:solidFill>
                  </a:tcPr>
                </a:tc>
                <a:extLst>
                  <a:ext uri="{0D108BD9-81ED-4DB2-BD59-A6C34878D82A}">
                    <a16:rowId xmlns:a16="http://schemas.microsoft.com/office/drawing/2014/main" val="2024753181"/>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purple</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#faf5ff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AF5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#f3e8ff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3E8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#e9d5ff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AD6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#d8b4fe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8B4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#c084fc</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C084FD"/>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#a855f7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854F8"/>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#9333ea</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333EA"/>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#7e22ce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E21CE"/>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#6b21a8</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6B20A8"/>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#581c87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581C8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#3b0764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3B0664"/>
                    </a:solidFill>
                  </a:tcPr>
                </a:tc>
                <a:extLst>
                  <a:ext uri="{0D108BD9-81ED-4DB2-BD59-A6C34878D82A}">
                    <a16:rowId xmlns:a16="http://schemas.microsoft.com/office/drawing/2014/main" val="1234118117"/>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fuchsia</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#fdf4ff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DF4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#fae8ff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AE9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#f5d0fe</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6D0F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#f0abfc</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1ABFC"/>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#e879f9</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79F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#d946ef</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A46EF"/>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#c026d3</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C125D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#a21caf</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A21BAF"/>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#86198f</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86198F"/>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#701a75</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70197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#4a044e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A034E"/>
                    </a:solidFill>
                  </a:tcPr>
                </a:tc>
                <a:extLst>
                  <a:ext uri="{0D108BD9-81ED-4DB2-BD59-A6C34878D82A}">
                    <a16:rowId xmlns:a16="http://schemas.microsoft.com/office/drawing/2014/main" val="2471699981"/>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pink</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#fdf2f8</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DF2F9"/>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#fce7f3</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CE8F3"/>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#fbcfe8</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BD0E9"/>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#f9a8d4</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9A9D4"/>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#f472b6</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571B6"/>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#ec4899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479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#db2777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DB277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#be185d</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BE185D"/>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#9d174d</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D164D"/>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#831843</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831743"/>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#500724</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500724"/>
                    </a:solidFill>
                  </a:tcPr>
                </a:tc>
                <a:extLst>
                  <a:ext uri="{0D108BD9-81ED-4DB2-BD59-A6C34878D82A}">
                    <a16:rowId xmlns:a16="http://schemas.microsoft.com/office/drawing/2014/main" val="3811982681"/>
                  </a:ext>
                </a:extLst>
              </a:tr>
              <a:tr h="226943">
                <a:tc>
                  <a:txBody>
                    <a:bodyPr/>
                    <a:lstStyle/>
                    <a:p>
                      <a:pPr algn="ct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US" altLang="zh-TW" sz="1000">
                          <a:latin typeface="Microsoft JhengHei" panose="020B0604030504040204" pitchFamily="34" charset="-120"/>
                          <a:ea typeface="Microsoft JhengHei" panose="020B0604030504040204" pitchFamily="34" charset="-120"/>
                        </a:rPr>
                        <a:t>rose</a:t>
                      </a:r>
                      <a:endParaRPr lang="zh-TW" altLang="en-US" sz="1000">
                        <a:latin typeface="Microsoft JhengHei" panose="020B0604030504040204" pitchFamily="34" charset="-120"/>
                        <a:ea typeface="Microsoft JhengHei" panose="020B0604030504040204" pitchFamily="34" charset="-12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#fff1f2</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F1F2"/>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#ffe4e6</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E4E6"/>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#fecdd3</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ECDD3"/>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#fda4af</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DA4AF"/>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#fb7185</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C7185"/>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#f43f5e</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43F5E"/>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#e11d48</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21C4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#be123c</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BE123B"/>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#9f1239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9F1239"/>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#881337</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881237"/>
                    </a:solidFill>
                  </a:tcPr>
                </a:tc>
                <a:tc>
                  <a:txBody>
                    <a:bodyPr/>
                    <a:lstStyle/>
                    <a:p>
                      <a:pPr algn="ctr"/>
                      <a:r>
                        <a:rPr lang="en" altLang="zh-TW" sz="1000">
                          <a:solidFill>
                            <a:schemeClr val="bg1"/>
                          </a:solidFill>
                          <a:latin typeface="Consolas" panose="020B0609020204030204" pitchFamily="49" charset="0"/>
                          <a:ea typeface="Microsoft JhengHei" panose="020B0604030504040204" pitchFamily="34" charset="-120"/>
                          <a:cs typeface="Consolas" panose="020B0609020204030204" pitchFamily="49" charset="0"/>
                        </a:rPr>
                        <a:t>#4c0519</a:t>
                      </a:r>
                      <a:endParaRPr lang="zh-TW" altLang="en-US" sz="1000">
                        <a:solidFill>
                          <a:schemeClr val="bg1"/>
                        </a:solidFill>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4C0519"/>
                    </a:solidFill>
                  </a:tcPr>
                </a:tc>
                <a:extLst>
                  <a:ext uri="{0D108BD9-81ED-4DB2-BD59-A6C34878D82A}">
                    <a16:rowId xmlns:a16="http://schemas.microsoft.com/office/drawing/2014/main" val="653404976"/>
                  </a:ext>
                </a:extLst>
              </a:tr>
            </a:tbl>
          </a:graphicData>
        </a:graphic>
      </p:graphicFrame>
    </p:spTree>
    <p:extLst>
      <p:ext uri="{BB962C8B-B14F-4D97-AF65-F5344CB8AC3E}">
        <p14:creationId xmlns:p14="http://schemas.microsoft.com/office/powerpoint/2010/main" val="2406361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270"/>
        <p:cNvGrpSpPr/>
        <p:nvPr/>
      </p:nvGrpSpPr>
      <p:grpSpPr>
        <a:xfrm>
          <a:off x="0" y="0"/>
          <a:ext cx="0" cy="0"/>
          <a:chOff x="0" y="0"/>
          <a:chExt cx="0" cy="0"/>
        </a:xfrm>
      </p:grpSpPr>
      <p:sp>
        <p:nvSpPr>
          <p:cNvPr id="271" name="Google Shape;271;g23bcfb68efc_1_45"/>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r>
              <a:rPr lang="zh-TW">
                <a:solidFill>
                  <a:srgbClr val="212121"/>
                </a:solidFill>
              </a:rPr>
              <a:t>配色</a:t>
            </a:r>
            <a:r>
              <a:rPr lang="zh-TW" altLang="en-US">
                <a:solidFill>
                  <a:srgbClr val="212121"/>
                </a:solidFill>
              </a:rPr>
              <a:t> </a:t>
            </a:r>
            <a:r>
              <a:rPr lang="en-US" altLang="zh-TW">
                <a:solidFill>
                  <a:srgbClr val="212121"/>
                </a:solidFill>
              </a:rPr>
              <a:t>2 </a:t>
            </a:r>
            <a:r>
              <a:rPr lang="en-US" altLang="zh-TW" sz="2000">
                <a:solidFill>
                  <a:srgbClr val="212121"/>
                </a:solidFill>
              </a:rPr>
              <a:t>blue-yellow-violet-rose-500-200</a:t>
            </a:r>
            <a:endParaRPr lang="zh-TW" altLang="en-US" sz="2000">
              <a:solidFill>
                <a:srgbClr val="212121"/>
              </a:solidFill>
            </a:endParaRPr>
          </a:p>
        </p:txBody>
      </p:sp>
      <p:graphicFrame>
        <p:nvGraphicFramePr>
          <p:cNvPr id="5" name="表格 4">
            <a:extLst>
              <a:ext uri="{FF2B5EF4-FFF2-40B4-BE49-F238E27FC236}">
                <a16:creationId xmlns:a16="http://schemas.microsoft.com/office/drawing/2014/main" id="{13CAFCDB-F570-3F27-546A-2275FC736121}"/>
              </a:ext>
            </a:extLst>
          </p:cNvPr>
          <p:cNvGraphicFramePr>
            <a:graphicFrameLocks noGrp="1"/>
          </p:cNvGraphicFramePr>
          <p:nvPr>
            <p:extLst>
              <p:ext uri="{D42A27DB-BD31-4B8C-83A1-F6EECF244321}">
                <p14:modId xmlns:p14="http://schemas.microsoft.com/office/powerpoint/2010/main" val="1178699204"/>
              </p:ext>
            </p:extLst>
          </p:nvPr>
        </p:nvGraphicFramePr>
        <p:xfrm>
          <a:off x="179387" y="858507"/>
          <a:ext cx="11161709" cy="2560970"/>
        </p:xfrm>
        <a:graphic>
          <a:graphicData uri="http://schemas.openxmlformats.org/drawingml/2006/table">
            <a:tbl>
              <a:tblPr/>
              <a:tblGrid>
                <a:gridCol w="858593">
                  <a:extLst>
                    <a:ext uri="{9D8B030D-6E8A-4147-A177-3AD203B41FA5}">
                      <a16:colId xmlns:a16="http://schemas.microsoft.com/office/drawing/2014/main" val="2358896524"/>
                    </a:ext>
                  </a:extLst>
                </a:gridCol>
                <a:gridCol w="858593">
                  <a:extLst>
                    <a:ext uri="{9D8B030D-6E8A-4147-A177-3AD203B41FA5}">
                      <a16:colId xmlns:a16="http://schemas.microsoft.com/office/drawing/2014/main" val="383990421"/>
                    </a:ext>
                  </a:extLst>
                </a:gridCol>
                <a:gridCol w="858593">
                  <a:extLst>
                    <a:ext uri="{9D8B030D-6E8A-4147-A177-3AD203B41FA5}">
                      <a16:colId xmlns:a16="http://schemas.microsoft.com/office/drawing/2014/main" val="1788393351"/>
                    </a:ext>
                  </a:extLst>
                </a:gridCol>
                <a:gridCol w="858593">
                  <a:extLst>
                    <a:ext uri="{9D8B030D-6E8A-4147-A177-3AD203B41FA5}">
                      <a16:colId xmlns:a16="http://schemas.microsoft.com/office/drawing/2014/main" val="113586129"/>
                    </a:ext>
                  </a:extLst>
                </a:gridCol>
                <a:gridCol w="858593">
                  <a:extLst>
                    <a:ext uri="{9D8B030D-6E8A-4147-A177-3AD203B41FA5}">
                      <a16:colId xmlns:a16="http://schemas.microsoft.com/office/drawing/2014/main" val="1783256946"/>
                    </a:ext>
                  </a:extLst>
                </a:gridCol>
                <a:gridCol w="858593">
                  <a:extLst>
                    <a:ext uri="{9D8B030D-6E8A-4147-A177-3AD203B41FA5}">
                      <a16:colId xmlns:a16="http://schemas.microsoft.com/office/drawing/2014/main" val="3360751475"/>
                    </a:ext>
                  </a:extLst>
                </a:gridCol>
                <a:gridCol w="858593">
                  <a:extLst>
                    <a:ext uri="{9D8B030D-6E8A-4147-A177-3AD203B41FA5}">
                      <a16:colId xmlns:a16="http://schemas.microsoft.com/office/drawing/2014/main" val="1175628727"/>
                    </a:ext>
                  </a:extLst>
                </a:gridCol>
                <a:gridCol w="858593">
                  <a:extLst>
                    <a:ext uri="{9D8B030D-6E8A-4147-A177-3AD203B41FA5}">
                      <a16:colId xmlns:a16="http://schemas.microsoft.com/office/drawing/2014/main" val="2247073097"/>
                    </a:ext>
                  </a:extLst>
                </a:gridCol>
                <a:gridCol w="858593">
                  <a:extLst>
                    <a:ext uri="{9D8B030D-6E8A-4147-A177-3AD203B41FA5}">
                      <a16:colId xmlns:a16="http://schemas.microsoft.com/office/drawing/2014/main" val="3600089808"/>
                    </a:ext>
                  </a:extLst>
                </a:gridCol>
                <a:gridCol w="858593">
                  <a:extLst>
                    <a:ext uri="{9D8B030D-6E8A-4147-A177-3AD203B41FA5}">
                      <a16:colId xmlns:a16="http://schemas.microsoft.com/office/drawing/2014/main" val="810129149"/>
                    </a:ext>
                  </a:extLst>
                </a:gridCol>
                <a:gridCol w="858593">
                  <a:extLst>
                    <a:ext uri="{9D8B030D-6E8A-4147-A177-3AD203B41FA5}">
                      <a16:colId xmlns:a16="http://schemas.microsoft.com/office/drawing/2014/main" val="3972729908"/>
                    </a:ext>
                  </a:extLst>
                </a:gridCol>
                <a:gridCol w="858593">
                  <a:extLst>
                    <a:ext uri="{9D8B030D-6E8A-4147-A177-3AD203B41FA5}">
                      <a16:colId xmlns:a16="http://schemas.microsoft.com/office/drawing/2014/main" val="2854338146"/>
                    </a:ext>
                  </a:extLst>
                </a:gridCol>
                <a:gridCol w="858593">
                  <a:extLst>
                    <a:ext uri="{9D8B030D-6E8A-4147-A177-3AD203B41FA5}">
                      <a16:colId xmlns:a16="http://schemas.microsoft.com/office/drawing/2014/main" val="2530189178"/>
                    </a:ext>
                  </a:extLst>
                </a:gridCol>
              </a:tblGrid>
              <a:tr h="256097">
                <a:tc>
                  <a:txBody>
                    <a:bodyPr/>
                    <a:lstStyle/>
                    <a:p>
                      <a:pPr algn="ctr" fontAlgn="t"/>
                      <a:endPar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0" marR="0" marT="36000" marB="36000">
                    <a:lnL>
                      <a:noFill/>
                    </a:lnL>
                    <a:lnR>
                      <a:noFill/>
                    </a:lnR>
                    <a:lnT>
                      <a:noFill/>
                    </a:lnT>
                    <a:lnB>
                      <a:noFill/>
                    </a:lnB>
                    <a:solidFill>
                      <a:schemeClr val="bg1"/>
                    </a:solidFill>
                  </a:tcPr>
                </a:tc>
                <a:tc>
                  <a:txBody>
                    <a:bodyPr/>
                    <a:lstStyle/>
                    <a:p>
                      <a:pPr algn="ctr" rtl="0" fontAlgn="ctr"/>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名稱</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50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100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200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300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400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500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600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700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800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900</a:t>
                      </a:r>
                    </a:p>
                  </a:txBody>
                  <a:tcPr marL="0" marR="0" marT="36000" marB="36000" anchor="ctr">
                    <a:lnL>
                      <a:noFill/>
                    </a:lnL>
                    <a:lnR>
                      <a:noFill/>
                    </a:lnR>
                    <a:lnT>
                      <a:noFill/>
                    </a:lnT>
                    <a:lnB>
                      <a:noFill/>
                    </a:lnB>
                    <a:solidFill>
                      <a:schemeClr val="bg1"/>
                    </a:solidFill>
                  </a:tcPr>
                </a:tc>
                <a:tc>
                  <a:txBody>
                    <a:bodyPr/>
                    <a:lstStyle/>
                    <a:p>
                      <a:pPr algn="ctr" rtl="0" fontAlgn="ctr"/>
                      <a:r>
                        <a:rPr lang="en-US" altLang="zh-TW" sz="1000" b="0" i="0" u="none" strike="noStrike">
                          <a:solidFill>
                            <a:srgbClr val="000000"/>
                          </a:solidFill>
                          <a:effectLst/>
                          <a:latin typeface="Microsoft JhengHei"/>
                          <a:ea typeface="Microsoft JhengHei"/>
                        </a:rPr>
                        <a:t>950</a:t>
                      </a:r>
                    </a:p>
                  </a:txBody>
                  <a:tcPr marL="0" marR="0" marT="36000" marB="36000" anchor="ctr">
                    <a:lnL>
                      <a:noFill/>
                    </a:lnL>
                    <a:lnR>
                      <a:noFill/>
                    </a:lnR>
                    <a:lnT>
                      <a:noFill/>
                    </a:lnT>
                    <a:lnB>
                      <a:noFill/>
                    </a:lnB>
                    <a:solidFill>
                      <a:schemeClr val="bg1"/>
                    </a:solidFill>
                  </a:tcPr>
                </a:tc>
                <a:extLst>
                  <a:ext uri="{0D108BD9-81ED-4DB2-BD59-A6C34878D82A}">
                    <a16:rowId xmlns:a16="http://schemas.microsoft.com/office/drawing/2014/main" val="4010298183"/>
                  </a:ext>
                </a:extLst>
              </a:tr>
              <a:tr h="256097">
                <a:tc rowSpan="4">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主題顏色</a:t>
                      </a:r>
                    </a:p>
                  </a:txBody>
                  <a:tcPr marL="0" marR="0" marT="36000" marB="36000" anchor="ctr">
                    <a:lnL>
                      <a:noFill/>
                    </a:lnL>
                    <a:lnR w="12700" cap="flat" cmpd="sng" algn="ctr">
                      <a:solidFill>
                        <a:srgbClr val="D4D4DA"/>
                      </a:solidFill>
                      <a:prstDash val="solid"/>
                      <a:round/>
                      <a:headEnd type="none" w="med" len="med"/>
                      <a:tailEnd type="none" w="med" len="med"/>
                    </a:lnR>
                    <a:lnT>
                      <a:noFill/>
                    </a:lnT>
                    <a:lnB>
                      <a:noFill/>
                    </a:lnB>
                    <a:solidFill>
                      <a:schemeClr val="bg1"/>
                    </a:solidFill>
                  </a:tcPr>
                </a:tc>
                <a:tc>
                  <a:txBody>
                    <a:bodyPr/>
                    <a:lstStyle/>
                    <a:p>
                      <a:pPr algn="ctr"/>
                      <a:r>
                        <a:rPr lang="en-US" altLang="zh-TW" sz="1000">
                          <a:latin typeface="Microsoft JhengHei"/>
                          <a:ea typeface="Microsoft JhengHei"/>
                        </a:rPr>
                        <a:t>blue</a:t>
                      </a:r>
                      <a:endParaRPr lang="zh-TW" altLang="en-US" sz="1000">
                        <a:latin typeface="Microsoft JhengHei"/>
                        <a:ea typeface="Microsoft JhengHei"/>
                      </a:endParaRPr>
                    </a:p>
                  </a:txBody>
                  <a:tcPr marT="36000" marB="36000">
                    <a:lnL w="12700" cap="flat" cmpd="sng" algn="ctr">
                      <a:solidFill>
                        <a:srgbClr val="D4D4DA"/>
                      </a:solidFill>
                      <a:prstDash val="solid"/>
                      <a:round/>
                      <a:headEnd type="none" w="med" len="med"/>
                      <a:tailEnd type="none" w="med" len="med"/>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#eff6ff</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EFF6FF"/>
                    </a:solidFill>
                  </a:tcPr>
                </a:tc>
                <a:tc>
                  <a:txBody>
                    <a:bodyPr/>
                    <a:lstStyle/>
                    <a:p>
                      <a:pPr algn="ctr"/>
                      <a:r>
                        <a:rPr lang="en" altLang="zh-TW" sz="1000">
                          <a:latin typeface="Consolas"/>
                          <a:ea typeface="Microsoft JhengHei"/>
                          <a:cs typeface="Consolas" panose="020B0609020204030204" pitchFamily="49" charset="0"/>
                        </a:rPr>
                        <a:t>#dbeafe</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DBEAFE"/>
                    </a:solidFill>
                  </a:tcPr>
                </a:tc>
                <a:tc>
                  <a:txBody>
                    <a:bodyPr/>
                    <a:lstStyle/>
                    <a:p>
                      <a:pPr algn="ctr"/>
                      <a:r>
                        <a:rPr lang="en" altLang="zh-TW" sz="1000">
                          <a:latin typeface="Consolas"/>
                          <a:ea typeface="Microsoft JhengHei"/>
                          <a:cs typeface="Consolas" panose="020B0609020204030204" pitchFamily="49" charset="0"/>
                        </a:rPr>
                        <a:t>#bfdbfe</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BFDBFE"/>
                    </a:solidFill>
                  </a:tcPr>
                </a:tc>
                <a:tc>
                  <a:txBody>
                    <a:bodyPr/>
                    <a:lstStyle/>
                    <a:p>
                      <a:pPr algn="ctr"/>
                      <a:r>
                        <a:rPr lang="en" altLang="zh-TW" sz="1000">
                          <a:latin typeface="Consolas"/>
                          <a:ea typeface="Microsoft JhengHei"/>
                          <a:cs typeface="Consolas" panose="020B0609020204030204" pitchFamily="49" charset="0"/>
                        </a:rPr>
                        <a:t>#93c5fd</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93C5FD"/>
                    </a:solidFill>
                  </a:tcPr>
                </a:tc>
                <a:tc>
                  <a:txBody>
                    <a:bodyPr/>
                    <a:lstStyle/>
                    <a:p>
                      <a:pPr algn="ctr"/>
                      <a:r>
                        <a:rPr lang="en" altLang="zh-TW" sz="1000">
                          <a:latin typeface="Consolas"/>
                          <a:ea typeface="Microsoft JhengHei"/>
                          <a:cs typeface="Consolas" panose="020B0609020204030204" pitchFamily="49" charset="0"/>
                        </a:rPr>
                        <a:t>#60a5fa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60A5FA"/>
                    </a:solidFill>
                  </a:tcPr>
                </a:tc>
                <a:tc>
                  <a:txBody>
                    <a:bodyPr/>
                    <a:lstStyle/>
                    <a:p>
                      <a:pPr algn="ctr"/>
                      <a:r>
                        <a:rPr lang="en" altLang="zh-TW" sz="1000">
                          <a:solidFill>
                            <a:schemeClr val="bg1"/>
                          </a:solidFill>
                          <a:latin typeface="Consolas"/>
                          <a:ea typeface="Microsoft JhengHei"/>
                          <a:cs typeface="Consolas" panose="020B0609020204030204" pitchFamily="49" charset="0"/>
                        </a:rPr>
                        <a:t>#3b82f6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3B82F6"/>
                    </a:solidFill>
                  </a:tcPr>
                </a:tc>
                <a:tc>
                  <a:txBody>
                    <a:bodyPr/>
                    <a:lstStyle/>
                    <a:p>
                      <a:pPr algn="ctr"/>
                      <a:r>
                        <a:rPr lang="en" altLang="zh-TW" sz="1000">
                          <a:solidFill>
                            <a:schemeClr val="bg1"/>
                          </a:solidFill>
                          <a:latin typeface="Consolas"/>
                          <a:ea typeface="Microsoft JhengHei"/>
                          <a:cs typeface="Consolas" panose="020B0609020204030204" pitchFamily="49" charset="0"/>
                        </a:rPr>
                        <a:t>#2563eb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2563EB"/>
                    </a:solidFill>
                  </a:tcPr>
                </a:tc>
                <a:tc>
                  <a:txBody>
                    <a:bodyPr/>
                    <a:lstStyle/>
                    <a:p>
                      <a:pPr algn="ctr"/>
                      <a:r>
                        <a:rPr lang="en" altLang="zh-TW" sz="1000">
                          <a:solidFill>
                            <a:schemeClr val="bg1"/>
                          </a:solidFill>
                          <a:latin typeface="Consolas"/>
                          <a:ea typeface="Microsoft JhengHei"/>
                          <a:cs typeface="Consolas" panose="020B0609020204030204" pitchFamily="49" charset="0"/>
                        </a:rPr>
                        <a:t>#1d4ed8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D4ED8"/>
                    </a:solidFill>
                  </a:tcPr>
                </a:tc>
                <a:tc>
                  <a:txBody>
                    <a:bodyPr/>
                    <a:lstStyle/>
                    <a:p>
                      <a:pPr algn="ctr"/>
                      <a:r>
                        <a:rPr lang="en" altLang="zh-TW" sz="1000">
                          <a:solidFill>
                            <a:schemeClr val="bg1"/>
                          </a:solidFill>
                          <a:latin typeface="Consolas"/>
                          <a:ea typeface="Microsoft JhengHei"/>
                          <a:cs typeface="Consolas" panose="020B0609020204030204" pitchFamily="49" charset="0"/>
                        </a:rPr>
                        <a:t>#1e40af</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E40AF"/>
                    </a:solidFill>
                  </a:tcPr>
                </a:tc>
                <a:tc>
                  <a:txBody>
                    <a:bodyPr/>
                    <a:lstStyle/>
                    <a:p>
                      <a:pPr algn="ctr"/>
                      <a:r>
                        <a:rPr lang="en" altLang="zh-TW" sz="1000">
                          <a:solidFill>
                            <a:schemeClr val="bg1"/>
                          </a:solidFill>
                          <a:latin typeface="Consolas"/>
                          <a:ea typeface="Microsoft JhengHei"/>
                          <a:cs typeface="Consolas" panose="020B0609020204030204" pitchFamily="49" charset="0"/>
                        </a:rPr>
                        <a:t>#1e3a8a</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E3A8A"/>
                    </a:solidFill>
                  </a:tcPr>
                </a:tc>
                <a:tc>
                  <a:txBody>
                    <a:bodyPr/>
                    <a:lstStyle/>
                    <a:p>
                      <a:pPr algn="ctr"/>
                      <a:r>
                        <a:rPr lang="en" altLang="zh-TW" sz="1000">
                          <a:solidFill>
                            <a:schemeClr val="bg1"/>
                          </a:solidFill>
                          <a:latin typeface="Consolas"/>
                          <a:ea typeface="Microsoft JhengHei"/>
                          <a:cs typeface="Consolas" panose="020B0609020204030204" pitchFamily="49" charset="0"/>
                        </a:rPr>
                        <a:t>#172554</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72554"/>
                    </a:solidFill>
                  </a:tcPr>
                </a:tc>
                <a:extLst>
                  <a:ext uri="{0D108BD9-81ED-4DB2-BD59-A6C34878D82A}">
                    <a16:rowId xmlns:a16="http://schemas.microsoft.com/office/drawing/2014/main" val="2188741165"/>
                  </a:ext>
                </a:extLst>
              </a:tr>
              <a:tr h="256097">
                <a:tc vMerge="1">
                  <a:txBody>
                    <a:bodyPr/>
                    <a:lstStyle/>
                    <a:p>
                      <a:endParaRPr lang="zh-TW" altLang="en-US"/>
                    </a:p>
                  </a:txBody>
                  <a:tcPr/>
                </a:tc>
                <a:tc>
                  <a:txBody>
                    <a:bodyPr/>
                    <a:lstStyle/>
                    <a:p>
                      <a:pPr algn="ctr"/>
                      <a:r>
                        <a:rPr lang="en-US" altLang="zh-TW" sz="1000">
                          <a:latin typeface="Microsoft JhengHei"/>
                          <a:ea typeface="Microsoft JhengHei"/>
                        </a:rPr>
                        <a:t>yellow</a:t>
                      </a:r>
                      <a:endParaRPr lang="zh-TW" altLang="en-US" sz="1000">
                        <a:latin typeface="Microsoft JhengHei"/>
                        <a:ea typeface="Microsoft JhengHei"/>
                      </a:endParaRPr>
                    </a:p>
                  </a:txBody>
                  <a:tcPr marT="36000" marB="36000">
                    <a:lnL w="12700" cap="flat" cmpd="sng" algn="ctr">
                      <a:solidFill>
                        <a:srgbClr val="D4D4DA"/>
                      </a:solidFill>
                      <a:prstDash val="solid"/>
                      <a:round/>
                      <a:headEnd type="none" w="med" len="med"/>
                      <a:tailEnd type="none" w="med" len="med"/>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#fefce8</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CE8"/>
                    </a:solidFill>
                  </a:tcPr>
                </a:tc>
                <a:tc>
                  <a:txBody>
                    <a:bodyPr/>
                    <a:lstStyle/>
                    <a:p>
                      <a:pPr algn="ctr"/>
                      <a:r>
                        <a:rPr lang="en" altLang="zh-TW" sz="1000">
                          <a:latin typeface="Consolas"/>
                          <a:ea typeface="Microsoft JhengHei"/>
                          <a:cs typeface="Consolas" panose="020B0609020204030204" pitchFamily="49" charset="0"/>
                        </a:rPr>
                        <a:t>#fef9c3</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9C3"/>
                    </a:solidFill>
                  </a:tcPr>
                </a:tc>
                <a:tc>
                  <a:txBody>
                    <a:bodyPr/>
                    <a:lstStyle/>
                    <a:p>
                      <a:pPr algn="ctr"/>
                      <a:r>
                        <a:rPr lang="en" altLang="zh-TW" sz="1000">
                          <a:latin typeface="Consolas"/>
                          <a:ea typeface="Microsoft JhengHei"/>
                          <a:cs typeface="Consolas" panose="020B0609020204030204" pitchFamily="49" charset="0"/>
                        </a:rPr>
                        <a:t>#fef08a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08A"/>
                    </a:solidFill>
                  </a:tcPr>
                </a:tc>
                <a:tc>
                  <a:txBody>
                    <a:bodyPr/>
                    <a:lstStyle/>
                    <a:p>
                      <a:pPr algn="ctr"/>
                      <a:r>
                        <a:rPr lang="en" altLang="zh-TW" sz="1000">
                          <a:latin typeface="Consolas"/>
                          <a:ea typeface="Microsoft JhengHei"/>
                          <a:cs typeface="Consolas" panose="020B0609020204030204" pitchFamily="49" charset="0"/>
                        </a:rPr>
                        <a:t>#fde047</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DE047"/>
                    </a:solidFill>
                  </a:tcPr>
                </a:tc>
                <a:tc>
                  <a:txBody>
                    <a:bodyPr/>
                    <a:lstStyle/>
                    <a:p>
                      <a:pPr algn="ctr"/>
                      <a:r>
                        <a:rPr lang="en" altLang="zh-TW" sz="1000">
                          <a:latin typeface="Consolas"/>
                          <a:ea typeface="Microsoft JhengHei"/>
                          <a:cs typeface="Consolas" panose="020B0609020204030204" pitchFamily="49" charset="0"/>
                        </a:rPr>
                        <a:t>#facc15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ACC15"/>
                    </a:solidFill>
                  </a:tcPr>
                </a:tc>
                <a:tc>
                  <a:txBody>
                    <a:bodyPr/>
                    <a:lstStyle/>
                    <a:p>
                      <a:pPr algn="ctr"/>
                      <a:r>
                        <a:rPr lang="en" altLang="zh-TW" sz="1000">
                          <a:solidFill>
                            <a:schemeClr val="bg1"/>
                          </a:solidFill>
                          <a:latin typeface="Consolas"/>
                          <a:ea typeface="Microsoft JhengHei"/>
                          <a:cs typeface="Consolas" panose="020B0609020204030204" pitchFamily="49" charset="0"/>
                        </a:rPr>
                        <a:t>#eab308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EAB308"/>
                    </a:solidFill>
                  </a:tcPr>
                </a:tc>
                <a:tc>
                  <a:txBody>
                    <a:bodyPr/>
                    <a:lstStyle/>
                    <a:p>
                      <a:pPr algn="ctr"/>
                      <a:r>
                        <a:rPr lang="en" altLang="zh-TW" sz="1000">
                          <a:solidFill>
                            <a:schemeClr val="bg1"/>
                          </a:solidFill>
                          <a:latin typeface="Consolas"/>
                          <a:ea typeface="Microsoft JhengHei"/>
                          <a:cs typeface="Consolas" panose="020B0609020204030204" pitchFamily="49" charset="0"/>
                        </a:rPr>
                        <a:t>#ca8a04</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CA8A04"/>
                    </a:solidFill>
                  </a:tcPr>
                </a:tc>
                <a:tc>
                  <a:txBody>
                    <a:bodyPr/>
                    <a:lstStyle/>
                    <a:p>
                      <a:pPr algn="ctr"/>
                      <a:r>
                        <a:rPr lang="en" altLang="zh-TW" sz="1000">
                          <a:solidFill>
                            <a:schemeClr val="bg1"/>
                          </a:solidFill>
                          <a:latin typeface="Consolas"/>
                          <a:ea typeface="Microsoft JhengHei"/>
                          <a:cs typeface="Consolas" panose="020B0609020204030204" pitchFamily="49" charset="0"/>
                        </a:rPr>
                        <a:t>#a16207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A16207"/>
                    </a:solidFill>
                  </a:tcPr>
                </a:tc>
                <a:tc>
                  <a:txBody>
                    <a:bodyPr/>
                    <a:lstStyle/>
                    <a:p>
                      <a:pPr algn="ctr"/>
                      <a:r>
                        <a:rPr lang="en" altLang="zh-TW" sz="1000">
                          <a:solidFill>
                            <a:schemeClr val="bg1"/>
                          </a:solidFill>
                          <a:latin typeface="Consolas"/>
                          <a:ea typeface="Microsoft JhengHei"/>
                          <a:cs typeface="Consolas" panose="020B0609020204030204" pitchFamily="49" charset="0"/>
                        </a:rPr>
                        <a:t>#854d0e</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54D0E"/>
                    </a:solidFill>
                  </a:tcPr>
                </a:tc>
                <a:tc>
                  <a:txBody>
                    <a:bodyPr/>
                    <a:lstStyle/>
                    <a:p>
                      <a:pPr algn="ctr"/>
                      <a:r>
                        <a:rPr lang="en" altLang="zh-TW" sz="1000">
                          <a:solidFill>
                            <a:schemeClr val="bg1"/>
                          </a:solidFill>
                          <a:latin typeface="Consolas"/>
                          <a:ea typeface="Microsoft JhengHei"/>
                          <a:cs typeface="Consolas" panose="020B0609020204030204" pitchFamily="49" charset="0"/>
                        </a:rPr>
                        <a:t>#713f12</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713F12"/>
                    </a:solidFill>
                  </a:tcPr>
                </a:tc>
                <a:tc>
                  <a:txBody>
                    <a:bodyPr/>
                    <a:lstStyle/>
                    <a:p>
                      <a:pPr algn="ctr"/>
                      <a:r>
                        <a:rPr lang="en" altLang="zh-TW" sz="1000">
                          <a:solidFill>
                            <a:schemeClr val="bg1"/>
                          </a:solidFill>
                          <a:latin typeface="Consolas"/>
                          <a:ea typeface="Microsoft JhengHei"/>
                          <a:cs typeface="Consolas" panose="020B0609020204030204" pitchFamily="49" charset="0"/>
                        </a:rPr>
                        <a:t>#422006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22006"/>
                    </a:solidFill>
                  </a:tcPr>
                </a:tc>
                <a:extLst>
                  <a:ext uri="{0D108BD9-81ED-4DB2-BD59-A6C34878D82A}">
                    <a16:rowId xmlns:a16="http://schemas.microsoft.com/office/drawing/2014/main" val="1003131234"/>
                  </a:ext>
                </a:extLst>
              </a:tr>
              <a:tr h="256097">
                <a:tc vMerge="1">
                  <a:txBody>
                    <a:bodyPr/>
                    <a:lstStyle/>
                    <a:p>
                      <a:pPr algn="ctr" fontAlgn="t"/>
                      <a:endParaRPr lang="zh-TW" altLang="en-US" sz="8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90000" marR="90000" marT="36000" marB="36000">
                    <a:lnL>
                      <a:noFill/>
                    </a:lnL>
                    <a:lnR>
                      <a:noFill/>
                    </a:lnR>
                    <a:lnT>
                      <a:noFill/>
                    </a:lnT>
                    <a:lnB>
                      <a:noFill/>
                    </a:lnB>
                  </a:tcPr>
                </a:tc>
                <a:tc>
                  <a:txBody>
                    <a:bodyPr/>
                    <a:lstStyle/>
                    <a:p>
                      <a:pPr algn="ctr"/>
                      <a:r>
                        <a:rPr lang="en-US" altLang="zh-TW" sz="1000">
                          <a:latin typeface="Microsoft JhengHei"/>
                          <a:ea typeface="Microsoft JhengHei"/>
                        </a:rPr>
                        <a:t>violet</a:t>
                      </a:r>
                      <a:endParaRPr lang="zh-TW" altLang="en-US" sz="1000">
                        <a:latin typeface="Microsoft JhengHei"/>
                        <a:ea typeface="Microsoft JhengHei"/>
                      </a:endParaRPr>
                    </a:p>
                  </a:txBody>
                  <a:tcPr marT="36000" marB="36000">
                    <a:lnL w="12700" cap="flat" cmpd="sng" algn="ctr">
                      <a:solidFill>
                        <a:srgbClr val="D4D4DA"/>
                      </a:solidFill>
                      <a:prstDash val="solid"/>
                      <a:round/>
                      <a:headEnd type="none" w="med" len="med"/>
                      <a:tailEnd type="none" w="med" len="med"/>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#f5f3ff</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5F3FF"/>
                    </a:solidFill>
                  </a:tcPr>
                </a:tc>
                <a:tc>
                  <a:txBody>
                    <a:bodyPr/>
                    <a:lstStyle/>
                    <a:p>
                      <a:pPr algn="ctr"/>
                      <a:r>
                        <a:rPr lang="en" altLang="zh-TW" sz="1000">
                          <a:latin typeface="Consolas"/>
                          <a:ea typeface="Microsoft JhengHei"/>
                          <a:cs typeface="Consolas" panose="020B0609020204030204" pitchFamily="49" charset="0"/>
                        </a:rPr>
                        <a:t>#ede9fe</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EDE9FE"/>
                    </a:solidFill>
                  </a:tcPr>
                </a:tc>
                <a:tc>
                  <a:txBody>
                    <a:bodyPr/>
                    <a:lstStyle/>
                    <a:p>
                      <a:pPr algn="ctr"/>
                      <a:r>
                        <a:rPr lang="en" altLang="zh-TW" sz="1000">
                          <a:latin typeface="Consolas"/>
                          <a:ea typeface="Microsoft JhengHei"/>
                          <a:cs typeface="Consolas" panose="020B0609020204030204" pitchFamily="49" charset="0"/>
                        </a:rPr>
                        <a:t>#ddd6fe</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DDD6FE"/>
                    </a:solidFill>
                  </a:tcPr>
                </a:tc>
                <a:tc>
                  <a:txBody>
                    <a:bodyPr/>
                    <a:lstStyle/>
                    <a:p>
                      <a:pPr algn="ctr"/>
                      <a:r>
                        <a:rPr lang="en" altLang="zh-TW" sz="1000">
                          <a:latin typeface="Consolas"/>
                          <a:ea typeface="Microsoft JhengHei"/>
                          <a:cs typeface="Consolas" panose="020B0609020204030204" pitchFamily="49" charset="0"/>
                        </a:rPr>
                        <a:t>#c4b5fd</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C4B5FD"/>
                    </a:solidFill>
                  </a:tcPr>
                </a:tc>
                <a:tc>
                  <a:txBody>
                    <a:bodyPr/>
                    <a:lstStyle/>
                    <a:p>
                      <a:pPr algn="ctr"/>
                      <a:r>
                        <a:rPr lang="en" altLang="zh-TW" sz="1000">
                          <a:latin typeface="Consolas"/>
                          <a:ea typeface="Microsoft JhengHei"/>
                          <a:cs typeface="Consolas" panose="020B0609020204030204" pitchFamily="49" charset="0"/>
                        </a:rPr>
                        <a:t>#a78bfa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A78BFA"/>
                    </a:solidFill>
                  </a:tcPr>
                </a:tc>
                <a:tc>
                  <a:txBody>
                    <a:bodyPr/>
                    <a:lstStyle/>
                    <a:p>
                      <a:pPr algn="ctr"/>
                      <a:r>
                        <a:rPr lang="en" altLang="zh-TW" sz="1000">
                          <a:solidFill>
                            <a:schemeClr val="bg1"/>
                          </a:solidFill>
                          <a:latin typeface="Consolas"/>
                          <a:ea typeface="Microsoft JhengHei"/>
                          <a:cs typeface="Consolas" panose="020B0609020204030204" pitchFamily="49" charset="0"/>
                        </a:rPr>
                        <a:t>#8b5cf6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B5CF6"/>
                    </a:solidFill>
                  </a:tcPr>
                </a:tc>
                <a:tc>
                  <a:txBody>
                    <a:bodyPr/>
                    <a:lstStyle/>
                    <a:p>
                      <a:pPr algn="ctr"/>
                      <a:r>
                        <a:rPr lang="en" altLang="zh-TW" sz="1000">
                          <a:solidFill>
                            <a:schemeClr val="bg1"/>
                          </a:solidFill>
                          <a:latin typeface="Consolas"/>
                          <a:ea typeface="Microsoft JhengHei"/>
                          <a:cs typeface="Consolas" panose="020B0609020204030204" pitchFamily="49" charset="0"/>
                        </a:rPr>
                        <a:t>#7c3aed</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7C3AED"/>
                    </a:solidFill>
                  </a:tcPr>
                </a:tc>
                <a:tc>
                  <a:txBody>
                    <a:bodyPr/>
                    <a:lstStyle/>
                    <a:p>
                      <a:pPr algn="ctr"/>
                      <a:r>
                        <a:rPr lang="en" altLang="zh-TW" sz="1000">
                          <a:solidFill>
                            <a:schemeClr val="bg1"/>
                          </a:solidFill>
                          <a:latin typeface="Consolas"/>
                          <a:ea typeface="Microsoft JhengHei"/>
                          <a:cs typeface="Consolas" panose="020B0609020204030204" pitchFamily="49" charset="0"/>
                        </a:rPr>
                        <a:t>#6d28d9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6D28D9"/>
                    </a:solidFill>
                  </a:tcPr>
                </a:tc>
                <a:tc>
                  <a:txBody>
                    <a:bodyPr/>
                    <a:lstStyle/>
                    <a:p>
                      <a:pPr algn="ctr"/>
                      <a:r>
                        <a:rPr lang="en" altLang="zh-TW" sz="1000">
                          <a:solidFill>
                            <a:schemeClr val="bg1"/>
                          </a:solidFill>
                          <a:latin typeface="Consolas"/>
                          <a:ea typeface="Microsoft JhengHei"/>
                          <a:cs typeface="Consolas" panose="020B0609020204030204" pitchFamily="49" charset="0"/>
                        </a:rPr>
                        <a:t>#5b21b6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5B21B6"/>
                    </a:solidFill>
                  </a:tcPr>
                </a:tc>
                <a:tc>
                  <a:txBody>
                    <a:bodyPr/>
                    <a:lstStyle/>
                    <a:p>
                      <a:pPr algn="ctr"/>
                      <a:r>
                        <a:rPr lang="en" altLang="zh-TW" sz="1000">
                          <a:solidFill>
                            <a:schemeClr val="bg1"/>
                          </a:solidFill>
                          <a:latin typeface="Consolas"/>
                          <a:ea typeface="Microsoft JhengHei"/>
                          <a:cs typeface="Consolas" panose="020B0609020204030204" pitchFamily="49" charset="0"/>
                        </a:rPr>
                        <a:t>#4c1d95</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C1D95"/>
                    </a:solidFill>
                  </a:tcPr>
                </a:tc>
                <a:tc>
                  <a:txBody>
                    <a:bodyPr/>
                    <a:lstStyle/>
                    <a:p>
                      <a:pPr algn="ctr"/>
                      <a:r>
                        <a:rPr lang="en" altLang="zh-TW" sz="1000">
                          <a:solidFill>
                            <a:schemeClr val="bg1"/>
                          </a:solidFill>
                          <a:latin typeface="Consolas"/>
                          <a:ea typeface="Microsoft JhengHei"/>
                          <a:cs typeface="Consolas" panose="020B0609020204030204" pitchFamily="49" charset="0"/>
                        </a:rPr>
                        <a:t>#2e1065</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2E1065"/>
                    </a:solidFill>
                  </a:tcPr>
                </a:tc>
                <a:extLst>
                  <a:ext uri="{0D108BD9-81ED-4DB2-BD59-A6C34878D82A}">
                    <a16:rowId xmlns:a16="http://schemas.microsoft.com/office/drawing/2014/main" val="17053910"/>
                  </a:ext>
                </a:extLst>
              </a:tr>
              <a:tr h="256097">
                <a:tc vMerge="1">
                  <a:txBody>
                    <a:bodyPr/>
                    <a:lstStyle/>
                    <a:p>
                      <a:pPr algn="ctr" fontAlgn="t"/>
                      <a:endParaRPr lang="zh-TW" altLang="en-US" sz="8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90000" marR="90000" marT="36000" marB="36000">
                    <a:lnL>
                      <a:noFill/>
                    </a:lnL>
                    <a:lnR>
                      <a:noFill/>
                    </a:lnR>
                    <a:lnT>
                      <a:noFill/>
                    </a:lnT>
                    <a:lnB>
                      <a:noFill/>
                    </a:lnB>
                  </a:tcPr>
                </a:tc>
                <a:tc>
                  <a:txBody>
                    <a:bodyPr/>
                    <a:lstStyle/>
                    <a:p>
                      <a:pPr algn="ctr"/>
                      <a:r>
                        <a:rPr lang="en-US" altLang="zh-TW" sz="1000">
                          <a:latin typeface="Microsoft JhengHei"/>
                          <a:ea typeface="Microsoft JhengHei"/>
                        </a:rPr>
                        <a:t>rose</a:t>
                      </a:r>
                      <a:endParaRPr lang="zh-TW" altLang="en-US" sz="1000">
                        <a:latin typeface="Microsoft JhengHei"/>
                        <a:ea typeface="Microsoft JhengHei"/>
                      </a:endParaRPr>
                    </a:p>
                  </a:txBody>
                  <a:tcPr marT="36000" marB="36000">
                    <a:lnL w="12700" cap="flat" cmpd="sng" algn="ctr">
                      <a:solidFill>
                        <a:srgbClr val="D4D4DA"/>
                      </a:solidFill>
                      <a:prstDash val="solid"/>
                      <a:round/>
                      <a:headEnd type="none" w="med" len="med"/>
                      <a:tailEnd type="none" w="med" len="med"/>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#fff1f2</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FF1F2"/>
                    </a:solidFill>
                  </a:tcPr>
                </a:tc>
                <a:tc>
                  <a:txBody>
                    <a:bodyPr/>
                    <a:lstStyle/>
                    <a:p>
                      <a:pPr algn="ctr"/>
                      <a:r>
                        <a:rPr lang="en" altLang="zh-TW" sz="1000">
                          <a:latin typeface="Consolas"/>
                          <a:ea typeface="Microsoft JhengHei"/>
                          <a:cs typeface="Consolas" panose="020B0609020204030204" pitchFamily="49" charset="0"/>
                        </a:rPr>
                        <a:t>#ffe4e6</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FE4E6"/>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#fecdd3</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a:noFill/>
                    </a:lnL>
                    <a:lnR>
                      <a:noFill/>
                    </a:lnR>
                    <a:lnT>
                      <a:noFill/>
                    </a:lnT>
                    <a:lnB>
                      <a:noFill/>
                    </a:lnB>
                    <a:solidFill>
                      <a:srgbClr val="FECDD3"/>
                    </a:solidFill>
                  </a:tcPr>
                </a:tc>
                <a:tc>
                  <a:txBody>
                    <a:bodyPr/>
                    <a:lstStyle/>
                    <a:p>
                      <a:pPr algn="ctr"/>
                      <a:r>
                        <a:rPr lang="en" altLang="zh-TW" sz="1000">
                          <a:latin typeface="Consolas"/>
                          <a:ea typeface="Microsoft JhengHei"/>
                          <a:cs typeface="Consolas" panose="020B0609020204030204" pitchFamily="49" charset="0"/>
                        </a:rPr>
                        <a:t>#fda4af</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DA4AF"/>
                    </a:solidFill>
                  </a:tcPr>
                </a:tc>
                <a:tc>
                  <a:txBody>
                    <a:bodyPr/>
                    <a:lstStyle/>
                    <a:p>
                      <a:pPr algn="ctr"/>
                      <a:r>
                        <a:rPr lang="en" altLang="zh-TW" sz="1000">
                          <a:latin typeface="Consolas"/>
                          <a:ea typeface="Microsoft JhengHei"/>
                          <a:cs typeface="Consolas" panose="020B0609020204030204" pitchFamily="49" charset="0"/>
                        </a:rPr>
                        <a:t>#fb7185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B7185"/>
                    </a:solidFill>
                  </a:tcPr>
                </a:tc>
                <a:tc>
                  <a:txBody>
                    <a:bodyPr/>
                    <a:lstStyle/>
                    <a:p>
                      <a:pPr algn="ctr"/>
                      <a:r>
                        <a:rPr lang="en" altLang="zh-TW" sz="1000">
                          <a:solidFill>
                            <a:schemeClr val="bg1"/>
                          </a:solidFill>
                          <a:latin typeface="Consolas"/>
                          <a:ea typeface="Microsoft JhengHei"/>
                          <a:cs typeface="Consolas" panose="020B0609020204030204" pitchFamily="49" charset="0"/>
                        </a:rPr>
                        <a:t>#f43f5e</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F43F5E"/>
                    </a:solidFill>
                  </a:tcPr>
                </a:tc>
                <a:tc>
                  <a:txBody>
                    <a:bodyPr/>
                    <a:lstStyle/>
                    <a:p>
                      <a:pPr algn="ctr"/>
                      <a:r>
                        <a:rPr lang="en" altLang="zh-TW" sz="1000">
                          <a:solidFill>
                            <a:schemeClr val="bg1"/>
                          </a:solidFill>
                          <a:latin typeface="Consolas"/>
                          <a:ea typeface="Microsoft JhengHei"/>
                          <a:cs typeface="Consolas" panose="020B0609020204030204" pitchFamily="49" charset="0"/>
                        </a:rPr>
                        <a:t>#e11d48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E11D48"/>
                    </a:solidFill>
                  </a:tcPr>
                </a:tc>
                <a:tc>
                  <a:txBody>
                    <a:bodyPr/>
                    <a:lstStyle/>
                    <a:p>
                      <a:pPr algn="ctr"/>
                      <a:r>
                        <a:rPr lang="en" altLang="zh-TW" sz="1000">
                          <a:solidFill>
                            <a:schemeClr val="bg1"/>
                          </a:solidFill>
                          <a:latin typeface="Consolas"/>
                          <a:ea typeface="Microsoft JhengHei"/>
                          <a:cs typeface="Consolas" panose="020B0609020204030204" pitchFamily="49" charset="0"/>
                        </a:rPr>
                        <a:t>#be123c</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BE123C"/>
                    </a:solidFill>
                  </a:tcPr>
                </a:tc>
                <a:tc>
                  <a:txBody>
                    <a:bodyPr/>
                    <a:lstStyle/>
                    <a:p>
                      <a:pPr algn="ctr"/>
                      <a:r>
                        <a:rPr lang="en" altLang="zh-TW" sz="1000">
                          <a:solidFill>
                            <a:schemeClr val="bg1"/>
                          </a:solidFill>
                          <a:latin typeface="Consolas"/>
                          <a:ea typeface="Microsoft JhengHei"/>
                          <a:cs typeface="Consolas" panose="020B0609020204030204" pitchFamily="49" charset="0"/>
                        </a:rPr>
                        <a:t>#9f1239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9F1239"/>
                    </a:solidFill>
                  </a:tcPr>
                </a:tc>
                <a:tc>
                  <a:txBody>
                    <a:bodyPr/>
                    <a:lstStyle/>
                    <a:p>
                      <a:pPr algn="ctr"/>
                      <a:r>
                        <a:rPr lang="en" altLang="zh-TW" sz="1000">
                          <a:solidFill>
                            <a:schemeClr val="bg1"/>
                          </a:solidFill>
                          <a:latin typeface="Consolas"/>
                          <a:ea typeface="Microsoft JhengHei"/>
                          <a:cs typeface="Consolas" panose="020B0609020204030204" pitchFamily="49" charset="0"/>
                        </a:rPr>
                        <a:t>#881337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81337"/>
                    </a:solidFill>
                  </a:tcPr>
                </a:tc>
                <a:tc>
                  <a:txBody>
                    <a:bodyPr/>
                    <a:lstStyle/>
                    <a:p>
                      <a:pPr algn="ctr"/>
                      <a:r>
                        <a:rPr lang="en" altLang="zh-TW" sz="1000">
                          <a:solidFill>
                            <a:schemeClr val="bg1"/>
                          </a:solidFill>
                          <a:latin typeface="Consolas"/>
                          <a:ea typeface="Microsoft JhengHei"/>
                          <a:cs typeface="Consolas" panose="020B0609020204030204" pitchFamily="49" charset="0"/>
                        </a:rPr>
                        <a:t>#4c0519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C0519"/>
                    </a:solidFill>
                  </a:tcPr>
                </a:tc>
                <a:extLst>
                  <a:ext uri="{0D108BD9-81ED-4DB2-BD59-A6C34878D82A}">
                    <a16:rowId xmlns:a16="http://schemas.microsoft.com/office/drawing/2014/main" val="705948517"/>
                  </a:ext>
                </a:extLst>
              </a:tr>
              <a:tr h="256097">
                <a:tc>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灰</a:t>
                      </a:r>
                    </a:p>
                  </a:txBody>
                  <a:tcPr marL="0" marR="0" marT="36000" marB="36000">
                    <a:lnL>
                      <a:noFill/>
                    </a:lnL>
                    <a:lnR>
                      <a:noFill/>
                    </a:lnR>
                    <a:lnT>
                      <a:noFill/>
                    </a:lnT>
                    <a:lnB>
                      <a:noFill/>
                    </a:lnB>
                    <a:solidFill>
                      <a:schemeClr val="bg1"/>
                    </a:solidFill>
                  </a:tcPr>
                </a:tc>
                <a:tc>
                  <a:txBody>
                    <a:bodyPr/>
                    <a:lstStyle/>
                    <a:p>
                      <a:pPr algn="ctr"/>
                      <a:r>
                        <a:rPr lang="en-US" altLang="zh-TW" sz="1000">
                          <a:latin typeface="Microsoft JhengHei"/>
                          <a:ea typeface="Microsoft JhengHei"/>
                        </a:rPr>
                        <a:t>zinc</a:t>
                      </a:r>
                      <a:endParaRPr lang="zh-TW" altLang="en-US" sz="1000">
                        <a:latin typeface="Microsoft JhengHei"/>
                        <a:ea typeface="Microsoft JhengHei"/>
                      </a:endParaRPr>
                    </a:p>
                  </a:txBody>
                  <a:tcPr marT="36000" marB="36000">
                    <a:lnL>
                      <a:noFill/>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a:t>
                      </a:r>
                      <a:r>
                        <a:rPr lang="en" altLang="zh-TW" sz="1000" err="1">
                          <a:latin typeface="Consolas"/>
                          <a:ea typeface="Microsoft JhengHei"/>
                          <a:cs typeface="Consolas" panose="020B0609020204030204" pitchFamily="49" charset="0"/>
                        </a:rPr>
                        <a:t>fafafa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AFAFA"/>
                    </a:solidFill>
                  </a:tcPr>
                </a:tc>
                <a:tc>
                  <a:txBody>
                    <a:bodyPr/>
                    <a:lstStyle/>
                    <a:p>
                      <a:pPr algn="ctr"/>
                      <a:r>
                        <a:rPr lang="en" altLang="zh-TW" sz="1000">
                          <a:latin typeface="Consolas"/>
                          <a:ea typeface="Microsoft JhengHei"/>
                          <a:cs typeface="Consolas" panose="020B0609020204030204" pitchFamily="49" charset="0"/>
                        </a:rPr>
                        <a:t>#f4f4f5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4F4F5"/>
                    </a:solidFill>
                  </a:tcPr>
                </a:tc>
                <a:tc>
                  <a:txBody>
                    <a:bodyPr/>
                    <a:lstStyle/>
                    <a:p>
                      <a:pPr algn="ctr"/>
                      <a:r>
                        <a:rPr lang="en" altLang="zh-TW" sz="1000">
                          <a:latin typeface="Consolas"/>
                          <a:ea typeface="Microsoft JhengHei"/>
                          <a:cs typeface="Consolas" panose="020B0609020204030204" pitchFamily="49" charset="0"/>
                        </a:rPr>
                        <a:t>#e4e4e7</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E4E4E7"/>
                    </a:solidFill>
                  </a:tcPr>
                </a:tc>
                <a:tc>
                  <a:txBody>
                    <a:bodyPr/>
                    <a:lstStyle/>
                    <a:p>
                      <a:pPr algn="ctr"/>
                      <a:r>
                        <a:rPr lang="en" altLang="zh-TW" sz="1000">
                          <a:latin typeface="Consolas"/>
                          <a:ea typeface="Microsoft JhengHei"/>
                          <a:cs typeface="Consolas" panose="020B0609020204030204" pitchFamily="49" charset="0"/>
                        </a:rPr>
                        <a:t>#d4d4d8</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D4D4D8"/>
                    </a:solidFill>
                  </a:tcPr>
                </a:tc>
                <a:tc>
                  <a:txBody>
                    <a:bodyPr/>
                    <a:lstStyle/>
                    <a:p>
                      <a:pPr algn="ctr"/>
                      <a:r>
                        <a:rPr lang="en" altLang="zh-TW" sz="1000">
                          <a:latin typeface="Consolas"/>
                          <a:ea typeface="Microsoft JhengHei"/>
                          <a:cs typeface="Consolas" panose="020B0609020204030204" pitchFamily="49" charset="0"/>
                        </a:rPr>
                        <a:t>#a1a1aa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A1A1AA"/>
                    </a:solidFill>
                  </a:tcPr>
                </a:tc>
                <a:tc>
                  <a:txBody>
                    <a:bodyPr/>
                    <a:lstStyle/>
                    <a:p>
                      <a:pPr algn="ctr"/>
                      <a:r>
                        <a:rPr lang="en" altLang="zh-TW" sz="1000">
                          <a:solidFill>
                            <a:schemeClr val="bg1"/>
                          </a:solidFill>
                          <a:latin typeface="Consolas"/>
                          <a:ea typeface="Microsoft JhengHei"/>
                          <a:cs typeface="Consolas" panose="020B0609020204030204" pitchFamily="49" charset="0"/>
                        </a:rPr>
                        <a:t>#71717a</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71717A"/>
                    </a:solidFill>
                  </a:tcPr>
                </a:tc>
                <a:tc>
                  <a:txBody>
                    <a:bodyPr/>
                    <a:lstStyle/>
                    <a:p>
                      <a:pPr algn="ctr"/>
                      <a:r>
                        <a:rPr lang="en" altLang="zh-TW" sz="1000">
                          <a:solidFill>
                            <a:schemeClr val="bg1"/>
                          </a:solidFill>
                          <a:latin typeface="Consolas"/>
                          <a:ea typeface="Microsoft JhengHei"/>
                          <a:cs typeface="Consolas" panose="020B0609020204030204" pitchFamily="49" charset="0"/>
                        </a:rPr>
                        <a:t>#52525b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52525B"/>
                    </a:solidFill>
                  </a:tcPr>
                </a:tc>
                <a:tc>
                  <a:txBody>
                    <a:bodyPr/>
                    <a:lstStyle/>
                    <a:p>
                      <a:pPr algn="ctr"/>
                      <a:r>
                        <a:rPr lang="en" altLang="zh-TW" sz="1000">
                          <a:solidFill>
                            <a:schemeClr val="bg1"/>
                          </a:solidFill>
                          <a:latin typeface="Consolas"/>
                          <a:ea typeface="Microsoft JhengHei"/>
                          <a:cs typeface="Consolas" panose="020B0609020204030204" pitchFamily="49" charset="0"/>
                        </a:rPr>
                        <a:t>#3f3f46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3F3F46"/>
                    </a:solidFill>
                  </a:tcPr>
                </a:tc>
                <a:tc>
                  <a:txBody>
                    <a:bodyPr/>
                    <a:lstStyle/>
                    <a:p>
                      <a:pPr algn="ctr"/>
                      <a:r>
                        <a:rPr lang="en" altLang="zh-TW" sz="1000">
                          <a:solidFill>
                            <a:schemeClr val="bg1"/>
                          </a:solidFill>
                          <a:latin typeface="Consolas"/>
                          <a:ea typeface="Microsoft JhengHei"/>
                          <a:cs typeface="Consolas" panose="020B0609020204030204" pitchFamily="49" charset="0"/>
                        </a:rPr>
                        <a:t>#27272a</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27272A"/>
                    </a:solidFill>
                  </a:tcPr>
                </a:tc>
                <a:tc>
                  <a:txBody>
                    <a:bodyPr/>
                    <a:lstStyle/>
                    <a:p>
                      <a:pPr algn="ctr"/>
                      <a:r>
                        <a:rPr lang="en" altLang="zh-TW" sz="1000">
                          <a:solidFill>
                            <a:schemeClr val="bg1"/>
                          </a:solidFill>
                          <a:latin typeface="Consolas"/>
                          <a:ea typeface="Microsoft JhengHei"/>
                          <a:cs typeface="Consolas" panose="020B0609020204030204" pitchFamily="49" charset="0"/>
                        </a:rPr>
                        <a:t>#18181b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8181B"/>
                    </a:solidFill>
                  </a:tcPr>
                </a:tc>
                <a:tc>
                  <a:txBody>
                    <a:bodyPr/>
                    <a:lstStyle/>
                    <a:p>
                      <a:pPr algn="ctr"/>
                      <a:r>
                        <a:rPr lang="en" altLang="zh-TW" sz="1000">
                          <a:solidFill>
                            <a:schemeClr val="bg1"/>
                          </a:solidFill>
                          <a:latin typeface="Consolas"/>
                          <a:ea typeface="Microsoft JhengHei"/>
                          <a:cs typeface="Consolas" panose="020B0609020204030204" pitchFamily="49" charset="0"/>
                        </a:rPr>
                        <a:t>#09090b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9090B"/>
                    </a:solidFill>
                  </a:tcPr>
                </a:tc>
                <a:extLst>
                  <a:ext uri="{0D108BD9-81ED-4DB2-BD59-A6C34878D82A}">
                    <a16:rowId xmlns:a16="http://schemas.microsoft.com/office/drawing/2014/main" val="3244440282"/>
                  </a:ext>
                </a:extLst>
              </a:tr>
              <a:tr h="256097">
                <a:tc>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紅</a:t>
                      </a:r>
                    </a:p>
                  </a:txBody>
                  <a:tcPr marL="0" marR="0" marT="36000" marB="36000">
                    <a:lnL>
                      <a:noFill/>
                    </a:lnL>
                    <a:lnR>
                      <a:noFill/>
                    </a:lnR>
                    <a:lnT>
                      <a:noFill/>
                    </a:lnT>
                    <a:lnB>
                      <a:noFill/>
                    </a:lnB>
                    <a:solidFill>
                      <a:schemeClr val="bg1"/>
                    </a:solidFill>
                  </a:tcPr>
                </a:tc>
                <a:tc>
                  <a:txBody>
                    <a:bodyPr/>
                    <a:lstStyle/>
                    <a:p>
                      <a:pPr algn="ctr"/>
                      <a:r>
                        <a:rPr lang="en-US" altLang="zh-TW" sz="1000">
                          <a:latin typeface="Microsoft JhengHei"/>
                          <a:ea typeface="Microsoft JhengHei"/>
                        </a:rPr>
                        <a:t>rose</a:t>
                      </a:r>
                      <a:endParaRPr lang="zh-TW" altLang="en-US" sz="1000">
                        <a:latin typeface="Microsoft JhengHei"/>
                        <a:ea typeface="Microsoft JhengHei"/>
                      </a:endParaRPr>
                    </a:p>
                  </a:txBody>
                  <a:tcPr marT="36000" marB="36000">
                    <a:lnL>
                      <a:noFill/>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#fff1f2</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FF1F2"/>
                    </a:solidFill>
                  </a:tcPr>
                </a:tc>
                <a:tc>
                  <a:txBody>
                    <a:bodyPr/>
                    <a:lstStyle/>
                    <a:p>
                      <a:pPr algn="ctr"/>
                      <a:r>
                        <a:rPr lang="en" altLang="zh-TW" sz="1000">
                          <a:latin typeface="Consolas"/>
                          <a:ea typeface="Microsoft JhengHei"/>
                          <a:cs typeface="Consolas" panose="020B0609020204030204" pitchFamily="49" charset="0"/>
                        </a:rPr>
                        <a:t>#ffe4e6</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FE4E6"/>
                    </a:solidFill>
                  </a:tcPr>
                </a:tc>
                <a:tc>
                  <a:txBody>
                    <a:bodyPr/>
                    <a:lstStyle/>
                    <a:p>
                      <a:pPr algn="ctr"/>
                      <a:r>
                        <a:rPr lang="en" altLang="zh-TW" sz="1000">
                          <a:latin typeface="Consolas" panose="020B0609020204030204" pitchFamily="49" charset="0"/>
                          <a:ea typeface="Microsoft JhengHei" panose="020B0604030504040204" pitchFamily="34" charset="-120"/>
                          <a:cs typeface="Consolas" panose="020B0609020204030204" pitchFamily="49" charset="0"/>
                        </a:rPr>
                        <a:t>#fecdd3</a:t>
                      </a:r>
                      <a:endParaRPr lang="zh-TW" altLang="en-US" sz="1000">
                        <a:latin typeface="Consolas" panose="020B0609020204030204" pitchFamily="49" charset="0"/>
                        <a:ea typeface="Microsoft JhengHei" panose="020B0604030504040204" pitchFamily="34" charset="-120"/>
                        <a:cs typeface="Consolas" panose="020B0609020204030204" pitchFamily="49" charset="0"/>
                      </a:endParaRPr>
                    </a:p>
                  </a:txBody>
                  <a:tcPr marT="36000" marB="36000">
                    <a:lnL>
                      <a:noFill/>
                    </a:lnL>
                    <a:lnR>
                      <a:noFill/>
                    </a:lnR>
                    <a:lnT>
                      <a:noFill/>
                    </a:lnT>
                    <a:lnB>
                      <a:noFill/>
                    </a:lnB>
                    <a:solidFill>
                      <a:srgbClr val="FECDD3"/>
                    </a:solidFill>
                  </a:tcPr>
                </a:tc>
                <a:tc>
                  <a:txBody>
                    <a:bodyPr/>
                    <a:lstStyle/>
                    <a:p>
                      <a:pPr algn="ctr"/>
                      <a:r>
                        <a:rPr lang="en" altLang="zh-TW" sz="1000">
                          <a:latin typeface="Consolas"/>
                          <a:ea typeface="Microsoft JhengHei"/>
                          <a:cs typeface="Consolas" panose="020B0609020204030204" pitchFamily="49" charset="0"/>
                        </a:rPr>
                        <a:t>#fda4af</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DA4AF"/>
                    </a:solidFill>
                  </a:tcPr>
                </a:tc>
                <a:tc>
                  <a:txBody>
                    <a:bodyPr/>
                    <a:lstStyle/>
                    <a:p>
                      <a:pPr algn="ctr"/>
                      <a:r>
                        <a:rPr lang="en" altLang="zh-TW" sz="1000">
                          <a:latin typeface="Consolas"/>
                          <a:ea typeface="Microsoft JhengHei"/>
                          <a:cs typeface="Consolas" panose="020B0609020204030204" pitchFamily="49" charset="0"/>
                        </a:rPr>
                        <a:t>#fb7185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B7185"/>
                    </a:solidFill>
                  </a:tcPr>
                </a:tc>
                <a:tc>
                  <a:txBody>
                    <a:bodyPr/>
                    <a:lstStyle/>
                    <a:p>
                      <a:pPr algn="ctr"/>
                      <a:r>
                        <a:rPr lang="en" altLang="zh-TW" sz="1000">
                          <a:solidFill>
                            <a:schemeClr val="bg1"/>
                          </a:solidFill>
                          <a:latin typeface="Consolas"/>
                          <a:ea typeface="Microsoft JhengHei"/>
                          <a:cs typeface="Consolas" panose="020B0609020204030204" pitchFamily="49" charset="0"/>
                        </a:rPr>
                        <a:t>#f43f5e</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F43F5E"/>
                    </a:solidFill>
                  </a:tcPr>
                </a:tc>
                <a:tc>
                  <a:txBody>
                    <a:bodyPr/>
                    <a:lstStyle/>
                    <a:p>
                      <a:pPr algn="ctr"/>
                      <a:r>
                        <a:rPr lang="en" altLang="zh-TW" sz="1000">
                          <a:solidFill>
                            <a:schemeClr val="bg1"/>
                          </a:solidFill>
                          <a:latin typeface="Consolas"/>
                          <a:ea typeface="Microsoft JhengHei"/>
                          <a:cs typeface="Consolas" panose="020B0609020204030204" pitchFamily="49" charset="0"/>
                        </a:rPr>
                        <a:t>#e11d48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E11D48"/>
                    </a:solidFill>
                  </a:tcPr>
                </a:tc>
                <a:tc>
                  <a:txBody>
                    <a:bodyPr/>
                    <a:lstStyle/>
                    <a:p>
                      <a:pPr algn="ctr"/>
                      <a:r>
                        <a:rPr lang="en" altLang="zh-TW" sz="1000">
                          <a:solidFill>
                            <a:schemeClr val="bg1"/>
                          </a:solidFill>
                          <a:latin typeface="Consolas"/>
                          <a:ea typeface="Microsoft JhengHei"/>
                          <a:cs typeface="Consolas" panose="020B0609020204030204" pitchFamily="49" charset="0"/>
                        </a:rPr>
                        <a:t>#be123c</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BE123C"/>
                    </a:solidFill>
                  </a:tcPr>
                </a:tc>
                <a:tc>
                  <a:txBody>
                    <a:bodyPr/>
                    <a:lstStyle/>
                    <a:p>
                      <a:pPr algn="ctr"/>
                      <a:r>
                        <a:rPr lang="en" altLang="zh-TW" sz="1000">
                          <a:solidFill>
                            <a:schemeClr val="bg1"/>
                          </a:solidFill>
                          <a:latin typeface="Consolas"/>
                          <a:ea typeface="Microsoft JhengHei"/>
                          <a:cs typeface="Consolas" panose="020B0609020204030204" pitchFamily="49" charset="0"/>
                        </a:rPr>
                        <a:t>#9f1239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9F1239"/>
                    </a:solidFill>
                  </a:tcPr>
                </a:tc>
                <a:tc>
                  <a:txBody>
                    <a:bodyPr/>
                    <a:lstStyle/>
                    <a:p>
                      <a:pPr algn="ctr"/>
                      <a:r>
                        <a:rPr lang="en" altLang="zh-TW" sz="1000">
                          <a:solidFill>
                            <a:schemeClr val="bg1"/>
                          </a:solidFill>
                          <a:latin typeface="Consolas"/>
                          <a:ea typeface="Microsoft JhengHei"/>
                          <a:cs typeface="Consolas" panose="020B0609020204030204" pitchFamily="49" charset="0"/>
                        </a:rPr>
                        <a:t>#881337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81337"/>
                    </a:solidFill>
                  </a:tcPr>
                </a:tc>
                <a:tc>
                  <a:txBody>
                    <a:bodyPr/>
                    <a:lstStyle/>
                    <a:p>
                      <a:pPr algn="ctr"/>
                      <a:r>
                        <a:rPr lang="en" altLang="zh-TW" sz="1000">
                          <a:solidFill>
                            <a:schemeClr val="bg1"/>
                          </a:solidFill>
                          <a:latin typeface="Consolas"/>
                          <a:ea typeface="Microsoft JhengHei"/>
                          <a:cs typeface="Consolas" panose="020B0609020204030204" pitchFamily="49" charset="0"/>
                        </a:rPr>
                        <a:t>#4c0519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C0519"/>
                    </a:solidFill>
                  </a:tcPr>
                </a:tc>
                <a:extLst>
                  <a:ext uri="{0D108BD9-81ED-4DB2-BD59-A6C34878D82A}">
                    <a16:rowId xmlns:a16="http://schemas.microsoft.com/office/drawing/2014/main" val="1414265441"/>
                  </a:ext>
                </a:extLst>
              </a:tr>
              <a:tr h="256097">
                <a:tc>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黃</a:t>
                      </a:r>
                    </a:p>
                  </a:txBody>
                  <a:tcPr marL="0" marR="0" marT="36000" marB="36000">
                    <a:lnL>
                      <a:noFill/>
                    </a:lnL>
                    <a:lnR>
                      <a:noFill/>
                    </a:lnR>
                    <a:lnT>
                      <a:noFill/>
                    </a:lnT>
                    <a:lnB>
                      <a:noFill/>
                    </a:lnB>
                    <a:solidFill>
                      <a:schemeClr val="bg1"/>
                    </a:solidFill>
                  </a:tcPr>
                </a:tc>
                <a:tc>
                  <a:txBody>
                    <a:bodyPr/>
                    <a:lstStyle/>
                    <a:p>
                      <a:pPr algn="ctr"/>
                      <a:r>
                        <a:rPr lang="en-US" altLang="zh-TW" sz="1000">
                          <a:latin typeface="Microsoft JhengHei"/>
                          <a:ea typeface="Microsoft JhengHei"/>
                        </a:rPr>
                        <a:t>yellow</a:t>
                      </a:r>
                      <a:endParaRPr lang="zh-TW" altLang="en-US" sz="1000">
                        <a:latin typeface="Microsoft JhengHei"/>
                        <a:ea typeface="Microsoft JhengHei"/>
                      </a:endParaRPr>
                    </a:p>
                  </a:txBody>
                  <a:tcPr marT="36000" marB="36000">
                    <a:lnL>
                      <a:noFill/>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#fefce8</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CE8"/>
                    </a:solidFill>
                  </a:tcPr>
                </a:tc>
                <a:tc>
                  <a:txBody>
                    <a:bodyPr/>
                    <a:lstStyle/>
                    <a:p>
                      <a:pPr algn="ctr"/>
                      <a:r>
                        <a:rPr lang="en" altLang="zh-TW" sz="1000">
                          <a:latin typeface="Consolas"/>
                          <a:ea typeface="Microsoft JhengHei"/>
                          <a:cs typeface="Consolas" panose="020B0609020204030204" pitchFamily="49" charset="0"/>
                        </a:rPr>
                        <a:t>#fef9c3</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9C3"/>
                    </a:solidFill>
                  </a:tcPr>
                </a:tc>
                <a:tc>
                  <a:txBody>
                    <a:bodyPr/>
                    <a:lstStyle/>
                    <a:p>
                      <a:pPr algn="ctr"/>
                      <a:r>
                        <a:rPr lang="en" altLang="zh-TW" sz="1000">
                          <a:latin typeface="Consolas"/>
                          <a:ea typeface="Microsoft JhengHei"/>
                          <a:cs typeface="Consolas" panose="020B0609020204030204" pitchFamily="49" charset="0"/>
                        </a:rPr>
                        <a:t>#fef08a</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EF08A"/>
                    </a:solidFill>
                  </a:tcPr>
                </a:tc>
                <a:tc>
                  <a:txBody>
                    <a:bodyPr/>
                    <a:lstStyle/>
                    <a:p>
                      <a:pPr lvl="0" algn="ctr">
                        <a:buNone/>
                      </a:pPr>
                      <a:r>
                        <a:rPr lang="en" sz="1000" b="0" i="0" u="none" strike="noStrike" noProof="0">
                          <a:solidFill>
                            <a:srgbClr val="000000"/>
                          </a:solidFill>
                          <a:latin typeface="Consolas"/>
                        </a:rPr>
                        <a:t>#fde047</a:t>
                      </a:r>
                      <a:endParaRPr lang="zh-TW" altLang="en-US"/>
                    </a:p>
                  </a:txBody>
                  <a:tcPr marT="36000" marB="36000">
                    <a:lnL>
                      <a:noFill/>
                    </a:lnL>
                    <a:lnR>
                      <a:noFill/>
                    </a:lnR>
                    <a:lnT>
                      <a:noFill/>
                    </a:lnT>
                    <a:lnB>
                      <a:noFill/>
                    </a:lnB>
                    <a:solidFill>
                      <a:srgbClr val="FDE047"/>
                    </a:solidFill>
                  </a:tcPr>
                </a:tc>
                <a:tc>
                  <a:txBody>
                    <a:bodyPr/>
                    <a:lstStyle/>
                    <a:p>
                      <a:pPr algn="ctr"/>
                      <a:r>
                        <a:rPr lang="en" altLang="zh-TW" sz="1000">
                          <a:latin typeface="Consolas"/>
                          <a:ea typeface="Microsoft JhengHei"/>
                          <a:cs typeface="Consolas" panose="020B0609020204030204" pitchFamily="49" charset="0"/>
                        </a:rPr>
                        <a:t>#facc15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FACC15"/>
                    </a:solidFill>
                  </a:tcPr>
                </a:tc>
                <a:tc>
                  <a:txBody>
                    <a:bodyPr/>
                    <a:lstStyle/>
                    <a:p>
                      <a:pPr algn="ctr"/>
                      <a:r>
                        <a:rPr lang="en" altLang="zh-TW" sz="1000">
                          <a:solidFill>
                            <a:schemeClr val="bg1"/>
                          </a:solidFill>
                          <a:latin typeface="Consolas"/>
                          <a:ea typeface="Microsoft JhengHei"/>
                          <a:cs typeface="Consolas" panose="020B0609020204030204" pitchFamily="49" charset="0"/>
                        </a:rPr>
                        <a:t>#eab308</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EAB308"/>
                    </a:solidFill>
                  </a:tcPr>
                </a:tc>
                <a:tc>
                  <a:txBody>
                    <a:bodyPr/>
                    <a:lstStyle/>
                    <a:p>
                      <a:pPr algn="ctr"/>
                      <a:r>
                        <a:rPr lang="en" altLang="zh-TW" sz="1000">
                          <a:solidFill>
                            <a:schemeClr val="bg1"/>
                          </a:solidFill>
                          <a:latin typeface="Consolas"/>
                          <a:ea typeface="Microsoft JhengHei"/>
                          <a:cs typeface="Consolas" panose="020B0609020204030204" pitchFamily="49" charset="0"/>
                        </a:rPr>
                        <a:t>#ca8a04</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CA8A04"/>
                    </a:solidFill>
                  </a:tcPr>
                </a:tc>
                <a:tc>
                  <a:txBody>
                    <a:bodyPr/>
                    <a:lstStyle/>
                    <a:p>
                      <a:pPr algn="ctr"/>
                      <a:r>
                        <a:rPr lang="en" altLang="zh-TW" sz="1000">
                          <a:solidFill>
                            <a:schemeClr val="bg1"/>
                          </a:solidFill>
                          <a:latin typeface="Consolas"/>
                          <a:ea typeface="Microsoft JhengHei"/>
                          <a:cs typeface="Consolas" panose="020B0609020204030204" pitchFamily="49" charset="0"/>
                        </a:rPr>
                        <a:t>#a16207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A16207"/>
                    </a:solidFill>
                  </a:tcPr>
                </a:tc>
                <a:tc>
                  <a:txBody>
                    <a:bodyPr/>
                    <a:lstStyle/>
                    <a:p>
                      <a:pPr algn="ctr"/>
                      <a:r>
                        <a:rPr lang="en" altLang="zh-TW" sz="1000">
                          <a:solidFill>
                            <a:schemeClr val="bg1"/>
                          </a:solidFill>
                          <a:latin typeface="Consolas"/>
                          <a:ea typeface="Microsoft JhengHei"/>
                          <a:cs typeface="Consolas" panose="020B0609020204030204" pitchFamily="49" charset="0"/>
                        </a:rPr>
                        <a:t>#854d0e</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854D0E"/>
                    </a:solidFill>
                  </a:tcPr>
                </a:tc>
                <a:tc>
                  <a:txBody>
                    <a:bodyPr/>
                    <a:lstStyle/>
                    <a:p>
                      <a:pPr algn="ctr"/>
                      <a:r>
                        <a:rPr lang="en" altLang="zh-TW" sz="1000">
                          <a:solidFill>
                            <a:schemeClr val="bg1"/>
                          </a:solidFill>
                          <a:latin typeface="Consolas"/>
                          <a:ea typeface="Microsoft JhengHei"/>
                          <a:cs typeface="Consolas" panose="020B0609020204030204" pitchFamily="49" charset="0"/>
                        </a:rPr>
                        <a:t>#713f12</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713F12"/>
                    </a:solidFill>
                  </a:tcPr>
                </a:tc>
                <a:tc>
                  <a:txBody>
                    <a:bodyPr/>
                    <a:lstStyle/>
                    <a:p>
                      <a:pPr algn="ctr"/>
                      <a:r>
                        <a:rPr lang="en" altLang="zh-TW" sz="1000">
                          <a:solidFill>
                            <a:schemeClr val="bg1"/>
                          </a:solidFill>
                          <a:latin typeface="Consolas"/>
                          <a:ea typeface="Microsoft JhengHei"/>
                          <a:cs typeface="Consolas" panose="020B0609020204030204" pitchFamily="49" charset="0"/>
                        </a:rPr>
                        <a:t>#422006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422006"/>
                    </a:solidFill>
                  </a:tcPr>
                </a:tc>
                <a:extLst>
                  <a:ext uri="{0D108BD9-81ED-4DB2-BD59-A6C34878D82A}">
                    <a16:rowId xmlns:a16="http://schemas.microsoft.com/office/drawing/2014/main" val="3453727693"/>
                  </a:ext>
                </a:extLst>
              </a:tr>
              <a:tr h="256097">
                <a:tc>
                  <a:txBody>
                    <a:bodyPr/>
                    <a:lstStyle/>
                    <a:p>
                      <a:pPr algn="ctr" fontAlgn="t"/>
                      <a:r>
                        <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rPr>
                        <a:t>綠</a:t>
                      </a:r>
                    </a:p>
                  </a:txBody>
                  <a:tcPr marL="0" marR="0" marT="36000" marB="36000">
                    <a:lnL>
                      <a:noFill/>
                    </a:lnL>
                    <a:lnR>
                      <a:noFill/>
                    </a:lnR>
                    <a:lnT>
                      <a:noFill/>
                    </a:lnT>
                    <a:lnB>
                      <a:noFill/>
                    </a:lnB>
                    <a:solidFill>
                      <a:schemeClr val="bg1"/>
                    </a:solidFill>
                  </a:tcPr>
                </a:tc>
                <a:tc>
                  <a:txBody>
                    <a:bodyPr/>
                    <a:lstStyle/>
                    <a:p>
                      <a:pPr algn="ctr"/>
                      <a:r>
                        <a:rPr lang="en-US" altLang="zh-TW" sz="1000">
                          <a:latin typeface="Microsoft JhengHei"/>
                          <a:ea typeface="Microsoft JhengHei"/>
                        </a:rPr>
                        <a:t>emerald</a:t>
                      </a:r>
                      <a:endParaRPr lang="zh-TW" altLang="en-US" sz="1000">
                        <a:latin typeface="Microsoft JhengHei"/>
                        <a:ea typeface="Microsoft JhengHei"/>
                      </a:endParaRPr>
                    </a:p>
                  </a:txBody>
                  <a:tcPr marT="36000" marB="36000">
                    <a:lnL>
                      <a:noFill/>
                    </a:lnL>
                    <a:lnR>
                      <a:noFill/>
                    </a:lnR>
                    <a:lnT>
                      <a:noFill/>
                    </a:lnT>
                    <a:lnB>
                      <a:noFill/>
                    </a:lnB>
                    <a:solidFill>
                      <a:schemeClr val="bg1"/>
                    </a:solidFill>
                  </a:tcPr>
                </a:tc>
                <a:tc>
                  <a:txBody>
                    <a:bodyPr/>
                    <a:lstStyle/>
                    <a:p>
                      <a:pPr algn="ctr"/>
                      <a:r>
                        <a:rPr lang="en" altLang="zh-TW" sz="1000">
                          <a:latin typeface="Consolas"/>
                          <a:ea typeface="Microsoft JhengHei"/>
                          <a:cs typeface="Consolas" panose="020B0609020204030204" pitchFamily="49" charset="0"/>
                        </a:rPr>
                        <a:t>#ecfdf5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ECFDF5"/>
                    </a:solidFill>
                  </a:tcPr>
                </a:tc>
                <a:tc>
                  <a:txBody>
                    <a:bodyPr/>
                    <a:lstStyle/>
                    <a:p>
                      <a:pPr algn="ctr"/>
                      <a:r>
                        <a:rPr lang="en" altLang="zh-TW" sz="1000">
                          <a:latin typeface="Consolas"/>
                          <a:ea typeface="Microsoft JhengHei"/>
                          <a:cs typeface="Consolas" panose="020B0609020204030204" pitchFamily="49" charset="0"/>
                        </a:rPr>
                        <a:t>#d1fae5</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D1FAE5"/>
                    </a:solidFill>
                  </a:tcPr>
                </a:tc>
                <a:tc>
                  <a:txBody>
                    <a:bodyPr/>
                    <a:lstStyle/>
                    <a:p>
                      <a:pPr algn="ctr"/>
                      <a:r>
                        <a:rPr lang="en" altLang="zh-TW" sz="1000">
                          <a:latin typeface="Consolas"/>
                          <a:ea typeface="Microsoft JhengHei"/>
                          <a:cs typeface="Consolas" panose="020B0609020204030204" pitchFamily="49" charset="0"/>
                        </a:rPr>
                        <a:t>#a7f3d0</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A7F3D0"/>
                    </a:solidFill>
                  </a:tcPr>
                </a:tc>
                <a:tc>
                  <a:txBody>
                    <a:bodyPr/>
                    <a:lstStyle/>
                    <a:p>
                      <a:pPr algn="ctr"/>
                      <a:r>
                        <a:rPr lang="en" altLang="zh-TW" sz="1000">
                          <a:latin typeface="Consolas"/>
                          <a:ea typeface="Microsoft JhengHei"/>
                          <a:cs typeface="Consolas" panose="020B0609020204030204" pitchFamily="49" charset="0"/>
                        </a:rPr>
                        <a:t>#6ee7b7</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6EE7B7"/>
                    </a:solidFill>
                  </a:tcPr>
                </a:tc>
                <a:tc>
                  <a:txBody>
                    <a:bodyPr/>
                    <a:lstStyle/>
                    <a:p>
                      <a:pPr algn="ctr"/>
                      <a:r>
                        <a:rPr lang="en" altLang="zh-TW" sz="1000">
                          <a:latin typeface="Consolas"/>
                          <a:ea typeface="Microsoft JhengHei"/>
                          <a:cs typeface="Consolas" panose="020B0609020204030204" pitchFamily="49" charset="0"/>
                        </a:rPr>
                        <a:t>#34d399</a:t>
                      </a:r>
                      <a:endParaRPr lang="zh-TW" altLang="en-US" sz="1000">
                        <a:latin typeface="Consolas"/>
                        <a:ea typeface="Microsoft JhengHei"/>
                        <a:cs typeface="Consolas" panose="020B0609020204030204" pitchFamily="49" charset="0"/>
                      </a:endParaRPr>
                    </a:p>
                  </a:txBody>
                  <a:tcPr marT="36000" marB="36000">
                    <a:lnL>
                      <a:noFill/>
                    </a:lnL>
                    <a:lnR>
                      <a:noFill/>
                    </a:lnR>
                    <a:lnT>
                      <a:noFill/>
                    </a:lnT>
                    <a:lnB>
                      <a:noFill/>
                    </a:lnB>
                    <a:solidFill>
                      <a:srgbClr val="34D399"/>
                    </a:solidFill>
                  </a:tcPr>
                </a:tc>
                <a:tc>
                  <a:txBody>
                    <a:bodyPr/>
                    <a:lstStyle/>
                    <a:p>
                      <a:pPr algn="ctr"/>
                      <a:r>
                        <a:rPr lang="en" altLang="zh-TW" sz="1000">
                          <a:solidFill>
                            <a:schemeClr val="bg1"/>
                          </a:solidFill>
                          <a:latin typeface="Consolas"/>
                          <a:ea typeface="Microsoft JhengHei"/>
                          <a:cs typeface="Consolas" panose="020B0609020204030204" pitchFamily="49" charset="0"/>
                        </a:rPr>
                        <a:t>#10b981</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10B981"/>
                    </a:solidFill>
                  </a:tcPr>
                </a:tc>
                <a:tc>
                  <a:txBody>
                    <a:bodyPr/>
                    <a:lstStyle/>
                    <a:p>
                      <a:pPr algn="ctr"/>
                      <a:r>
                        <a:rPr lang="en" altLang="zh-TW" sz="1000">
                          <a:solidFill>
                            <a:schemeClr val="bg1"/>
                          </a:solidFill>
                          <a:latin typeface="Consolas"/>
                          <a:ea typeface="Microsoft JhengHei"/>
                          <a:cs typeface="Consolas" panose="020B0609020204030204" pitchFamily="49" charset="0"/>
                        </a:rPr>
                        <a:t>#059669</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59669"/>
                    </a:solidFill>
                  </a:tcPr>
                </a:tc>
                <a:tc>
                  <a:txBody>
                    <a:bodyPr/>
                    <a:lstStyle/>
                    <a:p>
                      <a:pPr algn="ctr"/>
                      <a:r>
                        <a:rPr lang="en" altLang="zh-TW" sz="1000">
                          <a:solidFill>
                            <a:schemeClr val="bg1"/>
                          </a:solidFill>
                          <a:latin typeface="Consolas"/>
                          <a:ea typeface="Microsoft JhengHei"/>
                          <a:cs typeface="Consolas" panose="020B0609020204030204" pitchFamily="49" charset="0"/>
                        </a:rPr>
                        <a:t>#047857</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47857"/>
                    </a:solidFill>
                  </a:tcPr>
                </a:tc>
                <a:tc>
                  <a:txBody>
                    <a:bodyPr/>
                    <a:lstStyle/>
                    <a:p>
                      <a:pPr algn="ctr"/>
                      <a:r>
                        <a:rPr lang="en" altLang="zh-TW" sz="1000">
                          <a:solidFill>
                            <a:schemeClr val="bg1"/>
                          </a:solidFill>
                          <a:latin typeface="Consolas"/>
                          <a:ea typeface="Microsoft JhengHei"/>
                          <a:cs typeface="Consolas" panose="020B0609020204030204" pitchFamily="49" charset="0"/>
                        </a:rPr>
                        <a:t>#065f46</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65F46"/>
                    </a:solidFill>
                  </a:tcPr>
                </a:tc>
                <a:tc>
                  <a:txBody>
                    <a:bodyPr/>
                    <a:lstStyle/>
                    <a:p>
                      <a:pPr algn="ctr"/>
                      <a:r>
                        <a:rPr lang="en" altLang="zh-TW" sz="1000">
                          <a:solidFill>
                            <a:schemeClr val="bg1"/>
                          </a:solidFill>
                          <a:latin typeface="Consolas"/>
                          <a:ea typeface="Microsoft JhengHei"/>
                          <a:cs typeface="Consolas" panose="020B0609020204030204" pitchFamily="49" charset="0"/>
                        </a:rPr>
                        <a:t>#064e3b</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64E3B"/>
                    </a:solidFill>
                  </a:tcPr>
                </a:tc>
                <a:tc>
                  <a:txBody>
                    <a:bodyPr/>
                    <a:lstStyle/>
                    <a:p>
                      <a:pPr algn="ctr"/>
                      <a:r>
                        <a:rPr lang="en" altLang="zh-TW" sz="1000">
                          <a:solidFill>
                            <a:schemeClr val="bg1"/>
                          </a:solidFill>
                          <a:latin typeface="Consolas"/>
                          <a:ea typeface="Microsoft JhengHei"/>
                          <a:cs typeface="Consolas" panose="020B0609020204030204" pitchFamily="49" charset="0"/>
                        </a:rPr>
                        <a:t>#022c22</a:t>
                      </a:r>
                      <a:endParaRPr lang="zh-TW" altLang="en-US" sz="1000">
                        <a:solidFill>
                          <a:schemeClr val="bg1"/>
                        </a:solidFill>
                        <a:latin typeface="Consolas"/>
                        <a:ea typeface="Microsoft JhengHei"/>
                        <a:cs typeface="Consolas" panose="020B0609020204030204" pitchFamily="49" charset="0"/>
                      </a:endParaRPr>
                    </a:p>
                  </a:txBody>
                  <a:tcPr marT="36000" marB="36000">
                    <a:lnL>
                      <a:noFill/>
                    </a:lnL>
                    <a:lnR>
                      <a:noFill/>
                    </a:lnR>
                    <a:lnT>
                      <a:noFill/>
                    </a:lnT>
                    <a:lnB>
                      <a:noFill/>
                    </a:lnB>
                    <a:solidFill>
                      <a:srgbClr val="022C22"/>
                    </a:solidFill>
                  </a:tcPr>
                </a:tc>
                <a:extLst>
                  <a:ext uri="{0D108BD9-81ED-4DB2-BD59-A6C34878D82A}">
                    <a16:rowId xmlns:a16="http://schemas.microsoft.com/office/drawing/2014/main" val="701104148"/>
                  </a:ext>
                </a:extLst>
              </a:tr>
              <a:tr h="256097">
                <a:tc>
                  <a:txBody>
                    <a:bodyPr/>
                    <a:lstStyle/>
                    <a:p>
                      <a:pPr algn="ctr" fontAlgn="t"/>
                      <a:endParaRPr lang="zh-TW" altLang="en-US" sz="10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0" marR="0" marT="36000" marB="36000">
                    <a:lnL>
                      <a:noFill/>
                    </a:lnL>
                    <a:lnR>
                      <a:noFill/>
                    </a:lnR>
                    <a:lnT>
                      <a:noFill/>
                    </a:lnT>
                    <a:lnB>
                      <a:noFill/>
                    </a:lnB>
                    <a:solidFill>
                      <a:schemeClr val="bg1"/>
                    </a:solidFill>
                  </a:tcPr>
                </a:tc>
                <a:tc>
                  <a:txBody>
                    <a:bodyPr/>
                    <a:lstStyle/>
                    <a:p>
                      <a:pPr algn="ctr" rtl="0" fontAlgn="ctr"/>
                      <a:endParaRPr lang="en" sz="1000" b="0" i="0" u="none" strike="noStrike">
                        <a:solidFill>
                          <a:srgbClr val="000000"/>
                        </a:solidFill>
                        <a:effectLst/>
                        <a:latin typeface="Microsoft JhengHei" panose="020B0604030504040204" pitchFamily="34" charset="-120"/>
                        <a:ea typeface="Microsoft JhengHei" panose="020B0604030504040204" pitchFamily="34" charset="-12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000000"/>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000000"/>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r>
                        <a:rPr lang="en" sz="1000" b="0" i="0" u="none" strike="noStrike" err="1">
                          <a:solidFill>
                            <a:srgbClr val="000000"/>
                          </a:solidFill>
                          <a:effectLst/>
                          <a:latin typeface="Microsoft JhengHei"/>
                          <a:ea typeface="Microsoft JhengHei"/>
                          <a:cs typeface="Consolas" panose="020B0609020204030204" pitchFamily="49" charset="0"/>
                        </a:rPr>
                        <a:t>淺色底</a:t>
                      </a:r>
                      <a:r>
                        <a:rPr lang="en" sz="1000" b="0" i="0" u="none" strike="noStrike">
                          <a:solidFill>
                            <a:srgbClr val="000000"/>
                          </a:solidFill>
                          <a:effectLst/>
                          <a:latin typeface="Microsoft JhengHei"/>
                          <a:ea typeface="Microsoft JhengHei"/>
                          <a:cs typeface="Consolas" panose="020B0609020204030204" pitchFamily="49" charset="0"/>
                        </a:rPr>
                        <a:t>/</a:t>
                      </a:r>
                      <a:r>
                        <a:rPr lang="en" sz="1000" b="0" i="0" u="none" strike="noStrike" err="1">
                          <a:solidFill>
                            <a:srgbClr val="000000"/>
                          </a:solidFill>
                          <a:effectLst/>
                          <a:latin typeface="Microsoft JhengHei"/>
                          <a:ea typeface="Microsoft JhengHei"/>
                          <a:cs typeface="Consolas" panose="020B0609020204030204" pitchFamily="49" charset="0"/>
                        </a:rPr>
                        <a:t>螢光筆</a:t>
                      </a:r>
                    </a:p>
                  </a:txBody>
                  <a:tcPr marL="0" marR="0" marT="36000" marB="3600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 altLang="zh-TW" sz="1000" b="0" i="0" u="none" strike="noStrike" err="1">
                          <a:solidFill>
                            <a:srgbClr val="000000"/>
                          </a:solidFill>
                          <a:effectLst/>
                          <a:latin typeface="Microsoft JhengHei"/>
                          <a:ea typeface="Microsoft JhengHei"/>
                          <a:cs typeface="Consolas" panose="020B0609020204030204" pitchFamily="49" charset="0"/>
                        </a:rPr>
                        <a:t>邊框</a:t>
                      </a:r>
                    </a:p>
                  </a:txBody>
                  <a:tcPr marL="0" marR="0" marT="36000" marB="3600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endParaRPr lang="en" altLang="zh-TW" sz="1000" b="0" i="0" u="none" strike="noStrike">
                        <a:solidFill>
                          <a:srgbClr val="000000"/>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 altLang="zh-TW" sz="1000" b="0" i="0" u="none" strike="noStrike" err="1">
                          <a:solidFill>
                            <a:srgbClr val="000000"/>
                          </a:solidFill>
                          <a:effectLst/>
                          <a:latin typeface="Microsoft JhengHei"/>
                          <a:ea typeface="Microsoft JhengHei"/>
                          <a:cs typeface="Consolas" panose="020B0609020204030204" pitchFamily="49" charset="0"/>
                        </a:rPr>
                        <a:t>文字</a:t>
                      </a:r>
                      <a:r>
                        <a:rPr lang="en" altLang="zh-TW" sz="1000" b="0" i="0" u="none" strike="noStrike">
                          <a:solidFill>
                            <a:srgbClr val="000000"/>
                          </a:solidFill>
                          <a:effectLst/>
                          <a:latin typeface="Microsoft JhengHei"/>
                          <a:ea typeface="Microsoft JhengHei"/>
                          <a:cs typeface="Consolas" panose="020B0609020204030204" pitchFamily="49" charset="0"/>
                        </a:rPr>
                        <a:t>/</a:t>
                      </a:r>
                      <a:r>
                        <a:rPr lang="en" altLang="zh-TW" sz="1000" b="0" i="0" u="none" strike="noStrike" err="1">
                          <a:solidFill>
                            <a:srgbClr val="000000"/>
                          </a:solidFill>
                          <a:effectLst/>
                          <a:latin typeface="Microsoft JhengHei"/>
                          <a:ea typeface="Microsoft JhengHei"/>
                          <a:cs typeface="Consolas" panose="020B0609020204030204" pitchFamily="49" charset="0"/>
                        </a:rPr>
                        <a:t>深色底</a:t>
                      </a:r>
                    </a:p>
                  </a:txBody>
                  <a:tcPr marL="0" marR="0" marT="36000" marB="3600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endParaRPr lang="en" altLang="zh-TW" sz="1000" b="0" i="0" u="none" strike="noStrike">
                        <a:solidFill>
                          <a:srgbClr val="000000"/>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US" altLang="zh-TW" sz="1000" b="0" i="0" u="none" strike="noStrike">
                        <a:solidFill>
                          <a:srgbClr val="FFFFFF"/>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FFFFFF"/>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FFFFFF"/>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tc>
                  <a:txBody>
                    <a:bodyPr/>
                    <a:lstStyle/>
                    <a:p>
                      <a:pPr algn="ctr" rtl="0" fontAlgn="ctr"/>
                      <a:endParaRPr lang="en" sz="1000" b="0" i="0" u="none" strike="noStrike">
                        <a:solidFill>
                          <a:srgbClr val="FFFFFF"/>
                        </a:solidFill>
                        <a:effectLst/>
                        <a:latin typeface="Microsoft JhengHei" panose="020B0604030504040204" pitchFamily="34" charset="-120"/>
                        <a:ea typeface="Microsoft JhengHei" panose="020B0604030504040204" pitchFamily="34" charset="-120"/>
                        <a:cs typeface="Consolas" panose="020B0609020204030204" pitchFamily="49" charset="0"/>
                      </a:endParaRPr>
                    </a:p>
                  </a:txBody>
                  <a:tcPr marL="0" marR="0" marT="36000" marB="36000" anchor="ctr">
                    <a:lnL>
                      <a:noFill/>
                    </a:lnL>
                    <a:lnR>
                      <a:noFill/>
                    </a:lnR>
                    <a:lnT>
                      <a:noFill/>
                    </a:lnT>
                    <a:lnB>
                      <a:noFill/>
                    </a:lnB>
                    <a:solidFill>
                      <a:schemeClr val="bg1"/>
                    </a:solidFill>
                  </a:tcPr>
                </a:tc>
                <a:extLst>
                  <a:ext uri="{0D108BD9-81ED-4DB2-BD59-A6C34878D82A}">
                    <a16:rowId xmlns:a16="http://schemas.microsoft.com/office/drawing/2014/main" val="501473089"/>
                  </a:ext>
                </a:extLst>
              </a:tr>
            </a:tbl>
          </a:graphicData>
        </a:graphic>
      </p:graphicFrame>
    </p:spTree>
    <p:extLst>
      <p:ext uri="{BB962C8B-B14F-4D97-AF65-F5344CB8AC3E}">
        <p14:creationId xmlns:p14="http://schemas.microsoft.com/office/powerpoint/2010/main" val="2022153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270"/>
        <p:cNvGrpSpPr/>
        <p:nvPr/>
      </p:nvGrpSpPr>
      <p:grpSpPr>
        <a:xfrm>
          <a:off x="0" y="0"/>
          <a:ext cx="0" cy="0"/>
          <a:chOff x="0" y="0"/>
          <a:chExt cx="0" cy="0"/>
        </a:xfrm>
      </p:grpSpPr>
      <p:graphicFrame>
        <p:nvGraphicFramePr>
          <p:cNvPr id="273" name="Google Shape;273;g23bcfb68efc_1_45"/>
          <p:cNvGraphicFramePr/>
          <p:nvPr>
            <p:extLst>
              <p:ext uri="{D42A27DB-BD31-4B8C-83A1-F6EECF244321}">
                <p14:modId xmlns:p14="http://schemas.microsoft.com/office/powerpoint/2010/main" val="3505510746"/>
              </p:ext>
            </p:extLst>
          </p:nvPr>
        </p:nvGraphicFramePr>
        <p:xfrm>
          <a:off x="179387" y="1191830"/>
          <a:ext cx="11161712" cy="4964495"/>
        </p:xfrm>
        <a:graphic>
          <a:graphicData uri="http://schemas.openxmlformats.org/drawingml/2006/table">
            <a:tbl>
              <a:tblPr>
                <a:noFill/>
                <a:tableStyleId>{C7E2D07F-EAD9-47BB-8D15-AB9D181D91B3}</a:tableStyleId>
              </a:tblPr>
              <a:tblGrid>
                <a:gridCol w="1395214">
                  <a:extLst>
                    <a:ext uri="{9D8B030D-6E8A-4147-A177-3AD203B41FA5}">
                      <a16:colId xmlns:a16="http://schemas.microsoft.com/office/drawing/2014/main" val="20000"/>
                    </a:ext>
                  </a:extLst>
                </a:gridCol>
                <a:gridCol w="1395214">
                  <a:extLst>
                    <a:ext uri="{9D8B030D-6E8A-4147-A177-3AD203B41FA5}">
                      <a16:colId xmlns:a16="http://schemas.microsoft.com/office/drawing/2014/main" val="20001"/>
                    </a:ext>
                  </a:extLst>
                </a:gridCol>
                <a:gridCol w="1395214">
                  <a:extLst>
                    <a:ext uri="{9D8B030D-6E8A-4147-A177-3AD203B41FA5}">
                      <a16:colId xmlns:a16="http://schemas.microsoft.com/office/drawing/2014/main" val="20002"/>
                    </a:ext>
                  </a:extLst>
                </a:gridCol>
                <a:gridCol w="1395214">
                  <a:extLst>
                    <a:ext uri="{9D8B030D-6E8A-4147-A177-3AD203B41FA5}">
                      <a16:colId xmlns:a16="http://schemas.microsoft.com/office/drawing/2014/main" val="20003"/>
                    </a:ext>
                  </a:extLst>
                </a:gridCol>
                <a:gridCol w="1395214">
                  <a:extLst>
                    <a:ext uri="{9D8B030D-6E8A-4147-A177-3AD203B41FA5}">
                      <a16:colId xmlns:a16="http://schemas.microsoft.com/office/drawing/2014/main" val="20004"/>
                    </a:ext>
                  </a:extLst>
                </a:gridCol>
                <a:gridCol w="1395214">
                  <a:extLst>
                    <a:ext uri="{9D8B030D-6E8A-4147-A177-3AD203B41FA5}">
                      <a16:colId xmlns:a16="http://schemas.microsoft.com/office/drawing/2014/main" val="20005"/>
                    </a:ext>
                  </a:extLst>
                </a:gridCol>
                <a:gridCol w="1395214">
                  <a:extLst>
                    <a:ext uri="{9D8B030D-6E8A-4147-A177-3AD203B41FA5}">
                      <a16:colId xmlns:a16="http://schemas.microsoft.com/office/drawing/2014/main" val="3295819365"/>
                    </a:ext>
                  </a:extLst>
                </a:gridCol>
                <a:gridCol w="1395214">
                  <a:extLst>
                    <a:ext uri="{9D8B030D-6E8A-4147-A177-3AD203B41FA5}">
                      <a16:colId xmlns:a16="http://schemas.microsoft.com/office/drawing/2014/main" val="20007"/>
                    </a:ext>
                  </a:extLst>
                </a:gridCol>
              </a:tblGrid>
              <a:tr h="387371">
                <a:tc>
                  <a:txBody>
                    <a:bodyPr/>
                    <a:lstStyle/>
                    <a:p>
                      <a:pPr marL="0" lvl="0" indent="0" algn="ctr" rtl="0">
                        <a:spcBef>
                          <a:spcPts val="0"/>
                        </a:spcBef>
                        <a:spcAft>
                          <a:spcPts val="0"/>
                        </a:spcAft>
                        <a:buNone/>
                      </a:pPr>
                      <a:endParaRPr>
                        <a:latin typeface="Microsoft JhengHei"/>
                        <a:ea typeface="Microsoft JhengHei"/>
                        <a:cs typeface="Microsoft JhengHei"/>
                        <a:sym typeface="Microsoft JhengHei"/>
                      </a:endParaRPr>
                    </a:p>
                  </a:txBody>
                  <a:tcPr marL="91425" marR="91425" marT="90000" marB="91425" anchor="ctr">
                    <a:lnL w="9525" cap="flat" cmpd="sng">
                      <a:solidFill>
                        <a:srgbClr val="9E9E9E">
                          <a:alpha val="0"/>
                        </a:srgbClr>
                      </a:solidFill>
                      <a:prstDash val="solid"/>
                      <a:round/>
                      <a:headEnd type="none" w="sm" len="sm"/>
                      <a:tailEnd type="none" w="sm" len="sm"/>
                    </a:lnL>
                    <a:lnR w="9525" cap="flat" cmpd="sng" algn="ctr">
                      <a:solidFill>
                        <a:srgbClr val="B2B2B2">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a:latin typeface="Microsoft JhengHei"/>
                        <a:ea typeface="Microsoft JhengHei"/>
                        <a:cs typeface="Microsoft JhengHei"/>
                        <a:sym typeface="Microsoft JhengHei"/>
                      </a:endParaRPr>
                    </a:p>
                  </a:txBody>
                  <a:tcPr marL="91425" marR="91425" marT="90000" marB="91425" anchor="ctr">
                    <a:lnL w="9525" cap="flat" cmpd="sng" algn="ctr">
                      <a:solidFill>
                        <a:srgbClr val="B2B2B2">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b="0" i="0" u="none" strike="noStrike" cap="none">
                          <a:solidFill>
                            <a:srgbClr val="000000"/>
                          </a:solidFill>
                          <a:latin typeface="Microsoft JhengHei"/>
                          <a:ea typeface="Microsoft JhengHei"/>
                          <a:cs typeface="Microsoft JhengHei"/>
                          <a:sym typeface="Microsoft JhengHei"/>
                        </a:rPr>
                        <a:t>500</a:t>
                      </a: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r>
                        <a:rPr lang="en-US" sz="1200" b="0" i="0" u="none" strike="noStrike" cap="none">
                          <a:solidFill>
                            <a:srgbClr val="000000"/>
                          </a:solidFill>
                          <a:latin typeface="Microsoft JhengHei"/>
                          <a:ea typeface="Microsoft JhengHei"/>
                          <a:cs typeface="Microsoft JhengHei"/>
                          <a:sym typeface="Microsoft JhengHei"/>
                        </a:rPr>
                        <a:t>200</a:t>
                      </a:r>
                      <a:endParaRPr sz="1200" b="0" i="0" u="none" strike="noStrike" cap="none">
                        <a:solidFill>
                          <a:srgbClr val="000000"/>
                        </a:solidFill>
                        <a:latin typeface="Microsoft JhengHei"/>
                        <a:ea typeface="Microsoft JhengHei"/>
                        <a:cs typeface="Microsoft JhengHei"/>
                        <a:sym typeface="Microsoft JhengHei"/>
                      </a:endParaRP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b="0" i="0" u="none" strike="noStrike" cap="none">
                          <a:solidFill>
                            <a:srgbClr val="000000"/>
                          </a:solidFill>
                          <a:latin typeface="Microsoft JhengHei"/>
                          <a:ea typeface="Microsoft JhengHei"/>
                          <a:cs typeface="Microsoft JhengHei"/>
                          <a:sym typeface="Microsoft JhengHei"/>
                        </a:rPr>
                        <a:t>300</a:t>
                      </a: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r>
                        <a:rPr lang="en-US" sz="1200" b="0" i="0" u="none" strike="noStrike" cap="none">
                          <a:solidFill>
                            <a:srgbClr val="000000"/>
                          </a:solidFill>
                          <a:latin typeface="Microsoft JhengHei"/>
                          <a:ea typeface="Microsoft JhengHei"/>
                          <a:cs typeface="Microsoft JhengHei"/>
                          <a:sym typeface="Microsoft JhengHei"/>
                        </a:rPr>
                        <a:t>400</a:t>
                      </a:r>
                      <a:endParaRPr sz="1200" b="0" i="0" u="none" strike="noStrike" cap="none">
                        <a:solidFill>
                          <a:srgbClr val="000000"/>
                        </a:solidFill>
                        <a:latin typeface="Microsoft JhengHei"/>
                        <a:ea typeface="Microsoft JhengHei"/>
                        <a:cs typeface="Microsoft JhengHei"/>
                        <a:sym typeface="Microsoft JhengHei"/>
                      </a:endParaRP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r>
                        <a:rPr lang="en-US" sz="1200" b="0" i="0" u="none" strike="noStrike" cap="none">
                          <a:solidFill>
                            <a:srgbClr val="000000"/>
                          </a:solidFill>
                          <a:latin typeface="Microsoft JhengHei"/>
                          <a:ea typeface="Microsoft JhengHei"/>
                          <a:cs typeface="Microsoft JhengHei"/>
                          <a:sym typeface="Microsoft JhengHei"/>
                        </a:rPr>
                        <a:t>600</a:t>
                      </a:r>
                      <a:endParaRPr sz="1200" b="0" i="0" u="none" strike="noStrike" cap="none">
                        <a:solidFill>
                          <a:srgbClr val="000000"/>
                        </a:solidFill>
                        <a:latin typeface="Microsoft JhengHei"/>
                        <a:ea typeface="Microsoft JhengHei"/>
                        <a:cs typeface="Microsoft JhengHei"/>
                        <a:sym typeface="Microsoft JhengHei"/>
                      </a:endParaRP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b="0" i="0" u="none" strike="noStrike" cap="none">
                          <a:solidFill>
                            <a:srgbClr val="000000"/>
                          </a:solidFill>
                          <a:latin typeface="Microsoft JhengHei"/>
                          <a:ea typeface="Microsoft JhengHei"/>
                          <a:cs typeface="Microsoft JhengHei"/>
                          <a:sym typeface="Microsoft JhengHei"/>
                        </a:rPr>
                        <a:t>700</a:t>
                      </a:r>
                    </a:p>
                  </a:txBody>
                  <a:tcPr marL="91425" marR="91425" marT="9000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2330085971"/>
                  </a:ext>
                </a:extLst>
              </a:tr>
              <a:tr h="581771">
                <a:tc>
                  <a:txBody>
                    <a:bodyPr/>
                    <a:lstStyle/>
                    <a:p>
                      <a:pPr marL="0" lvl="0" indent="0" algn="ctr" rtl="0">
                        <a:spcBef>
                          <a:spcPts val="0"/>
                        </a:spcBef>
                        <a:spcAft>
                          <a:spcPts val="0"/>
                        </a:spcAft>
                        <a:buNone/>
                      </a:pPr>
                      <a:endParaRPr>
                        <a:latin typeface="Microsoft JhengHei"/>
                        <a:ea typeface="Microsoft JhengHei"/>
                        <a:cs typeface="Microsoft JhengHei"/>
                        <a:sym typeface="Microsoft JhengHei"/>
                      </a:endParaRPr>
                    </a:p>
                  </a:txBody>
                  <a:tcPr marL="91425" marR="91425" marT="90000" marB="91425" anchor="ctr">
                    <a:lnL w="9525" cap="flat" cmpd="sng">
                      <a:solidFill>
                        <a:srgbClr val="9E9E9E">
                          <a:alpha val="0"/>
                        </a:srgbClr>
                      </a:solidFill>
                      <a:prstDash val="solid"/>
                      <a:round/>
                      <a:headEnd type="none" w="sm" len="sm"/>
                      <a:tailEnd type="none" w="sm" len="sm"/>
                    </a:lnL>
                    <a:lnR w="9525" cap="flat" cmpd="sng" algn="ctr">
                      <a:solidFill>
                        <a:srgbClr val="B2B2B2">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zh-TW">
                          <a:latin typeface="Microsoft JhengHei"/>
                          <a:ea typeface="Microsoft JhengHei"/>
                          <a:cs typeface="Microsoft JhengHei"/>
                          <a:sym typeface="Microsoft JhengHei"/>
                        </a:rPr>
                        <a:t>編號</a:t>
                      </a:r>
                      <a:endParaRPr>
                        <a:latin typeface="Microsoft JhengHei"/>
                        <a:ea typeface="Microsoft JhengHei"/>
                        <a:cs typeface="Microsoft JhengHei"/>
                        <a:sym typeface="Microsoft JhengHei"/>
                      </a:endParaRPr>
                    </a:p>
                  </a:txBody>
                  <a:tcPr marL="91425" marR="91425" marT="90000" marB="91425" anchor="ctr">
                    <a:lnL w="9525" cap="flat" cmpd="sng" algn="ctr">
                      <a:solidFill>
                        <a:srgbClr val="B2B2B2">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a:latin typeface="Microsoft JhengHei"/>
                          <a:ea typeface="Microsoft JhengHei"/>
                          <a:cs typeface="Microsoft JhengHei"/>
                          <a:sym typeface="Microsoft JhengHei"/>
                        </a:rPr>
                        <a:t>1</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200" b="0" i="0" u="none" strike="noStrike" cap="none">
                          <a:solidFill>
                            <a:srgbClr val="000000"/>
                          </a:solidFill>
                          <a:latin typeface="Microsoft JhengHei"/>
                          <a:ea typeface="Microsoft JhengHei"/>
                          <a:cs typeface="Microsoft JhengHei"/>
                          <a:sym typeface="Microsoft JhengHei"/>
                        </a:rPr>
                        <a:t>文字、深色底</a:t>
                      </a: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zh-TW">
                          <a:latin typeface="Microsoft JhengHei"/>
                          <a:ea typeface="Microsoft JhengHei"/>
                          <a:cs typeface="Microsoft JhengHei"/>
                          <a:sym typeface="Microsoft JhengHei"/>
                        </a:rPr>
                        <a:t>2</a:t>
                      </a:r>
                      <a:endParaRPr>
                        <a:latin typeface="Microsoft JhengHei"/>
                        <a:ea typeface="Microsoft JhengHei"/>
                        <a:cs typeface="Microsoft JhengHei"/>
                        <a:sym typeface="Microsoft JhengHei"/>
                      </a:endParaRPr>
                    </a:p>
                    <a:p>
                      <a:pPr marL="0" lvl="0" indent="0" algn="ctr" rtl="0">
                        <a:spcBef>
                          <a:spcPts val="0"/>
                        </a:spcBef>
                        <a:spcAft>
                          <a:spcPts val="0"/>
                        </a:spcAft>
                        <a:buNone/>
                      </a:pPr>
                      <a:r>
                        <a:rPr lang="zh-TW" sz="1200">
                          <a:latin typeface="Microsoft JhengHei"/>
                          <a:ea typeface="Microsoft JhengHei"/>
                          <a:cs typeface="Microsoft JhengHei"/>
                          <a:sym typeface="Microsoft JhengHei"/>
                        </a:rPr>
                        <a:t>淺色底、螢光筆</a:t>
                      </a:r>
                      <a:endParaRPr sz="1200">
                        <a:latin typeface="Microsoft JhengHei"/>
                        <a:ea typeface="Microsoft JhengHei"/>
                        <a:cs typeface="Microsoft JhengHei"/>
                        <a:sym typeface="Microsoft JhengHei"/>
                      </a:endParaRP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zh-TW">
                          <a:latin typeface="Microsoft JhengHei"/>
                          <a:ea typeface="Microsoft JhengHei"/>
                          <a:cs typeface="Microsoft JhengHei"/>
                          <a:sym typeface="Microsoft JhengHei"/>
                        </a:rPr>
                        <a:t>3</a:t>
                      </a:r>
                      <a:endParaRPr lang="en-US" altLang="zh-TW">
                        <a:latin typeface="Microsoft JhengHei"/>
                        <a:ea typeface="Microsoft JhengHei"/>
                        <a:cs typeface="Microsoft JhengHei"/>
                        <a:sym typeface="Microsoft JhengHei"/>
                      </a:endParaRPr>
                    </a:p>
                    <a:p>
                      <a:pPr marL="0" lvl="0" indent="0" algn="ctr" rtl="0">
                        <a:spcBef>
                          <a:spcPts val="0"/>
                        </a:spcBef>
                        <a:spcAft>
                          <a:spcPts val="0"/>
                        </a:spcAft>
                        <a:buNone/>
                      </a:pPr>
                      <a:r>
                        <a:rPr lang="zh-TW" altLang="en-US" sz="1200" b="0" i="0" u="none" strike="noStrike" cap="none">
                          <a:solidFill>
                            <a:srgbClr val="000000"/>
                          </a:solidFill>
                          <a:latin typeface="Microsoft JhengHei"/>
                          <a:ea typeface="Microsoft JhengHei"/>
                          <a:cs typeface="Microsoft JhengHei"/>
                          <a:sym typeface="Microsoft JhengHei"/>
                        </a:rPr>
                        <a:t>邊框</a:t>
                      </a:r>
                    </a:p>
                    <a:p>
                      <a:pPr marL="0" lvl="0" indent="0" algn="ctr" rtl="0">
                        <a:spcBef>
                          <a:spcPts val="0"/>
                        </a:spcBef>
                        <a:spcAft>
                          <a:spcPts val="0"/>
                        </a:spcAft>
                        <a:buNone/>
                      </a:pPr>
                      <a:endParaRPr sz="100">
                        <a:latin typeface="Microsoft JhengHei"/>
                        <a:ea typeface="Microsoft JhengHei"/>
                        <a:cs typeface="Microsoft JhengHei"/>
                        <a:sym typeface="Microsoft JhengHei"/>
                      </a:endParaRP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zh-TW">
                          <a:latin typeface="Microsoft JhengHei"/>
                          <a:ea typeface="Microsoft JhengHei"/>
                          <a:cs typeface="Microsoft JhengHei"/>
                          <a:sym typeface="Microsoft JhengHei"/>
                        </a:rPr>
                        <a:t>4</a:t>
                      </a: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Microsoft JhengHei"/>
                          <a:ea typeface="Microsoft JhengHei"/>
                          <a:cs typeface="Microsoft JhengHei"/>
                          <a:sym typeface="Microsoft JhengHei"/>
                        </a:rPr>
                        <a:t>5</a:t>
                      </a:r>
                      <a:endParaRPr>
                        <a:latin typeface="Microsoft JhengHei"/>
                        <a:ea typeface="Microsoft JhengHei"/>
                        <a:cs typeface="Microsoft JhengHei"/>
                        <a:sym typeface="Microsoft JhengHei"/>
                      </a:endParaRPr>
                    </a:p>
                  </a:txBody>
                  <a:tcPr marL="91425" marR="91425" marT="90000"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zh-TW">
                          <a:latin typeface="Microsoft JhengHei"/>
                          <a:ea typeface="Microsoft JhengHei"/>
                          <a:cs typeface="Microsoft JhengHei"/>
                          <a:sym typeface="Microsoft JhengHei"/>
                        </a:rPr>
                        <a:t>6</a:t>
                      </a:r>
                      <a:endParaRPr sz="100">
                        <a:latin typeface="Microsoft JhengHei"/>
                        <a:ea typeface="Microsoft JhengHei"/>
                        <a:cs typeface="Microsoft JhengHei"/>
                        <a:sym typeface="Microsoft JhengHei"/>
                      </a:endParaRPr>
                    </a:p>
                  </a:txBody>
                  <a:tcPr marL="91425" marR="91425" marT="9000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0">
                <a:tc rowSpan="8">
                  <a:txBody>
                    <a:bodyPr/>
                    <a:lstStyle/>
                    <a:p>
                      <a:pPr marL="0" lvl="0" indent="0" algn="ctr" rtl="0">
                        <a:spcBef>
                          <a:spcPts val="0"/>
                        </a:spcBef>
                        <a:spcAft>
                          <a:spcPts val="0"/>
                        </a:spcAft>
                        <a:buNone/>
                      </a:pPr>
                      <a:r>
                        <a:rPr lang="zh-TW">
                          <a:latin typeface="Microsoft JhengHei"/>
                          <a:ea typeface="Microsoft JhengHei"/>
                          <a:cs typeface="Microsoft JhengHei"/>
                          <a:sym typeface="Microsoft JhengHei"/>
                        </a:rPr>
                        <a:t>主題顏色</a:t>
                      </a:r>
                      <a:endParaRPr>
                        <a:latin typeface="Microsoft JhengHei"/>
                        <a:ea typeface="Microsoft JhengHei"/>
                        <a:cs typeface="Microsoft JhengHei"/>
                        <a:sym typeface="Microsoft JhengHei"/>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rowSpan="2">
                  <a:txBody>
                    <a:bodyPr/>
                    <a:lstStyle/>
                    <a:p>
                      <a:pPr marL="0" lvl="0" indent="0" algn="ctr" rtl="0">
                        <a:spcBef>
                          <a:spcPts val="0"/>
                        </a:spcBef>
                        <a:spcAft>
                          <a:spcPts val="0"/>
                        </a:spcAft>
                        <a:buNone/>
                      </a:pPr>
                      <a:r>
                        <a:rPr lang="zh-TW" altLang="en-US" sz="1400" b="0" i="0" u="none" strike="noStrike" cap="none">
                          <a:solidFill>
                            <a:srgbClr val="000000"/>
                          </a:solidFill>
                          <a:latin typeface="Microsoft JhengHei"/>
                          <a:ea typeface="Microsoft JhengHei"/>
                          <a:cs typeface="Microsoft JhengHei"/>
                          <a:sym typeface="Microsoft JhengHei"/>
                        </a:rPr>
                        <a:t>顏色一</a:t>
                      </a:r>
                      <a:r>
                        <a:rPr lang="en-US" altLang="zh-TW" sz="1400" b="0" i="0" u="none" strike="noStrike" cap="none">
                          <a:solidFill>
                            <a:srgbClr val="000000"/>
                          </a:solidFill>
                          <a:latin typeface="Microsoft JhengHei"/>
                          <a:ea typeface="Microsoft JhengHei"/>
                          <a:cs typeface="Microsoft JhengHei"/>
                          <a:sym typeface="Microsoft JhengHei"/>
                        </a:rPr>
                        <a:t>(blue)</a:t>
                      </a:r>
                      <a:endParaRPr sz="1400" b="0" i="0" u="none" strike="noStrike" cap="none">
                        <a:solidFill>
                          <a:srgbClr val="000000"/>
                        </a:solidFill>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3B82F6"/>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BFDBFE"/>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93C5FD"/>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60A5FA"/>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2563EB"/>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1D4ED8"/>
                    </a:solidFill>
                  </a:tcPr>
                </a:tc>
                <a:extLst>
                  <a:ext uri="{0D108BD9-81ED-4DB2-BD59-A6C34878D82A}">
                    <a16:rowId xmlns:a16="http://schemas.microsoft.com/office/drawing/2014/main" val="10001"/>
                  </a:ext>
                </a:extLst>
              </a:tr>
              <a:tr h="269154">
                <a:tc vMerge="1">
                  <a:txBody>
                    <a:bodyPr/>
                    <a:lstStyle/>
                    <a:p>
                      <a:endParaRPr lang="zh-TW"/>
                    </a:p>
                  </a:txBody>
                  <a:tcPr/>
                </a:tc>
                <a:tc vMerge="1">
                  <a:txBody>
                    <a:bodyPr/>
                    <a:lstStyle/>
                    <a:p>
                      <a:endParaRPr lang="zh-TW"/>
                    </a:p>
                  </a:txBody>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#3b82f6</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a:t>
                      </a:r>
                      <a:r>
                        <a:rPr lang="en" altLang="zh-TW" sz="1200">
                          <a:latin typeface="Consolas" panose="020B0609020204030204" pitchFamily="49" charset="0"/>
                          <a:ea typeface="Microsoft JhengHei" panose="020B0604030504040204" pitchFamily="34" charset="-120"/>
                          <a:cs typeface="Consolas" panose="020B0609020204030204" pitchFamily="49" charset="0"/>
                        </a:rPr>
                        <a:t>bfdbfe</a:t>
                      </a:r>
                      <a:endParaRPr lang="en-US" sz="1200">
                        <a:latin typeface="Consolas"/>
                        <a:ea typeface="Consolas"/>
                        <a:cs typeface="Consolas"/>
                        <a:sym typeface="Consolas"/>
                      </a:endParaRP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a:t>
                      </a:r>
                      <a:r>
                        <a:rPr lang="en" altLang="zh-TW" sz="1200">
                          <a:latin typeface="Consolas" panose="020B0609020204030204" pitchFamily="49" charset="0"/>
                          <a:ea typeface="Microsoft JhengHei" panose="020B0604030504040204" pitchFamily="34" charset="-120"/>
                          <a:cs typeface="Consolas" panose="020B0609020204030204" pitchFamily="49" charset="0"/>
                        </a:rPr>
                        <a:t>93c5fd</a:t>
                      </a:r>
                      <a:endParaRPr lang="en-US"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algn="ctr"/>
                      <a:r>
                        <a:rPr lang="en" altLang="zh-TW" sz="1200">
                          <a:latin typeface="Consolas" panose="020B0609020204030204" pitchFamily="49" charset="0"/>
                          <a:ea typeface="Microsoft JhengHei" panose="020B0604030504040204" pitchFamily="34" charset="-120"/>
                          <a:cs typeface="Consolas" panose="020B0609020204030204" pitchFamily="49" charset="0"/>
                        </a:rPr>
                        <a:t>#60a5fa</a:t>
                      </a:r>
                      <a:endParaRPr lang="zh-TW" altLang="en-US" sz="1200">
                        <a:latin typeface="Consolas" panose="020B0609020204030204" pitchFamily="49" charset="0"/>
                        <a:ea typeface="Microsoft JhengHei" panose="020B0604030504040204" pitchFamily="34" charset="-120"/>
                        <a:cs typeface="Consolas" panose="020B0609020204030204" pitchFamily="49" charset="0"/>
                      </a:endParaRPr>
                    </a:p>
                  </a:txBody>
                  <a:tcPr marL="91425" marR="91425" marT="0"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#2563eb</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#1d4ed8</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0">
                <a:tc vMerge="1">
                  <a:txBody>
                    <a:bodyPr/>
                    <a:lstStyle/>
                    <a:p>
                      <a:endParaRPr lang="zh-TW"/>
                    </a:p>
                  </a:txBody>
                  <a:tcPr/>
                </a:tc>
                <a:tc rowSpan="2">
                  <a:txBody>
                    <a:bodyPr/>
                    <a:lstStyle/>
                    <a:p>
                      <a:pPr marL="0" lvl="0" indent="0" algn="ctr" rtl="0">
                        <a:spcBef>
                          <a:spcPts val="0"/>
                        </a:spcBef>
                        <a:spcAft>
                          <a:spcPts val="0"/>
                        </a:spcAft>
                        <a:buNone/>
                      </a:pPr>
                      <a:r>
                        <a:rPr lang="zh-TW" altLang="en-US" sz="1400" b="0" i="0" u="none" strike="noStrike" cap="none">
                          <a:solidFill>
                            <a:srgbClr val="000000"/>
                          </a:solidFill>
                          <a:latin typeface="Microsoft JhengHei"/>
                          <a:ea typeface="Microsoft JhengHei"/>
                          <a:cs typeface="Microsoft JhengHei"/>
                          <a:sym typeface="Microsoft JhengHei"/>
                        </a:rPr>
                        <a:t>顏色二</a:t>
                      </a:r>
                      <a:r>
                        <a:rPr lang="en-US" altLang="zh-TW" sz="1400" b="0" i="0" u="none" strike="noStrike" cap="none">
                          <a:solidFill>
                            <a:srgbClr val="000000"/>
                          </a:solidFill>
                          <a:latin typeface="Microsoft JhengHei"/>
                          <a:ea typeface="Microsoft JhengHei"/>
                          <a:cs typeface="Microsoft JhengHei"/>
                          <a:sym typeface="Microsoft JhengHei"/>
                        </a:rPr>
                        <a:t>(violet)</a:t>
                      </a:r>
                      <a:endParaRPr sz="1400" b="0" i="0" u="none" strike="noStrike" cap="none">
                        <a:solidFill>
                          <a:srgbClr val="000000"/>
                        </a:solidFill>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8B5CF6"/>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DDD6FE"/>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C4B5FD"/>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A78BFA"/>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7C3AED"/>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6D28D9"/>
                    </a:solidFill>
                  </a:tcPr>
                </a:tc>
                <a:extLst>
                  <a:ext uri="{0D108BD9-81ED-4DB2-BD59-A6C34878D82A}">
                    <a16:rowId xmlns:a16="http://schemas.microsoft.com/office/drawing/2014/main" val="10003"/>
                  </a:ext>
                </a:extLst>
              </a:tr>
              <a:tr h="269154">
                <a:tc vMerge="1">
                  <a:txBody>
                    <a:bodyPr/>
                    <a:lstStyle/>
                    <a:p>
                      <a:endParaRPr lang="zh-TW"/>
                    </a:p>
                  </a:txBody>
                  <a:tcPr/>
                </a:tc>
                <a:tc vMerge="1">
                  <a:txBody>
                    <a:bodyPr/>
                    <a:lstStyle/>
                    <a:p>
                      <a:endParaRPr lang="zh-TW"/>
                    </a:p>
                  </a:txBody>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#8b5cf6</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#ddd6fe</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#c4b5fd</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#a78bfa</a:t>
                      </a:r>
                    </a:p>
                  </a:txBody>
                  <a:tcPr marL="91425" marR="91425" marT="0"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#7c3aed</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#6d28d9</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r h="0">
                <a:tc vMerge="1">
                  <a:txBody>
                    <a:bodyPr/>
                    <a:lstStyle/>
                    <a:p>
                      <a:endParaRPr lang="zh-TW"/>
                    </a:p>
                  </a:txBody>
                  <a:tcPr/>
                </a:tc>
                <a:tc rowSpan="2">
                  <a:txBody>
                    <a:bodyPr/>
                    <a:lstStyle/>
                    <a:p>
                      <a:pPr marL="0" lvl="0" indent="0" algn="ctr" rtl="0">
                        <a:spcBef>
                          <a:spcPts val="0"/>
                        </a:spcBef>
                        <a:spcAft>
                          <a:spcPts val="0"/>
                        </a:spcAft>
                        <a:buNone/>
                      </a:pPr>
                      <a:r>
                        <a:rPr lang="zh-TW" altLang="en-US" sz="1400" b="0" i="0" u="none" strike="noStrike" cap="none">
                          <a:solidFill>
                            <a:srgbClr val="000000"/>
                          </a:solidFill>
                          <a:latin typeface="Microsoft JhengHei"/>
                          <a:ea typeface="Microsoft JhengHei"/>
                          <a:cs typeface="Microsoft JhengHei"/>
                          <a:sym typeface="Microsoft JhengHei"/>
                        </a:rPr>
                        <a:t>顏色三</a:t>
                      </a:r>
                      <a:r>
                        <a:rPr lang="en-US" altLang="zh-TW" sz="1400" b="0" i="0" u="none" strike="noStrike" cap="none">
                          <a:solidFill>
                            <a:srgbClr val="000000"/>
                          </a:solidFill>
                          <a:latin typeface="Microsoft JhengHei"/>
                          <a:ea typeface="Microsoft JhengHei"/>
                          <a:cs typeface="Microsoft JhengHei"/>
                          <a:sym typeface="Microsoft JhengHei"/>
                        </a:rPr>
                        <a:t>(rose)</a:t>
                      </a:r>
                      <a:endParaRPr sz="1400" b="0" i="0" u="none" strike="noStrike" cap="none">
                        <a:solidFill>
                          <a:srgbClr val="000000"/>
                        </a:solidFill>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F43F5E"/>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FECDD3"/>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DA4AF"/>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B7185"/>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E11C48"/>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E123C"/>
                    </a:solidFill>
                  </a:tcPr>
                </a:tc>
                <a:extLst>
                  <a:ext uri="{0D108BD9-81ED-4DB2-BD59-A6C34878D82A}">
                    <a16:rowId xmlns:a16="http://schemas.microsoft.com/office/drawing/2014/main" val="10005"/>
                  </a:ext>
                </a:extLst>
              </a:tr>
              <a:tr h="269154">
                <a:tc vMerge="1">
                  <a:txBody>
                    <a:bodyPr/>
                    <a:lstStyle/>
                    <a:p>
                      <a:endParaRPr lang="zh-TW"/>
                    </a:p>
                  </a:txBody>
                  <a:tcPr/>
                </a:tc>
                <a:tc vMerge="1">
                  <a:txBody>
                    <a:bodyPr/>
                    <a:lstStyle/>
                    <a:p>
                      <a:endParaRPr lang="zh-TW"/>
                    </a:p>
                  </a:txBody>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#f43f5e</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#fecdd3</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#fda4af</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#fb7185</a:t>
                      </a:r>
                    </a:p>
                  </a:txBody>
                  <a:tcPr marL="91425" marR="91425" marT="0"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#e11c48</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#be123c</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6"/>
                  </a:ext>
                </a:extLst>
              </a:tr>
              <a:tr h="0">
                <a:tc vMerge="1">
                  <a:txBody>
                    <a:bodyPr/>
                    <a:lstStyle/>
                    <a:p>
                      <a:endParaRPr lang="zh-TW"/>
                    </a:p>
                  </a:txBody>
                  <a:tcPr/>
                </a:tc>
                <a:tc rowSpan="2">
                  <a:txBody>
                    <a:bodyPr/>
                    <a:lstStyle/>
                    <a:p>
                      <a:pPr marL="0" lvl="0" indent="0" algn="ctr" rtl="0">
                        <a:spcBef>
                          <a:spcPts val="0"/>
                        </a:spcBef>
                        <a:spcAft>
                          <a:spcPts val="0"/>
                        </a:spcAft>
                        <a:buNone/>
                      </a:pPr>
                      <a:r>
                        <a:rPr lang="zh-TW">
                          <a:latin typeface="Microsoft JhengHei"/>
                          <a:ea typeface="Microsoft JhengHei"/>
                          <a:cs typeface="Microsoft JhengHei"/>
                          <a:sym typeface="Microsoft JhengHei"/>
                        </a:rPr>
                        <a:t>顏色四(</a:t>
                      </a:r>
                      <a:r>
                        <a:rPr lang="en-US" altLang="zh-TW">
                          <a:latin typeface="Microsoft JhengHei"/>
                          <a:ea typeface="Microsoft JhengHei"/>
                          <a:cs typeface="Microsoft JhengHei"/>
                          <a:sym typeface="Microsoft JhengHei"/>
                        </a:rPr>
                        <a:t>yellow</a:t>
                      </a:r>
                      <a:r>
                        <a:rPr lang="zh-TW">
                          <a:latin typeface="Microsoft JhengHei"/>
                          <a:ea typeface="Microsoft JhengHei"/>
                          <a:cs typeface="Microsoft JhengHei"/>
                          <a:sym typeface="Microsoft JhengHei"/>
                        </a:rPr>
                        <a:t>)</a:t>
                      </a:r>
                      <a:endParaRPr>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F59E0B"/>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FDE68A"/>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CD34D"/>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BBF24"/>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D97706"/>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B45309"/>
                    </a:solidFill>
                  </a:tcPr>
                </a:tc>
                <a:extLst>
                  <a:ext uri="{0D108BD9-81ED-4DB2-BD59-A6C34878D82A}">
                    <a16:rowId xmlns:a16="http://schemas.microsoft.com/office/drawing/2014/main" val="10007"/>
                  </a:ext>
                </a:extLst>
              </a:tr>
              <a:tr h="269154">
                <a:tc vMerge="1">
                  <a:txBody>
                    <a:bodyPr/>
                    <a:lstStyle/>
                    <a:p>
                      <a:endParaRPr lang="zh-TW"/>
                    </a:p>
                  </a:txBody>
                  <a:tcPr/>
                </a:tc>
                <a:tc vMerge="1">
                  <a:txBody>
                    <a:bodyPr/>
                    <a:lstStyle/>
                    <a:p>
                      <a:endParaRPr lang="zh-TW"/>
                    </a:p>
                  </a:txBody>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#f59e0b</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#fde68a</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#fcd34d</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#fbbf24</a:t>
                      </a:r>
                    </a:p>
                  </a:txBody>
                  <a:tcPr marL="91425" marR="91425" marT="0"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#d97706</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#b45309</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8"/>
                  </a:ext>
                </a:extLst>
              </a:tr>
              <a:tr h="94457">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9525" cap="flat" cmpd="sng">
                      <a:solidFill>
                        <a:srgbClr val="9E9E9E">
                          <a:alpha val="0"/>
                        </a:srgbClr>
                      </a:solidFill>
                      <a:prstDash val="solid"/>
                      <a:round/>
                      <a:headEnd type="none" w="sm" len="sm"/>
                      <a:tailEnd type="none" w="sm" len="sm"/>
                    </a:lnL>
                    <a:lnR w="9525" cap="flat" cmpd="sng">
                      <a:solidFill>
                        <a:srgbClr val="B2B2B2">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9525" cap="flat" cmpd="sng">
                      <a:solidFill>
                        <a:srgbClr val="B2B2B2">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Microsoft JhengHei"/>
                        <a:ea typeface="Microsoft JhengHei"/>
                        <a:cs typeface="Microsoft JhengHei"/>
                        <a:sym typeface="Microsoft JhengHei"/>
                      </a:endParaRPr>
                    </a:p>
                  </a:txBody>
                  <a:tcPr marL="91425" marR="91425" marT="18000" marB="18000"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9"/>
                  </a:ext>
                </a:extLst>
              </a:tr>
              <a:tr h="0">
                <a:tc rowSpan="8">
                  <a:txBody>
                    <a:bodyPr/>
                    <a:lstStyle/>
                    <a:p>
                      <a:pPr marL="0" marR="0" lvl="0" indent="0" algn="ctr" rtl="0">
                        <a:lnSpc>
                          <a:spcPct val="100000"/>
                        </a:lnSpc>
                        <a:spcBef>
                          <a:spcPts val="0"/>
                        </a:spcBef>
                        <a:spcAft>
                          <a:spcPts val="0"/>
                        </a:spcAft>
                        <a:buNone/>
                      </a:pPr>
                      <a:r>
                        <a:rPr lang="zh-TW">
                          <a:latin typeface="Microsoft JhengHei"/>
                          <a:ea typeface="Microsoft JhengHei"/>
                          <a:cs typeface="Microsoft JhengHei"/>
                          <a:sym typeface="Microsoft JhengHei"/>
                        </a:rPr>
                        <a:t>功能顏色</a:t>
                      </a:r>
                      <a:endParaRPr>
                        <a:latin typeface="Microsoft JhengHei"/>
                        <a:ea typeface="Microsoft JhengHei"/>
                        <a:cs typeface="Microsoft JhengHei"/>
                        <a:sym typeface="Microsoft JhengHei"/>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B2B2B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rowSpan="2">
                  <a:txBody>
                    <a:bodyPr/>
                    <a:lstStyle/>
                    <a:p>
                      <a:pPr marL="0" marR="0" lvl="0" indent="0" algn="ctr" rtl="0">
                        <a:lnSpc>
                          <a:spcPct val="100000"/>
                        </a:lnSpc>
                        <a:spcBef>
                          <a:spcPts val="0"/>
                        </a:spcBef>
                        <a:spcAft>
                          <a:spcPts val="0"/>
                        </a:spcAft>
                        <a:buNone/>
                      </a:pPr>
                      <a:r>
                        <a:rPr lang="zh-TW">
                          <a:latin typeface="Microsoft JhengHei"/>
                          <a:ea typeface="Microsoft JhengHei"/>
                          <a:cs typeface="Microsoft JhengHei"/>
                          <a:sym typeface="Microsoft JhengHei"/>
                        </a:rPr>
                        <a:t>無彩色</a:t>
                      </a:r>
                      <a:r>
                        <a:rPr lang="en-US" altLang="zh-TW">
                          <a:latin typeface="Microsoft JhengHei"/>
                          <a:ea typeface="Microsoft JhengHei"/>
                          <a:cs typeface="Microsoft JhengHei"/>
                          <a:sym typeface="Microsoft JhengHei"/>
                        </a:rPr>
                        <a:t>(zinc)</a:t>
                      </a:r>
                      <a:endParaRPr>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71717A"/>
                    </a:solidFill>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E4E4E7"/>
                    </a:solidFill>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4D4D8"/>
                    </a:solidFill>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A1A1AA"/>
                    </a:solidFill>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52525B"/>
                    </a:solidFill>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3F3F46"/>
                    </a:solidFill>
                  </a:tcPr>
                </a:tc>
                <a:extLst>
                  <a:ext uri="{0D108BD9-81ED-4DB2-BD59-A6C34878D82A}">
                    <a16:rowId xmlns:a16="http://schemas.microsoft.com/office/drawing/2014/main" val="10010"/>
                  </a:ext>
                </a:extLst>
              </a:tr>
              <a:tr h="279782">
                <a:tc vMerge="1">
                  <a:txBody>
                    <a:bodyPr/>
                    <a:lstStyle/>
                    <a:p>
                      <a:endParaRPr lang="zh-TW"/>
                    </a:p>
                  </a:txBody>
                  <a:tcPr/>
                </a:tc>
                <a:tc vMerge="1">
                  <a:txBody>
                    <a:bodyPr/>
                    <a:lstStyle/>
                    <a:p>
                      <a:endParaRPr lang="zh-TW"/>
                    </a:p>
                  </a:txBody>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#71717a</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#e4e4e7</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#d4d4d8</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#a1a1aa</a:t>
                      </a:r>
                    </a:p>
                  </a:txBody>
                  <a:tcPr marL="91425" marR="91425" marT="0"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#52525b</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#3f3f46</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11"/>
                  </a:ext>
                </a:extLst>
              </a:tr>
              <a:tr h="0">
                <a:tc vMerge="1">
                  <a:txBody>
                    <a:bodyPr/>
                    <a:lstStyle/>
                    <a:p>
                      <a:endParaRPr lang="zh-TW"/>
                    </a:p>
                  </a:txBody>
                  <a:tcPr/>
                </a:tc>
                <a:tc rowSpan="2">
                  <a:txBody>
                    <a:bodyPr/>
                    <a:lstStyle/>
                    <a:p>
                      <a:pPr marL="0" marR="0" lvl="0" indent="0" algn="ctr" rtl="0">
                        <a:lnSpc>
                          <a:spcPct val="100000"/>
                        </a:lnSpc>
                        <a:spcBef>
                          <a:spcPts val="0"/>
                        </a:spcBef>
                        <a:spcAft>
                          <a:spcPts val="0"/>
                        </a:spcAft>
                        <a:buNone/>
                      </a:pPr>
                      <a:r>
                        <a:rPr lang="zh-TW">
                          <a:latin typeface="Microsoft JhengHei"/>
                          <a:ea typeface="Microsoft JhengHei"/>
                          <a:cs typeface="Microsoft JhengHei"/>
                          <a:sym typeface="Microsoft JhengHei"/>
                        </a:rPr>
                        <a:t>紅</a:t>
                      </a:r>
                      <a:r>
                        <a:rPr lang="en-US" altLang="zh-TW">
                          <a:latin typeface="Microsoft JhengHei"/>
                          <a:ea typeface="Microsoft JhengHei"/>
                          <a:cs typeface="Microsoft JhengHei"/>
                          <a:sym typeface="Microsoft JhengHei"/>
                        </a:rPr>
                        <a:t>(rose)</a:t>
                      </a:r>
                      <a:endParaRPr>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F43F5E"/>
                    </a:solidFill>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FECDD3"/>
                    </a:solidFill>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12"/>
                  </a:ext>
                </a:extLst>
              </a:tr>
              <a:tr h="279782">
                <a:tc vMerge="1">
                  <a:txBody>
                    <a:bodyPr/>
                    <a:lstStyle/>
                    <a:p>
                      <a:endParaRPr lang="zh-TW"/>
                    </a:p>
                  </a:txBody>
                  <a:tcPr/>
                </a:tc>
                <a:tc vMerge="1">
                  <a:txBody>
                    <a:bodyPr/>
                    <a:lstStyle/>
                    <a:p>
                      <a:endParaRPr lang="zh-TW"/>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a:latin typeface="Consolas"/>
                          <a:ea typeface="Consolas"/>
                          <a:cs typeface="Consolas"/>
                          <a:sym typeface="Consolas"/>
                        </a:rPr>
                        <a:t>#f43f5e</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a:t>
                      </a:r>
                      <a:r>
                        <a:rPr lang="en" altLang="zh-TW" sz="1200">
                          <a:latin typeface="Consolas" panose="020B0609020204030204" pitchFamily="49" charset="0"/>
                          <a:ea typeface="Microsoft JhengHei" panose="020B0604030504040204" pitchFamily="34" charset="-120"/>
                          <a:cs typeface="Consolas" panose="020B0609020204030204" pitchFamily="49" charset="0"/>
                        </a:rPr>
                        <a:t>fecdd3</a:t>
                      </a:r>
                      <a:endParaRPr lang="en-US" altLang="zh-TW" sz="1200">
                        <a:latin typeface="Consolas"/>
                        <a:ea typeface="Consolas"/>
                        <a:cs typeface="Consolas"/>
                        <a:sym typeface="Consolas"/>
                      </a:endParaRP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13"/>
                  </a:ext>
                </a:extLst>
              </a:tr>
              <a:tr h="0">
                <a:tc vMerge="1">
                  <a:txBody>
                    <a:bodyPr/>
                    <a:lstStyle/>
                    <a:p>
                      <a:endParaRPr lang="zh-TW"/>
                    </a:p>
                  </a:txBody>
                  <a:tcPr/>
                </a:tc>
                <a:tc rowSpan="2">
                  <a:txBody>
                    <a:bodyPr/>
                    <a:lstStyle/>
                    <a:p>
                      <a:pPr marL="0" marR="0" lvl="0" indent="0" algn="ctr" rtl="0">
                        <a:lnSpc>
                          <a:spcPct val="100000"/>
                        </a:lnSpc>
                        <a:spcBef>
                          <a:spcPts val="0"/>
                        </a:spcBef>
                        <a:spcAft>
                          <a:spcPts val="0"/>
                        </a:spcAft>
                        <a:buNone/>
                      </a:pPr>
                      <a:r>
                        <a:rPr lang="zh-TW">
                          <a:latin typeface="Microsoft JhengHei"/>
                          <a:ea typeface="Microsoft JhengHei"/>
                          <a:cs typeface="Microsoft JhengHei"/>
                          <a:sym typeface="Microsoft JhengHei"/>
                        </a:rPr>
                        <a:t>黃</a:t>
                      </a:r>
                      <a:r>
                        <a:rPr lang="en-US" altLang="zh-TW">
                          <a:latin typeface="Microsoft JhengHei"/>
                          <a:ea typeface="Microsoft JhengHei"/>
                          <a:cs typeface="Microsoft JhengHei"/>
                          <a:sym typeface="Microsoft JhengHei"/>
                        </a:rPr>
                        <a:t>(yellow)</a:t>
                      </a:r>
                      <a:endParaRPr>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EAB308"/>
                    </a:solidFill>
                  </a:tcPr>
                </a:tc>
                <a:tc>
                  <a:txBody>
                    <a:bodyPr/>
                    <a:lstStyle/>
                    <a:p>
                      <a:pPr marL="0" marR="0" lvl="0" indent="0" algn="ctr" rtl="0">
                        <a:lnSpc>
                          <a:spcPct val="100000"/>
                        </a:lnSpc>
                        <a:spcBef>
                          <a:spcPts val="0"/>
                        </a:spcBef>
                        <a:spcAft>
                          <a:spcPts val="0"/>
                        </a:spcAft>
                        <a:buClr>
                          <a:srgbClr val="000000"/>
                        </a:buClr>
                        <a:buFont typeface="Arial"/>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FEF08A"/>
                    </a:solidFill>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14"/>
                  </a:ext>
                </a:extLst>
              </a:tr>
              <a:tr h="279782">
                <a:tc vMerge="1">
                  <a:txBody>
                    <a:bodyPr/>
                    <a:lstStyle/>
                    <a:p>
                      <a:endParaRPr lang="zh-TW"/>
                    </a:p>
                  </a:txBody>
                  <a:tcPr/>
                </a:tc>
                <a:tc vMerge="1">
                  <a:txBody>
                    <a:bodyPr/>
                    <a:lstStyle/>
                    <a:p>
                      <a:endParaRPr lang="zh-TW"/>
                    </a:p>
                  </a:txBody>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#eab308</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#fef08a</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15"/>
                  </a:ext>
                </a:extLst>
              </a:tr>
              <a:tr h="0">
                <a:tc vMerge="1">
                  <a:txBody>
                    <a:bodyPr/>
                    <a:lstStyle/>
                    <a:p>
                      <a:endParaRPr lang="zh-TW"/>
                    </a:p>
                  </a:txBody>
                  <a:tcPr/>
                </a:tc>
                <a:tc rowSpan="2">
                  <a:txBody>
                    <a:bodyPr/>
                    <a:lstStyle/>
                    <a:p>
                      <a:pPr marL="0" marR="0" lvl="0" indent="0" algn="ctr" rtl="0">
                        <a:lnSpc>
                          <a:spcPct val="100000"/>
                        </a:lnSpc>
                        <a:spcBef>
                          <a:spcPts val="0"/>
                        </a:spcBef>
                        <a:spcAft>
                          <a:spcPts val="0"/>
                        </a:spcAft>
                        <a:buNone/>
                      </a:pPr>
                      <a:r>
                        <a:rPr lang="zh-TW">
                          <a:latin typeface="Microsoft JhengHei"/>
                          <a:ea typeface="Microsoft JhengHei"/>
                          <a:cs typeface="Microsoft JhengHei"/>
                          <a:sym typeface="Microsoft JhengHei"/>
                        </a:rPr>
                        <a:t>綠</a:t>
                      </a:r>
                      <a:r>
                        <a:rPr lang="en-US" altLang="zh-TW">
                          <a:latin typeface="Microsoft JhengHei"/>
                          <a:ea typeface="Microsoft JhengHei"/>
                          <a:cs typeface="Microsoft JhengHei"/>
                          <a:sym typeface="Microsoft JhengHei"/>
                        </a:rPr>
                        <a:t>(</a:t>
                      </a:r>
                      <a:r>
                        <a:rPr lang="en-US" altLang="zh-TW" sz="1400">
                          <a:latin typeface="Microsoft JhengHei"/>
                          <a:ea typeface="Microsoft JhengHei"/>
                        </a:rPr>
                        <a:t>emerald)</a:t>
                      </a:r>
                      <a:endParaRPr>
                        <a:latin typeface="Microsoft JhengHei"/>
                        <a:ea typeface="Microsoft JhengHei"/>
                        <a:cs typeface="Microsoft JhengHei"/>
                        <a:sym typeface="Microsoft JhengHei"/>
                      </a:endParaRPr>
                    </a:p>
                  </a:txBody>
                  <a:tcPr marL="91425" marR="91425" marT="91425" marB="91425" anchor="ctr">
                    <a:lnL w="9525" cap="flat" cmpd="sng">
                      <a:solidFill>
                        <a:srgbClr val="B2B2B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10B981"/>
                    </a:solidFill>
                  </a:tcPr>
                </a:tc>
                <a:tc>
                  <a:txBody>
                    <a:bodyPr/>
                    <a:lstStyle/>
                    <a:p>
                      <a:pPr marL="0" marR="0" lvl="0" indent="0" algn="l"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solidFill>
                      <a:srgbClr val="A7F3D0"/>
                    </a:solidFill>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100">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16"/>
                  </a:ext>
                </a:extLst>
              </a:tr>
              <a:tr h="279782">
                <a:tc vMerge="1">
                  <a:txBody>
                    <a:bodyPr/>
                    <a:lstStyle/>
                    <a:p>
                      <a:endParaRPr lang="zh-TW"/>
                    </a:p>
                  </a:txBody>
                  <a:tcPr/>
                </a:tc>
                <a:tc vMerge="1">
                  <a:txBody>
                    <a:bodyPr/>
                    <a:lstStyle/>
                    <a:p>
                      <a:endParaRPr lang="zh-TW"/>
                    </a:p>
                  </a:txBody>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#10b981</a:t>
                      </a: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tLang="zh-TW" sz="1200">
                          <a:latin typeface="Consolas"/>
                          <a:ea typeface="Consolas"/>
                          <a:cs typeface="Consolas"/>
                          <a:sym typeface="Consolas"/>
                        </a:rPr>
                        <a:t>#a7f3d0</a:t>
                      </a: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200">
                        <a:latin typeface="Consolas"/>
                        <a:ea typeface="Consolas"/>
                        <a:cs typeface="Consolas"/>
                        <a:sym typeface="Consolas"/>
                      </a:endParaRPr>
                    </a:p>
                  </a:txBody>
                  <a:tcPr marL="91425" marR="91425" marT="0"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17"/>
                  </a:ext>
                </a:extLst>
              </a:tr>
            </a:tbl>
          </a:graphicData>
        </a:graphic>
      </p:graphicFrame>
      <p:sp>
        <p:nvSpPr>
          <p:cNvPr id="271" name="Google Shape;271;g23bcfb68efc_1_45"/>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solidFill>
                  <a:srgbClr val="212121"/>
                </a:solidFill>
              </a:rPr>
              <a:t>配色</a:t>
            </a:r>
            <a:r>
              <a:rPr lang="zh-TW" altLang="en-US">
                <a:solidFill>
                  <a:srgbClr val="212121"/>
                </a:solidFill>
              </a:rPr>
              <a:t> </a:t>
            </a:r>
            <a:r>
              <a:rPr lang="en-US" altLang="zh-TW">
                <a:solidFill>
                  <a:srgbClr val="212121"/>
                </a:solidFill>
              </a:rPr>
              <a:t>2</a:t>
            </a:r>
            <a:endParaRPr/>
          </a:p>
        </p:txBody>
      </p:sp>
      <p:sp>
        <p:nvSpPr>
          <p:cNvPr id="3" name="文字方塊 2">
            <a:extLst>
              <a:ext uri="{FF2B5EF4-FFF2-40B4-BE49-F238E27FC236}">
                <a16:creationId xmlns:a16="http://schemas.microsoft.com/office/drawing/2014/main" id="{513F3678-0531-7369-2568-1434FD281C67}"/>
              </a:ext>
            </a:extLst>
          </p:cNvPr>
          <p:cNvSpPr txBox="1"/>
          <p:nvPr/>
        </p:nvSpPr>
        <p:spPr>
          <a:xfrm>
            <a:off x="0" y="0"/>
            <a:ext cx="11520488" cy="307777"/>
          </a:xfrm>
          <a:prstGeom prst="rect">
            <a:avLst/>
          </a:prstGeom>
          <a:solidFill>
            <a:srgbClr val="FEF08A"/>
          </a:solidFill>
        </p:spPr>
        <p:txBody>
          <a:bodyPr wrap="square" rtlCol="0">
            <a:spAutoFit/>
          </a:bodyPr>
          <a:lstStyle/>
          <a:p>
            <a:pPr marL="36000"/>
            <a:r>
              <a:rPr kumimoji="1" lang="en-US" altLang="zh-TW">
                <a:solidFill>
                  <a:schemeClr val="bg2"/>
                </a:solidFill>
              </a:rPr>
              <a:t>@shannon:</a:t>
            </a:r>
            <a:r>
              <a:rPr kumimoji="1" lang="zh-TW" altLang="en-US">
                <a:solidFill>
                  <a:schemeClr val="bg2"/>
                </a:solidFill>
              </a:rPr>
              <a:t>配色只留主題色配及配色說明兩頁</a:t>
            </a:r>
            <a:endParaRPr kumimoji="1" lang="en-US" altLang="zh-TW">
              <a:solidFill>
                <a:schemeClr val="bg2"/>
              </a:solidFill>
            </a:endParaRPr>
          </a:p>
        </p:txBody>
      </p:sp>
      <p:sp>
        <p:nvSpPr>
          <p:cNvPr id="6" name="文字版面配置區 1">
            <a:extLst>
              <a:ext uri="{FF2B5EF4-FFF2-40B4-BE49-F238E27FC236}">
                <a16:creationId xmlns:a16="http://schemas.microsoft.com/office/drawing/2014/main" id="{B90EE4AB-FB28-4A6B-2421-5D6E0B475447}"/>
              </a:ext>
            </a:extLst>
          </p:cNvPr>
          <p:cNvSpPr>
            <a:spLocks noGrp="1"/>
          </p:cNvSpPr>
          <p:nvPr>
            <p:ph type="body" idx="10"/>
          </p:nvPr>
        </p:nvSpPr>
        <p:spPr>
          <a:xfrm>
            <a:off x="179388" y="862013"/>
            <a:ext cx="11161712" cy="5294312"/>
          </a:xfrm>
          <a:prstGeom prst="rect">
            <a:avLst/>
          </a:prstGeom>
        </p:spPr>
        <p:txBody>
          <a:bodyPr/>
          <a:lstStyle/>
          <a:p>
            <a:r>
              <a:rPr lang="zh-TW" altLang="en-US">
                <a:latin typeface="Microsoft JhengHei"/>
                <a:ea typeface="Microsoft JhengHei"/>
                <a:cs typeface="Microsoft JhengHei"/>
                <a:sym typeface="Microsoft JhengHei"/>
              </a:rPr>
              <a:t>使用「滴管」工具選取顏色，或輸入＃開頭之國際色碼</a:t>
            </a:r>
            <a:endParaRPr lang="en-US" altLang="zh-TW">
              <a:latin typeface="Microsoft JhengHei"/>
              <a:ea typeface="Microsoft JhengHei"/>
              <a:cs typeface="Microsoft JhengHei"/>
              <a:sym typeface="Microsoft JhengHei"/>
            </a:endParaRPr>
          </a:p>
        </p:txBody>
      </p:sp>
    </p:spTree>
    <p:extLst>
      <p:ext uri="{BB962C8B-B14F-4D97-AF65-F5344CB8AC3E}">
        <p14:creationId xmlns:p14="http://schemas.microsoft.com/office/powerpoint/2010/main" val="2495256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277"/>
        <p:cNvGrpSpPr/>
        <p:nvPr/>
      </p:nvGrpSpPr>
      <p:grpSpPr>
        <a:xfrm>
          <a:off x="0" y="0"/>
          <a:ext cx="0" cy="0"/>
          <a:chOff x="0" y="0"/>
          <a:chExt cx="0" cy="0"/>
        </a:xfrm>
      </p:grpSpPr>
      <p:sp>
        <p:nvSpPr>
          <p:cNvPr id="278" name="Google Shape;278;g26107f9f4fa_0_30"/>
          <p:cNvSpPr txBox="1">
            <a:spLocks noGrp="1"/>
          </p:cNvSpPr>
          <p:nvPr>
            <p:ph type="title"/>
          </p:nvPr>
        </p:nvSpPr>
        <p:spPr>
          <a:prstGeom prst="rect">
            <a:avLst/>
          </a:prstGeom>
        </p:spPr>
        <p:txBody>
          <a:bodyPr spcFirstLastPara="1" wrap="square" lIns="88150" tIns="44050" rIns="88150" bIns="44050" anchor="ctr" anchorCtr="0">
            <a:noAutofit/>
          </a:bodyPr>
          <a:lstStyle/>
          <a:p>
            <a:pPr marL="0" lvl="0" indent="0" algn="l" rtl="0">
              <a:spcBef>
                <a:spcPts val="0"/>
              </a:spcBef>
              <a:spcAft>
                <a:spcPts val="0"/>
              </a:spcAft>
              <a:buClr>
                <a:schemeClr val="dk1"/>
              </a:buClr>
              <a:buSzPts val="3200"/>
              <a:buFont typeface="Arial"/>
              <a:buNone/>
            </a:pPr>
            <a:r>
              <a:rPr lang="zh-TW">
                <a:solidFill>
                  <a:srgbClr val="212121"/>
                </a:solidFill>
              </a:rPr>
              <a:t>配色</a:t>
            </a:r>
            <a:r>
              <a:rPr lang="en-US" altLang="zh-TW">
                <a:solidFill>
                  <a:srgbClr val="212121"/>
                </a:solidFill>
              </a:rPr>
              <a:t> 2 </a:t>
            </a:r>
            <a:r>
              <a:rPr lang="zh-TW">
                <a:solidFill>
                  <a:srgbClr val="212121"/>
                </a:solidFill>
              </a:rPr>
              <a:t>說明</a:t>
            </a:r>
            <a:endParaRPr/>
          </a:p>
        </p:txBody>
      </p:sp>
      <p:graphicFrame>
        <p:nvGraphicFramePr>
          <p:cNvPr id="280" name="Google Shape;280;g26107f9f4fa_0_30"/>
          <p:cNvGraphicFramePr/>
          <p:nvPr>
            <p:extLst>
              <p:ext uri="{D42A27DB-BD31-4B8C-83A1-F6EECF244321}">
                <p14:modId xmlns:p14="http://schemas.microsoft.com/office/powerpoint/2010/main" val="2775101864"/>
              </p:ext>
            </p:extLst>
          </p:nvPr>
        </p:nvGraphicFramePr>
        <p:xfrm>
          <a:off x="5868991" y="878010"/>
          <a:ext cx="5472110" cy="2558604"/>
        </p:xfrm>
        <a:graphic>
          <a:graphicData uri="http://schemas.openxmlformats.org/drawingml/2006/table">
            <a:tbl>
              <a:tblPr>
                <a:noFill/>
                <a:tableStyleId>{C7E2D07F-EAD9-47BB-8D15-AB9D181D91B3}</a:tableStyleId>
              </a:tblPr>
              <a:tblGrid>
                <a:gridCol w="2724641">
                  <a:extLst>
                    <a:ext uri="{9D8B030D-6E8A-4147-A177-3AD203B41FA5}">
                      <a16:colId xmlns:a16="http://schemas.microsoft.com/office/drawing/2014/main" val="20000"/>
                    </a:ext>
                  </a:extLst>
                </a:gridCol>
                <a:gridCol w="2747469">
                  <a:extLst>
                    <a:ext uri="{9D8B030D-6E8A-4147-A177-3AD203B41FA5}">
                      <a16:colId xmlns:a16="http://schemas.microsoft.com/office/drawing/2014/main" val="20001"/>
                    </a:ext>
                  </a:extLst>
                </a:gridCol>
              </a:tblGrid>
              <a:tr h="639651">
                <a:tc>
                  <a:txBody>
                    <a:bodyPr/>
                    <a:lstStyle/>
                    <a:p>
                      <a:pPr marL="0" lvl="0" indent="0" algn="l" rtl="0">
                        <a:spcBef>
                          <a:spcPts val="0"/>
                        </a:spcBef>
                        <a:spcAft>
                          <a:spcPts val="0"/>
                        </a:spcAft>
                        <a:buClr>
                          <a:schemeClr val="dk1"/>
                        </a:buClr>
                        <a:buSzPts val="1100"/>
                        <a:buFont typeface="Arial"/>
                        <a:buNone/>
                      </a:pPr>
                      <a:r>
                        <a:rPr lang="zh-TW" sz="1500">
                          <a:solidFill>
                            <a:schemeClr val="dk1"/>
                          </a:solidFill>
                          <a:latin typeface="Microsoft JhengHei"/>
                          <a:ea typeface="Microsoft JhengHei"/>
                          <a:cs typeface="Microsoft JhengHei"/>
                          <a:sym typeface="Microsoft JhengHei"/>
                        </a:rPr>
                        <a:t>淺色底文字 #000000</a:t>
                      </a:r>
                      <a:endParaRPr sz="150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Clr>
                          <a:schemeClr val="dk1"/>
                        </a:buClr>
                        <a:buSzPts val="1100"/>
                        <a:buFont typeface="Arial"/>
                        <a:buNone/>
                      </a:pPr>
                      <a:r>
                        <a:rPr lang="zh-TW" sz="1500">
                          <a:solidFill>
                            <a:schemeClr val="dk1"/>
                          </a:solidFill>
                          <a:latin typeface="Microsoft JhengHei"/>
                          <a:ea typeface="Microsoft JhengHei"/>
                          <a:cs typeface="Microsoft JhengHei"/>
                          <a:sym typeface="Microsoft JhengHei"/>
                        </a:rPr>
                        <a:t>淺色底 #B</a:t>
                      </a:r>
                      <a:r>
                        <a:rPr lang="en-US" altLang="zh-TW" sz="1500">
                          <a:solidFill>
                            <a:schemeClr val="dk1"/>
                          </a:solidFill>
                          <a:latin typeface="Microsoft JhengHei"/>
                          <a:ea typeface="Microsoft JhengHei"/>
                          <a:cs typeface="Microsoft JhengHei"/>
                          <a:sym typeface="Microsoft JhengHei"/>
                        </a:rPr>
                        <a:t>FDBFE</a:t>
                      </a:r>
                      <a:endParaRPr sz="1500">
                        <a:latin typeface="Microsoft JhengHei"/>
                        <a:ea typeface="Microsoft JhengHei"/>
                        <a:cs typeface="Microsoft JhengHei"/>
                        <a:sym typeface="Microsoft JhengHei"/>
                      </a:endParaRPr>
                    </a:p>
                  </a:txBody>
                  <a:tcPr marL="87215" marR="87215" marT="87215" marB="8721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BFDBFE"/>
                    </a:solidFill>
                  </a:tcPr>
                </a:tc>
                <a:tc>
                  <a:txBody>
                    <a:bodyPr/>
                    <a:lstStyle/>
                    <a:p>
                      <a:pPr marL="0" lvl="0" indent="0" algn="l" rtl="0">
                        <a:spcBef>
                          <a:spcPts val="0"/>
                        </a:spcBef>
                        <a:spcAft>
                          <a:spcPts val="0"/>
                        </a:spcAft>
                        <a:buNone/>
                      </a:pPr>
                      <a:r>
                        <a:rPr lang="zh-TW" sz="1500">
                          <a:solidFill>
                            <a:schemeClr val="lt1"/>
                          </a:solidFill>
                          <a:latin typeface="Microsoft JhengHei"/>
                          <a:ea typeface="Microsoft JhengHei"/>
                          <a:cs typeface="Microsoft JhengHei"/>
                          <a:sym typeface="Microsoft JhengHei"/>
                        </a:rPr>
                        <a:t>深色底文字 #</a:t>
                      </a:r>
                      <a:r>
                        <a:rPr lang="en-US" altLang="zh-TW" sz="1500">
                          <a:solidFill>
                            <a:schemeClr val="lt1"/>
                          </a:solidFill>
                          <a:latin typeface="Microsoft JhengHei"/>
                          <a:ea typeface="Microsoft JhengHei"/>
                          <a:cs typeface="Microsoft JhengHei"/>
                          <a:sym typeface="Microsoft JhengHei"/>
                        </a:rPr>
                        <a:t>FFFFFF</a:t>
                      </a:r>
                      <a:endParaRPr sz="1500">
                        <a:solidFill>
                          <a:schemeClr val="lt1"/>
                        </a:solidFill>
                        <a:latin typeface="Microsoft JhengHei"/>
                        <a:ea typeface="Microsoft JhengHei"/>
                        <a:cs typeface="Microsoft JhengHei"/>
                        <a:sym typeface="Microsoft JhengHei"/>
                      </a:endParaRPr>
                    </a:p>
                    <a:p>
                      <a:pPr marL="0" lvl="0" indent="0" algn="l" rtl="0">
                        <a:spcBef>
                          <a:spcPts val="0"/>
                        </a:spcBef>
                        <a:spcAft>
                          <a:spcPts val="0"/>
                        </a:spcAft>
                        <a:buClr>
                          <a:schemeClr val="dk1"/>
                        </a:buClr>
                        <a:buFont typeface="Arial"/>
                        <a:buNone/>
                      </a:pPr>
                      <a:r>
                        <a:rPr lang="zh-TW" sz="1500">
                          <a:solidFill>
                            <a:schemeClr val="lt1"/>
                          </a:solidFill>
                          <a:latin typeface="Microsoft JhengHei"/>
                          <a:ea typeface="Microsoft JhengHei"/>
                          <a:cs typeface="Microsoft JhengHei"/>
                          <a:sym typeface="Microsoft JhengHei"/>
                        </a:rPr>
                        <a:t>深色底 #</a:t>
                      </a:r>
                      <a:r>
                        <a:rPr lang="en-US" altLang="zh-TW" sz="1500">
                          <a:solidFill>
                            <a:schemeClr val="lt1"/>
                          </a:solidFill>
                          <a:latin typeface="Microsoft JhengHei"/>
                          <a:ea typeface="Microsoft JhengHei"/>
                          <a:cs typeface="Microsoft JhengHei"/>
                          <a:sym typeface="Microsoft JhengHei"/>
                        </a:rPr>
                        <a:t>3B82F6</a:t>
                      </a:r>
                      <a:endParaRPr sz="1500">
                        <a:latin typeface="Microsoft JhengHei"/>
                        <a:ea typeface="Microsoft JhengHei"/>
                        <a:cs typeface="Microsoft JhengHei"/>
                        <a:sym typeface="Microsoft JhengHei"/>
                      </a:endParaRPr>
                    </a:p>
                  </a:txBody>
                  <a:tcPr marL="87215" marR="87215" marT="87215" marB="8721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3B82F6"/>
                    </a:solidFill>
                  </a:tcPr>
                </a:tc>
                <a:extLst>
                  <a:ext uri="{0D108BD9-81ED-4DB2-BD59-A6C34878D82A}">
                    <a16:rowId xmlns:a16="http://schemas.microsoft.com/office/drawing/2014/main" val="10000"/>
                  </a:ext>
                </a:extLst>
              </a:tr>
              <a:tr h="639651">
                <a:tc>
                  <a:txBody>
                    <a:bodyPr/>
                    <a:lstStyle/>
                    <a:p>
                      <a:pPr marL="0" lvl="0" indent="0" algn="l" rtl="0">
                        <a:spcBef>
                          <a:spcPts val="0"/>
                        </a:spcBef>
                        <a:spcAft>
                          <a:spcPts val="0"/>
                        </a:spcAft>
                        <a:buClr>
                          <a:schemeClr val="dk1"/>
                        </a:buClr>
                        <a:buSzPts val="1100"/>
                        <a:buFont typeface="Arial"/>
                        <a:buNone/>
                      </a:pPr>
                      <a:r>
                        <a:rPr lang="zh-TW" sz="1500">
                          <a:solidFill>
                            <a:schemeClr val="dk1"/>
                          </a:solidFill>
                          <a:latin typeface="Microsoft JhengHei"/>
                          <a:ea typeface="Microsoft JhengHei"/>
                          <a:cs typeface="Microsoft JhengHei"/>
                          <a:sym typeface="Microsoft JhengHei"/>
                        </a:rPr>
                        <a:t>淺色底文字 #000000</a:t>
                      </a:r>
                      <a:endParaRPr sz="150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Clr>
                          <a:schemeClr val="dk1"/>
                        </a:buClr>
                        <a:buSzPts val="1100"/>
                        <a:buFont typeface="Arial"/>
                        <a:buNone/>
                      </a:pPr>
                      <a:r>
                        <a:rPr lang="zh-TW" sz="1500">
                          <a:solidFill>
                            <a:schemeClr val="dk1"/>
                          </a:solidFill>
                          <a:latin typeface="Microsoft JhengHei"/>
                          <a:ea typeface="Microsoft JhengHei"/>
                          <a:cs typeface="Microsoft JhengHei"/>
                          <a:sym typeface="Microsoft JhengHei"/>
                        </a:rPr>
                        <a:t>淺色底 #</a:t>
                      </a:r>
                      <a:r>
                        <a:rPr lang="en-US" altLang="zh-TW" sz="1500">
                          <a:solidFill>
                            <a:schemeClr val="dk1"/>
                          </a:solidFill>
                          <a:latin typeface="Microsoft JhengHei"/>
                          <a:ea typeface="Microsoft JhengHei"/>
                          <a:cs typeface="Microsoft JhengHei"/>
                          <a:sym typeface="Microsoft JhengHei"/>
                        </a:rPr>
                        <a:t>DDD6FE</a:t>
                      </a:r>
                      <a:endParaRPr sz="1500">
                        <a:solidFill>
                          <a:schemeClr val="dk1"/>
                        </a:solidFill>
                        <a:latin typeface="Microsoft JhengHei"/>
                        <a:ea typeface="Microsoft JhengHei"/>
                        <a:cs typeface="Microsoft JhengHei"/>
                        <a:sym typeface="Microsoft JhengHei"/>
                      </a:endParaRPr>
                    </a:p>
                  </a:txBody>
                  <a:tcPr marL="87215" marR="87215" marT="87215" marB="8721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DDD6FE"/>
                    </a:solidFill>
                  </a:tcPr>
                </a:tc>
                <a:tc>
                  <a:txBody>
                    <a:bodyPr/>
                    <a:lstStyle/>
                    <a:p>
                      <a:pPr marL="0" lvl="0" indent="0" algn="l" rtl="0">
                        <a:spcBef>
                          <a:spcPts val="0"/>
                        </a:spcBef>
                        <a:spcAft>
                          <a:spcPts val="0"/>
                        </a:spcAft>
                        <a:buClr>
                          <a:schemeClr val="dk1"/>
                        </a:buClr>
                        <a:buSzPts val="1100"/>
                        <a:buFont typeface="Arial"/>
                        <a:buNone/>
                      </a:pPr>
                      <a:r>
                        <a:rPr lang="zh-TW" sz="1500">
                          <a:solidFill>
                            <a:schemeClr val="lt1"/>
                          </a:solidFill>
                          <a:latin typeface="Microsoft JhengHei"/>
                          <a:ea typeface="Microsoft JhengHei"/>
                          <a:cs typeface="Microsoft JhengHei"/>
                          <a:sym typeface="Microsoft JhengHei"/>
                        </a:rPr>
                        <a:t>深色底文字 #</a:t>
                      </a:r>
                      <a:r>
                        <a:rPr lang="en-US" altLang="zh-TW" sz="1500">
                          <a:solidFill>
                            <a:schemeClr val="lt1"/>
                          </a:solidFill>
                          <a:latin typeface="Microsoft JhengHei"/>
                          <a:ea typeface="Microsoft JhengHei"/>
                          <a:cs typeface="Microsoft JhengHei"/>
                          <a:sym typeface="Microsoft JhengHei"/>
                        </a:rPr>
                        <a:t>FFFFFF</a:t>
                      </a:r>
                      <a:endParaRPr sz="1500">
                        <a:solidFill>
                          <a:schemeClr val="lt1"/>
                        </a:solidFill>
                        <a:latin typeface="Microsoft JhengHei"/>
                        <a:ea typeface="Microsoft JhengHei"/>
                        <a:cs typeface="Microsoft JhengHei"/>
                        <a:sym typeface="Microsoft JhengHei"/>
                      </a:endParaRPr>
                    </a:p>
                    <a:p>
                      <a:pPr marL="0" lvl="0" indent="0" algn="l" rtl="0">
                        <a:spcBef>
                          <a:spcPts val="0"/>
                        </a:spcBef>
                        <a:spcAft>
                          <a:spcPts val="0"/>
                        </a:spcAft>
                        <a:buClr>
                          <a:schemeClr val="dk1"/>
                        </a:buClr>
                        <a:buSzPts val="1100"/>
                        <a:buFont typeface="Arial"/>
                        <a:buNone/>
                      </a:pPr>
                      <a:r>
                        <a:rPr lang="zh-TW" sz="1500">
                          <a:solidFill>
                            <a:schemeClr val="lt1"/>
                          </a:solidFill>
                          <a:latin typeface="Microsoft JhengHei"/>
                          <a:ea typeface="Microsoft JhengHei"/>
                          <a:cs typeface="Microsoft JhengHei"/>
                          <a:sym typeface="Microsoft JhengHei"/>
                        </a:rPr>
                        <a:t>深色底 #</a:t>
                      </a:r>
                      <a:r>
                        <a:rPr lang="en-US" altLang="zh-TW" sz="1500">
                          <a:solidFill>
                            <a:schemeClr val="lt1"/>
                          </a:solidFill>
                          <a:latin typeface="Microsoft JhengHei"/>
                          <a:ea typeface="Microsoft JhengHei"/>
                          <a:cs typeface="Microsoft JhengHei"/>
                          <a:sym typeface="Microsoft JhengHei"/>
                        </a:rPr>
                        <a:t>8B5CF6</a:t>
                      </a:r>
                      <a:endParaRPr sz="1500">
                        <a:solidFill>
                          <a:schemeClr val="lt1"/>
                        </a:solidFill>
                        <a:latin typeface="Microsoft JhengHei"/>
                        <a:ea typeface="Microsoft JhengHei"/>
                        <a:cs typeface="Microsoft JhengHei"/>
                        <a:sym typeface="Microsoft JhengHei"/>
                      </a:endParaRPr>
                    </a:p>
                  </a:txBody>
                  <a:tcPr marL="87215" marR="87215" marT="87215" marB="8721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8B5CF6"/>
                    </a:solidFill>
                  </a:tcPr>
                </a:tc>
                <a:extLst>
                  <a:ext uri="{0D108BD9-81ED-4DB2-BD59-A6C34878D82A}">
                    <a16:rowId xmlns:a16="http://schemas.microsoft.com/office/drawing/2014/main" val="10001"/>
                  </a:ext>
                </a:extLst>
              </a:tr>
              <a:tr h="639651">
                <a:tc>
                  <a:txBody>
                    <a:bodyPr/>
                    <a:lstStyle/>
                    <a:p>
                      <a:pPr marL="0" lvl="0" indent="0" algn="l" rtl="0">
                        <a:spcBef>
                          <a:spcPts val="0"/>
                        </a:spcBef>
                        <a:spcAft>
                          <a:spcPts val="0"/>
                        </a:spcAft>
                        <a:buClr>
                          <a:schemeClr val="dk1"/>
                        </a:buClr>
                        <a:buSzPts val="1100"/>
                        <a:buFont typeface="Arial"/>
                        <a:buNone/>
                      </a:pPr>
                      <a:r>
                        <a:rPr lang="zh-TW" sz="1500">
                          <a:solidFill>
                            <a:schemeClr val="dk1"/>
                          </a:solidFill>
                          <a:latin typeface="Microsoft JhengHei"/>
                          <a:ea typeface="Microsoft JhengHei"/>
                          <a:cs typeface="Microsoft JhengHei"/>
                          <a:sym typeface="Microsoft JhengHei"/>
                        </a:rPr>
                        <a:t>淺色底文字 #000000</a:t>
                      </a:r>
                      <a:endParaRPr sz="150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Clr>
                          <a:schemeClr val="dk1"/>
                        </a:buClr>
                        <a:buSzPts val="1100"/>
                        <a:buFont typeface="Arial"/>
                        <a:buNone/>
                      </a:pPr>
                      <a:r>
                        <a:rPr lang="zh-TW" sz="1500">
                          <a:solidFill>
                            <a:schemeClr val="dk1"/>
                          </a:solidFill>
                          <a:latin typeface="Microsoft JhengHei"/>
                          <a:ea typeface="Microsoft JhengHei"/>
                          <a:cs typeface="Microsoft JhengHei"/>
                          <a:sym typeface="Microsoft JhengHei"/>
                        </a:rPr>
                        <a:t>淺色底 #</a:t>
                      </a:r>
                      <a:r>
                        <a:rPr lang="en-US" altLang="zh-TW" sz="1500">
                          <a:solidFill>
                            <a:schemeClr val="dk1"/>
                          </a:solidFill>
                          <a:latin typeface="Microsoft JhengHei"/>
                          <a:ea typeface="Microsoft JhengHei"/>
                          <a:cs typeface="Microsoft JhengHei"/>
                          <a:sym typeface="Microsoft JhengHei"/>
                        </a:rPr>
                        <a:t>FECDD3</a:t>
                      </a:r>
                      <a:endParaRPr sz="1500">
                        <a:solidFill>
                          <a:schemeClr val="dk1"/>
                        </a:solidFill>
                        <a:latin typeface="Microsoft JhengHei"/>
                        <a:ea typeface="Microsoft JhengHei"/>
                        <a:cs typeface="Microsoft JhengHei"/>
                        <a:sym typeface="Microsoft JhengHei"/>
                      </a:endParaRPr>
                    </a:p>
                  </a:txBody>
                  <a:tcPr marL="87215" marR="87215" marT="87215" marB="8721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ECDD3"/>
                    </a:solidFill>
                  </a:tcPr>
                </a:tc>
                <a:tc>
                  <a:txBody>
                    <a:bodyPr/>
                    <a:lstStyle/>
                    <a:p>
                      <a:pPr marL="0" lvl="0" indent="0" algn="l" rtl="0">
                        <a:spcBef>
                          <a:spcPts val="0"/>
                        </a:spcBef>
                        <a:spcAft>
                          <a:spcPts val="0"/>
                        </a:spcAft>
                        <a:buClr>
                          <a:schemeClr val="dk1"/>
                        </a:buClr>
                        <a:buSzPts val="1100"/>
                        <a:buFont typeface="Arial"/>
                        <a:buNone/>
                      </a:pPr>
                      <a:r>
                        <a:rPr lang="zh-TW" sz="1500">
                          <a:solidFill>
                            <a:schemeClr val="lt1"/>
                          </a:solidFill>
                          <a:latin typeface="Microsoft JhengHei"/>
                          <a:ea typeface="Microsoft JhengHei"/>
                          <a:cs typeface="Microsoft JhengHei"/>
                          <a:sym typeface="Microsoft JhengHei"/>
                        </a:rPr>
                        <a:t>深色底文字 #</a:t>
                      </a:r>
                      <a:r>
                        <a:rPr lang="en-US" altLang="zh-TW" sz="1500">
                          <a:solidFill>
                            <a:schemeClr val="lt1"/>
                          </a:solidFill>
                          <a:latin typeface="Microsoft JhengHei"/>
                          <a:ea typeface="Microsoft JhengHei"/>
                          <a:cs typeface="Microsoft JhengHei"/>
                          <a:sym typeface="Microsoft JhengHei"/>
                        </a:rPr>
                        <a:t>FFFFFF</a:t>
                      </a:r>
                      <a:endParaRPr sz="1500">
                        <a:solidFill>
                          <a:schemeClr val="lt1"/>
                        </a:solidFill>
                        <a:latin typeface="Microsoft JhengHei"/>
                        <a:ea typeface="Microsoft JhengHei"/>
                        <a:cs typeface="Microsoft JhengHei"/>
                        <a:sym typeface="Microsoft JhengHei"/>
                      </a:endParaRPr>
                    </a:p>
                    <a:p>
                      <a:pPr marL="0" lvl="0" indent="0" algn="l" rtl="0">
                        <a:spcBef>
                          <a:spcPts val="0"/>
                        </a:spcBef>
                        <a:spcAft>
                          <a:spcPts val="0"/>
                        </a:spcAft>
                        <a:buClr>
                          <a:schemeClr val="dk1"/>
                        </a:buClr>
                        <a:buSzPts val="1100"/>
                        <a:buFont typeface="Arial"/>
                        <a:buNone/>
                      </a:pPr>
                      <a:r>
                        <a:rPr lang="zh-TW" sz="1500">
                          <a:solidFill>
                            <a:schemeClr val="lt1"/>
                          </a:solidFill>
                          <a:latin typeface="Microsoft JhengHei"/>
                          <a:ea typeface="Microsoft JhengHei"/>
                          <a:cs typeface="Microsoft JhengHei"/>
                          <a:sym typeface="Microsoft JhengHei"/>
                        </a:rPr>
                        <a:t>深色底 #</a:t>
                      </a:r>
                      <a:r>
                        <a:rPr lang="en-US" altLang="zh-TW" sz="1500">
                          <a:solidFill>
                            <a:schemeClr val="lt1"/>
                          </a:solidFill>
                          <a:latin typeface="Microsoft JhengHei"/>
                          <a:ea typeface="Microsoft JhengHei"/>
                          <a:cs typeface="Microsoft JhengHei"/>
                          <a:sym typeface="Microsoft JhengHei"/>
                        </a:rPr>
                        <a:t>F43F5E</a:t>
                      </a:r>
                      <a:endParaRPr sz="1500">
                        <a:solidFill>
                          <a:schemeClr val="lt1"/>
                        </a:solidFill>
                        <a:latin typeface="Microsoft JhengHei"/>
                        <a:ea typeface="Microsoft JhengHei"/>
                        <a:cs typeface="Microsoft JhengHei"/>
                        <a:sym typeface="Microsoft JhengHei"/>
                      </a:endParaRPr>
                    </a:p>
                  </a:txBody>
                  <a:tcPr marL="87215" marR="87215" marT="87215" marB="8721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43F5E"/>
                    </a:solidFill>
                  </a:tcPr>
                </a:tc>
                <a:extLst>
                  <a:ext uri="{0D108BD9-81ED-4DB2-BD59-A6C34878D82A}">
                    <a16:rowId xmlns:a16="http://schemas.microsoft.com/office/drawing/2014/main" val="10002"/>
                  </a:ext>
                </a:extLst>
              </a:tr>
              <a:tr h="639651">
                <a:tc>
                  <a:txBody>
                    <a:bodyPr/>
                    <a:lstStyle/>
                    <a:p>
                      <a:pPr marL="0" lvl="0" indent="0" algn="l" rtl="0">
                        <a:spcBef>
                          <a:spcPts val="0"/>
                        </a:spcBef>
                        <a:spcAft>
                          <a:spcPts val="0"/>
                        </a:spcAft>
                        <a:buClr>
                          <a:schemeClr val="dk1"/>
                        </a:buClr>
                        <a:buSzPts val="1100"/>
                        <a:buFont typeface="Arial"/>
                        <a:buNone/>
                      </a:pPr>
                      <a:r>
                        <a:rPr lang="zh-TW" sz="1500">
                          <a:solidFill>
                            <a:schemeClr val="dk1"/>
                          </a:solidFill>
                          <a:latin typeface="Microsoft JhengHei"/>
                          <a:ea typeface="Microsoft JhengHei"/>
                          <a:cs typeface="Microsoft JhengHei"/>
                          <a:sym typeface="Microsoft JhengHei"/>
                        </a:rPr>
                        <a:t>淺色底文字 #000000</a:t>
                      </a:r>
                      <a:endParaRPr sz="150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Clr>
                          <a:schemeClr val="dk1"/>
                        </a:buClr>
                        <a:buSzPts val="1100"/>
                        <a:buFont typeface="Arial"/>
                        <a:buNone/>
                      </a:pPr>
                      <a:r>
                        <a:rPr lang="zh-TW" sz="1500">
                          <a:solidFill>
                            <a:schemeClr val="dk1"/>
                          </a:solidFill>
                          <a:latin typeface="Microsoft JhengHei"/>
                          <a:ea typeface="Microsoft JhengHei"/>
                          <a:cs typeface="Microsoft JhengHei"/>
                          <a:sym typeface="Microsoft JhengHei"/>
                        </a:rPr>
                        <a:t>淺色底 #</a:t>
                      </a:r>
                      <a:r>
                        <a:rPr lang="en-US" altLang="zh-TW" sz="1500">
                          <a:solidFill>
                            <a:schemeClr val="dk1"/>
                          </a:solidFill>
                          <a:latin typeface="Microsoft JhengHei"/>
                          <a:ea typeface="Microsoft JhengHei"/>
                          <a:cs typeface="Microsoft JhengHei"/>
                          <a:sym typeface="Microsoft JhengHei"/>
                        </a:rPr>
                        <a:t>FDE68A</a:t>
                      </a:r>
                      <a:endParaRPr sz="1500">
                        <a:solidFill>
                          <a:schemeClr val="dk1"/>
                        </a:solidFill>
                        <a:latin typeface="Microsoft JhengHei"/>
                        <a:ea typeface="Microsoft JhengHei"/>
                        <a:cs typeface="Microsoft JhengHei"/>
                        <a:sym typeface="Microsoft JhengHei"/>
                      </a:endParaRPr>
                    </a:p>
                  </a:txBody>
                  <a:tcPr marL="87215" marR="87215" marT="87215" marB="8721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DE68A"/>
                    </a:solidFill>
                  </a:tcPr>
                </a:tc>
                <a:tc>
                  <a:txBody>
                    <a:bodyPr/>
                    <a:lstStyle/>
                    <a:p>
                      <a:pPr marL="0" lvl="0" indent="0" algn="l" rtl="0">
                        <a:spcBef>
                          <a:spcPts val="0"/>
                        </a:spcBef>
                        <a:spcAft>
                          <a:spcPts val="0"/>
                        </a:spcAft>
                        <a:buClr>
                          <a:schemeClr val="dk1"/>
                        </a:buClr>
                        <a:buSzPts val="1100"/>
                        <a:buFont typeface="Arial"/>
                        <a:buNone/>
                      </a:pPr>
                      <a:r>
                        <a:rPr lang="zh-TW" sz="1500">
                          <a:solidFill>
                            <a:schemeClr val="lt1"/>
                          </a:solidFill>
                          <a:latin typeface="Microsoft JhengHei"/>
                          <a:ea typeface="Microsoft JhengHei"/>
                          <a:cs typeface="Microsoft JhengHei"/>
                          <a:sym typeface="Microsoft JhengHei"/>
                        </a:rPr>
                        <a:t>深色底文字 #</a:t>
                      </a:r>
                      <a:r>
                        <a:rPr lang="en-US" altLang="zh-TW" sz="1500">
                          <a:solidFill>
                            <a:schemeClr val="lt1"/>
                          </a:solidFill>
                          <a:latin typeface="Microsoft JhengHei"/>
                          <a:ea typeface="Microsoft JhengHei"/>
                          <a:cs typeface="Microsoft JhengHei"/>
                          <a:sym typeface="Microsoft JhengHei"/>
                        </a:rPr>
                        <a:t>FFFFFF</a:t>
                      </a:r>
                      <a:endParaRPr sz="1500">
                        <a:solidFill>
                          <a:schemeClr val="lt1"/>
                        </a:solidFill>
                        <a:latin typeface="Microsoft JhengHei"/>
                        <a:ea typeface="Microsoft JhengHei"/>
                        <a:cs typeface="Microsoft JhengHei"/>
                        <a:sym typeface="Microsoft JhengHei"/>
                      </a:endParaRPr>
                    </a:p>
                    <a:p>
                      <a:pPr marL="0" lvl="0" indent="0" algn="l" rtl="0">
                        <a:spcBef>
                          <a:spcPts val="0"/>
                        </a:spcBef>
                        <a:spcAft>
                          <a:spcPts val="0"/>
                        </a:spcAft>
                        <a:buClr>
                          <a:schemeClr val="dk1"/>
                        </a:buClr>
                        <a:buSzPts val="1100"/>
                        <a:buFont typeface="Arial"/>
                        <a:buNone/>
                      </a:pPr>
                      <a:r>
                        <a:rPr lang="zh-TW" sz="1500">
                          <a:solidFill>
                            <a:schemeClr val="lt1"/>
                          </a:solidFill>
                          <a:latin typeface="Microsoft JhengHei"/>
                          <a:ea typeface="Microsoft JhengHei"/>
                          <a:cs typeface="Microsoft JhengHei"/>
                          <a:sym typeface="Microsoft JhengHei"/>
                        </a:rPr>
                        <a:t>深色底 #</a:t>
                      </a:r>
                      <a:r>
                        <a:rPr lang="en-US" altLang="zh-TW" sz="1500">
                          <a:solidFill>
                            <a:schemeClr val="lt1"/>
                          </a:solidFill>
                          <a:latin typeface="Microsoft JhengHei"/>
                          <a:ea typeface="Microsoft JhengHei"/>
                          <a:cs typeface="Microsoft JhengHei"/>
                          <a:sym typeface="Microsoft JhengHei"/>
                        </a:rPr>
                        <a:t>F59E0B</a:t>
                      </a:r>
                      <a:endParaRPr sz="1500">
                        <a:solidFill>
                          <a:schemeClr val="lt1"/>
                        </a:solidFill>
                        <a:latin typeface="Microsoft JhengHei"/>
                        <a:ea typeface="Microsoft JhengHei"/>
                        <a:cs typeface="Microsoft JhengHei"/>
                        <a:sym typeface="Microsoft JhengHei"/>
                      </a:endParaRPr>
                    </a:p>
                  </a:txBody>
                  <a:tcPr marL="87215" marR="87215" marT="87215" marB="87215" anchor="ctr">
                    <a:lnL w="9525" cap="flat" cmpd="sng">
                      <a:solidFill>
                        <a:srgbClr val="A5A5A5">
                          <a:alpha val="0"/>
                        </a:srgbClr>
                      </a:solidFill>
                      <a:prstDash val="solid"/>
                      <a:round/>
                      <a:headEnd type="none" w="sm" len="sm"/>
                      <a:tailEnd type="none" w="sm" len="sm"/>
                    </a:lnL>
                    <a:lnR w="9525" cap="flat" cmpd="sng">
                      <a:solidFill>
                        <a:srgbClr val="A5A5A5">
                          <a:alpha val="0"/>
                        </a:srgbClr>
                      </a:solidFill>
                      <a:prstDash val="solid"/>
                      <a:round/>
                      <a:headEnd type="none" w="sm" len="sm"/>
                      <a:tailEnd type="none" w="sm" len="sm"/>
                    </a:lnR>
                    <a:lnT w="9525" cap="flat" cmpd="sng">
                      <a:solidFill>
                        <a:srgbClr val="A5A5A5">
                          <a:alpha val="0"/>
                        </a:srgbClr>
                      </a:solidFill>
                      <a:prstDash val="solid"/>
                      <a:round/>
                      <a:headEnd type="none" w="sm" len="sm"/>
                      <a:tailEnd type="none" w="sm" len="sm"/>
                    </a:lnT>
                    <a:lnB w="9525" cap="flat" cmpd="sng">
                      <a:solidFill>
                        <a:srgbClr val="A5A5A5">
                          <a:alpha val="0"/>
                        </a:srgbClr>
                      </a:solidFill>
                      <a:prstDash val="solid"/>
                      <a:round/>
                      <a:headEnd type="none" w="sm" len="sm"/>
                      <a:tailEnd type="none" w="sm" len="sm"/>
                    </a:lnB>
                    <a:solidFill>
                      <a:srgbClr val="F59E0B"/>
                    </a:solidFill>
                  </a:tcPr>
                </a:tc>
                <a:extLst>
                  <a:ext uri="{0D108BD9-81ED-4DB2-BD59-A6C34878D82A}">
                    <a16:rowId xmlns:a16="http://schemas.microsoft.com/office/drawing/2014/main" val="10003"/>
                  </a:ext>
                </a:extLst>
              </a:tr>
            </a:tbl>
          </a:graphicData>
        </a:graphic>
      </p:graphicFrame>
      <p:pic>
        <p:nvPicPr>
          <p:cNvPr id="281" name="Google Shape;281;g26107f9f4fa_0_30"/>
          <p:cNvPicPr preferRelativeResize="0"/>
          <p:nvPr/>
        </p:nvPicPr>
        <p:blipFill rotWithShape="1">
          <a:blip r:embed="rId3">
            <a:alphaModFix/>
          </a:blip>
          <a:srcRect l="50661" t="-11141" b="-11153"/>
          <a:stretch/>
        </p:blipFill>
        <p:spPr>
          <a:xfrm>
            <a:off x="5868990" y="3600450"/>
            <a:ext cx="3275632" cy="2554343"/>
          </a:xfrm>
          <a:prstGeom prst="rect">
            <a:avLst/>
          </a:prstGeom>
          <a:noFill/>
          <a:ln w="9525" cap="flat" cmpd="sng">
            <a:solidFill>
              <a:srgbClr val="CCCCCC"/>
            </a:solidFill>
            <a:prstDash val="solid"/>
            <a:round/>
            <a:headEnd type="none" w="sm" len="sm"/>
            <a:tailEnd type="none" w="sm" len="sm"/>
          </a:ln>
        </p:spPr>
      </p:pic>
      <p:sp>
        <p:nvSpPr>
          <p:cNvPr id="282" name="Google Shape;282;g26107f9f4fa_0_30"/>
          <p:cNvSpPr/>
          <p:nvPr/>
        </p:nvSpPr>
        <p:spPr>
          <a:xfrm>
            <a:off x="11079707" y="878010"/>
            <a:ext cx="252000" cy="25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200">
                <a:solidFill>
                  <a:srgbClr val="FFFFFF"/>
                </a:solidFill>
                <a:latin typeface="Microsoft JhengHei"/>
                <a:ea typeface="Microsoft JhengHei"/>
                <a:cs typeface="Microsoft JhengHei"/>
                <a:sym typeface="Microsoft JhengHei"/>
              </a:rPr>
              <a:t>➊</a:t>
            </a:r>
            <a:endParaRPr sz="1200">
              <a:solidFill>
                <a:srgbClr val="FFFFFF"/>
              </a:solidFill>
              <a:latin typeface="Microsoft JhengHei"/>
              <a:ea typeface="Microsoft JhengHei"/>
              <a:cs typeface="Microsoft JhengHei"/>
              <a:sym typeface="Microsoft JhengHei"/>
            </a:endParaRPr>
          </a:p>
        </p:txBody>
      </p:sp>
      <p:sp>
        <p:nvSpPr>
          <p:cNvPr id="283" name="Google Shape;283;g26107f9f4fa_0_30"/>
          <p:cNvSpPr/>
          <p:nvPr/>
        </p:nvSpPr>
        <p:spPr>
          <a:xfrm>
            <a:off x="5905502" y="3647171"/>
            <a:ext cx="252000" cy="2520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rgbClr val="000000"/>
              </a:buClr>
              <a:buSzPts val="1100"/>
              <a:buFont typeface="Arial"/>
              <a:buNone/>
            </a:pPr>
            <a:r>
              <a:rPr lang="zh-TW" altLang="en-US" sz="1200">
                <a:solidFill>
                  <a:srgbClr val="3B82F6"/>
                </a:solidFill>
                <a:latin typeface="Microsoft JhengHei" panose="020B0604030504040204" pitchFamily="34" charset="-120"/>
                <a:ea typeface="Microsoft JhengHei" panose="020B0604030504040204" pitchFamily="34" charset="-120"/>
                <a:sym typeface="Microsoft JhengHei"/>
              </a:rPr>
              <a:t>➋</a:t>
            </a:r>
            <a:endParaRPr sz="1200">
              <a:solidFill>
                <a:srgbClr val="3B82F6"/>
              </a:solidFill>
              <a:latin typeface="Microsoft JhengHei" panose="020B0604030504040204" pitchFamily="34" charset="-120"/>
              <a:ea typeface="Microsoft JhengHei" panose="020B0604030504040204" pitchFamily="34" charset="-120"/>
              <a:sym typeface="Microsoft JhengHei"/>
            </a:endParaRPr>
          </a:p>
        </p:txBody>
      </p:sp>
      <p:sp>
        <p:nvSpPr>
          <p:cNvPr id="8" name="Google Shape;279;g26107f9f4fa_0_30">
            <a:extLst>
              <a:ext uri="{FF2B5EF4-FFF2-40B4-BE49-F238E27FC236}">
                <a16:creationId xmlns:a16="http://schemas.microsoft.com/office/drawing/2014/main" id="{07925DAC-EC49-174F-9A30-A20FC8AF259F}"/>
              </a:ext>
            </a:extLst>
          </p:cNvPr>
          <p:cNvSpPr txBox="1">
            <a:spLocks/>
          </p:cNvSpPr>
          <p:nvPr/>
        </p:nvSpPr>
        <p:spPr>
          <a:xfrm>
            <a:off x="188781" y="863600"/>
            <a:ext cx="5472112" cy="3354470"/>
          </a:xfrm>
          <a:prstGeom prst="rect">
            <a:avLst/>
          </a:prstGeom>
          <a:ln w="9525" cap="flat" cmpd="sng">
            <a:solidFill>
              <a:schemeClr val="lt1"/>
            </a:solidFill>
            <a:prstDash val="solid"/>
            <a:round/>
            <a:headEnd type="none" w="sm" len="sm"/>
            <a:tailEnd type="none" w="sm" len="sm"/>
          </a:ln>
        </p:spPr>
        <p:txBody>
          <a:bodyPr spcFirstLastPara="1" wrap="square" lIns="88150" tIns="44050" rIns="88150" bIns="4405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52000" indent="-216000">
              <a:lnSpc>
                <a:spcPct val="130000"/>
              </a:lnSpc>
              <a:buSzPts val="1800"/>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單頁有彩色</a:t>
            </a:r>
            <a:r>
              <a:rPr lang="en-US" altLang="zh-TW" sz="1600">
                <a:latin typeface="Microsoft JhengHei" panose="020B0604030504040204" pitchFamily="34" charset="-120"/>
                <a:ea typeface="Microsoft JhengHei" panose="020B0604030504040204" pitchFamily="34" charset="-120"/>
              </a:rPr>
              <a:t>(</a:t>
            </a:r>
            <a:r>
              <a:rPr lang="zh-TW" altLang="en-US" sz="1600">
                <a:latin typeface="Microsoft JhengHei" panose="020B0604030504040204" pitchFamily="34" charset="-120"/>
                <a:ea typeface="Microsoft JhengHei" panose="020B0604030504040204" pitchFamily="34" charset="-120"/>
              </a:rPr>
              <a:t>非灰階</a:t>
            </a:r>
            <a:r>
              <a:rPr lang="en-US" altLang="zh-TW" sz="1600">
                <a:latin typeface="Microsoft JhengHei" panose="020B0604030504040204" pitchFamily="34" charset="-120"/>
                <a:ea typeface="Microsoft JhengHei" panose="020B0604030504040204" pitchFamily="34" charset="-120"/>
              </a:rPr>
              <a:t>) ≤ 3 </a:t>
            </a:r>
            <a:r>
              <a:rPr lang="zh-TW" altLang="en-US" sz="1600">
                <a:latin typeface="Microsoft JhengHei" panose="020B0604030504040204" pitchFamily="34" charset="-120"/>
                <a:ea typeface="Microsoft JhengHei" panose="020B0604030504040204" pitchFamily="34" charset="-120"/>
              </a:rPr>
              <a:t>種</a:t>
            </a:r>
          </a:p>
          <a:p>
            <a:pPr marL="252000" indent="-216000">
              <a:lnSpc>
                <a:spcPct val="130000"/>
              </a:lnSpc>
              <a:spcBef>
                <a:spcPts val="600"/>
              </a:spcBef>
              <a:buClr>
                <a:srgbClr val="49A4FF"/>
              </a:buClr>
              <a:buSzPts val="1800"/>
              <a:buFont typeface="Arial" panose="020B0604020202020204" pitchFamily="34" charset="0"/>
              <a:buChar char="○"/>
            </a:pPr>
            <a:r>
              <a:rPr lang="zh-TW" altLang="en-US" sz="1600">
                <a:solidFill>
                  <a:srgbClr val="3B82F6"/>
                </a:solidFill>
                <a:latin typeface="Microsoft JhengHei" panose="020B0604030504040204" pitchFamily="34" charset="-120"/>
                <a:ea typeface="Microsoft JhengHei" panose="020B0604030504040204" pitchFamily="34" charset="-120"/>
              </a:rPr>
              <a:t>超連結</a:t>
            </a:r>
            <a:r>
              <a:rPr lang="en-US" altLang="zh-TW" sz="1600">
                <a:solidFill>
                  <a:srgbClr val="3B82F6"/>
                </a:solidFill>
                <a:latin typeface="Microsoft JhengHei" panose="020B0604030504040204" pitchFamily="34" charset="-120"/>
                <a:ea typeface="Microsoft JhengHei" panose="020B0604030504040204" pitchFamily="34" charset="-120"/>
              </a:rPr>
              <a:t>(</a:t>
            </a:r>
            <a:r>
              <a:rPr lang="zh-TW" altLang="en-US" sz="1600">
                <a:solidFill>
                  <a:srgbClr val="3B82F6"/>
                </a:solidFill>
                <a:latin typeface="Microsoft JhengHei" panose="020B0604030504040204" pitchFamily="34" charset="-120"/>
                <a:ea typeface="Microsoft JhengHei" panose="020B0604030504040204" pitchFamily="34" charset="-120"/>
              </a:rPr>
              <a:t>藍</a:t>
            </a:r>
            <a:r>
              <a:rPr lang="en-US" altLang="zh-TW" sz="1600">
                <a:solidFill>
                  <a:srgbClr val="3B82F6"/>
                </a:solidFill>
                <a:latin typeface="Microsoft JhengHei" panose="020B0604030504040204" pitchFamily="34" charset="-120"/>
                <a:ea typeface="Microsoft JhengHei" panose="020B0604030504040204" pitchFamily="34" charset="-120"/>
              </a:rPr>
              <a:t>) #3B82F6</a:t>
            </a:r>
            <a:endParaRPr lang="en" sz="1600">
              <a:solidFill>
                <a:srgbClr val="3B82F6"/>
              </a:solidFill>
              <a:latin typeface="Microsoft JhengHei" panose="020B0604030504040204" pitchFamily="34" charset="-120"/>
              <a:ea typeface="Microsoft JhengHei" panose="020B0604030504040204" pitchFamily="34" charset="-120"/>
            </a:endParaRPr>
          </a:p>
          <a:p>
            <a:pPr marL="252000" indent="-216000">
              <a:lnSpc>
                <a:spcPct val="130000"/>
              </a:lnSpc>
              <a:spcBef>
                <a:spcPts val="600"/>
              </a:spcBef>
              <a:buClr>
                <a:srgbClr val="FF006E"/>
              </a:buClr>
              <a:buSzPts val="1800"/>
              <a:buFont typeface="Arial" panose="020B0604020202020204" pitchFamily="34" charset="0"/>
              <a:buChar char="○"/>
            </a:pPr>
            <a:r>
              <a:rPr lang="zh-TW" altLang="en-US" sz="1600">
                <a:solidFill>
                  <a:srgbClr val="F43F5E"/>
                </a:solidFill>
                <a:latin typeface="Microsoft JhengHei" panose="020B0604030504040204" pitchFamily="34" charset="-120"/>
                <a:ea typeface="Microsoft JhengHei" panose="020B0604030504040204" pitchFamily="34" charset="-120"/>
              </a:rPr>
              <a:t>強調文字</a:t>
            </a:r>
            <a:r>
              <a:rPr lang="en-US" altLang="zh-TW" sz="1600">
                <a:solidFill>
                  <a:srgbClr val="F43F5E"/>
                </a:solidFill>
                <a:latin typeface="Microsoft JhengHei" panose="020B0604030504040204" pitchFamily="34" charset="-120"/>
                <a:ea typeface="Microsoft JhengHei" panose="020B0604030504040204" pitchFamily="34" charset="-120"/>
              </a:rPr>
              <a:t>(</a:t>
            </a:r>
            <a:r>
              <a:rPr lang="zh-TW" altLang="en-US" sz="1600">
                <a:solidFill>
                  <a:srgbClr val="F43F5E"/>
                </a:solidFill>
                <a:latin typeface="Microsoft JhengHei" panose="020B0604030504040204" pitchFamily="34" charset="-120"/>
                <a:ea typeface="Microsoft JhengHei" panose="020B0604030504040204" pitchFamily="34" charset="-120"/>
              </a:rPr>
              <a:t>紅</a:t>
            </a:r>
            <a:r>
              <a:rPr lang="en-US" altLang="zh-TW" sz="1600">
                <a:solidFill>
                  <a:srgbClr val="F43F5E"/>
                </a:solidFill>
                <a:latin typeface="Microsoft JhengHei" panose="020B0604030504040204" pitchFamily="34" charset="-120"/>
                <a:ea typeface="Microsoft JhengHei" panose="020B0604030504040204" pitchFamily="34" charset="-120"/>
              </a:rPr>
              <a:t>) #</a:t>
            </a:r>
            <a:r>
              <a:rPr lang="en" altLang="zh-TW" sz="1600">
                <a:solidFill>
                  <a:srgbClr val="F43F5E"/>
                </a:solidFill>
                <a:latin typeface="Microsoft JhengHei" panose="020B0604030504040204" pitchFamily="34" charset="-120"/>
                <a:ea typeface="Microsoft JhengHei" panose="020B0604030504040204" pitchFamily="34" charset="-120"/>
              </a:rPr>
              <a:t>F43</a:t>
            </a:r>
            <a:r>
              <a:rPr lang="en-US" altLang="zh-TW" sz="1600">
                <a:solidFill>
                  <a:srgbClr val="F43F5E"/>
                </a:solidFill>
                <a:latin typeface="Microsoft JhengHei" panose="020B0604030504040204" pitchFamily="34" charset="-120"/>
                <a:ea typeface="Microsoft JhengHei" panose="020B0604030504040204" pitchFamily="34" charset="-120"/>
              </a:rPr>
              <a:t>F</a:t>
            </a:r>
            <a:r>
              <a:rPr lang="en" altLang="zh-TW" sz="1600">
                <a:solidFill>
                  <a:srgbClr val="F43F5E"/>
                </a:solidFill>
                <a:latin typeface="Microsoft JhengHei" panose="020B0604030504040204" pitchFamily="34" charset="-120"/>
                <a:ea typeface="Microsoft JhengHei" panose="020B0604030504040204" pitchFamily="34" charset="-120"/>
              </a:rPr>
              <a:t>5E</a:t>
            </a:r>
            <a:endParaRPr lang="en" sz="1600">
              <a:solidFill>
                <a:srgbClr val="F43F5E"/>
              </a:solidFill>
              <a:latin typeface="Microsoft JhengHei" panose="020B0604030504040204" pitchFamily="34" charset="-120"/>
              <a:ea typeface="Microsoft JhengHei" panose="020B0604030504040204" pitchFamily="34" charset="-120"/>
            </a:endParaRPr>
          </a:p>
          <a:p>
            <a:pPr marL="252000" indent="-216000">
              <a:lnSpc>
                <a:spcPct val="130000"/>
              </a:lnSpc>
              <a:spcBef>
                <a:spcPts val="600"/>
              </a:spcBef>
              <a:buSzPts val="1600"/>
              <a:buFont typeface="Arial" panose="020B0604020202020204" pitchFamily="34" charset="0"/>
              <a:buChar char="○"/>
            </a:pPr>
            <a:r>
              <a:rPr lang="zh-TW" altLang="en-US" sz="1600">
                <a:solidFill>
                  <a:schemeClr val="tx1"/>
                </a:solidFill>
                <a:highlight>
                  <a:srgbClr val="FEF08A"/>
                </a:highlight>
                <a:latin typeface="Microsoft JhengHei" panose="020B0604030504040204" pitchFamily="34" charset="-120"/>
                <a:ea typeface="Microsoft JhengHei" panose="020B0604030504040204" pitchFamily="34" charset="-120"/>
              </a:rPr>
              <a:t>螢光筆</a:t>
            </a:r>
            <a:r>
              <a:rPr lang="en-US" altLang="zh-TW" sz="1600">
                <a:solidFill>
                  <a:schemeClr val="tx1"/>
                </a:solidFill>
                <a:highlight>
                  <a:srgbClr val="FEF08A"/>
                </a:highlight>
                <a:latin typeface="Microsoft JhengHei" panose="020B0604030504040204" pitchFamily="34" charset="-120"/>
                <a:ea typeface="Microsoft JhengHei" panose="020B0604030504040204" pitchFamily="34" charset="-120"/>
              </a:rPr>
              <a:t>(</a:t>
            </a:r>
            <a:r>
              <a:rPr lang="zh-TW" altLang="en-US" sz="1600">
                <a:solidFill>
                  <a:schemeClr val="tx1"/>
                </a:solidFill>
                <a:highlight>
                  <a:srgbClr val="FEF08A"/>
                </a:highlight>
                <a:latin typeface="Microsoft JhengHei" panose="020B0604030504040204" pitchFamily="34" charset="-120"/>
                <a:ea typeface="Microsoft JhengHei" panose="020B0604030504040204" pitchFamily="34" charset="-120"/>
              </a:rPr>
              <a:t>黃</a:t>
            </a:r>
            <a:r>
              <a:rPr lang="en-US" altLang="zh-TW" sz="1600">
                <a:solidFill>
                  <a:schemeClr val="tx1"/>
                </a:solidFill>
                <a:highlight>
                  <a:srgbClr val="FEF08A"/>
                </a:highlight>
                <a:latin typeface="Microsoft JhengHei" panose="020B0604030504040204" pitchFamily="34" charset="-120"/>
                <a:ea typeface="Microsoft JhengHei" panose="020B0604030504040204" pitchFamily="34" charset="-120"/>
              </a:rPr>
              <a:t>) #</a:t>
            </a:r>
            <a:r>
              <a:rPr lang="en" altLang="zh-TW" sz="1600">
                <a:solidFill>
                  <a:schemeClr val="tx1"/>
                </a:solidFill>
                <a:highlight>
                  <a:srgbClr val="FEF08A"/>
                </a:highlight>
                <a:latin typeface="Microsoft JhengHei" panose="020B0604030504040204" pitchFamily="34" charset="-120"/>
                <a:ea typeface="Microsoft JhengHei" panose="020B0604030504040204" pitchFamily="34" charset="-120"/>
              </a:rPr>
              <a:t>FE</a:t>
            </a:r>
            <a:r>
              <a:rPr lang="en-US" altLang="zh-TW" sz="1600">
                <a:solidFill>
                  <a:schemeClr val="tx1"/>
                </a:solidFill>
                <a:highlight>
                  <a:srgbClr val="FEF08A"/>
                </a:highlight>
                <a:latin typeface="Microsoft JhengHei" panose="020B0604030504040204" pitchFamily="34" charset="-120"/>
                <a:ea typeface="Microsoft JhengHei" panose="020B0604030504040204" pitchFamily="34" charset="-120"/>
              </a:rPr>
              <a:t>F08A</a:t>
            </a:r>
          </a:p>
          <a:p>
            <a:pPr marL="252000" indent="-216000">
              <a:lnSpc>
                <a:spcPct val="130000"/>
              </a:lnSpc>
              <a:spcBef>
                <a:spcPts val="600"/>
              </a:spcBef>
              <a:buSzPts val="1800"/>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色塊 </a:t>
            </a:r>
            <a:r>
              <a:rPr lang="zh-TW" altLang="en-US" sz="1200">
                <a:solidFill>
                  <a:srgbClr val="3B82F6"/>
                </a:solidFill>
                <a:latin typeface="Microsoft JhengHei" panose="020B0604030504040204" pitchFamily="34" charset="-120"/>
                <a:ea typeface="Microsoft JhengHei" panose="020B0604030504040204" pitchFamily="34" charset="-120"/>
              </a:rPr>
              <a:t>➊</a:t>
            </a:r>
            <a:endParaRPr lang="zh-TW" altLang="en-US" sz="1100">
              <a:solidFill>
                <a:srgbClr val="3B82F6"/>
              </a:solidFill>
              <a:latin typeface="Microsoft JhengHei" panose="020B0604030504040204" pitchFamily="34" charset="-120"/>
              <a:ea typeface="Microsoft JhengHei" panose="020B0604030504040204" pitchFamily="34" charset="-120"/>
            </a:endParaRPr>
          </a:p>
          <a:p>
            <a:pPr marL="504000" lvl="1" indent="-216000">
              <a:lnSpc>
                <a:spcPct val="130000"/>
              </a:lnSpc>
              <a:buSzPts val="1800"/>
              <a:buFont typeface="Arial" panose="020B0604020202020204" pitchFamily="34" charset="0"/>
              <a:buChar char="○"/>
            </a:pPr>
            <a:r>
              <a:rPr lang="zh-TW" altLang="en-US">
                <a:latin typeface="Microsoft JhengHei" panose="020B0604030504040204" pitchFamily="34" charset="-120"/>
                <a:ea typeface="Microsoft JhengHei" panose="020B0604030504040204" pitchFamily="34" charset="-120"/>
                <a:cs typeface="Microsoft JhengHei"/>
                <a:sym typeface="Microsoft JhengHei"/>
              </a:rPr>
              <a:t>大面積以淺色底為主</a:t>
            </a:r>
          </a:p>
          <a:p>
            <a:pPr marL="504000" lvl="1" indent="-216000">
              <a:lnSpc>
                <a:spcPct val="130000"/>
              </a:lnSpc>
              <a:buSzPts val="1800"/>
              <a:buFont typeface="Arial" panose="020B0604020202020204" pitchFamily="34" charset="0"/>
              <a:buChar char="○"/>
            </a:pPr>
            <a:r>
              <a:rPr lang="zh-TW" altLang="en-US">
                <a:latin typeface="Microsoft JhengHei" panose="020B0604030504040204" pitchFamily="34" charset="-120"/>
                <a:ea typeface="Microsoft JhengHei" panose="020B0604030504040204" pitchFamily="34" charset="-120"/>
                <a:cs typeface="Microsoft JhengHei"/>
                <a:sym typeface="Microsoft JhengHei"/>
              </a:rPr>
              <a:t>單頁深色區域 ≤</a:t>
            </a:r>
            <a:r>
              <a:rPr lang="en-US" altLang="zh-TW">
                <a:latin typeface="Microsoft JhengHei" panose="020B0604030504040204" pitchFamily="34" charset="-120"/>
                <a:ea typeface="Microsoft JhengHei" panose="020B0604030504040204" pitchFamily="34" charset="-120"/>
                <a:cs typeface="Microsoft JhengHei"/>
                <a:sym typeface="Microsoft JhengHei"/>
              </a:rPr>
              <a:t>20% </a:t>
            </a:r>
            <a:endParaRPr lang="zh-TW" altLang="en-US">
              <a:latin typeface="Microsoft JhengHei" panose="020B0604030504040204" pitchFamily="34" charset="-120"/>
              <a:ea typeface="Microsoft JhengHei" panose="020B0604030504040204" pitchFamily="34" charset="-120"/>
              <a:cs typeface="Microsoft JhengHei"/>
              <a:sym typeface="Microsoft JhengHei"/>
            </a:endParaRPr>
          </a:p>
          <a:p>
            <a:pPr marL="252000" indent="-216000">
              <a:lnSpc>
                <a:spcPct val="130000"/>
              </a:lnSpc>
              <a:spcBef>
                <a:spcPts val="600"/>
              </a:spcBef>
              <a:buSzPts val="1800"/>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圖標 </a:t>
            </a:r>
            <a:r>
              <a:rPr lang="zh-TW" altLang="en-US" sz="1200">
                <a:solidFill>
                  <a:srgbClr val="3B82F6"/>
                </a:solidFill>
                <a:latin typeface="Microsoft JhengHei" panose="020B0604030504040204" pitchFamily="34" charset="-120"/>
                <a:ea typeface="Microsoft JhengHei" panose="020B0604030504040204" pitchFamily="34" charset="-120"/>
              </a:rPr>
              <a:t>➋</a:t>
            </a:r>
          </a:p>
          <a:p>
            <a:pPr marL="504000" lvl="1" indent="-216000">
              <a:lnSpc>
                <a:spcPct val="130000"/>
              </a:lnSpc>
              <a:buSzPts val="1800"/>
              <a:buFont typeface="Arial" panose="020B0604020202020204" pitchFamily="34" charset="0"/>
              <a:buChar char="○"/>
            </a:pPr>
            <a:r>
              <a:rPr lang="zh-TW" altLang="en-US">
                <a:latin typeface="Microsoft JhengHei" panose="020B0604030504040204" pitchFamily="34" charset="-120"/>
                <a:ea typeface="Microsoft JhengHei" panose="020B0604030504040204" pitchFamily="34" charset="-120"/>
                <a:cs typeface="Microsoft JhengHei"/>
                <a:sym typeface="Microsoft JhengHei"/>
              </a:rPr>
              <a:t>預設位於圖片左上角，除非擋住重要資訊</a:t>
            </a:r>
          </a:p>
        </p:txBody>
      </p:sp>
      <p:sp>
        <p:nvSpPr>
          <p:cNvPr id="3" name="文字方塊 2">
            <a:extLst>
              <a:ext uri="{FF2B5EF4-FFF2-40B4-BE49-F238E27FC236}">
                <a16:creationId xmlns:a16="http://schemas.microsoft.com/office/drawing/2014/main" id="{7E75B260-4B66-0954-48EA-1E3F825BAD9F}"/>
              </a:ext>
            </a:extLst>
          </p:cNvPr>
          <p:cNvSpPr txBox="1"/>
          <p:nvPr/>
        </p:nvSpPr>
        <p:spPr>
          <a:xfrm>
            <a:off x="794" y="0"/>
            <a:ext cx="11520488" cy="307777"/>
          </a:xfrm>
          <a:prstGeom prst="rect">
            <a:avLst/>
          </a:prstGeom>
          <a:solidFill>
            <a:srgbClr val="FEF08A"/>
          </a:solidFill>
        </p:spPr>
        <p:txBody>
          <a:bodyPr wrap="square" rtlCol="0">
            <a:spAutoFit/>
          </a:bodyPr>
          <a:lstStyle/>
          <a:p>
            <a:pPr marL="36000"/>
            <a:r>
              <a:rPr kumimoji="1" lang="en-US" altLang="zh-TW">
                <a:solidFill>
                  <a:schemeClr val="bg2"/>
                </a:solidFill>
              </a:rPr>
              <a:t>@shannon:</a:t>
            </a:r>
            <a:r>
              <a:rPr kumimoji="1" lang="zh-TW" altLang="en-US">
                <a:solidFill>
                  <a:schemeClr val="bg2"/>
                </a:solidFill>
              </a:rPr>
              <a:t>配色只留主題色配及配色說明兩頁</a:t>
            </a:r>
            <a:endParaRPr kumimoji="1" lang="en-US" altLang="zh-TW">
              <a:solidFill>
                <a:schemeClr val="bg2"/>
              </a:solidFill>
            </a:endParaRPr>
          </a:p>
        </p:txBody>
      </p:sp>
    </p:spTree>
    <p:extLst>
      <p:ext uri="{BB962C8B-B14F-4D97-AF65-F5344CB8AC3E}">
        <p14:creationId xmlns:p14="http://schemas.microsoft.com/office/powerpoint/2010/main" val="4191026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2" name="標題 1">
            <a:extLst>
              <a:ext uri="{FF2B5EF4-FFF2-40B4-BE49-F238E27FC236}">
                <a16:creationId xmlns:a16="http://schemas.microsoft.com/office/drawing/2014/main" id="{F105F8E5-2430-5A85-BCF6-9B768A93585B}"/>
              </a:ext>
            </a:extLst>
          </p:cNvPr>
          <p:cNvSpPr>
            <a:spLocks noGrp="1"/>
          </p:cNvSpPr>
          <p:nvPr>
            <p:ph type="title"/>
          </p:nvPr>
        </p:nvSpPr>
        <p:spPr>
          <a:prstGeom prst="rect">
            <a:avLst/>
          </a:prstGeom>
        </p:spPr>
        <p:txBody>
          <a:bodyPr/>
          <a:lstStyle/>
          <a:p>
            <a:r>
              <a:rPr lang="zh-TW" altLang="en-US" sz="3600">
                <a:latin typeface="Microsoft JhengHei"/>
                <a:ea typeface="Microsoft JhengHei"/>
                <a:cs typeface="Microsoft JhengHei"/>
                <a:sym typeface="Microsoft JhengHei"/>
              </a:rPr>
              <a:t>輔助線</a:t>
            </a:r>
            <a:endParaRPr lang="zh-TW" altLang="en-US"/>
          </a:p>
        </p:txBody>
      </p:sp>
      <p:sp>
        <p:nvSpPr>
          <p:cNvPr id="5" name="文字版面配置區 4">
            <a:extLst>
              <a:ext uri="{FF2B5EF4-FFF2-40B4-BE49-F238E27FC236}">
                <a16:creationId xmlns:a16="http://schemas.microsoft.com/office/drawing/2014/main" id="{E5BFF426-0ED3-E009-B9BA-63A7D13C6334}"/>
              </a:ext>
            </a:extLst>
          </p:cNvPr>
          <p:cNvSpPr>
            <a:spLocks noGrp="1"/>
          </p:cNvSpPr>
          <p:nvPr>
            <p:ph type="body" idx="2"/>
          </p:nvPr>
        </p:nvSpPr>
        <p:spPr/>
        <p:txBody>
          <a:bodyPr/>
          <a:lstStyle/>
          <a:p>
            <a:endParaRPr lang="zh-TW" altLang="en-US"/>
          </a:p>
        </p:txBody>
      </p:sp>
      <p:sp>
        <p:nvSpPr>
          <p:cNvPr id="3" name="文字方塊 2">
            <a:extLst>
              <a:ext uri="{FF2B5EF4-FFF2-40B4-BE49-F238E27FC236}">
                <a16:creationId xmlns:a16="http://schemas.microsoft.com/office/drawing/2014/main" id="{B779A705-0791-54EC-E5E1-28B18270F3B2}"/>
              </a:ext>
            </a:extLst>
          </p:cNvPr>
          <p:cNvSpPr txBox="1"/>
          <p:nvPr/>
        </p:nvSpPr>
        <p:spPr>
          <a:xfrm>
            <a:off x="0" y="0"/>
            <a:ext cx="11520488" cy="307777"/>
          </a:xfrm>
          <a:prstGeom prst="rect">
            <a:avLst/>
          </a:prstGeom>
          <a:solidFill>
            <a:srgbClr val="FEF08A"/>
          </a:solidFill>
        </p:spPr>
        <p:txBody>
          <a:bodyPr wrap="square" rtlCol="0">
            <a:spAutoFit/>
          </a:bodyPr>
          <a:lstStyle/>
          <a:p>
            <a:pPr marL="252000" indent="-216000">
              <a:buFont typeface="標準系統字體"/>
              <a:buChar char="○"/>
            </a:pPr>
            <a:r>
              <a:rPr kumimoji="1" lang="en-US" altLang="zh-TW">
                <a:solidFill>
                  <a:schemeClr val="bg2"/>
                </a:solidFill>
              </a:rPr>
              <a:t>@shannon:</a:t>
            </a:r>
            <a:r>
              <a:rPr kumimoji="1" lang="zh-TW" altLang="en-US">
                <a:solidFill>
                  <a:schemeClr val="bg2"/>
                </a:solidFill>
              </a:rPr>
              <a:t>輔助線已設定在投影片母片中，可留開啟輔助線說明、輔助線範例</a:t>
            </a:r>
            <a:r>
              <a:rPr kumimoji="1" lang="en-US" altLang="zh-TW">
                <a:solidFill>
                  <a:schemeClr val="bg2"/>
                </a:solidFill>
              </a:rPr>
              <a:t>2,3</a:t>
            </a:r>
            <a:r>
              <a:rPr kumimoji="1" lang="zh-TW" altLang="en-US">
                <a:solidFill>
                  <a:schemeClr val="bg2"/>
                </a:solidFill>
              </a:rPr>
              <a:t>欄</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21"/>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t>輔助線</a:t>
            </a:r>
            <a:endParaRPr/>
          </a:p>
        </p:txBody>
      </p:sp>
      <p:sp>
        <p:nvSpPr>
          <p:cNvPr id="3" name="文字版面配置區 2">
            <a:extLst>
              <a:ext uri="{FF2B5EF4-FFF2-40B4-BE49-F238E27FC236}">
                <a16:creationId xmlns:a16="http://schemas.microsoft.com/office/drawing/2014/main" id="{DAEBFAF7-E9BC-713B-646B-8B6EDDE32EC9}"/>
              </a:ext>
            </a:extLst>
          </p:cNvPr>
          <p:cNvSpPr>
            <a:spLocks noGrp="1"/>
          </p:cNvSpPr>
          <p:nvPr>
            <p:ph type="body" idx="10"/>
          </p:nvPr>
        </p:nvSpPr>
        <p:spPr>
          <a:prstGeom prst="rect">
            <a:avLst/>
          </a:prstGeom>
        </p:spPr>
        <p:txBody>
          <a:bodyPr/>
          <a:lstStyle/>
          <a:p>
            <a:r>
              <a:rPr lang="zh-TW" altLang="en-US" sz="1600">
                <a:latin typeface="Microsoft JhengHei"/>
                <a:ea typeface="Microsoft JhengHei"/>
                <a:cs typeface="Microsoft JhengHei"/>
                <a:sym typeface="Microsoft JhengHei"/>
              </a:rPr>
              <a:t>開啟與關閉：</a:t>
            </a:r>
            <a:r>
              <a:rPr lang="en-US" altLang="zh-TW" sz="1600">
                <a:latin typeface="Microsoft JhengHei"/>
                <a:ea typeface="Microsoft JhengHei"/>
                <a:cs typeface="Microsoft JhengHei"/>
                <a:sym typeface="Microsoft JhengHei"/>
              </a:rPr>
              <a:t>[</a:t>
            </a:r>
            <a:r>
              <a:rPr lang="zh-TW" altLang="en-US" sz="1600">
                <a:latin typeface="Microsoft JhengHei"/>
                <a:ea typeface="Microsoft JhengHei"/>
                <a:cs typeface="Microsoft JhengHei"/>
                <a:sym typeface="Microsoft JhengHei"/>
              </a:rPr>
              <a:t>檢視</a:t>
            </a:r>
            <a:r>
              <a:rPr lang="en-US" altLang="zh-TW" sz="1600">
                <a:latin typeface="Microsoft JhengHei"/>
                <a:ea typeface="Microsoft JhengHei"/>
                <a:cs typeface="Microsoft JhengHei"/>
                <a:sym typeface="Microsoft JhengHei"/>
              </a:rPr>
              <a:t>] &gt; [</a:t>
            </a:r>
            <a:r>
              <a:rPr lang="zh-TW" altLang="en-US" sz="1600">
                <a:latin typeface="Microsoft JhengHei"/>
                <a:ea typeface="Microsoft JhengHei"/>
                <a:cs typeface="Microsoft JhengHei"/>
                <a:sym typeface="Microsoft JhengHei"/>
              </a:rPr>
              <a:t>輔助線</a:t>
            </a:r>
            <a:r>
              <a:rPr lang="en-US" altLang="zh-TW" sz="1600">
                <a:latin typeface="Microsoft JhengHei"/>
                <a:ea typeface="Microsoft JhengHei"/>
                <a:cs typeface="Microsoft JhengHei"/>
                <a:sym typeface="Microsoft JhengHei"/>
              </a:rPr>
              <a:t>]</a:t>
            </a:r>
          </a:p>
        </p:txBody>
      </p:sp>
      <p:cxnSp>
        <p:nvCxnSpPr>
          <p:cNvPr id="362" name="Google Shape;362;p21"/>
          <p:cNvCxnSpPr/>
          <p:nvPr/>
        </p:nvCxnSpPr>
        <p:spPr>
          <a:xfrm>
            <a:off x="-26512" y="3509963"/>
            <a:ext cx="11547000" cy="0"/>
          </a:xfrm>
          <a:prstGeom prst="straightConnector1">
            <a:avLst/>
          </a:prstGeom>
          <a:noFill/>
          <a:ln w="9525" cap="flat" cmpd="sng">
            <a:solidFill>
              <a:srgbClr val="FF0000"/>
            </a:solidFill>
            <a:prstDash val="solid"/>
            <a:round/>
            <a:headEnd type="none" w="sm" len="sm"/>
            <a:tailEnd type="none" w="sm" len="sm"/>
          </a:ln>
        </p:spPr>
      </p:cxnSp>
      <p:sp>
        <p:nvSpPr>
          <p:cNvPr id="364" name="Google Shape;364;p21"/>
          <p:cNvSpPr txBox="1"/>
          <p:nvPr/>
        </p:nvSpPr>
        <p:spPr>
          <a:xfrm>
            <a:off x="5760000" y="3204083"/>
            <a:ext cx="1700700" cy="397201"/>
          </a:xfrm>
          <a:prstGeom prst="rect">
            <a:avLst/>
          </a:prstGeom>
          <a:noFill/>
          <a:ln>
            <a:noFill/>
          </a:ln>
        </p:spPr>
        <p:txBody>
          <a:bodyPr spcFirstLastPara="1" wrap="square" lIns="91425" tIns="90000" rIns="91425" bIns="90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0" i="0" u="none" strike="noStrike" cap="none">
                <a:solidFill>
                  <a:srgbClr val="FF0000"/>
                </a:solidFill>
                <a:latin typeface="Arial"/>
                <a:ea typeface="Arial"/>
                <a:cs typeface="Arial"/>
                <a:sym typeface="Arial"/>
              </a:rPr>
              <a:t>中心線</a:t>
            </a:r>
            <a:endParaRPr>
              <a:solidFill>
                <a:srgbClr val="FF0000"/>
              </a:solidFill>
            </a:endParaRPr>
          </a:p>
        </p:txBody>
      </p:sp>
      <p:cxnSp>
        <p:nvCxnSpPr>
          <p:cNvPr id="9" name="Google Shape;362;p21">
            <a:extLst>
              <a:ext uri="{FF2B5EF4-FFF2-40B4-BE49-F238E27FC236}">
                <a16:creationId xmlns:a16="http://schemas.microsoft.com/office/drawing/2014/main" id="{1B4E6412-020B-2A4E-ADA8-68B868BA185A}"/>
              </a:ext>
            </a:extLst>
          </p:cNvPr>
          <p:cNvCxnSpPr>
            <a:cxnSpLocks/>
          </p:cNvCxnSpPr>
          <p:nvPr/>
        </p:nvCxnSpPr>
        <p:spPr>
          <a:xfrm>
            <a:off x="5760000" y="0"/>
            <a:ext cx="0" cy="6480175"/>
          </a:xfrm>
          <a:prstGeom prst="straightConnector1">
            <a:avLst/>
          </a:prstGeom>
          <a:noFill/>
          <a:ln w="9525" cap="flat" cmpd="sng">
            <a:solidFill>
              <a:srgbClr val="FF0000"/>
            </a:solidFill>
            <a:prstDash val="solid"/>
            <a:round/>
            <a:headEnd type="none" w="sm" len="sm"/>
            <a:tailEnd type="none" w="sm" len="sm"/>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2"/>
          <p:cNvSpPr/>
          <p:nvPr/>
        </p:nvSpPr>
        <p:spPr>
          <a:xfrm>
            <a:off x="179388" y="900114"/>
            <a:ext cx="5491162" cy="5219700"/>
          </a:xfrm>
          <a:prstGeom prst="rect">
            <a:avLst/>
          </a:prstGeom>
          <a:solidFill>
            <a:srgbClr val="CBDD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1" name="Google Shape;371;p22"/>
          <p:cNvSpPr/>
          <p:nvPr/>
        </p:nvSpPr>
        <p:spPr>
          <a:xfrm>
            <a:off x="5849939" y="900114"/>
            <a:ext cx="5491162" cy="5219700"/>
          </a:xfrm>
          <a:prstGeom prst="rect">
            <a:avLst/>
          </a:prstGeom>
          <a:solidFill>
            <a:srgbClr val="CBDD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2" name="Google Shape;372;p22"/>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t>輔助線範例 </a:t>
            </a:r>
            <a:r>
              <a:rPr lang="zh-TW" sz="2000"/>
              <a:t>2 欄</a:t>
            </a:r>
            <a:endParaRPr sz="3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23"/>
          <p:cNvSpPr/>
          <p:nvPr/>
        </p:nvSpPr>
        <p:spPr>
          <a:xfrm>
            <a:off x="185236" y="900114"/>
            <a:ext cx="3594788" cy="5219700"/>
          </a:xfrm>
          <a:prstGeom prst="rect">
            <a:avLst/>
          </a:prstGeom>
          <a:solidFill>
            <a:srgbClr val="CBDD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8" name="Google Shape;378;p23"/>
          <p:cNvSpPr/>
          <p:nvPr/>
        </p:nvSpPr>
        <p:spPr>
          <a:xfrm>
            <a:off x="7740650" y="900113"/>
            <a:ext cx="3600450" cy="5219701"/>
          </a:xfrm>
          <a:prstGeom prst="rect">
            <a:avLst/>
          </a:prstGeom>
          <a:solidFill>
            <a:srgbClr val="CBDD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9" name="Google Shape;379;p23"/>
          <p:cNvSpPr/>
          <p:nvPr/>
        </p:nvSpPr>
        <p:spPr>
          <a:xfrm>
            <a:off x="3960813" y="900114"/>
            <a:ext cx="3598862" cy="5219700"/>
          </a:xfrm>
          <a:prstGeom prst="rect">
            <a:avLst/>
          </a:prstGeom>
          <a:solidFill>
            <a:srgbClr val="CBDD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0" name="Google Shape;380;p23"/>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t>輔助線範例 </a:t>
            </a:r>
            <a:r>
              <a:rPr lang="zh-TW" sz="2000"/>
              <a:t>3 欄</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9E3FC2C9-BF1B-DAD3-6166-C20837526347}"/>
              </a:ext>
            </a:extLst>
          </p:cNvPr>
          <p:cNvSpPr txBox="1"/>
          <p:nvPr/>
        </p:nvSpPr>
        <p:spPr>
          <a:xfrm>
            <a:off x="182465" y="5251745"/>
            <a:ext cx="11155557" cy="830997"/>
          </a:xfrm>
          <a:prstGeom prst="rect">
            <a:avLst/>
          </a:prstGeom>
          <a:noFill/>
        </p:spPr>
        <p:txBody>
          <a:bodyPr wrap="square" rtlCol="0">
            <a:spAutoFit/>
          </a:bodyPr>
          <a:lstStyle/>
          <a:p>
            <a:pPr algn="r"/>
            <a:r>
              <a:rPr kumimoji="1" lang="en-US" altLang="zh-TW" sz="2400">
                <a:latin typeface="Microsoft JhengHei" panose="020B0604030504040204" pitchFamily="34" charset="-120"/>
                <a:ea typeface="Microsoft JhengHei" panose="020B0604030504040204" pitchFamily="34" charset="-120"/>
              </a:rPr>
              <a:t>Template Version</a:t>
            </a:r>
          </a:p>
          <a:p>
            <a:pPr algn="r"/>
            <a:r>
              <a:rPr kumimoji="1" lang="en-US" altLang="zh-TW" sz="2400">
                <a:latin typeface="Microsoft JhengHei" panose="020B0604030504040204" pitchFamily="34" charset="-120"/>
                <a:ea typeface="Microsoft JhengHei" panose="020B0604030504040204" pitchFamily="34" charset="-120"/>
              </a:rPr>
              <a:t>v7.1</a:t>
            </a:r>
            <a:endParaRPr kumimoji="1" lang="zh-TW" altLang="en-US" sz="2400">
              <a:latin typeface="Microsoft JhengHei" panose="020B0604030504040204" pitchFamily="34" charset="-120"/>
              <a:ea typeface="Microsoft JhengHei" panose="020B0604030504040204" pitchFamily="34" charset="-120"/>
            </a:endParaRPr>
          </a:p>
        </p:txBody>
      </p:sp>
      <p:sp>
        <p:nvSpPr>
          <p:cNvPr id="2" name="文字方塊 1">
            <a:extLst>
              <a:ext uri="{FF2B5EF4-FFF2-40B4-BE49-F238E27FC236}">
                <a16:creationId xmlns:a16="http://schemas.microsoft.com/office/drawing/2014/main" id="{AD9E8785-A26C-4997-A237-FD84EEB0ED93}"/>
              </a:ext>
            </a:extLst>
          </p:cNvPr>
          <p:cNvSpPr txBox="1"/>
          <p:nvPr/>
        </p:nvSpPr>
        <p:spPr>
          <a:xfrm>
            <a:off x="0" y="0"/>
            <a:ext cx="11520488" cy="307777"/>
          </a:xfrm>
          <a:prstGeom prst="rect">
            <a:avLst/>
          </a:prstGeom>
          <a:solidFill>
            <a:srgbClr val="FEF08A"/>
          </a:solidFill>
        </p:spPr>
        <p:txBody>
          <a:bodyPr wrap="square" rtlCol="0">
            <a:spAutoFit/>
          </a:bodyPr>
          <a:lstStyle/>
          <a:p>
            <a:pPr marL="252000" indent="-216000">
              <a:buFont typeface="標準系統字體"/>
              <a:buChar char="○"/>
            </a:pPr>
            <a:r>
              <a:rPr kumimoji="1" lang="en-US" altLang="zh-TW">
                <a:solidFill>
                  <a:schemeClr val="bg2"/>
                </a:solidFill>
              </a:rPr>
              <a:t>@shannon:v7.1</a:t>
            </a:r>
            <a:r>
              <a:rPr kumimoji="1" lang="zh-TW" altLang="en-US">
                <a:solidFill>
                  <a:schemeClr val="bg2"/>
                </a:solidFill>
              </a:rPr>
              <a:t>的版本</a:t>
            </a:r>
          </a:p>
        </p:txBody>
      </p:sp>
    </p:spTree>
    <p:extLst>
      <p:ext uri="{BB962C8B-B14F-4D97-AF65-F5344CB8AC3E}">
        <p14:creationId xmlns:p14="http://schemas.microsoft.com/office/powerpoint/2010/main" val="2849912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0CA244DE-D5EF-DE8A-8FD8-D66181F11DA6}"/>
              </a:ext>
            </a:extLst>
          </p:cNvPr>
          <p:cNvCxnSpPr/>
          <p:nvPr/>
        </p:nvCxnSpPr>
        <p:spPr>
          <a:xfrm>
            <a:off x="-413" y="126000"/>
            <a:ext cx="11520488" cy="0"/>
          </a:xfrm>
          <a:prstGeom prst="line">
            <a:avLst/>
          </a:prstGeom>
          <a:ln w="12700"/>
        </p:spPr>
        <p:style>
          <a:lnRef idx="1">
            <a:schemeClr val="dk1"/>
          </a:lnRef>
          <a:fillRef idx="0">
            <a:schemeClr val="dk1"/>
          </a:fillRef>
          <a:effectRef idx="0">
            <a:schemeClr val="dk1"/>
          </a:effectRef>
          <a:fontRef idx="minor">
            <a:schemeClr val="tx1"/>
          </a:fontRef>
        </p:style>
      </p:cxnSp>
      <p:sp>
        <p:nvSpPr>
          <p:cNvPr id="6" name="矩形 5">
            <a:extLst>
              <a:ext uri="{FF2B5EF4-FFF2-40B4-BE49-F238E27FC236}">
                <a16:creationId xmlns:a16="http://schemas.microsoft.com/office/drawing/2014/main" id="{782070C9-572F-277A-3AA8-655797009236}"/>
              </a:ext>
            </a:extLst>
          </p:cNvPr>
          <p:cNvSpPr/>
          <p:nvPr/>
        </p:nvSpPr>
        <p:spPr>
          <a:xfrm>
            <a:off x="4480098" y="13467"/>
            <a:ext cx="1097426" cy="2742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8.65,0.35</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5" name="直線接點 4">
            <a:extLst>
              <a:ext uri="{FF2B5EF4-FFF2-40B4-BE49-F238E27FC236}">
                <a16:creationId xmlns:a16="http://schemas.microsoft.com/office/drawing/2014/main" id="{177163A0-29F6-3895-F8C7-06250D9A3610}"/>
              </a:ext>
            </a:extLst>
          </p:cNvPr>
          <p:cNvCxnSpPr>
            <a:cxnSpLocks/>
          </p:cNvCxnSpPr>
          <p:nvPr/>
        </p:nvCxnSpPr>
        <p:spPr>
          <a:xfrm>
            <a:off x="180000" y="-1"/>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直線接點 10">
            <a:extLst>
              <a:ext uri="{FF2B5EF4-FFF2-40B4-BE49-F238E27FC236}">
                <a16:creationId xmlns:a16="http://schemas.microsoft.com/office/drawing/2014/main" id="{386E9110-A793-C7DA-54AE-E5BAD891B6E2}"/>
              </a:ext>
            </a:extLst>
          </p:cNvPr>
          <p:cNvCxnSpPr/>
          <p:nvPr/>
        </p:nvCxnSpPr>
        <p:spPr>
          <a:xfrm>
            <a:off x="794" y="864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4" name="直線接點 13">
            <a:extLst>
              <a:ext uri="{FF2B5EF4-FFF2-40B4-BE49-F238E27FC236}">
                <a16:creationId xmlns:a16="http://schemas.microsoft.com/office/drawing/2014/main" id="{8EE69B97-CE3E-BBB3-33B8-CA8DA5DAE7A8}"/>
              </a:ext>
            </a:extLst>
          </p:cNvPr>
          <p:cNvCxnSpPr/>
          <p:nvPr/>
        </p:nvCxnSpPr>
        <p:spPr>
          <a:xfrm>
            <a:off x="-413" y="342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6" name="直線接點 15">
            <a:extLst>
              <a:ext uri="{FF2B5EF4-FFF2-40B4-BE49-F238E27FC236}">
                <a16:creationId xmlns:a16="http://schemas.microsoft.com/office/drawing/2014/main" id="{6566CE36-3C7C-F9A2-8CFA-EDE72878EED2}"/>
              </a:ext>
            </a:extLst>
          </p:cNvPr>
          <p:cNvCxnSpPr/>
          <p:nvPr/>
        </p:nvCxnSpPr>
        <p:spPr>
          <a:xfrm>
            <a:off x="-413" y="351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8" name="直線接點 17">
            <a:extLst>
              <a:ext uri="{FF2B5EF4-FFF2-40B4-BE49-F238E27FC236}">
                <a16:creationId xmlns:a16="http://schemas.microsoft.com/office/drawing/2014/main" id="{B0519AB6-F753-861D-FC60-23B3D0645E78}"/>
              </a:ext>
            </a:extLst>
          </p:cNvPr>
          <p:cNvCxnSpPr/>
          <p:nvPr/>
        </p:nvCxnSpPr>
        <p:spPr>
          <a:xfrm>
            <a:off x="-413" y="360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0" name="直線接點 19">
            <a:extLst>
              <a:ext uri="{FF2B5EF4-FFF2-40B4-BE49-F238E27FC236}">
                <a16:creationId xmlns:a16="http://schemas.microsoft.com/office/drawing/2014/main" id="{B4009879-681D-CB9A-2C2A-CBDD9B824919}"/>
              </a:ext>
            </a:extLst>
          </p:cNvPr>
          <p:cNvCxnSpPr/>
          <p:nvPr/>
        </p:nvCxnSpPr>
        <p:spPr>
          <a:xfrm>
            <a:off x="-413" y="6156000"/>
            <a:ext cx="11520488" cy="0"/>
          </a:xfrm>
          <a:prstGeom prst="line">
            <a:avLst/>
          </a:prstGeom>
          <a:ln w="12700"/>
        </p:spPr>
        <p:style>
          <a:lnRef idx="1">
            <a:schemeClr val="dk1"/>
          </a:lnRef>
          <a:fillRef idx="0">
            <a:schemeClr val="dk1"/>
          </a:fillRef>
          <a:effectRef idx="0">
            <a:schemeClr val="dk1"/>
          </a:effectRef>
          <a:fontRef idx="minor">
            <a:schemeClr val="tx1"/>
          </a:fontRef>
        </p:style>
      </p:cxnSp>
      <p:sp>
        <p:nvSpPr>
          <p:cNvPr id="23" name="矩形 22">
            <a:extLst>
              <a:ext uri="{FF2B5EF4-FFF2-40B4-BE49-F238E27FC236}">
                <a16:creationId xmlns:a16="http://schemas.microsoft.com/office/drawing/2014/main" id="{D3A4C793-52BB-44FB-D64C-A89702E50E69}"/>
              </a:ext>
            </a:extLst>
          </p:cNvPr>
          <p:cNvSpPr/>
          <p:nvPr/>
        </p:nvSpPr>
        <p:spPr>
          <a:xfrm>
            <a:off x="4480098" y="755669"/>
            <a:ext cx="1097426" cy="22219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6.60,2.40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24" name="矩形 23">
            <a:extLst>
              <a:ext uri="{FF2B5EF4-FFF2-40B4-BE49-F238E27FC236}">
                <a16:creationId xmlns:a16="http://schemas.microsoft.com/office/drawing/2014/main" id="{6DE1397F-1E96-DB59-8FF0-67259CDF70D2}"/>
              </a:ext>
            </a:extLst>
          </p:cNvPr>
          <p:cNvSpPr/>
          <p:nvPr/>
        </p:nvSpPr>
        <p:spPr>
          <a:xfrm>
            <a:off x="4480098" y="3277310"/>
            <a:ext cx="1097426" cy="20849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0.50,9.50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25" name="矩形 24">
            <a:extLst>
              <a:ext uri="{FF2B5EF4-FFF2-40B4-BE49-F238E27FC236}">
                <a16:creationId xmlns:a16="http://schemas.microsoft.com/office/drawing/2014/main" id="{F84AF8FC-58C9-2E38-4768-8F923F4860AA}"/>
              </a:ext>
            </a:extLst>
          </p:cNvPr>
          <p:cNvSpPr/>
          <p:nvPr/>
        </p:nvSpPr>
        <p:spPr>
          <a:xfrm>
            <a:off x="5942964" y="3429622"/>
            <a:ext cx="1097426" cy="13865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0.75,9.75</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26" name="矩形 25">
            <a:extLst>
              <a:ext uri="{FF2B5EF4-FFF2-40B4-BE49-F238E27FC236}">
                <a16:creationId xmlns:a16="http://schemas.microsoft.com/office/drawing/2014/main" id="{FA70BAD3-1C13-7DE0-AF12-3E9C45C4A89F}"/>
              </a:ext>
            </a:extLst>
          </p:cNvPr>
          <p:cNvSpPr/>
          <p:nvPr/>
        </p:nvSpPr>
        <p:spPr>
          <a:xfrm>
            <a:off x="4480098" y="3540873"/>
            <a:ext cx="1097426" cy="1761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1.00,10.0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27" name="矩形 26">
            <a:extLst>
              <a:ext uri="{FF2B5EF4-FFF2-40B4-BE49-F238E27FC236}">
                <a16:creationId xmlns:a16="http://schemas.microsoft.com/office/drawing/2014/main" id="{F1F74F85-88CD-DDB2-758E-E47B129C8E4C}"/>
              </a:ext>
            </a:extLst>
          </p:cNvPr>
          <p:cNvSpPr/>
          <p:nvPr/>
        </p:nvSpPr>
        <p:spPr>
          <a:xfrm>
            <a:off x="4388659" y="6053176"/>
            <a:ext cx="1188864" cy="1761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8.10,17.10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28" name="直線接點 27">
            <a:extLst>
              <a:ext uri="{FF2B5EF4-FFF2-40B4-BE49-F238E27FC236}">
                <a16:creationId xmlns:a16="http://schemas.microsoft.com/office/drawing/2014/main" id="{0EBB2935-2D7D-FF55-0CFA-82FF30EB5FF1}"/>
              </a:ext>
            </a:extLst>
          </p:cNvPr>
          <p:cNvCxnSpPr/>
          <p:nvPr/>
        </p:nvCxnSpPr>
        <p:spPr>
          <a:xfrm>
            <a:off x="794" y="684859"/>
            <a:ext cx="11520488" cy="0"/>
          </a:xfrm>
          <a:prstGeom prst="line">
            <a:avLst/>
          </a:prstGeom>
          <a:ln w="12700"/>
        </p:spPr>
        <p:style>
          <a:lnRef idx="1">
            <a:schemeClr val="dk1"/>
          </a:lnRef>
          <a:fillRef idx="0">
            <a:schemeClr val="dk1"/>
          </a:fillRef>
          <a:effectRef idx="0">
            <a:schemeClr val="dk1"/>
          </a:effectRef>
          <a:fontRef idx="minor">
            <a:schemeClr val="tx1"/>
          </a:fontRef>
        </p:style>
      </p:cxnSp>
      <p:sp>
        <p:nvSpPr>
          <p:cNvPr id="30" name="矩形 29">
            <a:extLst>
              <a:ext uri="{FF2B5EF4-FFF2-40B4-BE49-F238E27FC236}">
                <a16:creationId xmlns:a16="http://schemas.microsoft.com/office/drawing/2014/main" id="{E58559C4-07A2-1A40-22AB-19DA635CB450}"/>
              </a:ext>
            </a:extLst>
          </p:cNvPr>
          <p:cNvSpPr/>
          <p:nvPr/>
        </p:nvSpPr>
        <p:spPr>
          <a:xfrm>
            <a:off x="-836" y="2032161"/>
            <a:ext cx="1191053" cy="22130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15.50,0.50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33" name="直線接點 32">
            <a:extLst>
              <a:ext uri="{FF2B5EF4-FFF2-40B4-BE49-F238E27FC236}">
                <a16:creationId xmlns:a16="http://schemas.microsoft.com/office/drawing/2014/main" id="{9EC76DCD-D1D9-35C9-348E-BFC5DB6FBCC9}"/>
              </a:ext>
            </a:extLst>
          </p:cNvPr>
          <p:cNvCxnSpPr>
            <a:cxnSpLocks/>
          </p:cNvCxnSpPr>
          <p:nvPr/>
        </p:nvCxnSpPr>
        <p:spPr>
          <a:xfrm>
            <a:off x="3960000"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4" name="矩形 33">
            <a:extLst>
              <a:ext uri="{FF2B5EF4-FFF2-40B4-BE49-F238E27FC236}">
                <a16:creationId xmlns:a16="http://schemas.microsoft.com/office/drawing/2014/main" id="{2A021D35-6C17-4AF7-A6E5-F2BC0E8AA3EC}"/>
              </a:ext>
            </a:extLst>
          </p:cNvPr>
          <p:cNvSpPr/>
          <p:nvPr/>
        </p:nvSpPr>
        <p:spPr>
          <a:xfrm>
            <a:off x="3748586" y="2378708"/>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5.00,11.00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35" name="直線接點 34">
            <a:extLst>
              <a:ext uri="{FF2B5EF4-FFF2-40B4-BE49-F238E27FC236}">
                <a16:creationId xmlns:a16="http://schemas.microsoft.com/office/drawing/2014/main" id="{CC6801F3-34A0-6771-EED7-6D82482AB51E}"/>
              </a:ext>
            </a:extLst>
          </p:cNvPr>
          <p:cNvCxnSpPr>
            <a:cxnSpLocks/>
          </p:cNvCxnSpPr>
          <p:nvPr/>
        </p:nvCxnSpPr>
        <p:spPr>
          <a:xfrm>
            <a:off x="5651500"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6" name="矩形 35">
            <a:extLst>
              <a:ext uri="{FF2B5EF4-FFF2-40B4-BE49-F238E27FC236}">
                <a16:creationId xmlns:a16="http://schemas.microsoft.com/office/drawing/2014/main" id="{200FFDA0-E728-788C-BC46-E36F04C49723}"/>
              </a:ext>
            </a:extLst>
          </p:cNvPr>
          <p:cNvSpPr/>
          <p:nvPr/>
        </p:nvSpPr>
        <p:spPr>
          <a:xfrm>
            <a:off x="4615232" y="2033267"/>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0.3,15.70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37" name="直線接點 36">
            <a:extLst>
              <a:ext uri="{FF2B5EF4-FFF2-40B4-BE49-F238E27FC236}">
                <a16:creationId xmlns:a16="http://schemas.microsoft.com/office/drawing/2014/main" id="{CCF51426-0F88-A38A-1E9B-9D6318CBC4EC}"/>
              </a:ext>
            </a:extLst>
          </p:cNvPr>
          <p:cNvCxnSpPr>
            <a:cxnSpLocks/>
          </p:cNvCxnSpPr>
          <p:nvPr/>
        </p:nvCxnSpPr>
        <p:spPr>
          <a:xfrm>
            <a:off x="5761038" y="0"/>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38" name="直線接點 37">
            <a:extLst>
              <a:ext uri="{FF2B5EF4-FFF2-40B4-BE49-F238E27FC236}">
                <a16:creationId xmlns:a16="http://schemas.microsoft.com/office/drawing/2014/main" id="{4EA45A88-F95B-0965-02EB-3C735A6462CB}"/>
              </a:ext>
            </a:extLst>
          </p:cNvPr>
          <p:cNvCxnSpPr>
            <a:cxnSpLocks/>
          </p:cNvCxnSpPr>
          <p:nvPr/>
        </p:nvCxnSpPr>
        <p:spPr>
          <a:xfrm>
            <a:off x="5866828"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9" name="矩形 38">
            <a:extLst>
              <a:ext uri="{FF2B5EF4-FFF2-40B4-BE49-F238E27FC236}">
                <a16:creationId xmlns:a16="http://schemas.microsoft.com/office/drawing/2014/main" id="{6939773C-6A3B-9F1B-BD3D-77A92F2E5BF4}"/>
              </a:ext>
            </a:extLst>
          </p:cNvPr>
          <p:cNvSpPr/>
          <p:nvPr/>
        </p:nvSpPr>
        <p:spPr>
          <a:xfrm>
            <a:off x="5771248" y="2033864"/>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0.3,16.30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0" name="矩形 39">
            <a:extLst>
              <a:ext uri="{FF2B5EF4-FFF2-40B4-BE49-F238E27FC236}">
                <a16:creationId xmlns:a16="http://schemas.microsoft.com/office/drawing/2014/main" id="{0F1AA2B4-0F24-60F7-72C5-0911D0DCCEFF}"/>
              </a:ext>
            </a:extLst>
          </p:cNvPr>
          <p:cNvSpPr/>
          <p:nvPr/>
        </p:nvSpPr>
        <p:spPr>
          <a:xfrm>
            <a:off x="5175840" y="2375595"/>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0,16.00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41" name="直線接點 40">
            <a:extLst>
              <a:ext uri="{FF2B5EF4-FFF2-40B4-BE49-F238E27FC236}">
                <a16:creationId xmlns:a16="http://schemas.microsoft.com/office/drawing/2014/main" id="{7E0230F8-A948-40FA-AB0E-EBFCE1FF27A4}"/>
              </a:ext>
            </a:extLst>
          </p:cNvPr>
          <p:cNvCxnSpPr>
            <a:cxnSpLocks/>
          </p:cNvCxnSpPr>
          <p:nvPr/>
        </p:nvCxnSpPr>
        <p:spPr>
          <a:xfrm>
            <a:off x="7560000" y="0"/>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接點 41">
            <a:extLst>
              <a:ext uri="{FF2B5EF4-FFF2-40B4-BE49-F238E27FC236}">
                <a16:creationId xmlns:a16="http://schemas.microsoft.com/office/drawing/2014/main" id="{C41D85B0-0643-B9F4-7C56-341BC33B5616}"/>
              </a:ext>
            </a:extLst>
          </p:cNvPr>
          <p:cNvCxnSpPr>
            <a:cxnSpLocks/>
          </p:cNvCxnSpPr>
          <p:nvPr/>
        </p:nvCxnSpPr>
        <p:spPr>
          <a:xfrm>
            <a:off x="7740650" y="0"/>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43" name="直線接點 42">
            <a:extLst>
              <a:ext uri="{FF2B5EF4-FFF2-40B4-BE49-F238E27FC236}">
                <a16:creationId xmlns:a16="http://schemas.microsoft.com/office/drawing/2014/main" id="{4652EF1A-A0F3-8C3F-5869-1E15BE2243C2}"/>
              </a:ext>
            </a:extLst>
          </p:cNvPr>
          <p:cNvCxnSpPr>
            <a:cxnSpLocks/>
          </p:cNvCxnSpPr>
          <p:nvPr/>
        </p:nvCxnSpPr>
        <p:spPr>
          <a:xfrm>
            <a:off x="11339849"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45" name="矩形 44">
            <a:extLst>
              <a:ext uri="{FF2B5EF4-FFF2-40B4-BE49-F238E27FC236}">
                <a16:creationId xmlns:a16="http://schemas.microsoft.com/office/drawing/2014/main" id="{707651C7-765B-8C00-7377-DA9E3497D2CF}"/>
              </a:ext>
            </a:extLst>
          </p:cNvPr>
          <p:cNvSpPr/>
          <p:nvPr/>
        </p:nvSpPr>
        <p:spPr>
          <a:xfrm>
            <a:off x="6554722" y="2375258"/>
            <a:ext cx="1191053" cy="22130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5.00,21.00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7" name="矩形 46">
            <a:extLst>
              <a:ext uri="{FF2B5EF4-FFF2-40B4-BE49-F238E27FC236}">
                <a16:creationId xmlns:a16="http://schemas.microsoft.com/office/drawing/2014/main" id="{632E288E-0EF0-E12E-54BD-D22E7CD5415D}"/>
              </a:ext>
            </a:extLst>
          </p:cNvPr>
          <p:cNvSpPr/>
          <p:nvPr/>
        </p:nvSpPr>
        <p:spPr>
          <a:xfrm>
            <a:off x="10240763" y="2056398"/>
            <a:ext cx="1279314" cy="1922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15.50,31.50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22" name="矩形 21">
            <a:extLst>
              <a:ext uri="{FF2B5EF4-FFF2-40B4-BE49-F238E27FC236}">
                <a16:creationId xmlns:a16="http://schemas.microsoft.com/office/drawing/2014/main" id="{892BC208-CD15-87E7-23D1-D80D1BA2B2F3}"/>
              </a:ext>
            </a:extLst>
          </p:cNvPr>
          <p:cNvSpPr/>
          <p:nvPr/>
        </p:nvSpPr>
        <p:spPr>
          <a:xfrm>
            <a:off x="4480098" y="530582"/>
            <a:ext cx="1097426" cy="2742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7.10,1.90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8" name="文字方塊 47">
            <a:extLst>
              <a:ext uri="{FF2B5EF4-FFF2-40B4-BE49-F238E27FC236}">
                <a16:creationId xmlns:a16="http://schemas.microsoft.com/office/drawing/2014/main" id="{92E641C8-FF7D-42BE-6401-F460C2780363}"/>
              </a:ext>
            </a:extLst>
          </p:cNvPr>
          <p:cNvSpPr txBox="1"/>
          <p:nvPr/>
        </p:nvSpPr>
        <p:spPr>
          <a:xfrm>
            <a:off x="182368" y="5335138"/>
            <a:ext cx="11155557" cy="830997"/>
          </a:xfrm>
          <a:prstGeom prst="rect">
            <a:avLst/>
          </a:prstGeom>
          <a:noFill/>
        </p:spPr>
        <p:txBody>
          <a:bodyPr wrap="square" rtlCol="0">
            <a:spAutoFit/>
          </a:bodyPr>
          <a:lstStyle/>
          <a:p>
            <a:pPr algn="r"/>
            <a:r>
              <a:rPr kumimoji="1" lang="en-US" altLang="zh-TW" sz="2400">
                <a:latin typeface="Microsoft JhengHei" panose="020B0604030504040204" pitchFamily="34" charset="-120"/>
                <a:ea typeface="Microsoft JhengHei" panose="020B0604030504040204" pitchFamily="34" charset="-120"/>
              </a:rPr>
              <a:t>Template Version</a:t>
            </a:r>
          </a:p>
          <a:p>
            <a:pPr algn="r"/>
            <a:r>
              <a:rPr kumimoji="1" lang="en-US" altLang="zh-TW" sz="2400">
                <a:latin typeface="Microsoft JhengHei" panose="020B0604030504040204" pitchFamily="34" charset="-120"/>
                <a:ea typeface="Microsoft JhengHei" panose="020B0604030504040204" pitchFamily="34" charset="-120"/>
              </a:rPr>
              <a:t>v8.0(cm)</a:t>
            </a:r>
            <a:endParaRPr kumimoji="1" lang="zh-TW" altLang="en-US" sz="2400">
              <a:latin typeface="Microsoft JhengHei" panose="020B0604030504040204" pitchFamily="34" charset="-120"/>
              <a:ea typeface="Microsoft JhengHei" panose="020B0604030504040204" pitchFamily="34" charset="-120"/>
            </a:endParaRPr>
          </a:p>
        </p:txBody>
      </p:sp>
      <p:cxnSp>
        <p:nvCxnSpPr>
          <p:cNvPr id="31" name="直線接點 30">
            <a:extLst>
              <a:ext uri="{FF2B5EF4-FFF2-40B4-BE49-F238E27FC236}">
                <a16:creationId xmlns:a16="http://schemas.microsoft.com/office/drawing/2014/main" id="{DAAC3215-3563-5F01-8797-E4CB6FB6DD26}"/>
              </a:ext>
            </a:extLst>
          </p:cNvPr>
          <p:cNvCxnSpPr>
            <a:cxnSpLocks/>
          </p:cNvCxnSpPr>
          <p:nvPr/>
        </p:nvCxnSpPr>
        <p:spPr>
          <a:xfrm>
            <a:off x="3779838"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2" name="矩形 31">
            <a:extLst>
              <a:ext uri="{FF2B5EF4-FFF2-40B4-BE49-F238E27FC236}">
                <a16:creationId xmlns:a16="http://schemas.microsoft.com/office/drawing/2014/main" id="{962CBE89-3CD2-B1AA-2D36-CB3B28FBB19C}"/>
              </a:ext>
            </a:extLst>
          </p:cNvPr>
          <p:cNvSpPr/>
          <p:nvPr/>
        </p:nvSpPr>
        <p:spPr>
          <a:xfrm>
            <a:off x="2790726" y="2034651"/>
            <a:ext cx="1158811" cy="22130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5.50,10.50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6" name="矩形 45">
            <a:extLst>
              <a:ext uri="{FF2B5EF4-FFF2-40B4-BE49-F238E27FC236}">
                <a16:creationId xmlns:a16="http://schemas.microsoft.com/office/drawing/2014/main" id="{43BA49DA-BEE5-6E2D-1DBC-9CE1053414D2}"/>
              </a:ext>
            </a:extLst>
          </p:cNvPr>
          <p:cNvSpPr/>
          <p:nvPr/>
        </p:nvSpPr>
        <p:spPr>
          <a:xfrm>
            <a:off x="7613323" y="2033864"/>
            <a:ext cx="1146990" cy="22032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200">
                <a:solidFill>
                  <a:schemeClr val="tx1"/>
                </a:solidFill>
              </a:rPr>
              <a:t>5.50,21.50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2" name="文字方塊 1">
            <a:extLst>
              <a:ext uri="{FF2B5EF4-FFF2-40B4-BE49-F238E27FC236}">
                <a16:creationId xmlns:a16="http://schemas.microsoft.com/office/drawing/2014/main" id="{8C80B216-F0C7-C062-E40E-7D83B1F0B82F}"/>
              </a:ext>
            </a:extLst>
          </p:cNvPr>
          <p:cNvSpPr txBox="1"/>
          <p:nvPr/>
        </p:nvSpPr>
        <p:spPr>
          <a:xfrm>
            <a:off x="10782325" y="412030"/>
            <a:ext cx="648072" cy="307777"/>
          </a:xfrm>
          <a:prstGeom prst="rect">
            <a:avLst/>
          </a:prstGeom>
          <a:noFill/>
        </p:spPr>
        <p:txBody>
          <a:bodyPr wrap="square" rtlCol="0">
            <a:spAutoFit/>
          </a:bodyPr>
          <a:lstStyle/>
          <a:p>
            <a:pPr algn="ctr"/>
            <a:r>
              <a:rPr lang="en-US" altLang="zh-TW">
                <a:solidFill>
                  <a:srgbClr val="60A5FA"/>
                </a:solidFill>
                <a:hlinkClick r:id="rId3"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
        <p:nvSpPr>
          <p:cNvPr id="3" name="文字方塊 2">
            <a:extLst>
              <a:ext uri="{FF2B5EF4-FFF2-40B4-BE49-F238E27FC236}">
                <a16:creationId xmlns:a16="http://schemas.microsoft.com/office/drawing/2014/main" id="{25C63AD0-B962-D3F4-465D-AB3B31CC20FF}"/>
              </a:ext>
            </a:extLst>
          </p:cNvPr>
          <p:cNvSpPr txBox="1"/>
          <p:nvPr/>
        </p:nvSpPr>
        <p:spPr>
          <a:xfrm>
            <a:off x="0" y="0"/>
            <a:ext cx="11520488" cy="307777"/>
          </a:xfrm>
          <a:prstGeom prst="rect">
            <a:avLst/>
          </a:prstGeom>
          <a:solidFill>
            <a:srgbClr val="FEF08A"/>
          </a:solidFill>
        </p:spPr>
        <p:txBody>
          <a:bodyPr wrap="square" rtlCol="0">
            <a:spAutoFit/>
          </a:bodyPr>
          <a:lstStyle/>
          <a:p>
            <a:pPr marL="252000" indent="-216000">
              <a:buFont typeface="標準系統字體"/>
              <a:buChar char="○"/>
            </a:pPr>
            <a:r>
              <a:rPr kumimoji="1" lang="en-US" altLang="zh-TW">
                <a:solidFill>
                  <a:schemeClr val="bg2"/>
                </a:solidFill>
              </a:rPr>
              <a:t>@shannon:</a:t>
            </a:r>
            <a:r>
              <a:rPr kumimoji="1" lang="zh-TW" altLang="en-US">
                <a:solidFill>
                  <a:schemeClr val="bg2"/>
                </a:solidFill>
              </a:rPr>
              <a:t>上次討論的版本，數字還不夠漂亮</a:t>
            </a:r>
          </a:p>
        </p:txBody>
      </p:sp>
    </p:spTree>
    <p:extLst>
      <p:ext uri="{BB962C8B-B14F-4D97-AF65-F5344CB8AC3E}">
        <p14:creationId xmlns:p14="http://schemas.microsoft.com/office/powerpoint/2010/main" val="1797209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0CA244DE-D5EF-DE8A-8FD8-D66181F11DA6}"/>
              </a:ext>
            </a:extLst>
          </p:cNvPr>
          <p:cNvCxnSpPr/>
          <p:nvPr/>
        </p:nvCxnSpPr>
        <p:spPr>
          <a:xfrm>
            <a:off x="-413" y="180053"/>
            <a:ext cx="11520488" cy="0"/>
          </a:xfrm>
          <a:prstGeom prst="line">
            <a:avLst/>
          </a:prstGeom>
          <a:ln w="12700"/>
        </p:spPr>
        <p:style>
          <a:lnRef idx="1">
            <a:schemeClr val="dk1"/>
          </a:lnRef>
          <a:fillRef idx="0">
            <a:schemeClr val="dk1"/>
          </a:fillRef>
          <a:effectRef idx="0">
            <a:schemeClr val="dk1"/>
          </a:effectRef>
          <a:fontRef idx="minor">
            <a:schemeClr val="tx1"/>
          </a:fontRef>
        </p:style>
      </p:cxnSp>
      <p:sp>
        <p:nvSpPr>
          <p:cNvPr id="6" name="矩形 5">
            <a:extLst>
              <a:ext uri="{FF2B5EF4-FFF2-40B4-BE49-F238E27FC236}">
                <a16:creationId xmlns:a16="http://schemas.microsoft.com/office/drawing/2014/main" id="{782070C9-572F-277A-3AA8-655797009236}"/>
              </a:ext>
            </a:extLst>
          </p:cNvPr>
          <p:cNvSpPr/>
          <p:nvPr/>
        </p:nvSpPr>
        <p:spPr>
          <a:xfrm>
            <a:off x="4480098" y="49471"/>
            <a:ext cx="1097426" cy="2742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8.50,0.50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5" name="直線接點 4">
            <a:extLst>
              <a:ext uri="{FF2B5EF4-FFF2-40B4-BE49-F238E27FC236}">
                <a16:creationId xmlns:a16="http://schemas.microsoft.com/office/drawing/2014/main" id="{177163A0-29F6-3895-F8C7-06250D9A3610}"/>
              </a:ext>
            </a:extLst>
          </p:cNvPr>
          <p:cNvCxnSpPr>
            <a:cxnSpLocks/>
          </p:cNvCxnSpPr>
          <p:nvPr/>
        </p:nvCxnSpPr>
        <p:spPr>
          <a:xfrm>
            <a:off x="180000" y="-1"/>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直線接點 10">
            <a:extLst>
              <a:ext uri="{FF2B5EF4-FFF2-40B4-BE49-F238E27FC236}">
                <a16:creationId xmlns:a16="http://schemas.microsoft.com/office/drawing/2014/main" id="{386E9110-A793-C7DA-54AE-E5BAD891B6E2}"/>
              </a:ext>
            </a:extLst>
          </p:cNvPr>
          <p:cNvCxnSpPr/>
          <p:nvPr/>
        </p:nvCxnSpPr>
        <p:spPr>
          <a:xfrm>
            <a:off x="794" y="90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4" name="直線接點 13">
            <a:extLst>
              <a:ext uri="{FF2B5EF4-FFF2-40B4-BE49-F238E27FC236}">
                <a16:creationId xmlns:a16="http://schemas.microsoft.com/office/drawing/2014/main" id="{8EE69B97-CE3E-BBB3-33B8-CA8DA5DAE7A8}"/>
              </a:ext>
            </a:extLst>
          </p:cNvPr>
          <p:cNvCxnSpPr/>
          <p:nvPr/>
        </p:nvCxnSpPr>
        <p:spPr>
          <a:xfrm>
            <a:off x="-413" y="342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6" name="直線接點 15">
            <a:extLst>
              <a:ext uri="{FF2B5EF4-FFF2-40B4-BE49-F238E27FC236}">
                <a16:creationId xmlns:a16="http://schemas.microsoft.com/office/drawing/2014/main" id="{6566CE36-3C7C-F9A2-8CFA-EDE72878EED2}"/>
              </a:ext>
            </a:extLst>
          </p:cNvPr>
          <p:cNvCxnSpPr/>
          <p:nvPr/>
        </p:nvCxnSpPr>
        <p:spPr>
          <a:xfrm>
            <a:off x="-413" y="351009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8" name="直線接點 17">
            <a:extLst>
              <a:ext uri="{FF2B5EF4-FFF2-40B4-BE49-F238E27FC236}">
                <a16:creationId xmlns:a16="http://schemas.microsoft.com/office/drawing/2014/main" id="{B0519AB6-F753-861D-FC60-23B3D0645E78}"/>
              </a:ext>
            </a:extLst>
          </p:cNvPr>
          <p:cNvCxnSpPr/>
          <p:nvPr/>
        </p:nvCxnSpPr>
        <p:spPr>
          <a:xfrm>
            <a:off x="-413" y="360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0" name="直線接點 19">
            <a:extLst>
              <a:ext uri="{FF2B5EF4-FFF2-40B4-BE49-F238E27FC236}">
                <a16:creationId xmlns:a16="http://schemas.microsoft.com/office/drawing/2014/main" id="{B4009879-681D-CB9A-2C2A-CBDD9B824919}"/>
              </a:ext>
            </a:extLst>
          </p:cNvPr>
          <p:cNvCxnSpPr/>
          <p:nvPr/>
        </p:nvCxnSpPr>
        <p:spPr>
          <a:xfrm>
            <a:off x="-413" y="6120000"/>
            <a:ext cx="11520488" cy="0"/>
          </a:xfrm>
          <a:prstGeom prst="line">
            <a:avLst/>
          </a:prstGeom>
          <a:ln w="12700"/>
        </p:spPr>
        <p:style>
          <a:lnRef idx="1">
            <a:schemeClr val="dk1"/>
          </a:lnRef>
          <a:fillRef idx="0">
            <a:schemeClr val="dk1"/>
          </a:fillRef>
          <a:effectRef idx="0">
            <a:schemeClr val="dk1"/>
          </a:effectRef>
          <a:fontRef idx="minor">
            <a:schemeClr val="tx1"/>
          </a:fontRef>
        </p:style>
      </p:cxnSp>
      <p:sp>
        <p:nvSpPr>
          <p:cNvPr id="23" name="矩形 22">
            <a:extLst>
              <a:ext uri="{FF2B5EF4-FFF2-40B4-BE49-F238E27FC236}">
                <a16:creationId xmlns:a16="http://schemas.microsoft.com/office/drawing/2014/main" id="{D3A4C793-52BB-44FB-D64C-A89702E50E69}"/>
              </a:ext>
            </a:extLst>
          </p:cNvPr>
          <p:cNvSpPr/>
          <p:nvPr/>
        </p:nvSpPr>
        <p:spPr>
          <a:xfrm>
            <a:off x="4416434" y="801422"/>
            <a:ext cx="1224753" cy="179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6.50,2.50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24" name="矩形 23">
            <a:extLst>
              <a:ext uri="{FF2B5EF4-FFF2-40B4-BE49-F238E27FC236}">
                <a16:creationId xmlns:a16="http://schemas.microsoft.com/office/drawing/2014/main" id="{6DE1397F-1E96-DB59-8FF0-67259CDF70D2}"/>
              </a:ext>
            </a:extLst>
          </p:cNvPr>
          <p:cNvSpPr/>
          <p:nvPr/>
        </p:nvSpPr>
        <p:spPr>
          <a:xfrm>
            <a:off x="4274242" y="3304401"/>
            <a:ext cx="1303281" cy="1643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0.50,9.50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25" name="矩形 24">
            <a:extLst>
              <a:ext uri="{FF2B5EF4-FFF2-40B4-BE49-F238E27FC236}">
                <a16:creationId xmlns:a16="http://schemas.microsoft.com/office/drawing/2014/main" id="{F84AF8FC-58C9-2E38-4768-8F923F4860AA}"/>
              </a:ext>
            </a:extLst>
          </p:cNvPr>
          <p:cNvSpPr/>
          <p:nvPr/>
        </p:nvSpPr>
        <p:spPr>
          <a:xfrm>
            <a:off x="5929243" y="3465518"/>
            <a:ext cx="1617461" cy="8034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0.75,9.75</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26" name="矩形 25">
            <a:extLst>
              <a:ext uri="{FF2B5EF4-FFF2-40B4-BE49-F238E27FC236}">
                <a16:creationId xmlns:a16="http://schemas.microsoft.com/office/drawing/2014/main" id="{FA70BAD3-1C13-7DE0-AF12-3E9C45C4A89F}"/>
              </a:ext>
            </a:extLst>
          </p:cNvPr>
          <p:cNvSpPr/>
          <p:nvPr/>
        </p:nvSpPr>
        <p:spPr>
          <a:xfrm>
            <a:off x="4299449" y="3576915"/>
            <a:ext cx="1278075" cy="8389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1.00,10.0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27" name="矩形 26">
            <a:extLst>
              <a:ext uri="{FF2B5EF4-FFF2-40B4-BE49-F238E27FC236}">
                <a16:creationId xmlns:a16="http://schemas.microsoft.com/office/drawing/2014/main" id="{F1F74F85-88CD-DDB2-758E-E47B129C8E4C}"/>
              </a:ext>
            </a:extLst>
          </p:cNvPr>
          <p:cNvSpPr/>
          <p:nvPr/>
        </p:nvSpPr>
        <p:spPr>
          <a:xfrm>
            <a:off x="4388659" y="6053176"/>
            <a:ext cx="1188864" cy="1761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8.0,17.0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28" name="直線接點 27">
            <a:extLst>
              <a:ext uri="{FF2B5EF4-FFF2-40B4-BE49-F238E27FC236}">
                <a16:creationId xmlns:a16="http://schemas.microsoft.com/office/drawing/2014/main" id="{0EBB2935-2D7D-FF55-0CFA-82FF30EB5FF1}"/>
              </a:ext>
            </a:extLst>
          </p:cNvPr>
          <p:cNvCxnSpPr/>
          <p:nvPr/>
        </p:nvCxnSpPr>
        <p:spPr>
          <a:xfrm>
            <a:off x="794" y="720059"/>
            <a:ext cx="11520488" cy="0"/>
          </a:xfrm>
          <a:prstGeom prst="line">
            <a:avLst/>
          </a:prstGeom>
          <a:ln w="12700"/>
        </p:spPr>
        <p:style>
          <a:lnRef idx="1">
            <a:schemeClr val="dk1"/>
          </a:lnRef>
          <a:fillRef idx="0">
            <a:schemeClr val="dk1"/>
          </a:fillRef>
          <a:effectRef idx="0">
            <a:schemeClr val="dk1"/>
          </a:effectRef>
          <a:fontRef idx="minor">
            <a:schemeClr val="tx1"/>
          </a:fontRef>
        </p:style>
      </p:cxnSp>
      <p:sp>
        <p:nvSpPr>
          <p:cNvPr id="30" name="矩形 29">
            <a:extLst>
              <a:ext uri="{FF2B5EF4-FFF2-40B4-BE49-F238E27FC236}">
                <a16:creationId xmlns:a16="http://schemas.microsoft.com/office/drawing/2014/main" id="{E58559C4-07A2-1A40-22AB-19DA635CB450}"/>
              </a:ext>
            </a:extLst>
          </p:cNvPr>
          <p:cNvSpPr/>
          <p:nvPr/>
        </p:nvSpPr>
        <p:spPr>
          <a:xfrm>
            <a:off x="-836" y="2032161"/>
            <a:ext cx="1191053" cy="22130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15.50,0.50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33" name="直線接點 32">
            <a:extLst>
              <a:ext uri="{FF2B5EF4-FFF2-40B4-BE49-F238E27FC236}">
                <a16:creationId xmlns:a16="http://schemas.microsoft.com/office/drawing/2014/main" id="{9EC76DCD-D1D9-35C9-348E-BFC5DB6FBCC9}"/>
              </a:ext>
            </a:extLst>
          </p:cNvPr>
          <p:cNvCxnSpPr>
            <a:cxnSpLocks/>
          </p:cNvCxnSpPr>
          <p:nvPr/>
        </p:nvCxnSpPr>
        <p:spPr>
          <a:xfrm>
            <a:off x="3960000"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4" name="矩形 33">
            <a:extLst>
              <a:ext uri="{FF2B5EF4-FFF2-40B4-BE49-F238E27FC236}">
                <a16:creationId xmlns:a16="http://schemas.microsoft.com/office/drawing/2014/main" id="{2A021D35-6C17-4AF7-A6E5-F2BC0E8AA3EC}"/>
              </a:ext>
            </a:extLst>
          </p:cNvPr>
          <p:cNvSpPr/>
          <p:nvPr/>
        </p:nvSpPr>
        <p:spPr>
          <a:xfrm>
            <a:off x="3748586" y="2378708"/>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5.00,11.00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35" name="直線接點 34">
            <a:extLst>
              <a:ext uri="{FF2B5EF4-FFF2-40B4-BE49-F238E27FC236}">
                <a16:creationId xmlns:a16="http://schemas.microsoft.com/office/drawing/2014/main" id="{CC6801F3-34A0-6771-EED7-6D82482AB51E}"/>
              </a:ext>
            </a:extLst>
          </p:cNvPr>
          <p:cNvCxnSpPr>
            <a:cxnSpLocks/>
          </p:cNvCxnSpPr>
          <p:nvPr/>
        </p:nvCxnSpPr>
        <p:spPr>
          <a:xfrm>
            <a:off x="5670243"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6" name="矩形 35">
            <a:extLst>
              <a:ext uri="{FF2B5EF4-FFF2-40B4-BE49-F238E27FC236}">
                <a16:creationId xmlns:a16="http://schemas.microsoft.com/office/drawing/2014/main" id="{200FFDA0-E728-788C-BC46-E36F04C49723}"/>
              </a:ext>
            </a:extLst>
          </p:cNvPr>
          <p:cNvSpPr/>
          <p:nvPr/>
        </p:nvSpPr>
        <p:spPr>
          <a:xfrm>
            <a:off x="4615232" y="2033267"/>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0.25,15.75</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37" name="直線接點 36">
            <a:extLst>
              <a:ext uri="{FF2B5EF4-FFF2-40B4-BE49-F238E27FC236}">
                <a16:creationId xmlns:a16="http://schemas.microsoft.com/office/drawing/2014/main" id="{CCF51426-0F88-A38A-1E9B-9D6318CBC4EC}"/>
              </a:ext>
            </a:extLst>
          </p:cNvPr>
          <p:cNvCxnSpPr>
            <a:cxnSpLocks/>
          </p:cNvCxnSpPr>
          <p:nvPr/>
        </p:nvCxnSpPr>
        <p:spPr>
          <a:xfrm>
            <a:off x="5761038" y="0"/>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38" name="直線接點 37">
            <a:extLst>
              <a:ext uri="{FF2B5EF4-FFF2-40B4-BE49-F238E27FC236}">
                <a16:creationId xmlns:a16="http://schemas.microsoft.com/office/drawing/2014/main" id="{4EA45A88-F95B-0965-02EB-3C735A6462CB}"/>
              </a:ext>
            </a:extLst>
          </p:cNvPr>
          <p:cNvCxnSpPr>
            <a:cxnSpLocks/>
          </p:cNvCxnSpPr>
          <p:nvPr/>
        </p:nvCxnSpPr>
        <p:spPr>
          <a:xfrm>
            <a:off x="5850245"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9" name="矩形 38">
            <a:extLst>
              <a:ext uri="{FF2B5EF4-FFF2-40B4-BE49-F238E27FC236}">
                <a16:creationId xmlns:a16="http://schemas.microsoft.com/office/drawing/2014/main" id="{6939773C-6A3B-9F1B-BD3D-77A92F2E5BF4}"/>
              </a:ext>
            </a:extLst>
          </p:cNvPr>
          <p:cNvSpPr/>
          <p:nvPr/>
        </p:nvSpPr>
        <p:spPr>
          <a:xfrm>
            <a:off x="5771248" y="2033864"/>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0.25,16.25</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0" name="矩形 39">
            <a:extLst>
              <a:ext uri="{FF2B5EF4-FFF2-40B4-BE49-F238E27FC236}">
                <a16:creationId xmlns:a16="http://schemas.microsoft.com/office/drawing/2014/main" id="{0F1AA2B4-0F24-60F7-72C5-0911D0DCCEFF}"/>
              </a:ext>
            </a:extLst>
          </p:cNvPr>
          <p:cNvSpPr/>
          <p:nvPr/>
        </p:nvSpPr>
        <p:spPr>
          <a:xfrm>
            <a:off x="5175840" y="2375595"/>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0,16.00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41" name="直線接點 40">
            <a:extLst>
              <a:ext uri="{FF2B5EF4-FFF2-40B4-BE49-F238E27FC236}">
                <a16:creationId xmlns:a16="http://schemas.microsoft.com/office/drawing/2014/main" id="{7E0230F8-A948-40FA-AB0E-EBFCE1FF27A4}"/>
              </a:ext>
            </a:extLst>
          </p:cNvPr>
          <p:cNvCxnSpPr>
            <a:cxnSpLocks/>
          </p:cNvCxnSpPr>
          <p:nvPr/>
        </p:nvCxnSpPr>
        <p:spPr>
          <a:xfrm>
            <a:off x="7560000" y="0"/>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接點 41">
            <a:extLst>
              <a:ext uri="{FF2B5EF4-FFF2-40B4-BE49-F238E27FC236}">
                <a16:creationId xmlns:a16="http://schemas.microsoft.com/office/drawing/2014/main" id="{C41D85B0-0643-B9F4-7C56-341BC33B5616}"/>
              </a:ext>
            </a:extLst>
          </p:cNvPr>
          <p:cNvCxnSpPr>
            <a:cxnSpLocks/>
          </p:cNvCxnSpPr>
          <p:nvPr/>
        </p:nvCxnSpPr>
        <p:spPr>
          <a:xfrm>
            <a:off x="7740650" y="0"/>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43" name="直線接點 42">
            <a:extLst>
              <a:ext uri="{FF2B5EF4-FFF2-40B4-BE49-F238E27FC236}">
                <a16:creationId xmlns:a16="http://schemas.microsoft.com/office/drawing/2014/main" id="{4652EF1A-A0F3-8C3F-5869-1E15BE2243C2}"/>
              </a:ext>
            </a:extLst>
          </p:cNvPr>
          <p:cNvCxnSpPr>
            <a:cxnSpLocks/>
          </p:cNvCxnSpPr>
          <p:nvPr/>
        </p:nvCxnSpPr>
        <p:spPr>
          <a:xfrm>
            <a:off x="11339849"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45" name="矩形 44">
            <a:extLst>
              <a:ext uri="{FF2B5EF4-FFF2-40B4-BE49-F238E27FC236}">
                <a16:creationId xmlns:a16="http://schemas.microsoft.com/office/drawing/2014/main" id="{707651C7-765B-8C00-7377-DA9E3497D2CF}"/>
              </a:ext>
            </a:extLst>
          </p:cNvPr>
          <p:cNvSpPr/>
          <p:nvPr/>
        </p:nvSpPr>
        <p:spPr>
          <a:xfrm>
            <a:off x="6554722" y="2375258"/>
            <a:ext cx="1191053" cy="22130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5.00,21.00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7" name="矩形 46">
            <a:extLst>
              <a:ext uri="{FF2B5EF4-FFF2-40B4-BE49-F238E27FC236}">
                <a16:creationId xmlns:a16="http://schemas.microsoft.com/office/drawing/2014/main" id="{632E288E-0EF0-E12E-54BD-D22E7CD5415D}"/>
              </a:ext>
            </a:extLst>
          </p:cNvPr>
          <p:cNvSpPr/>
          <p:nvPr/>
        </p:nvSpPr>
        <p:spPr>
          <a:xfrm>
            <a:off x="10240763" y="2056398"/>
            <a:ext cx="1279314" cy="1922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15.50,31.50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22" name="矩形 21">
            <a:extLst>
              <a:ext uri="{FF2B5EF4-FFF2-40B4-BE49-F238E27FC236}">
                <a16:creationId xmlns:a16="http://schemas.microsoft.com/office/drawing/2014/main" id="{892BC208-CD15-87E7-23D1-D80D1BA2B2F3}"/>
              </a:ext>
            </a:extLst>
          </p:cNvPr>
          <p:cNvSpPr/>
          <p:nvPr/>
        </p:nvSpPr>
        <p:spPr>
          <a:xfrm>
            <a:off x="4480098" y="553527"/>
            <a:ext cx="1097426" cy="2742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7.0,2.0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8" name="文字方塊 47">
            <a:extLst>
              <a:ext uri="{FF2B5EF4-FFF2-40B4-BE49-F238E27FC236}">
                <a16:creationId xmlns:a16="http://schemas.microsoft.com/office/drawing/2014/main" id="{92E641C8-FF7D-42BE-6401-F460C2780363}"/>
              </a:ext>
            </a:extLst>
          </p:cNvPr>
          <p:cNvSpPr txBox="1"/>
          <p:nvPr/>
        </p:nvSpPr>
        <p:spPr>
          <a:xfrm>
            <a:off x="182368" y="5335138"/>
            <a:ext cx="11155557" cy="830997"/>
          </a:xfrm>
          <a:prstGeom prst="rect">
            <a:avLst/>
          </a:prstGeom>
          <a:noFill/>
        </p:spPr>
        <p:txBody>
          <a:bodyPr wrap="square" rtlCol="0">
            <a:spAutoFit/>
          </a:bodyPr>
          <a:lstStyle/>
          <a:p>
            <a:pPr algn="r"/>
            <a:r>
              <a:rPr kumimoji="1" lang="en-US" altLang="zh-TW" sz="2400">
                <a:latin typeface="Microsoft JhengHei" panose="020B0604030504040204" pitchFamily="34" charset="-120"/>
                <a:ea typeface="Microsoft JhengHei" panose="020B0604030504040204" pitchFamily="34" charset="-120"/>
              </a:rPr>
              <a:t>Template Version</a:t>
            </a:r>
          </a:p>
          <a:p>
            <a:pPr algn="r"/>
            <a:r>
              <a:rPr kumimoji="1" lang="en-US" altLang="zh-TW" sz="2400">
                <a:latin typeface="Microsoft JhengHei" panose="020B0604030504040204" pitchFamily="34" charset="-120"/>
                <a:ea typeface="Microsoft JhengHei" panose="020B0604030504040204" pitchFamily="34" charset="-120"/>
              </a:rPr>
              <a:t>v8.0.1(cm)</a:t>
            </a:r>
            <a:endParaRPr kumimoji="1" lang="zh-TW" altLang="en-US" sz="2400">
              <a:latin typeface="Microsoft JhengHei" panose="020B0604030504040204" pitchFamily="34" charset="-120"/>
              <a:ea typeface="Microsoft JhengHei" panose="020B0604030504040204" pitchFamily="34" charset="-120"/>
            </a:endParaRPr>
          </a:p>
        </p:txBody>
      </p:sp>
      <p:cxnSp>
        <p:nvCxnSpPr>
          <p:cNvPr id="31" name="直線接點 30">
            <a:extLst>
              <a:ext uri="{FF2B5EF4-FFF2-40B4-BE49-F238E27FC236}">
                <a16:creationId xmlns:a16="http://schemas.microsoft.com/office/drawing/2014/main" id="{DAAC3215-3563-5F01-8797-E4CB6FB6DD26}"/>
              </a:ext>
            </a:extLst>
          </p:cNvPr>
          <p:cNvCxnSpPr>
            <a:cxnSpLocks/>
          </p:cNvCxnSpPr>
          <p:nvPr/>
        </p:nvCxnSpPr>
        <p:spPr>
          <a:xfrm>
            <a:off x="3779838"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2" name="矩形 31">
            <a:extLst>
              <a:ext uri="{FF2B5EF4-FFF2-40B4-BE49-F238E27FC236}">
                <a16:creationId xmlns:a16="http://schemas.microsoft.com/office/drawing/2014/main" id="{962CBE89-3CD2-B1AA-2D36-CB3B28FBB19C}"/>
              </a:ext>
            </a:extLst>
          </p:cNvPr>
          <p:cNvSpPr/>
          <p:nvPr/>
        </p:nvSpPr>
        <p:spPr>
          <a:xfrm>
            <a:off x="2693157" y="2101099"/>
            <a:ext cx="1320968" cy="8342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5.50,10.50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46" name="矩形 45">
            <a:extLst>
              <a:ext uri="{FF2B5EF4-FFF2-40B4-BE49-F238E27FC236}">
                <a16:creationId xmlns:a16="http://schemas.microsoft.com/office/drawing/2014/main" id="{43BA49DA-BEE5-6E2D-1DBC-9CE1053414D2}"/>
              </a:ext>
            </a:extLst>
          </p:cNvPr>
          <p:cNvSpPr/>
          <p:nvPr/>
        </p:nvSpPr>
        <p:spPr>
          <a:xfrm>
            <a:off x="7613323" y="2033864"/>
            <a:ext cx="1146990" cy="22032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200">
                <a:solidFill>
                  <a:schemeClr val="tx1"/>
                </a:solidFill>
              </a:rPr>
              <a:t>5.50,21.50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2" name="文字方塊 1">
            <a:extLst>
              <a:ext uri="{FF2B5EF4-FFF2-40B4-BE49-F238E27FC236}">
                <a16:creationId xmlns:a16="http://schemas.microsoft.com/office/drawing/2014/main" id="{0378B0E3-D36C-19FD-626B-B78A4A73629A}"/>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3"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
        <p:nvSpPr>
          <p:cNvPr id="3" name="文字方塊 2">
            <a:extLst>
              <a:ext uri="{FF2B5EF4-FFF2-40B4-BE49-F238E27FC236}">
                <a16:creationId xmlns:a16="http://schemas.microsoft.com/office/drawing/2014/main" id="{93651F5C-F841-A590-E56D-4E7D3A1405F5}"/>
              </a:ext>
            </a:extLst>
          </p:cNvPr>
          <p:cNvSpPr txBox="1"/>
          <p:nvPr/>
        </p:nvSpPr>
        <p:spPr>
          <a:xfrm>
            <a:off x="0" y="0"/>
            <a:ext cx="11520488" cy="307777"/>
          </a:xfrm>
          <a:prstGeom prst="rect">
            <a:avLst/>
          </a:prstGeom>
          <a:solidFill>
            <a:srgbClr val="FEF08A"/>
          </a:solidFill>
        </p:spPr>
        <p:txBody>
          <a:bodyPr wrap="square" rtlCol="0">
            <a:spAutoFit/>
          </a:bodyPr>
          <a:lstStyle/>
          <a:p>
            <a:pPr marL="252000" indent="-216000">
              <a:buFont typeface="標準系統字體"/>
              <a:buChar char="○"/>
            </a:pPr>
            <a:r>
              <a:rPr kumimoji="1" lang="en-US" altLang="zh-TW">
                <a:solidFill>
                  <a:schemeClr val="bg2"/>
                </a:solidFill>
              </a:rPr>
              <a:t>@shannon:</a:t>
            </a:r>
            <a:r>
              <a:rPr kumimoji="1" lang="zh-TW" altLang="en-US">
                <a:solidFill>
                  <a:schemeClr val="bg2"/>
                </a:solidFill>
              </a:rPr>
              <a:t>最終調整的版本，中線 </a:t>
            </a:r>
            <a:r>
              <a:rPr kumimoji="1" lang="en-US" altLang="zh-TW">
                <a:solidFill>
                  <a:schemeClr val="bg2"/>
                </a:solidFill>
              </a:rPr>
              <a:t>9.75</a:t>
            </a:r>
            <a:r>
              <a:rPr kumimoji="1" lang="zh-TW" altLang="en-US">
                <a:solidFill>
                  <a:schemeClr val="bg2"/>
                </a:solidFill>
              </a:rPr>
              <a:t>，均分內文區塊 ，上下區塊各為 </a:t>
            </a:r>
            <a:r>
              <a:rPr kumimoji="1" lang="en-US" altLang="zh-TW">
                <a:solidFill>
                  <a:schemeClr val="bg2"/>
                </a:solidFill>
              </a:rPr>
              <a:t>7.25cm</a:t>
            </a:r>
          </a:p>
        </p:txBody>
      </p:sp>
    </p:spTree>
    <p:extLst>
      <p:ext uri="{BB962C8B-B14F-4D97-AF65-F5344CB8AC3E}">
        <p14:creationId xmlns:p14="http://schemas.microsoft.com/office/powerpoint/2010/main" val="2171313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0CA244DE-D5EF-DE8A-8FD8-D66181F11DA6}"/>
              </a:ext>
            </a:extLst>
          </p:cNvPr>
          <p:cNvCxnSpPr/>
          <p:nvPr/>
        </p:nvCxnSpPr>
        <p:spPr>
          <a:xfrm>
            <a:off x="-413" y="180053"/>
            <a:ext cx="11520488" cy="0"/>
          </a:xfrm>
          <a:prstGeom prst="line">
            <a:avLst/>
          </a:prstGeom>
          <a:ln w="12700"/>
        </p:spPr>
        <p:style>
          <a:lnRef idx="1">
            <a:schemeClr val="dk1"/>
          </a:lnRef>
          <a:fillRef idx="0">
            <a:schemeClr val="dk1"/>
          </a:fillRef>
          <a:effectRef idx="0">
            <a:schemeClr val="dk1"/>
          </a:effectRef>
          <a:fontRef idx="minor">
            <a:schemeClr val="tx1"/>
          </a:fontRef>
        </p:style>
      </p:cxnSp>
      <p:sp>
        <p:nvSpPr>
          <p:cNvPr id="6" name="矩形 5">
            <a:extLst>
              <a:ext uri="{FF2B5EF4-FFF2-40B4-BE49-F238E27FC236}">
                <a16:creationId xmlns:a16="http://schemas.microsoft.com/office/drawing/2014/main" id="{782070C9-572F-277A-3AA8-655797009236}"/>
              </a:ext>
            </a:extLst>
          </p:cNvPr>
          <p:cNvSpPr/>
          <p:nvPr/>
        </p:nvSpPr>
        <p:spPr>
          <a:xfrm>
            <a:off x="4480098" y="49471"/>
            <a:ext cx="1097426" cy="2742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8.50,0.50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5" name="直線接點 4">
            <a:extLst>
              <a:ext uri="{FF2B5EF4-FFF2-40B4-BE49-F238E27FC236}">
                <a16:creationId xmlns:a16="http://schemas.microsoft.com/office/drawing/2014/main" id="{177163A0-29F6-3895-F8C7-06250D9A3610}"/>
              </a:ext>
            </a:extLst>
          </p:cNvPr>
          <p:cNvCxnSpPr>
            <a:cxnSpLocks/>
          </p:cNvCxnSpPr>
          <p:nvPr/>
        </p:nvCxnSpPr>
        <p:spPr>
          <a:xfrm>
            <a:off x="180000" y="-1"/>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直線接點 10">
            <a:extLst>
              <a:ext uri="{FF2B5EF4-FFF2-40B4-BE49-F238E27FC236}">
                <a16:creationId xmlns:a16="http://schemas.microsoft.com/office/drawing/2014/main" id="{386E9110-A793-C7DA-54AE-E5BAD891B6E2}"/>
              </a:ext>
            </a:extLst>
          </p:cNvPr>
          <p:cNvCxnSpPr/>
          <p:nvPr/>
        </p:nvCxnSpPr>
        <p:spPr>
          <a:xfrm>
            <a:off x="794" y="90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4" name="直線接點 13">
            <a:extLst>
              <a:ext uri="{FF2B5EF4-FFF2-40B4-BE49-F238E27FC236}">
                <a16:creationId xmlns:a16="http://schemas.microsoft.com/office/drawing/2014/main" id="{8EE69B97-CE3E-BBB3-33B8-CA8DA5DAE7A8}"/>
              </a:ext>
            </a:extLst>
          </p:cNvPr>
          <p:cNvCxnSpPr/>
          <p:nvPr/>
        </p:nvCxnSpPr>
        <p:spPr>
          <a:xfrm>
            <a:off x="-413" y="324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6" name="直線接點 15">
            <a:extLst>
              <a:ext uri="{FF2B5EF4-FFF2-40B4-BE49-F238E27FC236}">
                <a16:creationId xmlns:a16="http://schemas.microsoft.com/office/drawing/2014/main" id="{6566CE36-3C7C-F9A2-8CFA-EDE72878EED2}"/>
              </a:ext>
            </a:extLst>
          </p:cNvPr>
          <p:cNvCxnSpPr/>
          <p:nvPr/>
        </p:nvCxnSpPr>
        <p:spPr>
          <a:xfrm>
            <a:off x="-413" y="333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8" name="直線接點 17">
            <a:extLst>
              <a:ext uri="{FF2B5EF4-FFF2-40B4-BE49-F238E27FC236}">
                <a16:creationId xmlns:a16="http://schemas.microsoft.com/office/drawing/2014/main" id="{B0519AB6-F753-861D-FC60-23B3D0645E78}"/>
              </a:ext>
            </a:extLst>
          </p:cNvPr>
          <p:cNvCxnSpPr/>
          <p:nvPr/>
        </p:nvCxnSpPr>
        <p:spPr>
          <a:xfrm>
            <a:off x="-413" y="3420000"/>
            <a:ext cx="1152048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0" name="直線接點 19">
            <a:extLst>
              <a:ext uri="{FF2B5EF4-FFF2-40B4-BE49-F238E27FC236}">
                <a16:creationId xmlns:a16="http://schemas.microsoft.com/office/drawing/2014/main" id="{B4009879-681D-CB9A-2C2A-CBDD9B824919}"/>
              </a:ext>
            </a:extLst>
          </p:cNvPr>
          <p:cNvCxnSpPr/>
          <p:nvPr/>
        </p:nvCxnSpPr>
        <p:spPr>
          <a:xfrm>
            <a:off x="-413" y="5940000"/>
            <a:ext cx="11520488" cy="0"/>
          </a:xfrm>
          <a:prstGeom prst="line">
            <a:avLst/>
          </a:prstGeom>
          <a:ln w="12700"/>
        </p:spPr>
        <p:style>
          <a:lnRef idx="1">
            <a:schemeClr val="dk1"/>
          </a:lnRef>
          <a:fillRef idx="0">
            <a:schemeClr val="dk1"/>
          </a:fillRef>
          <a:effectRef idx="0">
            <a:schemeClr val="dk1"/>
          </a:effectRef>
          <a:fontRef idx="minor">
            <a:schemeClr val="tx1"/>
          </a:fontRef>
        </p:style>
      </p:cxnSp>
      <p:sp>
        <p:nvSpPr>
          <p:cNvPr id="23" name="矩形 22">
            <a:extLst>
              <a:ext uri="{FF2B5EF4-FFF2-40B4-BE49-F238E27FC236}">
                <a16:creationId xmlns:a16="http://schemas.microsoft.com/office/drawing/2014/main" id="{D3A4C793-52BB-44FB-D64C-A89702E50E69}"/>
              </a:ext>
            </a:extLst>
          </p:cNvPr>
          <p:cNvSpPr/>
          <p:nvPr/>
        </p:nvSpPr>
        <p:spPr>
          <a:xfrm>
            <a:off x="4447935" y="834107"/>
            <a:ext cx="1234106" cy="15776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6.50,2.50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24" name="矩形 23">
            <a:extLst>
              <a:ext uri="{FF2B5EF4-FFF2-40B4-BE49-F238E27FC236}">
                <a16:creationId xmlns:a16="http://schemas.microsoft.com/office/drawing/2014/main" id="{6DE1397F-1E96-DB59-8FF0-67259CDF70D2}"/>
              </a:ext>
            </a:extLst>
          </p:cNvPr>
          <p:cNvSpPr/>
          <p:nvPr/>
        </p:nvSpPr>
        <p:spPr>
          <a:xfrm>
            <a:off x="4239140" y="3125687"/>
            <a:ext cx="1303281" cy="1643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0,9.00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25" name="矩形 24">
            <a:extLst>
              <a:ext uri="{FF2B5EF4-FFF2-40B4-BE49-F238E27FC236}">
                <a16:creationId xmlns:a16="http://schemas.microsoft.com/office/drawing/2014/main" id="{F84AF8FC-58C9-2E38-4768-8F923F4860AA}"/>
              </a:ext>
            </a:extLst>
          </p:cNvPr>
          <p:cNvSpPr/>
          <p:nvPr/>
        </p:nvSpPr>
        <p:spPr>
          <a:xfrm>
            <a:off x="5907442" y="3299489"/>
            <a:ext cx="1617461" cy="8034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0.25,9.25</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26" name="矩形 25">
            <a:extLst>
              <a:ext uri="{FF2B5EF4-FFF2-40B4-BE49-F238E27FC236}">
                <a16:creationId xmlns:a16="http://schemas.microsoft.com/office/drawing/2014/main" id="{FA70BAD3-1C13-7DE0-AF12-3E9C45C4A89F}"/>
              </a:ext>
            </a:extLst>
          </p:cNvPr>
          <p:cNvSpPr/>
          <p:nvPr/>
        </p:nvSpPr>
        <p:spPr>
          <a:xfrm>
            <a:off x="4285372" y="3408700"/>
            <a:ext cx="1278075" cy="8389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0.50,9.50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27" name="矩形 26">
            <a:extLst>
              <a:ext uri="{FF2B5EF4-FFF2-40B4-BE49-F238E27FC236}">
                <a16:creationId xmlns:a16="http://schemas.microsoft.com/office/drawing/2014/main" id="{F1F74F85-88CD-DDB2-758E-E47B129C8E4C}"/>
              </a:ext>
            </a:extLst>
          </p:cNvPr>
          <p:cNvSpPr/>
          <p:nvPr/>
        </p:nvSpPr>
        <p:spPr>
          <a:xfrm>
            <a:off x="4377538" y="5876966"/>
            <a:ext cx="1188864" cy="1761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7.5,16.50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cxnSp>
        <p:nvCxnSpPr>
          <p:cNvPr id="28" name="直線接點 27">
            <a:extLst>
              <a:ext uri="{FF2B5EF4-FFF2-40B4-BE49-F238E27FC236}">
                <a16:creationId xmlns:a16="http://schemas.microsoft.com/office/drawing/2014/main" id="{0EBB2935-2D7D-FF55-0CFA-82FF30EB5FF1}"/>
              </a:ext>
            </a:extLst>
          </p:cNvPr>
          <p:cNvCxnSpPr/>
          <p:nvPr/>
        </p:nvCxnSpPr>
        <p:spPr>
          <a:xfrm>
            <a:off x="794" y="720059"/>
            <a:ext cx="11520488" cy="0"/>
          </a:xfrm>
          <a:prstGeom prst="line">
            <a:avLst/>
          </a:prstGeom>
          <a:ln w="12700"/>
        </p:spPr>
        <p:style>
          <a:lnRef idx="1">
            <a:schemeClr val="dk1"/>
          </a:lnRef>
          <a:fillRef idx="0">
            <a:schemeClr val="dk1"/>
          </a:fillRef>
          <a:effectRef idx="0">
            <a:schemeClr val="dk1"/>
          </a:effectRef>
          <a:fontRef idx="minor">
            <a:schemeClr val="tx1"/>
          </a:fontRef>
        </p:style>
      </p:cxnSp>
      <p:sp>
        <p:nvSpPr>
          <p:cNvPr id="30" name="矩形 29">
            <a:extLst>
              <a:ext uri="{FF2B5EF4-FFF2-40B4-BE49-F238E27FC236}">
                <a16:creationId xmlns:a16="http://schemas.microsoft.com/office/drawing/2014/main" id="{E58559C4-07A2-1A40-22AB-19DA635CB450}"/>
              </a:ext>
            </a:extLst>
          </p:cNvPr>
          <p:cNvSpPr/>
          <p:nvPr/>
        </p:nvSpPr>
        <p:spPr>
          <a:xfrm>
            <a:off x="-836" y="2032161"/>
            <a:ext cx="1191053" cy="22130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15.50,0.50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33" name="直線接點 32">
            <a:extLst>
              <a:ext uri="{FF2B5EF4-FFF2-40B4-BE49-F238E27FC236}">
                <a16:creationId xmlns:a16="http://schemas.microsoft.com/office/drawing/2014/main" id="{9EC76DCD-D1D9-35C9-348E-BFC5DB6FBCC9}"/>
              </a:ext>
            </a:extLst>
          </p:cNvPr>
          <p:cNvCxnSpPr>
            <a:cxnSpLocks/>
          </p:cNvCxnSpPr>
          <p:nvPr/>
        </p:nvCxnSpPr>
        <p:spPr>
          <a:xfrm>
            <a:off x="3960000"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4" name="矩形 33">
            <a:extLst>
              <a:ext uri="{FF2B5EF4-FFF2-40B4-BE49-F238E27FC236}">
                <a16:creationId xmlns:a16="http://schemas.microsoft.com/office/drawing/2014/main" id="{2A021D35-6C17-4AF7-A6E5-F2BC0E8AA3EC}"/>
              </a:ext>
            </a:extLst>
          </p:cNvPr>
          <p:cNvSpPr/>
          <p:nvPr/>
        </p:nvSpPr>
        <p:spPr>
          <a:xfrm>
            <a:off x="3748586" y="2378708"/>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5.00,11.00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35" name="直線接點 34">
            <a:extLst>
              <a:ext uri="{FF2B5EF4-FFF2-40B4-BE49-F238E27FC236}">
                <a16:creationId xmlns:a16="http://schemas.microsoft.com/office/drawing/2014/main" id="{CC6801F3-34A0-6771-EED7-6D82482AB51E}"/>
              </a:ext>
            </a:extLst>
          </p:cNvPr>
          <p:cNvCxnSpPr>
            <a:cxnSpLocks/>
          </p:cNvCxnSpPr>
          <p:nvPr/>
        </p:nvCxnSpPr>
        <p:spPr>
          <a:xfrm>
            <a:off x="5670243"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6" name="矩形 35">
            <a:extLst>
              <a:ext uri="{FF2B5EF4-FFF2-40B4-BE49-F238E27FC236}">
                <a16:creationId xmlns:a16="http://schemas.microsoft.com/office/drawing/2014/main" id="{200FFDA0-E728-788C-BC46-E36F04C49723}"/>
              </a:ext>
            </a:extLst>
          </p:cNvPr>
          <p:cNvSpPr/>
          <p:nvPr/>
        </p:nvSpPr>
        <p:spPr>
          <a:xfrm>
            <a:off x="4615232" y="2033267"/>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0.25,15.75</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37" name="直線接點 36">
            <a:extLst>
              <a:ext uri="{FF2B5EF4-FFF2-40B4-BE49-F238E27FC236}">
                <a16:creationId xmlns:a16="http://schemas.microsoft.com/office/drawing/2014/main" id="{CCF51426-0F88-A38A-1E9B-9D6318CBC4EC}"/>
              </a:ext>
            </a:extLst>
          </p:cNvPr>
          <p:cNvCxnSpPr>
            <a:cxnSpLocks/>
          </p:cNvCxnSpPr>
          <p:nvPr/>
        </p:nvCxnSpPr>
        <p:spPr>
          <a:xfrm>
            <a:off x="5761038" y="0"/>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38" name="直線接點 37">
            <a:extLst>
              <a:ext uri="{FF2B5EF4-FFF2-40B4-BE49-F238E27FC236}">
                <a16:creationId xmlns:a16="http://schemas.microsoft.com/office/drawing/2014/main" id="{4EA45A88-F95B-0965-02EB-3C735A6462CB}"/>
              </a:ext>
            </a:extLst>
          </p:cNvPr>
          <p:cNvCxnSpPr>
            <a:cxnSpLocks/>
          </p:cNvCxnSpPr>
          <p:nvPr/>
        </p:nvCxnSpPr>
        <p:spPr>
          <a:xfrm>
            <a:off x="5850245"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9" name="矩形 38">
            <a:extLst>
              <a:ext uri="{FF2B5EF4-FFF2-40B4-BE49-F238E27FC236}">
                <a16:creationId xmlns:a16="http://schemas.microsoft.com/office/drawing/2014/main" id="{6939773C-6A3B-9F1B-BD3D-77A92F2E5BF4}"/>
              </a:ext>
            </a:extLst>
          </p:cNvPr>
          <p:cNvSpPr/>
          <p:nvPr/>
        </p:nvSpPr>
        <p:spPr>
          <a:xfrm>
            <a:off x="5771248" y="2033864"/>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0.25,16.25</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0" name="矩形 39">
            <a:extLst>
              <a:ext uri="{FF2B5EF4-FFF2-40B4-BE49-F238E27FC236}">
                <a16:creationId xmlns:a16="http://schemas.microsoft.com/office/drawing/2014/main" id="{0F1AA2B4-0F24-60F7-72C5-0911D0DCCEFF}"/>
              </a:ext>
            </a:extLst>
          </p:cNvPr>
          <p:cNvSpPr/>
          <p:nvPr/>
        </p:nvSpPr>
        <p:spPr>
          <a:xfrm>
            <a:off x="5175840" y="2375595"/>
            <a:ext cx="1191053" cy="2206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0,16.00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cxnSp>
        <p:nvCxnSpPr>
          <p:cNvPr id="41" name="直線接點 40">
            <a:extLst>
              <a:ext uri="{FF2B5EF4-FFF2-40B4-BE49-F238E27FC236}">
                <a16:creationId xmlns:a16="http://schemas.microsoft.com/office/drawing/2014/main" id="{7E0230F8-A948-40FA-AB0E-EBFCE1FF27A4}"/>
              </a:ext>
            </a:extLst>
          </p:cNvPr>
          <p:cNvCxnSpPr>
            <a:cxnSpLocks/>
          </p:cNvCxnSpPr>
          <p:nvPr/>
        </p:nvCxnSpPr>
        <p:spPr>
          <a:xfrm>
            <a:off x="7560000" y="0"/>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接點 41">
            <a:extLst>
              <a:ext uri="{FF2B5EF4-FFF2-40B4-BE49-F238E27FC236}">
                <a16:creationId xmlns:a16="http://schemas.microsoft.com/office/drawing/2014/main" id="{C41D85B0-0643-B9F4-7C56-341BC33B5616}"/>
              </a:ext>
            </a:extLst>
          </p:cNvPr>
          <p:cNvCxnSpPr>
            <a:cxnSpLocks/>
          </p:cNvCxnSpPr>
          <p:nvPr/>
        </p:nvCxnSpPr>
        <p:spPr>
          <a:xfrm>
            <a:off x="7740650" y="0"/>
            <a:ext cx="0" cy="6491321"/>
          </a:xfrm>
          <a:prstGeom prst="line">
            <a:avLst/>
          </a:prstGeom>
          <a:ln w="12700"/>
        </p:spPr>
        <p:style>
          <a:lnRef idx="1">
            <a:schemeClr val="dk1"/>
          </a:lnRef>
          <a:fillRef idx="0">
            <a:schemeClr val="dk1"/>
          </a:fillRef>
          <a:effectRef idx="0">
            <a:schemeClr val="dk1"/>
          </a:effectRef>
          <a:fontRef idx="minor">
            <a:schemeClr val="tx1"/>
          </a:fontRef>
        </p:style>
      </p:cxnSp>
      <p:cxnSp>
        <p:nvCxnSpPr>
          <p:cNvPr id="43" name="直線接點 42">
            <a:extLst>
              <a:ext uri="{FF2B5EF4-FFF2-40B4-BE49-F238E27FC236}">
                <a16:creationId xmlns:a16="http://schemas.microsoft.com/office/drawing/2014/main" id="{4652EF1A-A0F3-8C3F-5869-1E15BE2243C2}"/>
              </a:ext>
            </a:extLst>
          </p:cNvPr>
          <p:cNvCxnSpPr>
            <a:cxnSpLocks/>
          </p:cNvCxnSpPr>
          <p:nvPr/>
        </p:nvCxnSpPr>
        <p:spPr>
          <a:xfrm>
            <a:off x="11339849"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45" name="矩形 44">
            <a:extLst>
              <a:ext uri="{FF2B5EF4-FFF2-40B4-BE49-F238E27FC236}">
                <a16:creationId xmlns:a16="http://schemas.microsoft.com/office/drawing/2014/main" id="{707651C7-765B-8C00-7377-DA9E3497D2CF}"/>
              </a:ext>
            </a:extLst>
          </p:cNvPr>
          <p:cNvSpPr/>
          <p:nvPr/>
        </p:nvSpPr>
        <p:spPr>
          <a:xfrm>
            <a:off x="6554722" y="2375258"/>
            <a:ext cx="1191053" cy="22130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5.00,21.00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7" name="矩形 46">
            <a:extLst>
              <a:ext uri="{FF2B5EF4-FFF2-40B4-BE49-F238E27FC236}">
                <a16:creationId xmlns:a16="http://schemas.microsoft.com/office/drawing/2014/main" id="{632E288E-0EF0-E12E-54BD-D22E7CD5415D}"/>
              </a:ext>
            </a:extLst>
          </p:cNvPr>
          <p:cNvSpPr/>
          <p:nvPr/>
        </p:nvSpPr>
        <p:spPr>
          <a:xfrm>
            <a:off x="10240763" y="2056398"/>
            <a:ext cx="1279314" cy="1922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15.50,31.50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22" name="矩形 21">
            <a:extLst>
              <a:ext uri="{FF2B5EF4-FFF2-40B4-BE49-F238E27FC236}">
                <a16:creationId xmlns:a16="http://schemas.microsoft.com/office/drawing/2014/main" id="{892BC208-CD15-87E7-23D1-D80D1BA2B2F3}"/>
              </a:ext>
            </a:extLst>
          </p:cNvPr>
          <p:cNvSpPr/>
          <p:nvPr/>
        </p:nvSpPr>
        <p:spPr>
          <a:xfrm>
            <a:off x="4480098" y="553527"/>
            <a:ext cx="1097426" cy="2742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a:solidFill>
                  <a:schemeClr val="tx1"/>
                </a:solidFill>
              </a:rPr>
              <a:t>7.0,2.0</a:t>
            </a:r>
            <a:r>
              <a:rPr lang="zh-TW" altLang="en-US" sz="1200">
                <a:solidFill>
                  <a:schemeClr val="tx1"/>
                </a:solidFill>
              </a:rPr>
              <a:t> </a:t>
            </a:r>
            <a:r>
              <a:rPr lang="en-US" altLang="zh-TW" sz="1200">
                <a:solidFill>
                  <a:schemeClr val="tx1"/>
                </a:solidFill>
              </a:rPr>
              <a:t>cm</a:t>
            </a:r>
            <a:endParaRPr lang="zh-TW" altLang="en-US" sz="1200">
              <a:solidFill>
                <a:schemeClr val="tx1"/>
              </a:solidFill>
            </a:endParaRPr>
          </a:p>
        </p:txBody>
      </p:sp>
      <p:sp>
        <p:nvSpPr>
          <p:cNvPr id="48" name="文字方塊 47">
            <a:extLst>
              <a:ext uri="{FF2B5EF4-FFF2-40B4-BE49-F238E27FC236}">
                <a16:creationId xmlns:a16="http://schemas.microsoft.com/office/drawing/2014/main" id="{92E641C8-FF7D-42BE-6401-F460C2780363}"/>
              </a:ext>
            </a:extLst>
          </p:cNvPr>
          <p:cNvSpPr txBox="1"/>
          <p:nvPr/>
        </p:nvSpPr>
        <p:spPr>
          <a:xfrm>
            <a:off x="106882" y="4883377"/>
            <a:ext cx="11155557" cy="830997"/>
          </a:xfrm>
          <a:prstGeom prst="rect">
            <a:avLst/>
          </a:prstGeom>
          <a:noFill/>
        </p:spPr>
        <p:txBody>
          <a:bodyPr wrap="square" rtlCol="0">
            <a:spAutoFit/>
          </a:bodyPr>
          <a:lstStyle/>
          <a:p>
            <a:pPr algn="r"/>
            <a:r>
              <a:rPr kumimoji="1" lang="en-US" altLang="zh-TW" sz="2400" dirty="0">
                <a:latin typeface="Microsoft JhengHei" panose="020B0604030504040204" pitchFamily="34" charset="-120"/>
                <a:ea typeface="Microsoft JhengHei" panose="020B0604030504040204" pitchFamily="34" charset="-120"/>
              </a:rPr>
              <a:t>Template Version</a:t>
            </a:r>
          </a:p>
          <a:p>
            <a:pPr algn="r"/>
            <a:r>
              <a:rPr kumimoji="1" lang="en-US" altLang="zh-TW" sz="2400" dirty="0">
                <a:latin typeface="Microsoft JhengHei" panose="020B0604030504040204" pitchFamily="34" charset="-120"/>
                <a:ea typeface="Microsoft JhengHei" panose="020B0604030504040204" pitchFamily="34" charset="-120"/>
              </a:rPr>
              <a:t>v8.0.2(cm)</a:t>
            </a:r>
            <a:endParaRPr kumimoji="1" lang="zh-TW" altLang="en-US" sz="2400" dirty="0">
              <a:latin typeface="Microsoft JhengHei" panose="020B0604030504040204" pitchFamily="34" charset="-120"/>
              <a:ea typeface="Microsoft JhengHei" panose="020B0604030504040204" pitchFamily="34" charset="-120"/>
            </a:endParaRPr>
          </a:p>
        </p:txBody>
      </p:sp>
      <p:cxnSp>
        <p:nvCxnSpPr>
          <p:cNvPr id="31" name="直線接點 30">
            <a:extLst>
              <a:ext uri="{FF2B5EF4-FFF2-40B4-BE49-F238E27FC236}">
                <a16:creationId xmlns:a16="http://schemas.microsoft.com/office/drawing/2014/main" id="{DAAC3215-3563-5F01-8797-E4CB6FB6DD26}"/>
              </a:ext>
            </a:extLst>
          </p:cNvPr>
          <p:cNvCxnSpPr>
            <a:cxnSpLocks/>
          </p:cNvCxnSpPr>
          <p:nvPr/>
        </p:nvCxnSpPr>
        <p:spPr>
          <a:xfrm>
            <a:off x="3779838" y="0"/>
            <a:ext cx="0" cy="6491321"/>
          </a:xfrm>
          <a:prstGeom prst="line">
            <a:avLst/>
          </a:prstGeom>
          <a:ln w="12700"/>
        </p:spPr>
        <p:style>
          <a:lnRef idx="1">
            <a:schemeClr val="dk1"/>
          </a:lnRef>
          <a:fillRef idx="0">
            <a:schemeClr val="dk1"/>
          </a:fillRef>
          <a:effectRef idx="0">
            <a:schemeClr val="dk1"/>
          </a:effectRef>
          <a:fontRef idx="minor">
            <a:schemeClr val="tx1"/>
          </a:fontRef>
        </p:style>
      </p:cxnSp>
      <p:sp>
        <p:nvSpPr>
          <p:cNvPr id="32" name="矩形 31">
            <a:extLst>
              <a:ext uri="{FF2B5EF4-FFF2-40B4-BE49-F238E27FC236}">
                <a16:creationId xmlns:a16="http://schemas.microsoft.com/office/drawing/2014/main" id="{962CBE89-3CD2-B1AA-2D36-CB3B28FBB19C}"/>
              </a:ext>
            </a:extLst>
          </p:cNvPr>
          <p:cNvSpPr/>
          <p:nvPr/>
        </p:nvSpPr>
        <p:spPr>
          <a:xfrm>
            <a:off x="2478216" y="2078007"/>
            <a:ext cx="1469987" cy="1490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5.50,10.50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46" name="矩形 45">
            <a:extLst>
              <a:ext uri="{FF2B5EF4-FFF2-40B4-BE49-F238E27FC236}">
                <a16:creationId xmlns:a16="http://schemas.microsoft.com/office/drawing/2014/main" id="{43BA49DA-BEE5-6E2D-1DBC-9CE1053414D2}"/>
              </a:ext>
            </a:extLst>
          </p:cNvPr>
          <p:cNvSpPr/>
          <p:nvPr/>
        </p:nvSpPr>
        <p:spPr>
          <a:xfrm>
            <a:off x="7613323" y="2067658"/>
            <a:ext cx="1279314" cy="11576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200" dirty="0">
                <a:solidFill>
                  <a:schemeClr val="tx1"/>
                </a:solidFill>
              </a:rPr>
              <a:t>5.50,21.50</a:t>
            </a:r>
            <a:r>
              <a:rPr lang="zh-TW" altLang="en-US" sz="1200" dirty="0">
                <a:solidFill>
                  <a:schemeClr val="tx1"/>
                </a:solidFill>
              </a:rPr>
              <a:t> </a:t>
            </a:r>
            <a:r>
              <a:rPr lang="en-US" altLang="zh-TW" sz="1200" dirty="0">
                <a:solidFill>
                  <a:schemeClr val="tx1"/>
                </a:solidFill>
              </a:rPr>
              <a:t>cm</a:t>
            </a:r>
            <a:endParaRPr lang="zh-TW" altLang="en-US" sz="1200" dirty="0">
              <a:solidFill>
                <a:schemeClr val="tx1"/>
              </a:solidFill>
            </a:endParaRPr>
          </a:p>
        </p:txBody>
      </p:sp>
      <p:sp>
        <p:nvSpPr>
          <p:cNvPr id="2" name="文字方塊 1">
            <a:extLst>
              <a:ext uri="{FF2B5EF4-FFF2-40B4-BE49-F238E27FC236}">
                <a16:creationId xmlns:a16="http://schemas.microsoft.com/office/drawing/2014/main" id="{0378B0E3-D36C-19FD-626B-B78A4A73629A}"/>
              </a:ext>
            </a:extLst>
          </p:cNvPr>
          <p:cNvSpPr txBox="1"/>
          <p:nvPr/>
        </p:nvSpPr>
        <p:spPr>
          <a:xfrm>
            <a:off x="10782325" y="429394"/>
            <a:ext cx="648072" cy="307777"/>
          </a:xfrm>
          <a:prstGeom prst="rect">
            <a:avLst/>
          </a:prstGeom>
          <a:noFill/>
        </p:spPr>
        <p:txBody>
          <a:bodyPr wrap="square" rtlCol="0">
            <a:spAutoFit/>
          </a:bodyPr>
          <a:lstStyle/>
          <a:p>
            <a:pPr algn="ctr"/>
            <a:r>
              <a:rPr lang="en-US" altLang="zh-TW">
                <a:solidFill>
                  <a:srgbClr val="60A5FA"/>
                </a:solidFill>
                <a:hlinkClick r:id="rId3" action="ppaction://hlinksldjump">
                  <a:extLst>
                    <a:ext uri="{A12FA001-AC4F-418D-AE19-62706E023703}">
                      <ahyp:hlinkClr xmlns:ahyp="http://schemas.microsoft.com/office/drawing/2018/hyperlinkcolor" val="tx"/>
                    </a:ext>
                  </a:extLst>
                </a:hlinkClick>
              </a:rPr>
              <a:t>back</a:t>
            </a:r>
            <a:endParaRPr lang="zh-TW" altLang="en-US">
              <a:solidFill>
                <a:srgbClr val="60A5FA"/>
              </a:solidFill>
            </a:endParaRPr>
          </a:p>
        </p:txBody>
      </p:sp>
      <p:sp>
        <p:nvSpPr>
          <p:cNvPr id="3" name="文字方塊 2">
            <a:extLst>
              <a:ext uri="{FF2B5EF4-FFF2-40B4-BE49-F238E27FC236}">
                <a16:creationId xmlns:a16="http://schemas.microsoft.com/office/drawing/2014/main" id="{93651F5C-F841-A590-E56D-4E7D3A1405F5}"/>
              </a:ext>
            </a:extLst>
          </p:cNvPr>
          <p:cNvSpPr txBox="1"/>
          <p:nvPr/>
        </p:nvSpPr>
        <p:spPr>
          <a:xfrm>
            <a:off x="0" y="0"/>
            <a:ext cx="11520488" cy="307777"/>
          </a:xfrm>
          <a:prstGeom prst="rect">
            <a:avLst/>
          </a:prstGeom>
          <a:solidFill>
            <a:srgbClr val="FEF08A"/>
          </a:solidFill>
        </p:spPr>
        <p:txBody>
          <a:bodyPr wrap="square" rtlCol="0">
            <a:spAutoFit/>
          </a:bodyPr>
          <a:lstStyle/>
          <a:p>
            <a:pPr marL="252000" indent="-216000">
              <a:buFont typeface="標準系統字體"/>
              <a:buChar char="○"/>
            </a:pPr>
            <a:r>
              <a:rPr kumimoji="1" lang="en-US" altLang="zh-TW">
                <a:solidFill>
                  <a:schemeClr val="bg2"/>
                </a:solidFill>
              </a:rPr>
              <a:t>@shannon:</a:t>
            </a:r>
            <a:r>
              <a:rPr kumimoji="1" lang="zh-TW" altLang="en-US">
                <a:solidFill>
                  <a:schemeClr val="bg2"/>
                </a:solidFill>
              </a:rPr>
              <a:t>最終調整的版本，中線 </a:t>
            </a:r>
            <a:r>
              <a:rPr kumimoji="1" lang="en-US" altLang="zh-TW">
                <a:solidFill>
                  <a:schemeClr val="bg2"/>
                </a:solidFill>
              </a:rPr>
              <a:t>9.75</a:t>
            </a:r>
            <a:r>
              <a:rPr kumimoji="1" lang="zh-TW" altLang="en-US">
                <a:solidFill>
                  <a:schemeClr val="bg2"/>
                </a:solidFill>
              </a:rPr>
              <a:t>，均分內文區塊 ，上下區塊各為 </a:t>
            </a:r>
            <a:r>
              <a:rPr kumimoji="1" lang="en-US" altLang="zh-TW">
                <a:solidFill>
                  <a:schemeClr val="bg2"/>
                </a:solidFill>
              </a:rPr>
              <a:t>7.25cm</a:t>
            </a:r>
          </a:p>
        </p:txBody>
      </p:sp>
    </p:spTree>
    <p:extLst>
      <p:ext uri="{BB962C8B-B14F-4D97-AF65-F5344CB8AC3E}">
        <p14:creationId xmlns:p14="http://schemas.microsoft.com/office/powerpoint/2010/main" val="3979996667"/>
      </p:ext>
    </p:extLst>
  </p:cSld>
  <p:clrMapOvr>
    <a:masterClrMapping/>
  </p:clrMapOvr>
</p:sld>
</file>

<file path=ppt/theme/theme1.xml><?xml version="1.0" encoding="utf-8"?>
<a:theme xmlns:a="http://schemas.openxmlformats.org/drawingml/2006/main" name="4_數科處範本7.2">
  <a:themeElements>
    <a:clrScheme name="自訂 1">
      <a:dk1>
        <a:srgbClr val="000000"/>
      </a:dk1>
      <a:lt1>
        <a:srgbClr val="FFFFFF"/>
      </a:lt1>
      <a:dk2>
        <a:srgbClr val="3B82F6"/>
      </a:dk2>
      <a:lt2>
        <a:srgbClr val="60A5FA"/>
      </a:lt2>
      <a:accent1>
        <a:srgbClr val="93C5FD"/>
      </a:accent1>
      <a:accent2>
        <a:srgbClr val="BFDBFE"/>
      </a:accent2>
      <a:accent3>
        <a:srgbClr val="A78BFA"/>
      </a:accent3>
      <a:accent4>
        <a:srgbClr val="C4B5FD"/>
      </a:accent4>
      <a:accent5>
        <a:srgbClr val="DDD6FE"/>
      </a:accent5>
      <a:accent6>
        <a:srgbClr val="A1A1AA"/>
      </a:accent6>
      <a:hlink>
        <a:srgbClr val="71717A"/>
      </a:hlink>
      <a:folHlink>
        <a:srgbClr val="71717A"/>
      </a:folHlink>
    </a:clrScheme>
    <a:fontScheme name="自訂 1">
      <a:majorFont>
        <a:latin typeface="Century Gothic"/>
        <a:ea typeface="微軟正黑體"/>
        <a:cs typeface=""/>
      </a:majorFont>
      <a:minorFont>
        <a:latin typeface="Century Gothic"/>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4F25D0FF425B4EA678AC2414B6A709" ma:contentTypeVersion="10" ma:contentTypeDescription="Create a new document." ma:contentTypeScope="" ma:versionID="9210c2e9376e907b41e086209e9e8cca">
  <xsd:schema xmlns:xsd="http://www.w3.org/2001/XMLSchema" xmlns:xs="http://www.w3.org/2001/XMLSchema" xmlns:p="http://schemas.microsoft.com/office/2006/metadata/properties" xmlns:ns2="7cac0686-f0c7-4236-b000-d7b90732a875" xmlns:ns3="9bfc64f2-d580-4df8-9fa4-4631ad6ac43d" targetNamespace="http://schemas.microsoft.com/office/2006/metadata/properties" ma:root="true" ma:fieldsID="7ffd104f21f43117dcffd9f28970a3f4" ns2:_="" ns3:_="">
    <xsd:import namespace="7cac0686-f0c7-4236-b000-d7b90732a875"/>
    <xsd:import namespace="9bfc64f2-d580-4df8-9fa4-4631ad6ac43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ac0686-f0c7-4236-b000-d7b90732a8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bfc64f2-d580-4df8-9fa4-4631ad6ac43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D5D526-59E0-46BD-B75A-4A393253F249}">
  <ds:schemaRefs>
    <ds:schemaRef ds:uri="http://schemas.microsoft.com/office/2006/metadata/properties"/>
    <ds:schemaRef ds:uri="http://purl.org/dc/dcmitype/"/>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9bfc64f2-d580-4df8-9fa4-4631ad6ac43d"/>
    <ds:schemaRef ds:uri="7cac0686-f0c7-4236-b000-d7b90732a875"/>
    <ds:schemaRef ds:uri="http://www.w3.org/XML/1998/namespace"/>
  </ds:schemaRefs>
</ds:datastoreItem>
</file>

<file path=customXml/itemProps2.xml><?xml version="1.0" encoding="utf-8"?>
<ds:datastoreItem xmlns:ds="http://schemas.openxmlformats.org/officeDocument/2006/customXml" ds:itemID="{AF13C6E4-21FB-49AF-9FDA-94420CFBAD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ac0686-f0c7-4236-b000-d7b90732a875"/>
    <ds:schemaRef ds:uri="9bfc64f2-d580-4df8-9fa4-4631ad6ac43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929C79-DB32-411C-8C37-9A0BBBB5F6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5902</Words>
  <Application>Microsoft Office PowerPoint</Application>
  <PresentationFormat>自訂</PresentationFormat>
  <Paragraphs>1355</Paragraphs>
  <Slides>34</Slides>
  <Notes>32</Notes>
  <HiddenSlides>7</HiddenSlides>
  <MMClips>0</MMClips>
  <ScaleCrop>false</ScaleCrop>
  <HeadingPairs>
    <vt:vector size="4" baseType="variant">
      <vt:variant>
        <vt:lpstr>佈景主題</vt:lpstr>
      </vt:variant>
      <vt:variant>
        <vt:i4>1</vt:i4>
      </vt:variant>
      <vt:variant>
        <vt:lpstr>投影片標題</vt:lpstr>
      </vt:variant>
      <vt:variant>
        <vt:i4>34</vt:i4>
      </vt:variant>
    </vt:vector>
  </HeadingPairs>
  <TitlesOfParts>
    <vt:vector size="35" baseType="lpstr">
      <vt:lpstr>4_數科處範本7.2</vt:lpstr>
      <vt:lpstr>上次討論後 todo</vt:lpstr>
      <vt:lpstr>使用方式</vt:lpstr>
      <vt:lpstr>純文字封面標題 44 pt</vt:lpstr>
      <vt:lpstr>有圖封面標題 44 pt</vt:lpstr>
      <vt:lpstr>章節標題 36 pt</vt:lpstr>
      <vt:lpstr>文字設定說明</vt:lpstr>
      <vt:lpstr>內文16</vt:lpstr>
      <vt:lpstr>內文14</vt:lpstr>
      <vt:lpstr>縮排、間距設定說明</vt:lpstr>
      <vt:lpstr>表格設定說明</vt:lpstr>
      <vt:lpstr>全主題色系與應用建議</vt:lpstr>
      <vt:lpstr>配色</vt:lpstr>
      <vt:lpstr>速成玩家使用說明</vt:lpstr>
      <vt:lpstr>佈景主題應用建議 blue + violet (預設)</vt:lpstr>
      <vt:lpstr>配色範例 blue + violet</vt:lpstr>
      <vt:lpstr>佈景主題應用建議 blue + rose </vt:lpstr>
      <vt:lpstr>配色範例 blue + rose </vt:lpstr>
      <vt:lpstr>佈景主題應用建議 blue + amber </vt:lpstr>
      <vt:lpstr>配色範例 blue + amber </vt:lpstr>
      <vt:lpstr>主題配色</vt:lpstr>
      <vt:lpstr>高階玩家使用說明</vt:lpstr>
      <vt:lpstr>配色說明</vt:lpstr>
      <vt:lpstr>配色表 tailwind</vt:lpstr>
      <vt:lpstr>配色 2 blue-yellow-violet-rose-500-200</vt:lpstr>
      <vt:lpstr>配色 2</vt:lpstr>
      <vt:lpstr>配色 2 說明</vt:lpstr>
      <vt:lpstr>輔助線</vt:lpstr>
      <vt:lpstr>輔助線</vt:lpstr>
      <vt:lpstr>輔助線範例 2 欄</vt:lpstr>
      <vt:lpstr>輔助線範例 3 欄</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上次討論後 todo</dc:title>
  <cp:lastModifiedBy>數位金融處-永豐銀行 李宣諭</cp:lastModifiedBy>
  <cp:revision>7</cp:revision>
  <dcterms:modified xsi:type="dcterms:W3CDTF">2025-10-22T01:06:47Z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0x010100DE4F25D0FF425B4EA678AC2414B6A709</vt:lpwstr>
  </property>
  <property fmtid="{D5CDD505-2E9C-101B-9397-08002B2CF9AE}" pid="3" name="Order">
    <vt:r8>1900</vt:r8>
  </property>
  <property fmtid="{D5CDD505-2E9C-101B-9397-08002B2CF9AE}" pid="4" name="TriggerFlowInfo">
    <vt:lpwstr/>
  </property>
  <property fmtid="{D5CDD505-2E9C-101B-9397-08002B2CF9AE}" pid="5" name="ComplianceAssetId">
    <vt:lpwstr/>
  </property>
  <property fmtid="{D5CDD505-2E9C-101B-9397-08002B2CF9AE}" pid="6" name="_ExtendedDescription">
    <vt:lpwstr/>
  </property>
  <property fmtid="{D5CDD505-2E9C-101B-9397-08002B2CF9AE}" pid="7" name="_activity">
    <vt:lpwstr>{"FileActivityType":"9","FileActivityTimeStamp":"2025-04-11T09:57:37.317Z","FileActivityUsersOnPage":[{"DisplayName":"李宣諭-數位金融處-永豐銀行","Id":"shannon.lee@sinopac.com"},{"DisplayName":"周立筠-數據應用部-永豐金證券","Id":"liyun0222.zhou@sinopac.com"},{"DisplayName":"吳憲驊-數位金融處-永豐銀行","Id":"simonwu@sinopac.com"}],"FileActivityNavigationId":null}</vt:lpwstr>
  </property>
</Properties>
</file>
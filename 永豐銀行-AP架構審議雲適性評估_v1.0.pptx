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customXml/itemProps1.xml" ContentType="application/vnd.openxmlformats-officedocument.customXmlProperti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2.xml" ContentType="application/vnd.openxmlformats-officedocument.presentationml.tags+xml"/>
  <Override PartName="/ppt/tags/tag1.xml" ContentType="application/vnd.openxmlformats-officedocument.presentationml.tag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91" r:id="rId2"/>
    <p:sldMasterId id="2147484433" r:id="rId3"/>
  </p:sldMasterIdLst>
  <p:notesMasterIdLst>
    <p:notesMasterId r:id="rId6"/>
  </p:notesMasterIdLst>
  <p:handoutMasterIdLst>
    <p:handoutMasterId r:id="rId7"/>
  </p:handoutMasterIdLst>
  <p:sldIdLst>
    <p:sldId id="3274" r:id="rId4"/>
    <p:sldId id="3275" r:id="rId5"/>
  </p:sldIdLst>
  <p:sldSz cx="12190413" cy="6858000"/>
  <p:notesSz cx="9926638" cy="6797675"/>
  <p:defaultTextStyle>
    <a:defPPr>
      <a:defRPr lang="zh-TW"/>
    </a:defPPr>
    <a:lvl1pPr algn="l" rtl="0" fontAlgn="base">
      <a:spcBef>
        <a:spcPct val="0"/>
      </a:spcBef>
      <a:spcAft>
        <a:spcPct val="0"/>
      </a:spcAft>
      <a:defRPr kumimoji="1" kern="1200">
        <a:solidFill>
          <a:schemeClr val="tx1"/>
        </a:solidFill>
        <a:latin typeface="Arial" pitchFamily="34" charset="0"/>
        <a:ea typeface="新細明體" pitchFamily="18" charset="-120"/>
        <a:cs typeface="+mn-cs"/>
      </a:defRPr>
    </a:lvl1pPr>
    <a:lvl2pPr marL="326194" algn="l" rtl="0" fontAlgn="base">
      <a:spcBef>
        <a:spcPct val="0"/>
      </a:spcBef>
      <a:spcAft>
        <a:spcPct val="0"/>
      </a:spcAft>
      <a:defRPr kumimoji="1" kern="1200">
        <a:solidFill>
          <a:schemeClr val="tx1"/>
        </a:solidFill>
        <a:latin typeface="Arial" pitchFamily="34" charset="0"/>
        <a:ea typeface="新細明體" pitchFamily="18" charset="-120"/>
        <a:cs typeface="+mn-cs"/>
      </a:defRPr>
    </a:lvl2pPr>
    <a:lvl3pPr marL="652387" algn="l" rtl="0" fontAlgn="base">
      <a:spcBef>
        <a:spcPct val="0"/>
      </a:spcBef>
      <a:spcAft>
        <a:spcPct val="0"/>
      </a:spcAft>
      <a:defRPr kumimoji="1" kern="1200">
        <a:solidFill>
          <a:schemeClr val="tx1"/>
        </a:solidFill>
        <a:latin typeface="Arial" pitchFamily="34" charset="0"/>
        <a:ea typeface="新細明體" pitchFamily="18" charset="-120"/>
        <a:cs typeface="+mn-cs"/>
      </a:defRPr>
    </a:lvl3pPr>
    <a:lvl4pPr marL="978581" algn="l" rtl="0" fontAlgn="base">
      <a:spcBef>
        <a:spcPct val="0"/>
      </a:spcBef>
      <a:spcAft>
        <a:spcPct val="0"/>
      </a:spcAft>
      <a:defRPr kumimoji="1" kern="1200">
        <a:solidFill>
          <a:schemeClr val="tx1"/>
        </a:solidFill>
        <a:latin typeface="Arial" pitchFamily="34" charset="0"/>
        <a:ea typeface="新細明體" pitchFamily="18" charset="-120"/>
        <a:cs typeface="+mn-cs"/>
      </a:defRPr>
    </a:lvl4pPr>
    <a:lvl5pPr marL="1304774" algn="l" rtl="0" fontAlgn="base">
      <a:spcBef>
        <a:spcPct val="0"/>
      </a:spcBef>
      <a:spcAft>
        <a:spcPct val="0"/>
      </a:spcAft>
      <a:defRPr kumimoji="1" kern="1200">
        <a:solidFill>
          <a:schemeClr val="tx1"/>
        </a:solidFill>
        <a:latin typeface="Arial" pitchFamily="34" charset="0"/>
        <a:ea typeface="新細明體" pitchFamily="18" charset="-120"/>
        <a:cs typeface="+mn-cs"/>
      </a:defRPr>
    </a:lvl5pPr>
    <a:lvl6pPr marL="1630968" algn="l" defTabSz="652387" rtl="0" eaLnBrk="1" latinLnBrk="0" hangingPunct="1">
      <a:defRPr kumimoji="1" kern="1200">
        <a:solidFill>
          <a:schemeClr val="tx1"/>
        </a:solidFill>
        <a:latin typeface="Arial" pitchFamily="34" charset="0"/>
        <a:ea typeface="新細明體" pitchFamily="18" charset="-120"/>
        <a:cs typeface="+mn-cs"/>
      </a:defRPr>
    </a:lvl6pPr>
    <a:lvl7pPr marL="1957162" algn="l" defTabSz="652387" rtl="0" eaLnBrk="1" latinLnBrk="0" hangingPunct="1">
      <a:defRPr kumimoji="1" kern="1200">
        <a:solidFill>
          <a:schemeClr val="tx1"/>
        </a:solidFill>
        <a:latin typeface="Arial" pitchFamily="34" charset="0"/>
        <a:ea typeface="新細明體" pitchFamily="18" charset="-120"/>
        <a:cs typeface="+mn-cs"/>
      </a:defRPr>
    </a:lvl7pPr>
    <a:lvl8pPr marL="2283355" algn="l" defTabSz="652387" rtl="0" eaLnBrk="1" latinLnBrk="0" hangingPunct="1">
      <a:defRPr kumimoji="1" kern="1200">
        <a:solidFill>
          <a:schemeClr val="tx1"/>
        </a:solidFill>
        <a:latin typeface="Arial" pitchFamily="34" charset="0"/>
        <a:ea typeface="新細明體" pitchFamily="18" charset="-120"/>
        <a:cs typeface="+mn-cs"/>
      </a:defRPr>
    </a:lvl8pPr>
    <a:lvl9pPr marL="2609550" algn="l" defTabSz="652387" rtl="0" eaLnBrk="1" latinLnBrk="0" hangingPunct="1">
      <a:defRPr kumimoji="1" kern="1200">
        <a:solidFill>
          <a:schemeClr val="tx1"/>
        </a:solidFill>
        <a:latin typeface="Arial" pitchFamily="34" charset="0"/>
        <a:ea typeface="新細明體" pitchFamily="18" charset="-120"/>
        <a:cs typeface="+mn-cs"/>
      </a:defRPr>
    </a:lvl9pPr>
  </p:defaultTextStyle>
  <p:extLst>
    <p:ext uri="{521415D9-36F7-43E2-AB2F-B90AF26B5E84}">
      <p14:sectionLst xmlns:p14="http://schemas.microsoft.com/office/powerpoint/2010/main">
        <p14:section name="新網銀平台建置" id="{BDBB43FE-0BF7-443C-9D91-F693B97B75B2}">
          <p14:sldIdLst>
            <p14:sldId id="3274"/>
            <p14:sldId id="3275"/>
          </p14:sldIdLst>
        </p14:section>
        <p14:section name="附件" id="{F3F7D7C1-6803-476E-B874-1A6F6A859272}">
          <p14:sldIdLst/>
        </p14:section>
        <p14:section name="未命名的章節" id="{F07AE6ED-C970-471D-87A5-DCD36F36F3DB}">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guide id="3" pos="3840">
          <p15:clr>
            <a:srgbClr val="A4A3A4"/>
          </p15:clr>
        </p15:guide>
      </p15:sldGuideLst>
    </p:ext>
    <p:ext uri="{2D200454-40CA-4A62-9FC3-DE9A4176ACB9}">
      <p15:notesGuideLst xmlns:p15="http://schemas.microsoft.com/office/powerpoint/2012/main">
        <p15:guide id="1" orient="horz" pos="2145">
          <p15:clr>
            <a:srgbClr val="A4A3A4"/>
          </p15:clr>
        </p15:guide>
        <p15:guide id="2" pos="3130">
          <p15:clr>
            <a:srgbClr val="A4A3A4"/>
          </p15:clr>
        </p15:guide>
        <p15:guide id="3" orient="horz" pos="2142">
          <p15:clr>
            <a:srgbClr val="A4A3A4"/>
          </p15:clr>
        </p15:guide>
        <p15:guide id="4"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99CCFF"/>
    <a:srgbClr val="336699"/>
    <a:srgbClr val="7F7F7F"/>
    <a:srgbClr val="53BDF1"/>
    <a:srgbClr val="98B0C6"/>
    <a:srgbClr val="66FF33"/>
    <a:srgbClr val="67B2F5"/>
    <a:srgbClr val="BFBFBF"/>
    <a:srgbClr val="674E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中等深淺樣式 1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D113A9D2-9D6B-4929-AA2D-F23B5EE8CBE7}" styleName="佈景主題樣式 2 - 輔色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B9631B5-78F2-41C9-869B-9F39066F8104}" styleName="中等深淺樣式 3 - 輔色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5118" autoAdjust="0"/>
  </p:normalViewPr>
  <p:slideViewPr>
    <p:cSldViewPr>
      <p:cViewPr varScale="1">
        <p:scale>
          <a:sx n="113" d="100"/>
          <a:sy n="113" d="100"/>
        </p:scale>
        <p:origin x="450" y="96"/>
      </p:cViewPr>
      <p:guideLst>
        <p:guide orient="horz" pos="2160"/>
        <p:guide pos="288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90" d="100"/>
          <a:sy n="90" d="100"/>
        </p:scale>
        <p:origin x="-1434" y="-96"/>
      </p:cViewPr>
      <p:guideLst>
        <p:guide orient="horz" pos="2145"/>
        <p:guide pos="3130"/>
        <p:guide orient="horz" pos="2142"/>
        <p:guide pos="312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openxmlformats.org/officeDocument/2006/relationships/customXml" Target="../customXml/item3.xml"/><Relationship Id="rId3" Type="http://schemas.openxmlformats.org/officeDocument/2006/relationships/slideMaster" Target="slideMasters/slideMaster2.xml"/><Relationship Id="rId7" Type="http://schemas.openxmlformats.org/officeDocument/2006/relationships/handoutMaster" Target="handoutMasters/handoutMaster1.xml"/><Relationship Id="rId12" Type="http://schemas.openxmlformats.org/officeDocument/2006/relationships/customXml" Target="../customXml/item2.xml"/><Relationship Id="rId2"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 Id="rId14" Type="http://schemas.openxmlformats.org/officeDocument/2006/relationships/customXml" Target="../customXml/item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1" y="0"/>
            <a:ext cx="4301385" cy="339250"/>
          </a:xfrm>
          <a:prstGeom prst="rect">
            <a:avLst/>
          </a:prstGeom>
        </p:spPr>
        <p:txBody>
          <a:bodyPr vert="horz" lIns="91303" tIns="45651" rIns="91303" bIns="45651" rtlCol="0"/>
          <a:lstStyle>
            <a:lvl1pPr algn="l" fontAlgn="auto">
              <a:spcBef>
                <a:spcPts val="0"/>
              </a:spcBef>
              <a:spcAft>
                <a:spcPts val="0"/>
              </a:spcAft>
              <a:defRPr kumimoji="0" sz="1200">
                <a:latin typeface="+mn-lt"/>
                <a:ea typeface="+mn-ea"/>
              </a:defRPr>
            </a:lvl1pPr>
          </a:lstStyle>
          <a:p>
            <a:pPr>
              <a:defRPr/>
            </a:pPr>
            <a:endParaRPr lang="zh-TW" altLang="en-US"/>
          </a:p>
        </p:txBody>
      </p:sp>
      <p:sp>
        <p:nvSpPr>
          <p:cNvPr id="3" name="日期版面配置區 2"/>
          <p:cNvSpPr>
            <a:spLocks noGrp="1"/>
          </p:cNvSpPr>
          <p:nvPr>
            <p:ph type="dt" sz="quarter" idx="1"/>
          </p:nvPr>
        </p:nvSpPr>
        <p:spPr>
          <a:xfrm>
            <a:off x="5623670" y="0"/>
            <a:ext cx="4301384" cy="339250"/>
          </a:xfrm>
          <a:prstGeom prst="rect">
            <a:avLst/>
          </a:prstGeom>
        </p:spPr>
        <p:txBody>
          <a:bodyPr vert="horz" lIns="91303" tIns="45651" rIns="91303" bIns="45651" rtlCol="0"/>
          <a:lstStyle>
            <a:lvl1pPr algn="r" fontAlgn="auto">
              <a:spcBef>
                <a:spcPts val="0"/>
              </a:spcBef>
              <a:spcAft>
                <a:spcPts val="0"/>
              </a:spcAft>
              <a:defRPr kumimoji="0" sz="1200">
                <a:latin typeface="+mn-lt"/>
                <a:ea typeface="+mn-ea"/>
              </a:defRPr>
            </a:lvl1pPr>
          </a:lstStyle>
          <a:p>
            <a:pPr>
              <a:defRPr/>
            </a:pPr>
            <a:fld id="{A12E9EF4-BDB6-4FA5-A0EF-468559B412EF}" type="datetimeFigureOut">
              <a:rPr lang="zh-TW" altLang="en-US"/>
              <a:pPr>
                <a:defRPr/>
              </a:pPr>
              <a:t>2026/6/22</a:t>
            </a:fld>
            <a:endParaRPr lang="zh-TW" altLang="en-US"/>
          </a:p>
        </p:txBody>
      </p:sp>
      <p:sp>
        <p:nvSpPr>
          <p:cNvPr id="4" name="頁尾版面配置區 3"/>
          <p:cNvSpPr>
            <a:spLocks noGrp="1"/>
          </p:cNvSpPr>
          <p:nvPr>
            <p:ph type="ftr" sz="quarter" idx="2"/>
          </p:nvPr>
        </p:nvSpPr>
        <p:spPr>
          <a:xfrm>
            <a:off x="1" y="6456842"/>
            <a:ext cx="4301385" cy="339250"/>
          </a:xfrm>
          <a:prstGeom prst="rect">
            <a:avLst/>
          </a:prstGeom>
        </p:spPr>
        <p:txBody>
          <a:bodyPr vert="horz" lIns="91303" tIns="45651" rIns="91303" bIns="45651" rtlCol="0" anchor="b"/>
          <a:lstStyle>
            <a:lvl1pPr algn="l" fontAlgn="auto">
              <a:spcBef>
                <a:spcPts val="0"/>
              </a:spcBef>
              <a:spcAft>
                <a:spcPts val="0"/>
              </a:spcAft>
              <a:defRPr kumimoji="0" sz="1200">
                <a:latin typeface="+mn-lt"/>
                <a:ea typeface="+mn-ea"/>
              </a:defRPr>
            </a:lvl1pPr>
          </a:lstStyle>
          <a:p>
            <a:pPr>
              <a:defRPr/>
            </a:pPr>
            <a:endParaRPr lang="zh-TW" altLang="en-US"/>
          </a:p>
        </p:txBody>
      </p:sp>
      <p:sp>
        <p:nvSpPr>
          <p:cNvPr id="5" name="投影片編號版面配置區 4"/>
          <p:cNvSpPr>
            <a:spLocks noGrp="1"/>
          </p:cNvSpPr>
          <p:nvPr>
            <p:ph type="sldNum" sz="quarter" idx="3"/>
          </p:nvPr>
        </p:nvSpPr>
        <p:spPr>
          <a:xfrm>
            <a:off x="5623670" y="6456842"/>
            <a:ext cx="4301384" cy="339250"/>
          </a:xfrm>
          <a:prstGeom prst="rect">
            <a:avLst/>
          </a:prstGeom>
        </p:spPr>
        <p:txBody>
          <a:bodyPr vert="horz" lIns="91303" tIns="45651" rIns="91303" bIns="45651" rtlCol="0" anchor="b"/>
          <a:lstStyle>
            <a:lvl1pPr algn="r" fontAlgn="auto">
              <a:spcBef>
                <a:spcPts val="0"/>
              </a:spcBef>
              <a:spcAft>
                <a:spcPts val="0"/>
              </a:spcAft>
              <a:defRPr kumimoji="0" sz="1200">
                <a:latin typeface="+mn-lt"/>
                <a:ea typeface="+mn-ea"/>
              </a:defRPr>
            </a:lvl1pPr>
          </a:lstStyle>
          <a:p>
            <a:pPr>
              <a:defRPr/>
            </a:pPr>
            <a:fld id="{673CE6BB-DDE7-4959-823D-CFE8D78B50BA}" type="slidenum">
              <a:rPr lang="zh-TW" altLang="en-US"/>
              <a:pPr>
                <a:defRPr/>
              </a:pPr>
              <a:t>‹#›</a:t>
            </a:fld>
            <a:endParaRPr lang="zh-TW" altLang="en-US"/>
          </a:p>
        </p:txBody>
      </p:sp>
    </p:spTree>
    <p:extLst>
      <p:ext uri="{BB962C8B-B14F-4D97-AF65-F5344CB8AC3E}">
        <p14:creationId xmlns:p14="http://schemas.microsoft.com/office/powerpoint/2010/main" val="11193452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1" y="0"/>
            <a:ext cx="4301385" cy="339250"/>
          </a:xfrm>
          <a:prstGeom prst="rect">
            <a:avLst/>
          </a:prstGeom>
        </p:spPr>
        <p:txBody>
          <a:bodyPr vert="horz" lIns="91303" tIns="45651" rIns="91303" bIns="45651" rtlCol="0"/>
          <a:lstStyle>
            <a:lvl1pPr algn="l" fontAlgn="auto">
              <a:spcBef>
                <a:spcPts val="0"/>
              </a:spcBef>
              <a:spcAft>
                <a:spcPts val="0"/>
              </a:spcAft>
              <a:defRPr kumimoji="0" sz="1200">
                <a:latin typeface="+mn-lt"/>
                <a:ea typeface="+mn-ea"/>
              </a:defRPr>
            </a:lvl1pPr>
          </a:lstStyle>
          <a:p>
            <a:pPr>
              <a:defRPr/>
            </a:pPr>
            <a:endParaRPr lang="zh-TW" altLang="en-US"/>
          </a:p>
        </p:txBody>
      </p:sp>
      <p:sp>
        <p:nvSpPr>
          <p:cNvPr id="3" name="日期版面配置區 2"/>
          <p:cNvSpPr>
            <a:spLocks noGrp="1"/>
          </p:cNvSpPr>
          <p:nvPr>
            <p:ph type="dt" idx="1"/>
          </p:nvPr>
        </p:nvSpPr>
        <p:spPr>
          <a:xfrm>
            <a:off x="5622084" y="0"/>
            <a:ext cx="4302970" cy="339250"/>
          </a:xfrm>
          <a:prstGeom prst="rect">
            <a:avLst/>
          </a:prstGeom>
        </p:spPr>
        <p:txBody>
          <a:bodyPr vert="horz" lIns="91303" tIns="45651" rIns="91303" bIns="45651" rtlCol="0"/>
          <a:lstStyle>
            <a:lvl1pPr algn="r" fontAlgn="auto">
              <a:spcBef>
                <a:spcPts val="0"/>
              </a:spcBef>
              <a:spcAft>
                <a:spcPts val="0"/>
              </a:spcAft>
              <a:defRPr kumimoji="0" sz="1200">
                <a:latin typeface="+mn-lt"/>
                <a:ea typeface="+mn-ea"/>
              </a:defRPr>
            </a:lvl1pPr>
          </a:lstStyle>
          <a:p>
            <a:pPr>
              <a:defRPr/>
            </a:pPr>
            <a:fld id="{8B919E21-F545-4D09-A18B-1B0F86C88523}" type="datetimeFigureOut">
              <a:rPr lang="zh-TW" altLang="en-US"/>
              <a:pPr>
                <a:defRPr/>
              </a:pPr>
              <a:t>2026/6/22</a:t>
            </a:fld>
            <a:endParaRPr lang="zh-TW" altLang="en-US"/>
          </a:p>
        </p:txBody>
      </p:sp>
      <p:sp>
        <p:nvSpPr>
          <p:cNvPr id="4" name="投影片圖像版面配置區 3"/>
          <p:cNvSpPr>
            <a:spLocks noGrp="1" noRot="1" noChangeAspect="1"/>
          </p:cNvSpPr>
          <p:nvPr>
            <p:ph type="sldImg" idx="2"/>
          </p:nvPr>
        </p:nvSpPr>
        <p:spPr>
          <a:xfrm>
            <a:off x="2700338" y="511175"/>
            <a:ext cx="4525962" cy="2546350"/>
          </a:xfrm>
          <a:prstGeom prst="rect">
            <a:avLst/>
          </a:prstGeom>
          <a:noFill/>
          <a:ln w="12700">
            <a:solidFill>
              <a:prstClr val="black"/>
            </a:solidFill>
          </a:ln>
        </p:spPr>
        <p:txBody>
          <a:bodyPr vert="horz" lIns="91303" tIns="45651" rIns="91303" bIns="45651" rtlCol="0" anchor="ctr"/>
          <a:lstStyle/>
          <a:p>
            <a:pPr lvl="0"/>
            <a:endParaRPr lang="zh-TW" altLang="en-US" noProof="0"/>
          </a:p>
        </p:txBody>
      </p:sp>
      <p:sp>
        <p:nvSpPr>
          <p:cNvPr id="5" name="備忘稿版面配置區 4"/>
          <p:cNvSpPr>
            <a:spLocks noGrp="1"/>
          </p:cNvSpPr>
          <p:nvPr>
            <p:ph type="body" sz="quarter" idx="3"/>
          </p:nvPr>
        </p:nvSpPr>
        <p:spPr>
          <a:xfrm>
            <a:off x="992505" y="3229215"/>
            <a:ext cx="7941628" cy="3058002"/>
          </a:xfrm>
          <a:prstGeom prst="rect">
            <a:avLst/>
          </a:prstGeom>
        </p:spPr>
        <p:txBody>
          <a:bodyPr vert="horz" lIns="91303" tIns="45651" rIns="91303" bIns="45651" rtlCol="0">
            <a:normAutofit/>
          </a:bodyPr>
          <a:lstStyle/>
          <a:p>
            <a:pPr lvl="0"/>
            <a:r>
              <a:rPr lang="zh-TW" altLang="en-US" noProof="0"/>
              <a:t>按一下以編輯母片文字樣式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6" name="頁尾版面配置區 5"/>
          <p:cNvSpPr>
            <a:spLocks noGrp="1"/>
          </p:cNvSpPr>
          <p:nvPr>
            <p:ph type="ftr" sz="quarter" idx="4"/>
          </p:nvPr>
        </p:nvSpPr>
        <p:spPr>
          <a:xfrm>
            <a:off x="1" y="6456842"/>
            <a:ext cx="4301385" cy="339250"/>
          </a:xfrm>
          <a:prstGeom prst="rect">
            <a:avLst/>
          </a:prstGeom>
        </p:spPr>
        <p:txBody>
          <a:bodyPr vert="horz" lIns="91303" tIns="45651" rIns="91303" bIns="45651" rtlCol="0" anchor="b"/>
          <a:lstStyle>
            <a:lvl1pPr algn="l" fontAlgn="auto">
              <a:spcBef>
                <a:spcPts val="0"/>
              </a:spcBef>
              <a:spcAft>
                <a:spcPts val="0"/>
              </a:spcAft>
              <a:defRPr kumimoji="0" sz="1200">
                <a:latin typeface="+mn-lt"/>
                <a:ea typeface="+mn-ea"/>
              </a:defRPr>
            </a:lvl1pPr>
          </a:lstStyle>
          <a:p>
            <a:pPr>
              <a:defRPr/>
            </a:pPr>
            <a:endParaRPr lang="zh-TW" altLang="en-US"/>
          </a:p>
        </p:txBody>
      </p:sp>
      <p:sp>
        <p:nvSpPr>
          <p:cNvPr id="7" name="投影片編號版面配置區 6"/>
          <p:cNvSpPr>
            <a:spLocks noGrp="1"/>
          </p:cNvSpPr>
          <p:nvPr>
            <p:ph type="sldNum" sz="quarter" idx="5"/>
          </p:nvPr>
        </p:nvSpPr>
        <p:spPr>
          <a:xfrm>
            <a:off x="5622084" y="6456842"/>
            <a:ext cx="4302970" cy="339250"/>
          </a:xfrm>
          <a:prstGeom prst="rect">
            <a:avLst/>
          </a:prstGeom>
        </p:spPr>
        <p:txBody>
          <a:bodyPr vert="horz" lIns="91303" tIns="45651" rIns="91303" bIns="45651" rtlCol="0" anchor="b"/>
          <a:lstStyle>
            <a:lvl1pPr algn="r" fontAlgn="auto">
              <a:spcBef>
                <a:spcPts val="0"/>
              </a:spcBef>
              <a:spcAft>
                <a:spcPts val="0"/>
              </a:spcAft>
              <a:defRPr kumimoji="0" sz="1200">
                <a:latin typeface="+mn-lt"/>
                <a:ea typeface="+mn-ea"/>
              </a:defRPr>
            </a:lvl1pPr>
          </a:lstStyle>
          <a:p>
            <a:pPr>
              <a:defRPr/>
            </a:pPr>
            <a:fld id="{CDE6145E-9595-4DFE-98DC-E8152F90A69B}" type="slidenum">
              <a:rPr lang="zh-TW" altLang="en-US"/>
              <a:pPr>
                <a:defRPr/>
              </a:pPr>
              <a:t>‹#›</a:t>
            </a:fld>
            <a:endParaRPr lang="zh-TW" altLang="en-US"/>
          </a:p>
        </p:txBody>
      </p:sp>
    </p:spTree>
    <p:extLst>
      <p:ext uri="{BB962C8B-B14F-4D97-AF65-F5344CB8AC3E}">
        <p14:creationId xmlns:p14="http://schemas.microsoft.com/office/powerpoint/2010/main" val="12427261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mn-lt"/>
        <a:ea typeface="+mn-ea"/>
        <a:cs typeface="+mn-cs"/>
      </a:defRPr>
    </a:lvl1pPr>
    <a:lvl2pPr marL="326194" algn="l" rtl="0" eaLnBrk="0" fontAlgn="base" hangingPunct="0">
      <a:spcBef>
        <a:spcPct val="30000"/>
      </a:spcBef>
      <a:spcAft>
        <a:spcPct val="0"/>
      </a:spcAft>
      <a:defRPr sz="900" kern="1200">
        <a:solidFill>
          <a:schemeClr val="tx1"/>
        </a:solidFill>
        <a:latin typeface="+mn-lt"/>
        <a:ea typeface="+mn-ea"/>
        <a:cs typeface="+mn-cs"/>
      </a:defRPr>
    </a:lvl2pPr>
    <a:lvl3pPr marL="652387" algn="l" rtl="0" eaLnBrk="0" fontAlgn="base" hangingPunct="0">
      <a:spcBef>
        <a:spcPct val="30000"/>
      </a:spcBef>
      <a:spcAft>
        <a:spcPct val="0"/>
      </a:spcAft>
      <a:defRPr sz="900" kern="1200">
        <a:solidFill>
          <a:schemeClr val="tx1"/>
        </a:solidFill>
        <a:latin typeface="+mn-lt"/>
        <a:ea typeface="+mn-ea"/>
        <a:cs typeface="+mn-cs"/>
      </a:defRPr>
    </a:lvl3pPr>
    <a:lvl4pPr marL="978581" algn="l" rtl="0" eaLnBrk="0" fontAlgn="base" hangingPunct="0">
      <a:spcBef>
        <a:spcPct val="30000"/>
      </a:spcBef>
      <a:spcAft>
        <a:spcPct val="0"/>
      </a:spcAft>
      <a:defRPr sz="900" kern="1200">
        <a:solidFill>
          <a:schemeClr val="tx1"/>
        </a:solidFill>
        <a:latin typeface="+mn-lt"/>
        <a:ea typeface="+mn-ea"/>
        <a:cs typeface="+mn-cs"/>
      </a:defRPr>
    </a:lvl4pPr>
    <a:lvl5pPr marL="1304774" algn="l" rtl="0" eaLnBrk="0" fontAlgn="base" hangingPunct="0">
      <a:spcBef>
        <a:spcPct val="30000"/>
      </a:spcBef>
      <a:spcAft>
        <a:spcPct val="0"/>
      </a:spcAft>
      <a:defRPr sz="900" kern="1200">
        <a:solidFill>
          <a:schemeClr val="tx1"/>
        </a:solidFill>
        <a:latin typeface="+mn-lt"/>
        <a:ea typeface="+mn-ea"/>
        <a:cs typeface="+mn-cs"/>
      </a:defRPr>
    </a:lvl5pPr>
    <a:lvl6pPr marL="1630968" algn="l" defTabSz="652387" rtl="0" eaLnBrk="1" latinLnBrk="0" hangingPunct="1">
      <a:defRPr sz="900" kern="1200">
        <a:solidFill>
          <a:schemeClr val="tx1"/>
        </a:solidFill>
        <a:latin typeface="+mn-lt"/>
        <a:ea typeface="+mn-ea"/>
        <a:cs typeface="+mn-cs"/>
      </a:defRPr>
    </a:lvl6pPr>
    <a:lvl7pPr marL="1957162" algn="l" defTabSz="652387" rtl="0" eaLnBrk="1" latinLnBrk="0" hangingPunct="1">
      <a:defRPr sz="900" kern="1200">
        <a:solidFill>
          <a:schemeClr val="tx1"/>
        </a:solidFill>
        <a:latin typeface="+mn-lt"/>
        <a:ea typeface="+mn-ea"/>
        <a:cs typeface="+mn-cs"/>
      </a:defRPr>
    </a:lvl7pPr>
    <a:lvl8pPr marL="2283355" algn="l" defTabSz="652387" rtl="0" eaLnBrk="1" latinLnBrk="0" hangingPunct="1">
      <a:defRPr sz="900" kern="1200">
        <a:solidFill>
          <a:schemeClr val="tx1"/>
        </a:solidFill>
        <a:latin typeface="+mn-lt"/>
        <a:ea typeface="+mn-ea"/>
        <a:cs typeface="+mn-cs"/>
      </a:defRPr>
    </a:lvl8pPr>
    <a:lvl9pPr marL="2609550" algn="l" defTabSz="652387"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a:defRPr/>
            </a:pPr>
            <a:fld id="{CDE6145E-9595-4DFE-98DC-E8152F90A69B}" type="slidenum">
              <a:rPr lang="zh-TW" altLang="en-US" smtClean="0"/>
              <a:pPr>
                <a:defRPr/>
              </a:pPr>
              <a:t>1</a:t>
            </a:fld>
            <a:endParaRPr lang="zh-TW" altLang="en-US"/>
          </a:p>
        </p:txBody>
      </p:sp>
    </p:spTree>
    <p:extLst>
      <p:ext uri="{BB962C8B-B14F-4D97-AF65-F5344CB8AC3E}">
        <p14:creationId xmlns:p14="http://schemas.microsoft.com/office/powerpoint/2010/main" val="793418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pPr>
              <a:defRPr/>
            </a:pPr>
            <a:fld id="{CDE6145E-9595-4DFE-98DC-E8152F90A69B}" type="slidenum">
              <a:rPr lang="zh-TW" altLang="en-US" smtClean="0"/>
              <a:pPr>
                <a:defRPr/>
              </a:pPr>
              <a:t>2</a:t>
            </a:fld>
            <a:endParaRPr lang="zh-TW" altLang="en-US"/>
          </a:p>
        </p:txBody>
      </p:sp>
    </p:spTree>
    <p:extLst>
      <p:ext uri="{BB962C8B-B14F-4D97-AF65-F5344CB8AC3E}">
        <p14:creationId xmlns:p14="http://schemas.microsoft.com/office/powerpoint/2010/main" val="2616919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grpSp>
        <p:nvGrpSpPr>
          <p:cNvPr id="5" name="McK Title Elements"/>
          <p:cNvGrpSpPr>
            <a:grpSpLocks/>
          </p:cNvGrpSpPr>
          <p:nvPr userDrawn="1"/>
        </p:nvGrpSpPr>
        <p:grpSpPr bwMode="auto">
          <a:xfrm>
            <a:off x="3591519" y="2182816"/>
            <a:ext cx="6838059" cy="4602163"/>
            <a:chOff x="1663" y="1348"/>
            <a:chExt cx="3167" cy="2841"/>
          </a:xfrm>
        </p:grpSpPr>
        <p:sp>
          <p:nvSpPr>
            <p:cNvPr id="6" name="McK Confidential" hidden="1"/>
            <p:cNvSpPr txBox="1">
              <a:spLocks noChangeArrowheads="1"/>
            </p:cNvSpPr>
            <p:nvPr userDrawn="1"/>
          </p:nvSpPr>
          <p:spPr bwMode="auto">
            <a:xfrm>
              <a:off x="1663" y="1348"/>
              <a:ext cx="93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eaLnBrk="1" hangingPunct="1">
                <a:defRPr/>
              </a:pPr>
              <a:r>
                <a:rPr lang="en-US" altLang="zh-TW" sz="1000"/>
                <a:t>CONFIDENTIAL</a:t>
              </a:r>
            </a:p>
          </p:txBody>
        </p:sp>
        <p:sp>
          <p:nvSpPr>
            <p:cNvPr id="7" name="McK Document" hidden="1"/>
            <p:cNvSpPr txBox="1">
              <a:spLocks noChangeArrowheads="1"/>
            </p:cNvSpPr>
            <p:nvPr userDrawn="1"/>
          </p:nvSpPr>
          <p:spPr bwMode="auto">
            <a:xfrm>
              <a:off x="1663" y="3074"/>
              <a:ext cx="316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eaLnBrk="1" hangingPunct="1">
                <a:defRPr/>
              </a:pPr>
              <a:r>
                <a:rPr lang="en-US" altLang="zh-TW" sz="1000"/>
                <a:t>Document</a:t>
              </a:r>
            </a:p>
          </p:txBody>
        </p:sp>
        <p:sp>
          <p:nvSpPr>
            <p:cNvPr id="8" name="McK Date" hidden="1"/>
            <p:cNvSpPr txBox="1">
              <a:spLocks noChangeArrowheads="1"/>
            </p:cNvSpPr>
            <p:nvPr userDrawn="1"/>
          </p:nvSpPr>
          <p:spPr bwMode="auto">
            <a:xfrm>
              <a:off x="1663" y="3216"/>
              <a:ext cx="316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eaLnBrk="1" hangingPunct="1">
                <a:defRPr/>
              </a:pPr>
              <a:r>
                <a:rPr lang="en-US" altLang="zh-TW" sz="1000"/>
                <a:t>Date</a:t>
              </a:r>
            </a:p>
          </p:txBody>
        </p:sp>
        <p:sp>
          <p:nvSpPr>
            <p:cNvPr id="9" name="McK Disclaimer" hidden="1"/>
            <p:cNvSpPr>
              <a:spLocks noChangeArrowheads="1"/>
            </p:cNvSpPr>
            <p:nvPr userDrawn="1">
              <p:custDataLst>
                <p:tags r:id="rId1"/>
              </p:custDataLst>
            </p:nvPr>
          </p:nvSpPr>
          <p:spPr bwMode="auto">
            <a:xfrm>
              <a:off x="1663" y="4018"/>
              <a:ext cx="2303"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20738" eaLnBrk="0" hangingPunct="0">
                <a:defRPr kumimoji="1">
                  <a:solidFill>
                    <a:schemeClr val="tx1"/>
                  </a:solidFill>
                  <a:latin typeface="Arial" pitchFamily="34" charset="0"/>
                  <a:ea typeface="新細明體" pitchFamily="18" charset="-120"/>
                </a:defRPr>
              </a:lvl1pPr>
              <a:lvl2pPr marL="742950" indent="-285750" defTabSz="820738" eaLnBrk="0" hangingPunct="0">
                <a:defRPr kumimoji="1">
                  <a:solidFill>
                    <a:schemeClr val="tx1"/>
                  </a:solidFill>
                  <a:latin typeface="Arial" pitchFamily="34" charset="0"/>
                  <a:ea typeface="新細明體" pitchFamily="18" charset="-120"/>
                </a:defRPr>
              </a:lvl2pPr>
              <a:lvl3pPr marL="1143000" indent="-228600" defTabSz="820738" eaLnBrk="0" hangingPunct="0">
                <a:defRPr kumimoji="1">
                  <a:solidFill>
                    <a:schemeClr val="tx1"/>
                  </a:solidFill>
                  <a:latin typeface="Arial" pitchFamily="34" charset="0"/>
                  <a:ea typeface="新細明體" pitchFamily="18" charset="-120"/>
                </a:defRPr>
              </a:lvl3pPr>
              <a:lvl4pPr marL="1600200" indent="-228600" defTabSz="820738" eaLnBrk="0" hangingPunct="0">
                <a:defRPr kumimoji="1">
                  <a:solidFill>
                    <a:schemeClr val="tx1"/>
                  </a:solidFill>
                  <a:latin typeface="Arial" pitchFamily="34" charset="0"/>
                  <a:ea typeface="新細明體" pitchFamily="18" charset="-120"/>
                </a:defRPr>
              </a:lvl4pPr>
              <a:lvl5pPr marL="2057400" indent="-228600" defTabSz="820738" eaLnBrk="0" hangingPunct="0">
                <a:defRPr kumimoji="1">
                  <a:solidFill>
                    <a:schemeClr val="tx1"/>
                  </a:solidFill>
                  <a:latin typeface="Arial" pitchFamily="34" charset="0"/>
                  <a:ea typeface="新細明體" pitchFamily="18" charset="-120"/>
                </a:defRPr>
              </a:lvl5pPr>
              <a:lvl6pPr marL="2514600" indent="-228600" defTabSz="820738"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defTabSz="820738"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defTabSz="820738"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defTabSz="820738" eaLnBrk="0" fontAlgn="base" hangingPunct="0">
                <a:spcBef>
                  <a:spcPct val="0"/>
                </a:spcBef>
                <a:spcAft>
                  <a:spcPct val="0"/>
                </a:spcAft>
                <a:defRPr kumimoji="1">
                  <a:solidFill>
                    <a:schemeClr val="tx1"/>
                  </a:solidFill>
                  <a:latin typeface="Arial" pitchFamily="34" charset="0"/>
                  <a:ea typeface="新細明體" pitchFamily="18" charset="-120"/>
                </a:defRPr>
              </a:lvl9pPr>
            </a:lstStyle>
            <a:p>
              <a:r>
                <a:rPr lang="en-US" altLang="zh-TW" sz="600"/>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5" name="標題 1"/>
          <p:cNvSpPr>
            <a:spLocks noGrp="1"/>
          </p:cNvSpPr>
          <p:nvPr>
            <p:ph type="title"/>
          </p:nvPr>
        </p:nvSpPr>
        <p:spPr>
          <a:xfrm>
            <a:off x="2121919" y="2304996"/>
            <a:ext cx="8158361" cy="717547"/>
          </a:xfrm>
          <a:prstGeom prst="rect">
            <a:avLst/>
          </a:prstGeom>
        </p:spPr>
        <p:txBody>
          <a:bodyPr lIns="66556" tIns="33277" rIns="66556" bIns="33277" anchor="ctr"/>
          <a:lstStyle>
            <a:lvl1pPr algn="ctr">
              <a:defRPr sz="26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19" name="文字版面配置區 3"/>
          <p:cNvSpPr>
            <a:spLocks noGrp="1"/>
          </p:cNvSpPr>
          <p:nvPr>
            <p:ph type="body" sz="half" idx="2"/>
          </p:nvPr>
        </p:nvSpPr>
        <p:spPr>
          <a:xfrm>
            <a:off x="3127983" y="4489746"/>
            <a:ext cx="6501512" cy="559288"/>
          </a:xfrm>
          <a:prstGeom prst="rect">
            <a:avLst/>
          </a:prstGeom>
        </p:spPr>
        <p:txBody>
          <a:bodyPr lIns="66556" tIns="33277" rIns="66556" bIns="33277" anchor="ctr"/>
          <a:lstStyle>
            <a:lvl1pPr marL="0" indent="0" algn="ctr">
              <a:buNone/>
              <a:defRPr sz="2100" b="1">
                <a:latin typeface="微軟正黑體" pitchFamily="34" charset="-120"/>
                <a:ea typeface="微軟正黑體" pitchFamily="34" charset="-120"/>
              </a:defRPr>
            </a:lvl1pPr>
            <a:lvl2pPr marL="332780" indent="0">
              <a:buNone/>
              <a:defRPr sz="900"/>
            </a:lvl2pPr>
            <a:lvl3pPr marL="665559" indent="0">
              <a:buNone/>
              <a:defRPr sz="700"/>
            </a:lvl3pPr>
            <a:lvl4pPr marL="998340" indent="0">
              <a:buNone/>
              <a:defRPr sz="600"/>
            </a:lvl4pPr>
            <a:lvl5pPr marL="1331121" indent="0">
              <a:buNone/>
              <a:defRPr sz="600"/>
            </a:lvl5pPr>
            <a:lvl6pPr marL="1663902" indent="0">
              <a:buNone/>
              <a:defRPr sz="600"/>
            </a:lvl6pPr>
            <a:lvl7pPr marL="1996681" indent="0">
              <a:buNone/>
              <a:defRPr sz="600"/>
            </a:lvl7pPr>
            <a:lvl8pPr marL="2329461" indent="0">
              <a:buNone/>
              <a:defRPr sz="600"/>
            </a:lvl8pPr>
            <a:lvl9pPr marL="2662240" indent="0">
              <a:buNone/>
              <a:defRPr sz="600"/>
            </a:lvl9pPr>
          </a:lstStyle>
          <a:p>
            <a:pPr lvl="0"/>
            <a:r>
              <a:rPr lang="zh-TW" altLang="en-US"/>
              <a:t>按一下以編輯母片文字樣式</a:t>
            </a:r>
          </a:p>
        </p:txBody>
      </p:sp>
      <p:sp>
        <p:nvSpPr>
          <p:cNvPr id="20" name="文字版面配置區 3"/>
          <p:cNvSpPr>
            <a:spLocks noGrp="1"/>
          </p:cNvSpPr>
          <p:nvPr>
            <p:ph type="body" sz="half" idx="10"/>
          </p:nvPr>
        </p:nvSpPr>
        <p:spPr>
          <a:xfrm>
            <a:off x="3786506" y="5584133"/>
            <a:ext cx="5121841" cy="414941"/>
          </a:xfrm>
          <a:prstGeom prst="rect">
            <a:avLst/>
          </a:prstGeom>
        </p:spPr>
        <p:txBody>
          <a:bodyPr lIns="66556" tIns="33277" rIns="66556" bIns="33277" anchor="ctr"/>
          <a:lstStyle>
            <a:lvl1pPr marL="0" indent="0" algn="ctr">
              <a:buNone/>
              <a:defRPr sz="1100" b="1">
                <a:latin typeface="微軟正黑體" pitchFamily="34" charset="-120"/>
                <a:ea typeface="微軟正黑體" pitchFamily="34" charset="-120"/>
              </a:defRPr>
            </a:lvl1pPr>
            <a:lvl2pPr marL="332780" indent="0">
              <a:buNone/>
              <a:defRPr sz="900"/>
            </a:lvl2pPr>
            <a:lvl3pPr marL="665559" indent="0">
              <a:buNone/>
              <a:defRPr sz="700"/>
            </a:lvl3pPr>
            <a:lvl4pPr marL="998340" indent="0">
              <a:buNone/>
              <a:defRPr sz="600"/>
            </a:lvl4pPr>
            <a:lvl5pPr marL="1331121" indent="0">
              <a:buNone/>
              <a:defRPr sz="600"/>
            </a:lvl5pPr>
            <a:lvl6pPr marL="1663902" indent="0">
              <a:buNone/>
              <a:defRPr sz="600"/>
            </a:lvl6pPr>
            <a:lvl7pPr marL="1996681" indent="0">
              <a:buNone/>
              <a:defRPr sz="600"/>
            </a:lvl7pPr>
            <a:lvl8pPr marL="2329461" indent="0">
              <a:buNone/>
              <a:defRPr sz="600"/>
            </a:lvl8pPr>
            <a:lvl9pPr marL="2662240" indent="0">
              <a:buNone/>
              <a:defRPr sz="600"/>
            </a:lvl9pPr>
          </a:lstStyle>
          <a:p>
            <a:pPr lvl="0"/>
            <a:r>
              <a:rPr lang="zh-TW" altLang="en-US"/>
              <a:t>按一下以編輯母片文字樣式</a:t>
            </a:r>
          </a:p>
        </p:txBody>
      </p:sp>
    </p:spTree>
    <p:extLst>
      <p:ext uri="{BB962C8B-B14F-4D97-AF65-F5344CB8AC3E}">
        <p14:creationId xmlns:p14="http://schemas.microsoft.com/office/powerpoint/2010/main" val="809242818"/>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335318" y="188647"/>
            <a:ext cx="11519780" cy="562075"/>
          </a:xfrm>
          <a:prstGeom prst="rect">
            <a:avLst/>
          </a:prstGeom>
        </p:spPr>
        <p:txBody>
          <a:bodyPr lIns="65239" tIns="32620" rIns="65239" bIns="32620" anchor="ctr"/>
          <a:lstStyle>
            <a:lvl1pPr algn="l" defTabSz="651255" rtl="0" eaLnBrk="1" fontAlgn="base" hangingPunct="1">
              <a:spcBef>
                <a:spcPct val="0"/>
              </a:spcBef>
              <a:spcAft>
                <a:spcPct val="0"/>
              </a:spcAft>
              <a:defRPr lang="zh-TW" altLang="en-US" sz="2000" b="1" dirty="0">
                <a:solidFill>
                  <a:schemeClr val="tx2"/>
                </a:solidFill>
                <a:latin typeface="Calibri" panose="020F0502020204030204" pitchFamily="34" charset="0"/>
                <a:ea typeface="+mn-ea"/>
                <a:cs typeface="+mj-cs"/>
              </a:defRPr>
            </a:lvl1pPr>
          </a:lstStyle>
          <a:p>
            <a:r>
              <a:rPr lang="zh-TW" altLang="en-US"/>
              <a:t>按一下以編輯母片標題樣式</a:t>
            </a:r>
            <a:endParaRPr lang="zh-TW" altLang="en-US" dirty="0"/>
          </a:p>
        </p:txBody>
      </p:sp>
      <p:sp>
        <p:nvSpPr>
          <p:cNvPr id="3" name="內容版面配置區 2"/>
          <p:cNvSpPr>
            <a:spLocks noGrp="1"/>
          </p:cNvSpPr>
          <p:nvPr>
            <p:ph idx="1" hasCustomPrompt="1"/>
          </p:nvPr>
        </p:nvSpPr>
        <p:spPr>
          <a:xfrm>
            <a:off x="623312" y="908722"/>
            <a:ext cx="5375897" cy="5400600"/>
          </a:xfrm>
          <a:prstGeom prst="rect">
            <a:avLst/>
          </a:prstGeom>
        </p:spPr>
        <p:txBody>
          <a:bodyPr lIns="65239" tIns="32620" rIns="65239" bIns="32620"/>
          <a:lstStyle>
            <a:lvl1pPr marL="326194" indent="-256845">
              <a:lnSpc>
                <a:spcPct val="150000"/>
              </a:lnSpc>
              <a:buClr>
                <a:schemeClr val="accent4">
                  <a:lumMod val="75000"/>
                </a:schemeClr>
              </a:buClr>
              <a:buFont typeface="Wingdings 2" panose="05020102010507070707" pitchFamily="18" charset="2"/>
              <a:buChar char=""/>
              <a:defRPr sz="1700">
                <a:latin typeface="+mn-ea"/>
                <a:ea typeface="+mn-ea"/>
              </a:defRPr>
            </a:lvl1pPr>
            <a:lvl2pPr marL="452047" indent="-195202">
              <a:lnSpc>
                <a:spcPct val="150000"/>
              </a:lnSpc>
              <a:spcBef>
                <a:spcPts val="17"/>
              </a:spcBef>
              <a:buClr>
                <a:schemeClr val="accent1">
                  <a:lumMod val="75000"/>
                </a:schemeClr>
              </a:buClr>
              <a:buFont typeface="Wingdings" panose="05000000000000000000" pitchFamily="2" charset="2"/>
              <a:buChar char="§"/>
              <a:defRPr sz="1400">
                <a:latin typeface="微軟正黑體" panose="020B0604030504040204" pitchFamily="34" charset="-120"/>
                <a:ea typeface="微軟正黑體" panose="020B0604030504040204" pitchFamily="34" charset="-120"/>
              </a:defRPr>
            </a:lvl2pPr>
            <a:lvl3pPr marL="708893" indent="-174654">
              <a:lnSpc>
                <a:spcPct val="150000"/>
              </a:lnSpc>
              <a:spcBef>
                <a:spcPts val="17"/>
              </a:spcBef>
              <a:buFont typeface="Wingdings" panose="05000000000000000000" pitchFamily="2" charset="2"/>
              <a:buChar char="ü"/>
              <a:defRPr sz="1300">
                <a:latin typeface="微軟正黑體" panose="020B0604030504040204" pitchFamily="34" charset="-120"/>
                <a:ea typeface="微軟正黑體" panose="020B0604030504040204" pitchFamily="34" charset="-120"/>
              </a:defRPr>
            </a:lvl3pPr>
            <a:lvl4pPr marL="313735" indent="-97407">
              <a:lnSpc>
                <a:spcPct val="150000"/>
              </a:lnSpc>
              <a:buFont typeface="Arial" panose="020B0604020202020204" pitchFamily="34" charset="0"/>
              <a:buChar char="•"/>
              <a:defRPr sz="1400">
                <a:latin typeface="微軟正黑體" pitchFamily="34" charset="-120"/>
                <a:ea typeface="微軟正黑體" pitchFamily="34" charset="-120"/>
              </a:defRPr>
            </a:lvl4pPr>
            <a:lvl5pPr marL="423598" indent="-107598">
              <a:lnSpc>
                <a:spcPct val="150000"/>
              </a:lnSpc>
              <a:buFont typeface="Arial" panose="020B0604020202020204" pitchFamily="34" charset="0"/>
              <a:buChar char="•"/>
              <a:defRPr sz="1400">
                <a:latin typeface="微軟正黑體" pitchFamily="34" charset="-120"/>
                <a:ea typeface="微軟正黑體" pitchFamily="34" charset="-120"/>
              </a:defRPr>
            </a:lvl5pPr>
          </a:lstStyle>
          <a:p>
            <a:pPr lvl="0"/>
            <a:r>
              <a:rPr lang="zh-TW" altLang="en-US" dirty="0"/>
              <a:t>按一下以編輯母片文字樣式</a:t>
            </a:r>
            <a:endParaRPr lang="en-US" altLang="zh-TW" dirty="0"/>
          </a:p>
          <a:p>
            <a:pPr lvl="1"/>
            <a:r>
              <a:rPr lang="zh-TW" altLang="en-US" dirty="0"/>
              <a:t>第二層</a:t>
            </a:r>
          </a:p>
          <a:p>
            <a:pPr lvl="2"/>
            <a:r>
              <a:rPr lang="zh-TW" altLang="en-US" dirty="0"/>
              <a:t>第三層</a:t>
            </a:r>
          </a:p>
        </p:txBody>
      </p:sp>
      <p:sp>
        <p:nvSpPr>
          <p:cNvPr id="4" name="內容版面配置區 2"/>
          <p:cNvSpPr>
            <a:spLocks noGrp="1"/>
          </p:cNvSpPr>
          <p:nvPr>
            <p:ph idx="10" hasCustomPrompt="1"/>
          </p:nvPr>
        </p:nvSpPr>
        <p:spPr>
          <a:xfrm>
            <a:off x="6191205" y="908722"/>
            <a:ext cx="5375897" cy="5400600"/>
          </a:xfrm>
          <a:prstGeom prst="rect">
            <a:avLst/>
          </a:prstGeom>
        </p:spPr>
        <p:txBody>
          <a:bodyPr lIns="65239" tIns="32620" rIns="65239" bIns="32620"/>
          <a:lstStyle>
            <a:lvl1pPr marL="326194" indent="-256845">
              <a:lnSpc>
                <a:spcPct val="150000"/>
              </a:lnSpc>
              <a:buClr>
                <a:schemeClr val="accent4">
                  <a:lumMod val="75000"/>
                </a:schemeClr>
              </a:buClr>
              <a:buFont typeface="Wingdings 2" panose="05020102010507070707" pitchFamily="18" charset="2"/>
              <a:buChar char=""/>
              <a:defRPr sz="1700">
                <a:latin typeface="+mn-ea"/>
                <a:ea typeface="+mn-ea"/>
              </a:defRPr>
            </a:lvl1pPr>
            <a:lvl2pPr marL="452047" indent="-195202">
              <a:lnSpc>
                <a:spcPct val="150000"/>
              </a:lnSpc>
              <a:spcBef>
                <a:spcPts val="17"/>
              </a:spcBef>
              <a:buClr>
                <a:schemeClr val="accent1">
                  <a:lumMod val="75000"/>
                </a:schemeClr>
              </a:buClr>
              <a:buFont typeface="Wingdings" panose="05000000000000000000" pitchFamily="2" charset="2"/>
              <a:buChar char="§"/>
              <a:defRPr sz="1400">
                <a:latin typeface="微軟正黑體" panose="020B0604030504040204" pitchFamily="34" charset="-120"/>
                <a:ea typeface="微軟正黑體" panose="020B0604030504040204" pitchFamily="34" charset="-120"/>
              </a:defRPr>
            </a:lvl2pPr>
            <a:lvl3pPr marL="708893" indent="-174654">
              <a:lnSpc>
                <a:spcPct val="150000"/>
              </a:lnSpc>
              <a:spcBef>
                <a:spcPts val="17"/>
              </a:spcBef>
              <a:buFont typeface="Wingdings" panose="05000000000000000000" pitchFamily="2" charset="2"/>
              <a:buChar char="ü"/>
              <a:defRPr sz="1300">
                <a:latin typeface="微軟正黑體" panose="020B0604030504040204" pitchFamily="34" charset="-120"/>
                <a:ea typeface="微軟正黑體" panose="020B0604030504040204" pitchFamily="34" charset="-120"/>
              </a:defRPr>
            </a:lvl3pPr>
            <a:lvl4pPr marL="313735" indent="-97407">
              <a:lnSpc>
                <a:spcPct val="150000"/>
              </a:lnSpc>
              <a:buFont typeface="Arial" panose="020B0604020202020204" pitchFamily="34" charset="0"/>
              <a:buChar char="•"/>
              <a:defRPr sz="1400">
                <a:latin typeface="微軟正黑體" pitchFamily="34" charset="-120"/>
                <a:ea typeface="微軟正黑體" pitchFamily="34" charset="-120"/>
              </a:defRPr>
            </a:lvl4pPr>
            <a:lvl5pPr marL="423598" indent="-107598">
              <a:lnSpc>
                <a:spcPct val="150000"/>
              </a:lnSpc>
              <a:buFont typeface="Arial" panose="020B0604020202020204" pitchFamily="34" charset="0"/>
              <a:buChar char="•"/>
              <a:defRPr sz="1400">
                <a:latin typeface="微軟正黑體" pitchFamily="34" charset="-120"/>
                <a:ea typeface="微軟正黑體" pitchFamily="34" charset="-120"/>
              </a:defRPr>
            </a:lvl5pPr>
          </a:lstStyle>
          <a:p>
            <a:pPr lvl="0"/>
            <a:r>
              <a:rPr lang="zh-TW" altLang="en-US" dirty="0"/>
              <a:t>按一下以編輯母片文字樣式</a:t>
            </a:r>
            <a:endParaRPr lang="en-US" altLang="zh-TW" dirty="0"/>
          </a:p>
          <a:p>
            <a:pPr lvl="1"/>
            <a:r>
              <a:rPr lang="zh-TW" altLang="en-US" dirty="0"/>
              <a:t>第二層</a:t>
            </a:r>
          </a:p>
          <a:p>
            <a:pPr lvl="2"/>
            <a:r>
              <a:rPr lang="zh-TW" altLang="en-US" dirty="0"/>
              <a:t>第三層</a:t>
            </a:r>
          </a:p>
        </p:txBody>
      </p:sp>
    </p:spTree>
    <p:extLst>
      <p:ext uri="{BB962C8B-B14F-4D97-AF65-F5344CB8AC3E}">
        <p14:creationId xmlns:p14="http://schemas.microsoft.com/office/powerpoint/2010/main" val="3580196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335318" y="188647"/>
            <a:ext cx="11519780" cy="562075"/>
          </a:xfrm>
          <a:prstGeom prst="rect">
            <a:avLst/>
          </a:prstGeom>
        </p:spPr>
        <p:txBody>
          <a:bodyPr lIns="65239" tIns="32620" rIns="65239" bIns="32620"/>
          <a:lstStyle>
            <a:lvl1pPr algn="l" defTabSz="651255" rtl="0" eaLnBrk="1" fontAlgn="base" hangingPunct="1">
              <a:spcBef>
                <a:spcPct val="0"/>
              </a:spcBef>
              <a:spcAft>
                <a:spcPct val="0"/>
              </a:spcAft>
              <a:defRPr lang="zh-TW" altLang="en-US" sz="2000" b="1" dirty="0">
                <a:solidFill>
                  <a:schemeClr val="tx2"/>
                </a:solidFill>
                <a:latin typeface="Calibri" panose="020F0502020204030204" pitchFamily="34" charset="0"/>
                <a:ea typeface="+mn-ea"/>
                <a:cs typeface="+mj-cs"/>
              </a:defRPr>
            </a:lvl1pPr>
          </a:lstStyle>
          <a:p>
            <a:r>
              <a:rPr lang="zh-TW" altLang="en-US"/>
              <a:t>按一下以編輯母片標題樣式</a:t>
            </a:r>
            <a:endParaRPr lang="zh-TW" altLang="en-US" dirty="0"/>
          </a:p>
        </p:txBody>
      </p:sp>
      <p:sp>
        <p:nvSpPr>
          <p:cNvPr id="3" name="內容版面配置區 2"/>
          <p:cNvSpPr>
            <a:spLocks noGrp="1"/>
          </p:cNvSpPr>
          <p:nvPr>
            <p:ph idx="1" hasCustomPrompt="1"/>
          </p:nvPr>
        </p:nvSpPr>
        <p:spPr>
          <a:xfrm>
            <a:off x="623312" y="1412777"/>
            <a:ext cx="5375897" cy="4896544"/>
          </a:xfrm>
          <a:prstGeom prst="rect">
            <a:avLst/>
          </a:prstGeom>
        </p:spPr>
        <p:txBody>
          <a:bodyPr lIns="65239" tIns="32620" rIns="65239" bIns="32620"/>
          <a:lstStyle>
            <a:lvl1pPr marL="326194" indent="-256845">
              <a:lnSpc>
                <a:spcPct val="150000"/>
              </a:lnSpc>
              <a:buClr>
                <a:schemeClr val="accent4">
                  <a:lumMod val="75000"/>
                </a:schemeClr>
              </a:buClr>
              <a:buFont typeface="Wingdings 2" panose="05020102010507070707" pitchFamily="18" charset="2"/>
              <a:buChar char=""/>
              <a:defRPr sz="1400">
                <a:latin typeface="+mn-ea"/>
                <a:ea typeface="+mn-ea"/>
              </a:defRPr>
            </a:lvl1pPr>
            <a:lvl2pPr marL="452047" indent="-195202">
              <a:lnSpc>
                <a:spcPct val="150000"/>
              </a:lnSpc>
              <a:spcBef>
                <a:spcPts val="17"/>
              </a:spcBef>
              <a:buClr>
                <a:schemeClr val="accent1">
                  <a:lumMod val="75000"/>
                </a:schemeClr>
              </a:buClr>
              <a:buFont typeface="Wingdings" panose="05000000000000000000" pitchFamily="2" charset="2"/>
              <a:buChar char="§"/>
              <a:defRPr sz="1300">
                <a:latin typeface="微軟正黑體" panose="020B0604030504040204" pitchFamily="34" charset="-120"/>
                <a:ea typeface="微軟正黑體" panose="020B0604030504040204" pitchFamily="34" charset="-120"/>
              </a:defRPr>
            </a:lvl2pPr>
            <a:lvl3pPr marL="708893" indent="-174654">
              <a:lnSpc>
                <a:spcPct val="150000"/>
              </a:lnSpc>
              <a:spcBef>
                <a:spcPts val="17"/>
              </a:spcBef>
              <a:buFont typeface="Wingdings" panose="05000000000000000000" pitchFamily="2" charset="2"/>
              <a:buChar char="ü"/>
              <a:defRPr sz="1100">
                <a:latin typeface="微軟正黑體" panose="020B0604030504040204" pitchFamily="34" charset="-120"/>
                <a:ea typeface="微軟正黑體" panose="020B0604030504040204" pitchFamily="34" charset="-120"/>
              </a:defRPr>
            </a:lvl3pPr>
            <a:lvl4pPr marL="313735" indent="-97407">
              <a:lnSpc>
                <a:spcPct val="150000"/>
              </a:lnSpc>
              <a:buFont typeface="Arial" panose="020B0604020202020204" pitchFamily="34" charset="0"/>
              <a:buChar char="•"/>
              <a:defRPr sz="1400">
                <a:latin typeface="微軟正黑體" pitchFamily="34" charset="-120"/>
                <a:ea typeface="微軟正黑體" pitchFamily="34" charset="-120"/>
              </a:defRPr>
            </a:lvl4pPr>
            <a:lvl5pPr marL="423598" indent="-107598">
              <a:lnSpc>
                <a:spcPct val="150000"/>
              </a:lnSpc>
              <a:buFont typeface="Arial" panose="020B0604020202020204" pitchFamily="34" charset="0"/>
              <a:buChar char="•"/>
              <a:defRPr sz="1400">
                <a:latin typeface="微軟正黑體" pitchFamily="34" charset="-120"/>
                <a:ea typeface="微軟正黑體" pitchFamily="34" charset="-120"/>
              </a:defRPr>
            </a:lvl5pPr>
          </a:lstStyle>
          <a:p>
            <a:pPr lvl="0"/>
            <a:r>
              <a:rPr lang="zh-TW" altLang="en-US" dirty="0"/>
              <a:t>按一下以編輯母片文字樣式</a:t>
            </a:r>
            <a:endParaRPr lang="en-US" altLang="zh-TW" dirty="0"/>
          </a:p>
          <a:p>
            <a:pPr lvl="1"/>
            <a:r>
              <a:rPr lang="zh-TW" altLang="en-US" dirty="0"/>
              <a:t>第二層</a:t>
            </a:r>
          </a:p>
          <a:p>
            <a:pPr lvl="2"/>
            <a:r>
              <a:rPr lang="zh-TW" altLang="en-US" dirty="0"/>
              <a:t>第三層</a:t>
            </a:r>
          </a:p>
        </p:txBody>
      </p:sp>
      <p:sp>
        <p:nvSpPr>
          <p:cNvPr id="4" name="內容版面配置區 2"/>
          <p:cNvSpPr>
            <a:spLocks noGrp="1"/>
          </p:cNvSpPr>
          <p:nvPr>
            <p:ph idx="10" hasCustomPrompt="1"/>
          </p:nvPr>
        </p:nvSpPr>
        <p:spPr>
          <a:xfrm>
            <a:off x="6191205" y="1412777"/>
            <a:ext cx="5375897" cy="4896544"/>
          </a:xfrm>
          <a:prstGeom prst="rect">
            <a:avLst/>
          </a:prstGeom>
        </p:spPr>
        <p:txBody>
          <a:bodyPr lIns="65239" tIns="32620" rIns="65239" bIns="32620"/>
          <a:lstStyle>
            <a:lvl1pPr marL="326194" indent="-256845">
              <a:lnSpc>
                <a:spcPct val="150000"/>
              </a:lnSpc>
              <a:buClr>
                <a:schemeClr val="accent4">
                  <a:lumMod val="75000"/>
                </a:schemeClr>
              </a:buClr>
              <a:buFont typeface="Wingdings 2" panose="05020102010507070707" pitchFamily="18" charset="2"/>
              <a:buChar char=""/>
              <a:defRPr sz="1400">
                <a:latin typeface="+mn-ea"/>
                <a:ea typeface="+mn-ea"/>
              </a:defRPr>
            </a:lvl1pPr>
            <a:lvl2pPr marL="452047" indent="-195202">
              <a:lnSpc>
                <a:spcPct val="150000"/>
              </a:lnSpc>
              <a:spcBef>
                <a:spcPts val="17"/>
              </a:spcBef>
              <a:buClr>
                <a:schemeClr val="accent1">
                  <a:lumMod val="75000"/>
                </a:schemeClr>
              </a:buClr>
              <a:buFont typeface="Wingdings" panose="05000000000000000000" pitchFamily="2" charset="2"/>
              <a:buChar char="§"/>
              <a:defRPr sz="1300">
                <a:latin typeface="微軟正黑體" panose="020B0604030504040204" pitchFamily="34" charset="-120"/>
                <a:ea typeface="微軟正黑體" panose="020B0604030504040204" pitchFamily="34" charset="-120"/>
              </a:defRPr>
            </a:lvl2pPr>
            <a:lvl3pPr marL="708893" indent="-174654">
              <a:lnSpc>
                <a:spcPct val="150000"/>
              </a:lnSpc>
              <a:spcBef>
                <a:spcPts val="17"/>
              </a:spcBef>
              <a:buFont typeface="Wingdings" panose="05000000000000000000" pitchFamily="2" charset="2"/>
              <a:buChar char="ü"/>
              <a:defRPr sz="1100">
                <a:latin typeface="微軟正黑體" panose="020B0604030504040204" pitchFamily="34" charset="-120"/>
                <a:ea typeface="微軟正黑體" panose="020B0604030504040204" pitchFamily="34" charset="-120"/>
              </a:defRPr>
            </a:lvl3pPr>
            <a:lvl4pPr marL="313735" indent="-97407">
              <a:lnSpc>
                <a:spcPct val="150000"/>
              </a:lnSpc>
              <a:buFont typeface="Arial" panose="020B0604020202020204" pitchFamily="34" charset="0"/>
              <a:buChar char="•"/>
              <a:defRPr sz="1400">
                <a:latin typeface="微軟正黑體" pitchFamily="34" charset="-120"/>
                <a:ea typeface="微軟正黑體" pitchFamily="34" charset="-120"/>
              </a:defRPr>
            </a:lvl4pPr>
            <a:lvl5pPr marL="423598" indent="-107598">
              <a:lnSpc>
                <a:spcPct val="150000"/>
              </a:lnSpc>
              <a:buFont typeface="Arial" panose="020B0604020202020204" pitchFamily="34" charset="0"/>
              <a:buChar char="•"/>
              <a:defRPr sz="1400">
                <a:latin typeface="微軟正黑體" pitchFamily="34" charset="-120"/>
                <a:ea typeface="微軟正黑體" pitchFamily="34" charset="-120"/>
              </a:defRPr>
            </a:lvl5pPr>
          </a:lstStyle>
          <a:p>
            <a:pPr lvl="0"/>
            <a:r>
              <a:rPr lang="zh-TW" altLang="en-US" dirty="0"/>
              <a:t>按一下以編輯母片文字樣式</a:t>
            </a:r>
            <a:endParaRPr lang="en-US" altLang="zh-TW" dirty="0"/>
          </a:p>
          <a:p>
            <a:pPr lvl="1"/>
            <a:r>
              <a:rPr lang="zh-TW" altLang="en-US" dirty="0"/>
              <a:t>第二層</a:t>
            </a:r>
          </a:p>
          <a:p>
            <a:pPr lvl="2"/>
            <a:r>
              <a:rPr lang="zh-TW" altLang="en-US" dirty="0"/>
              <a:t>第三層</a:t>
            </a:r>
          </a:p>
        </p:txBody>
      </p:sp>
      <p:sp>
        <p:nvSpPr>
          <p:cNvPr id="15" name="Text Placeholder 14"/>
          <p:cNvSpPr>
            <a:spLocks noGrp="1"/>
          </p:cNvSpPr>
          <p:nvPr>
            <p:ph type="body" sz="quarter" idx="11" hasCustomPrompt="1"/>
          </p:nvPr>
        </p:nvSpPr>
        <p:spPr>
          <a:xfrm>
            <a:off x="609532" y="908723"/>
            <a:ext cx="5390449" cy="432048"/>
          </a:xfrm>
          <a:prstGeom prst="rect">
            <a:avLst/>
          </a:prstGeom>
        </p:spPr>
        <p:txBody>
          <a:bodyPr lIns="65239" tIns="32620" rIns="65239" bIns="32620"/>
          <a:lstStyle>
            <a:lvl1pPr algn="l" defTabSz="651255" rtl="0" eaLnBrk="1" fontAlgn="base" hangingPunct="1">
              <a:spcBef>
                <a:spcPct val="0"/>
              </a:spcBef>
              <a:spcAft>
                <a:spcPct val="0"/>
              </a:spcAft>
              <a:defRPr lang="zh-TW" altLang="en-US" sz="2000" b="1" dirty="0">
                <a:solidFill>
                  <a:schemeClr val="tx2"/>
                </a:solidFill>
                <a:latin typeface="Calibri" panose="020F0502020204030204" pitchFamily="34" charset="0"/>
                <a:ea typeface="+mn-ea"/>
                <a:cs typeface="+mj-cs"/>
              </a:defRPr>
            </a:lvl1pPr>
          </a:lstStyle>
          <a:p>
            <a:r>
              <a:rPr kumimoji="0" lang="zh-TW" altLang="en-US" sz="1700" kern="0" dirty="0"/>
              <a:t>標題</a:t>
            </a:r>
          </a:p>
        </p:txBody>
      </p:sp>
      <p:sp>
        <p:nvSpPr>
          <p:cNvPr id="16" name="Text Placeholder 14"/>
          <p:cNvSpPr>
            <a:spLocks noGrp="1"/>
          </p:cNvSpPr>
          <p:nvPr>
            <p:ph type="body" sz="quarter" idx="12" hasCustomPrompt="1"/>
          </p:nvPr>
        </p:nvSpPr>
        <p:spPr>
          <a:xfrm>
            <a:off x="6176657" y="908723"/>
            <a:ext cx="5390449" cy="432048"/>
          </a:xfrm>
          <a:prstGeom prst="rect">
            <a:avLst/>
          </a:prstGeom>
        </p:spPr>
        <p:txBody>
          <a:bodyPr lIns="65239" tIns="32620" rIns="65239" bIns="32620"/>
          <a:lstStyle>
            <a:lvl1pPr algn="l" defTabSz="651255" rtl="0" eaLnBrk="1" fontAlgn="base" hangingPunct="1">
              <a:spcBef>
                <a:spcPct val="0"/>
              </a:spcBef>
              <a:spcAft>
                <a:spcPct val="0"/>
              </a:spcAft>
              <a:defRPr lang="zh-TW" altLang="en-US" sz="2000" b="1" dirty="0">
                <a:solidFill>
                  <a:schemeClr val="tx2"/>
                </a:solidFill>
                <a:latin typeface="Calibri" panose="020F0502020204030204" pitchFamily="34" charset="0"/>
                <a:ea typeface="+mn-ea"/>
                <a:cs typeface="+mj-cs"/>
              </a:defRPr>
            </a:lvl1pPr>
          </a:lstStyle>
          <a:p>
            <a:r>
              <a:rPr kumimoji="0" lang="zh-TW" altLang="en-US" sz="1700" kern="0" dirty="0"/>
              <a:t>標題</a:t>
            </a:r>
          </a:p>
        </p:txBody>
      </p:sp>
    </p:spTree>
    <p:extLst>
      <p:ext uri="{BB962C8B-B14F-4D97-AF65-F5344CB8AC3E}">
        <p14:creationId xmlns:p14="http://schemas.microsoft.com/office/powerpoint/2010/main" val="3346296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投影片首頁">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064216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9" name="椭圆 8"/>
          <p:cNvSpPr/>
          <p:nvPr userDrawn="1"/>
        </p:nvSpPr>
        <p:spPr>
          <a:xfrm>
            <a:off x="-410083" y="255505"/>
            <a:ext cx="1094258" cy="820271"/>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65232" tIns="32617" rIns="65232" bIns="32617" rtlCol="0" anchor="ctr"/>
          <a:lstStyle/>
          <a:p>
            <a:pPr algn="ctr"/>
            <a:endParaRPr lang="zh-CN" altLang="en-US">
              <a:latin typeface="+mn-ea"/>
              <a:ea typeface="+mn-ea"/>
            </a:endParaRPr>
          </a:p>
        </p:txBody>
      </p:sp>
      <p:sp>
        <p:nvSpPr>
          <p:cNvPr id="10" name="椭圆 9"/>
          <p:cNvSpPr/>
          <p:nvPr userDrawn="1"/>
        </p:nvSpPr>
        <p:spPr>
          <a:xfrm>
            <a:off x="-352030" y="197451"/>
            <a:ext cx="1094258" cy="820271"/>
          </a:xfrm>
          <a:prstGeom prst="ellipse">
            <a:avLst/>
          </a:prstGeom>
          <a:solidFill>
            <a:srgbClr val="00B0F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65232" tIns="32617" rIns="65232" bIns="32617" rtlCol="0" anchor="ctr"/>
          <a:lstStyle/>
          <a:p>
            <a:pPr algn="ctr"/>
            <a:endParaRPr lang="zh-CN" altLang="en-US">
              <a:latin typeface="+mn-ea"/>
              <a:ea typeface="+mn-ea"/>
            </a:endParaRPr>
          </a:p>
        </p:txBody>
      </p:sp>
      <p:sp>
        <p:nvSpPr>
          <p:cNvPr id="8" name="標題 1"/>
          <p:cNvSpPr>
            <a:spLocks noGrp="1"/>
          </p:cNvSpPr>
          <p:nvPr>
            <p:ph type="title"/>
          </p:nvPr>
        </p:nvSpPr>
        <p:spPr>
          <a:xfrm>
            <a:off x="577574" y="274514"/>
            <a:ext cx="11206270" cy="562075"/>
          </a:xfrm>
          <a:prstGeom prst="rect">
            <a:avLst/>
          </a:prstGeom>
        </p:spPr>
        <p:txBody>
          <a:bodyPr lIns="65232" tIns="32617" rIns="65232" bIns="32617" anchor="ctr"/>
          <a:lstStyle>
            <a:lvl1pPr algn="l" defTabSz="651255" rtl="0" eaLnBrk="1" fontAlgn="base" hangingPunct="1">
              <a:spcBef>
                <a:spcPct val="0"/>
              </a:spcBef>
              <a:spcAft>
                <a:spcPct val="0"/>
              </a:spcAft>
              <a:defRPr lang="zh-TW" altLang="en-US" sz="2000" b="1" dirty="0">
                <a:solidFill>
                  <a:schemeClr val="tx2"/>
                </a:solidFill>
                <a:latin typeface="Calibri" panose="020F0502020204030204" pitchFamily="34" charset="0"/>
                <a:ea typeface="+mn-ea"/>
                <a:cs typeface="+mj-cs"/>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2451021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9" name="椭圆 8"/>
          <p:cNvSpPr/>
          <p:nvPr userDrawn="1"/>
        </p:nvSpPr>
        <p:spPr>
          <a:xfrm>
            <a:off x="-410083" y="255505"/>
            <a:ext cx="1094258" cy="8202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5232" tIns="32617" rIns="65232" bIns="32617" rtlCol="0" anchor="ctr"/>
          <a:lstStyle/>
          <a:p>
            <a:pPr algn="ctr"/>
            <a:endParaRPr lang="zh-CN" altLang="en-US">
              <a:latin typeface="+mn-ea"/>
              <a:ea typeface="+mn-ea"/>
            </a:endParaRPr>
          </a:p>
        </p:txBody>
      </p:sp>
      <p:sp>
        <p:nvSpPr>
          <p:cNvPr id="10" name="椭圆 9"/>
          <p:cNvSpPr/>
          <p:nvPr userDrawn="1"/>
        </p:nvSpPr>
        <p:spPr>
          <a:xfrm>
            <a:off x="-352030" y="197451"/>
            <a:ext cx="1094258" cy="820271"/>
          </a:xfrm>
          <a:prstGeom prst="ellipse">
            <a:avLst/>
          </a:prstGeom>
          <a:solidFill>
            <a:schemeClr val="accent1">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5232" tIns="32617" rIns="65232" bIns="32617" rtlCol="0" anchor="ctr"/>
          <a:lstStyle/>
          <a:p>
            <a:pPr algn="ctr"/>
            <a:endParaRPr lang="zh-CN" altLang="en-US">
              <a:latin typeface="+mn-ea"/>
              <a:ea typeface="+mn-ea"/>
            </a:endParaRPr>
          </a:p>
        </p:txBody>
      </p:sp>
      <p:sp>
        <p:nvSpPr>
          <p:cNvPr id="8" name="標題 1"/>
          <p:cNvSpPr>
            <a:spLocks noGrp="1"/>
          </p:cNvSpPr>
          <p:nvPr>
            <p:ph type="title"/>
          </p:nvPr>
        </p:nvSpPr>
        <p:spPr>
          <a:xfrm>
            <a:off x="577574" y="274514"/>
            <a:ext cx="11206270" cy="562075"/>
          </a:xfrm>
          <a:prstGeom prst="rect">
            <a:avLst/>
          </a:prstGeom>
        </p:spPr>
        <p:txBody>
          <a:bodyPr lIns="65232" tIns="32617" rIns="65232" bIns="32617" anchor="ctr"/>
          <a:lstStyle>
            <a:lvl1pPr algn="l" defTabSz="651255" rtl="0" eaLnBrk="1" fontAlgn="base" hangingPunct="1">
              <a:spcBef>
                <a:spcPct val="0"/>
              </a:spcBef>
              <a:spcAft>
                <a:spcPct val="0"/>
              </a:spcAft>
              <a:defRPr lang="zh-TW" altLang="en-US" sz="2000" b="1" dirty="0">
                <a:solidFill>
                  <a:schemeClr val="tx2"/>
                </a:solidFill>
                <a:latin typeface="Calibri" panose="020F0502020204030204" pitchFamily="34" charset="0"/>
                <a:ea typeface="+mn-ea"/>
                <a:cs typeface="+mj-cs"/>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101816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标题和内容">
    <p:spTree>
      <p:nvGrpSpPr>
        <p:cNvPr id="1" name=""/>
        <p:cNvGrpSpPr/>
        <p:nvPr/>
      </p:nvGrpSpPr>
      <p:grpSpPr>
        <a:xfrm>
          <a:off x="0" y="0"/>
          <a:ext cx="0" cy="0"/>
          <a:chOff x="0" y="0"/>
          <a:chExt cx="0" cy="0"/>
        </a:xfrm>
      </p:grpSpPr>
      <p:sp>
        <p:nvSpPr>
          <p:cNvPr id="9" name="椭圆 8"/>
          <p:cNvSpPr/>
          <p:nvPr userDrawn="1"/>
        </p:nvSpPr>
        <p:spPr>
          <a:xfrm>
            <a:off x="-410083" y="255505"/>
            <a:ext cx="1094258" cy="82027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5232" tIns="32617" rIns="65232" bIns="32617" rtlCol="0" anchor="ctr"/>
          <a:lstStyle/>
          <a:p>
            <a:pPr algn="ctr"/>
            <a:endParaRPr lang="zh-CN" altLang="en-US">
              <a:latin typeface="+mn-ea"/>
              <a:ea typeface="+mn-ea"/>
            </a:endParaRPr>
          </a:p>
        </p:txBody>
      </p:sp>
      <p:sp>
        <p:nvSpPr>
          <p:cNvPr id="10" name="椭圆 9"/>
          <p:cNvSpPr/>
          <p:nvPr userDrawn="1"/>
        </p:nvSpPr>
        <p:spPr>
          <a:xfrm>
            <a:off x="-352030" y="197451"/>
            <a:ext cx="1094258" cy="820271"/>
          </a:xfrm>
          <a:prstGeom prst="ellipse">
            <a:avLst/>
          </a:prstGeom>
          <a:solidFill>
            <a:schemeClr val="accent3">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5232" tIns="32617" rIns="65232" bIns="32617" rtlCol="0" anchor="ctr"/>
          <a:lstStyle/>
          <a:p>
            <a:pPr algn="ctr"/>
            <a:endParaRPr lang="zh-CN" altLang="en-US">
              <a:latin typeface="+mn-ea"/>
              <a:ea typeface="+mn-ea"/>
            </a:endParaRPr>
          </a:p>
        </p:txBody>
      </p:sp>
      <p:sp>
        <p:nvSpPr>
          <p:cNvPr id="8" name="標題 1"/>
          <p:cNvSpPr>
            <a:spLocks noGrp="1"/>
          </p:cNvSpPr>
          <p:nvPr>
            <p:ph type="title"/>
          </p:nvPr>
        </p:nvSpPr>
        <p:spPr>
          <a:xfrm>
            <a:off x="577574" y="274514"/>
            <a:ext cx="11206270" cy="562075"/>
          </a:xfrm>
          <a:prstGeom prst="rect">
            <a:avLst/>
          </a:prstGeom>
        </p:spPr>
        <p:txBody>
          <a:bodyPr lIns="65232" tIns="32617" rIns="65232" bIns="32617" anchor="ctr"/>
          <a:lstStyle>
            <a:lvl1pPr algn="l" defTabSz="651255" rtl="0" eaLnBrk="1" fontAlgn="base" hangingPunct="1">
              <a:spcBef>
                <a:spcPct val="0"/>
              </a:spcBef>
              <a:spcAft>
                <a:spcPct val="0"/>
              </a:spcAft>
              <a:defRPr lang="zh-TW" altLang="en-US" sz="2000" b="1" dirty="0">
                <a:solidFill>
                  <a:schemeClr val="tx2"/>
                </a:solidFill>
                <a:latin typeface="Calibri" panose="020F0502020204030204" pitchFamily="34" charset="0"/>
                <a:ea typeface="+mn-ea"/>
                <a:cs typeface="+mj-cs"/>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023513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_自訂版面配置">
    <p:spTree>
      <p:nvGrpSpPr>
        <p:cNvPr id="1" name=""/>
        <p:cNvGrpSpPr/>
        <p:nvPr/>
      </p:nvGrpSpPr>
      <p:grpSpPr>
        <a:xfrm>
          <a:off x="0" y="0"/>
          <a:ext cx="0" cy="0"/>
          <a:chOff x="0" y="0"/>
          <a:chExt cx="0" cy="0"/>
        </a:xfrm>
      </p:grpSpPr>
      <p:sp>
        <p:nvSpPr>
          <p:cNvPr id="5" name="標題 1"/>
          <p:cNvSpPr>
            <a:spLocks noGrp="1"/>
          </p:cNvSpPr>
          <p:nvPr>
            <p:ph type="title"/>
          </p:nvPr>
        </p:nvSpPr>
        <p:spPr>
          <a:xfrm>
            <a:off x="365864" y="150926"/>
            <a:ext cx="11341217" cy="635227"/>
          </a:xfrm>
          <a:prstGeom prst="rect">
            <a:avLst/>
          </a:prstGeom>
        </p:spPr>
        <p:txBody>
          <a:bodyPr lIns="66549" tIns="33274" rIns="66549" bIns="33274" anchor="ctr"/>
          <a:lstStyle>
            <a:lvl1pPr algn="l">
              <a:defRPr sz="2400" b="0">
                <a:solidFill>
                  <a:schemeClr val="tx1"/>
                </a:solidFill>
                <a:latin typeface="+mn-ea"/>
                <a:ea typeface="+mn-ea"/>
              </a:defRPr>
            </a:lvl1pPr>
          </a:lstStyle>
          <a:p>
            <a:r>
              <a:rPr lang="zh-TW" altLang="en-US"/>
              <a:t>按一下以編輯母片標題樣式</a:t>
            </a:r>
            <a:endParaRPr lang="zh-TW" altLang="en-US" dirty="0"/>
          </a:p>
        </p:txBody>
      </p:sp>
      <p:sp>
        <p:nvSpPr>
          <p:cNvPr id="4" name="Line 197"/>
          <p:cNvSpPr>
            <a:spLocks noChangeShapeType="1"/>
          </p:cNvSpPr>
          <p:nvPr userDrawn="1"/>
        </p:nvSpPr>
        <p:spPr bwMode="auto">
          <a:xfrm>
            <a:off x="310973" y="808253"/>
            <a:ext cx="1147561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lIns="66549" tIns="33274" rIns="66549" bIns="33274"/>
          <a:lstStyle/>
          <a:p>
            <a:endParaRPr lang="zh-TW" altLang="en-US">
              <a:solidFill>
                <a:prstClr val="black"/>
              </a:solidFill>
            </a:endParaRPr>
          </a:p>
        </p:txBody>
      </p:sp>
    </p:spTree>
    <p:extLst>
      <p:ext uri="{BB962C8B-B14F-4D97-AF65-F5344CB8AC3E}">
        <p14:creationId xmlns:p14="http://schemas.microsoft.com/office/powerpoint/2010/main" val="235783000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2026/6/22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extLst>
      <p:ext uri="{BB962C8B-B14F-4D97-AF65-F5344CB8AC3E}">
        <p14:creationId xmlns:p14="http://schemas.microsoft.com/office/powerpoint/2010/main" val="242641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grpSp>
        <p:nvGrpSpPr>
          <p:cNvPr id="5" name="McK Title Elements"/>
          <p:cNvGrpSpPr>
            <a:grpSpLocks/>
          </p:cNvGrpSpPr>
          <p:nvPr userDrawn="1"/>
        </p:nvGrpSpPr>
        <p:grpSpPr bwMode="auto">
          <a:xfrm>
            <a:off x="3591519" y="2182816"/>
            <a:ext cx="6838059" cy="4602163"/>
            <a:chOff x="1663" y="1348"/>
            <a:chExt cx="3167" cy="2841"/>
          </a:xfrm>
        </p:grpSpPr>
        <p:sp>
          <p:nvSpPr>
            <p:cNvPr id="6" name="McK Confidential" hidden="1"/>
            <p:cNvSpPr txBox="1">
              <a:spLocks noChangeArrowheads="1"/>
            </p:cNvSpPr>
            <p:nvPr userDrawn="1"/>
          </p:nvSpPr>
          <p:spPr bwMode="auto">
            <a:xfrm>
              <a:off x="1663" y="1348"/>
              <a:ext cx="93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eaLnBrk="1" hangingPunct="1">
                <a:defRPr/>
              </a:pPr>
              <a:r>
                <a:rPr lang="en-US" altLang="zh-TW" sz="1000"/>
                <a:t>CONFIDENTIAL</a:t>
              </a:r>
            </a:p>
          </p:txBody>
        </p:sp>
        <p:sp>
          <p:nvSpPr>
            <p:cNvPr id="7" name="McK Document" hidden="1"/>
            <p:cNvSpPr txBox="1">
              <a:spLocks noChangeArrowheads="1"/>
            </p:cNvSpPr>
            <p:nvPr userDrawn="1"/>
          </p:nvSpPr>
          <p:spPr bwMode="auto">
            <a:xfrm>
              <a:off x="1663" y="3074"/>
              <a:ext cx="316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eaLnBrk="1" hangingPunct="1">
                <a:defRPr/>
              </a:pPr>
              <a:r>
                <a:rPr lang="en-US" altLang="zh-TW" sz="1000"/>
                <a:t>Document</a:t>
              </a:r>
            </a:p>
          </p:txBody>
        </p:sp>
        <p:sp>
          <p:nvSpPr>
            <p:cNvPr id="8" name="McK Date" hidden="1"/>
            <p:cNvSpPr txBox="1">
              <a:spLocks noChangeArrowheads="1"/>
            </p:cNvSpPr>
            <p:nvPr userDrawn="1"/>
          </p:nvSpPr>
          <p:spPr bwMode="auto">
            <a:xfrm>
              <a:off x="1663" y="3216"/>
              <a:ext cx="316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eaLnBrk="1" hangingPunct="1">
                <a:defRPr/>
              </a:pPr>
              <a:r>
                <a:rPr lang="en-US" altLang="zh-TW" sz="1000"/>
                <a:t>Date</a:t>
              </a:r>
            </a:p>
          </p:txBody>
        </p:sp>
        <p:sp>
          <p:nvSpPr>
            <p:cNvPr id="9" name="McK Disclaimer" hidden="1"/>
            <p:cNvSpPr>
              <a:spLocks noChangeArrowheads="1"/>
            </p:cNvSpPr>
            <p:nvPr userDrawn="1">
              <p:custDataLst>
                <p:tags r:id="rId1"/>
              </p:custDataLst>
            </p:nvPr>
          </p:nvSpPr>
          <p:spPr bwMode="auto">
            <a:xfrm>
              <a:off x="1663" y="4018"/>
              <a:ext cx="2303"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20738" eaLnBrk="0" hangingPunct="0">
                <a:defRPr kumimoji="1">
                  <a:solidFill>
                    <a:schemeClr val="tx1"/>
                  </a:solidFill>
                  <a:latin typeface="Arial" pitchFamily="34" charset="0"/>
                  <a:ea typeface="新細明體" pitchFamily="18" charset="-120"/>
                </a:defRPr>
              </a:lvl1pPr>
              <a:lvl2pPr marL="742950" indent="-285750" defTabSz="820738" eaLnBrk="0" hangingPunct="0">
                <a:defRPr kumimoji="1">
                  <a:solidFill>
                    <a:schemeClr val="tx1"/>
                  </a:solidFill>
                  <a:latin typeface="Arial" pitchFamily="34" charset="0"/>
                  <a:ea typeface="新細明體" pitchFamily="18" charset="-120"/>
                </a:defRPr>
              </a:lvl2pPr>
              <a:lvl3pPr marL="1143000" indent="-228600" defTabSz="820738" eaLnBrk="0" hangingPunct="0">
                <a:defRPr kumimoji="1">
                  <a:solidFill>
                    <a:schemeClr val="tx1"/>
                  </a:solidFill>
                  <a:latin typeface="Arial" pitchFamily="34" charset="0"/>
                  <a:ea typeface="新細明體" pitchFamily="18" charset="-120"/>
                </a:defRPr>
              </a:lvl3pPr>
              <a:lvl4pPr marL="1600200" indent="-228600" defTabSz="820738" eaLnBrk="0" hangingPunct="0">
                <a:defRPr kumimoji="1">
                  <a:solidFill>
                    <a:schemeClr val="tx1"/>
                  </a:solidFill>
                  <a:latin typeface="Arial" pitchFamily="34" charset="0"/>
                  <a:ea typeface="新細明體" pitchFamily="18" charset="-120"/>
                </a:defRPr>
              </a:lvl4pPr>
              <a:lvl5pPr marL="2057400" indent="-228600" defTabSz="820738" eaLnBrk="0" hangingPunct="0">
                <a:defRPr kumimoji="1">
                  <a:solidFill>
                    <a:schemeClr val="tx1"/>
                  </a:solidFill>
                  <a:latin typeface="Arial" pitchFamily="34" charset="0"/>
                  <a:ea typeface="新細明體" pitchFamily="18" charset="-120"/>
                </a:defRPr>
              </a:lvl5pPr>
              <a:lvl6pPr marL="2514600" indent="-228600" defTabSz="820738"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defTabSz="820738"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defTabSz="820738"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defTabSz="820738" eaLnBrk="0" fontAlgn="base" hangingPunct="0">
                <a:spcBef>
                  <a:spcPct val="0"/>
                </a:spcBef>
                <a:spcAft>
                  <a:spcPct val="0"/>
                </a:spcAft>
                <a:defRPr kumimoji="1">
                  <a:solidFill>
                    <a:schemeClr val="tx1"/>
                  </a:solidFill>
                  <a:latin typeface="Arial" pitchFamily="34" charset="0"/>
                  <a:ea typeface="新細明體" pitchFamily="18" charset="-120"/>
                </a:defRPr>
              </a:lvl9pPr>
            </a:lstStyle>
            <a:p>
              <a:r>
                <a:rPr lang="en-US" altLang="zh-TW" sz="600"/>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5" name="標題 1"/>
          <p:cNvSpPr>
            <a:spLocks noGrp="1"/>
          </p:cNvSpPr>
          <p:nvPr>
            <p:ph type="title"/>
          </p:nvPr>
        </p:nvSpPr>
        <p:spPr>
          <a:xfrm>
            <a:off x="2121919" y="2304996"/>
            <a:ext cx="8158361" cy="717547"/>
          </a:xfrm>
          <a:prstGeom prst="rect">
            <a:avLst/>
          </a:prstGeom>
        </p:spPr>
        <p:txBody>
          <a:bodyPr lIns="66556" tIns="33277" rIns="66556" bIns="33277" anchor="ctr"/>
          <a:lstStyle>
            <a:lvl1pPr algn="ctr">
              <a:defRPr sz="26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19" name="文字版面配置區 3"/>
          <p:cNvSpPr>
            <a:spLocks noGrp="1"/>
          </p:cNvSpPr>
          <p:nvPr>
            <p:ph type="body" sz="half" idx="2"/>
          </p:nvPr>
        </p:nvSpPr>
        <p:spPr>
          <a:xfrm>
            <a:off x="3127983" y="4489746"/>
            <a:ext cx="6501512" cy="559288"/>
          </a:xfrm>
          <a:prstGeom prst="rect">
            <a:avLst/>
          </a:prstGeom>
        </p:spPr>
        <p:txBody>
          <a:bodyPr lIns="66556" tIns="33277" rIns="66556" bIns="33277" anchor="ctr"/>
          <a:lstStyle>
            <a:lvl1pPr marL="0" indent="0" algn="ctr">
              <a:buNone/>
              <a:defRPr sz="2100" b="1">
                <a:latin typeface="微軟正黑體" pitchFamily="34" charset="-120"/>
                <a:ea typeface="微軟正黑體" pitchFamily="34" charset="-120"/>
              </a:defRPr>
            </a:lvl1pPr>
            <a:lvl2pPr marL="332780" indent="0">
              <a:buNone/>
              <a:defRPr sz="900"/>
            </a:lvl2pPr>
            <a:lvl3pPr marL="665559" indent="0">
              <a:buNone/>
              <a:defRPr sz="700"/>
            </a:lvl3pPr>
            <a:lvl4pPr marL="998340" indent="0">
              <a:buNone/>
              <a:defRPr sz="600"/>
            </a:lvl4pPr>
            <a:lvl5pPr marL="1331121" indent="0">
              <a:buNone/>
              <a:defRPr sz="600"/>
            </a:lvl5pPr>
            <a:lvl6pPr marL="1663902" indent="0">
              <a:buNone/>
              <a:defRPr sz="600"/>
            </a:lvl6pPr>
            <a:lvl7pPr marL="1996681" indent="0">
              <a:buNone/>
              <a:defRPr sz="600"/>
            </a:lvl7pPr>
            <a:lvl8pPr marL="2329461" indent="0">
              <a:buNone/>
              <a:defRPr sz="600"/>
            </a:lvl8pPr>
            <a:lvl9pPr marL="2662240" indent="0">
              <a:buNone/>
              <a:defRPr sz="600"/>
            </a:lvl9pPr>
          </a:lstStyle>
          <a:p>
            <a:pPr lvl="0"/>
            <a:r>
              <a:rPr lang="zh-TW" altLang="en-US"/>
              <a:t>按一下以編輯母片文字樣式</a:t>
            </a:r>
          </a:p>
        </p:txBody>
      </p:sp>
      <p:sp>
        <p:nvSpPr>
          <p:cNvPr id="20" name="文字版面配置區 3"/>
          <p:cNvSpPr>
            <a:spLocks noGrp="1"/>
          </p:cNvSpPr>
          <p:nvPr>
            <p:ph type="body" sz="half" idx="10"/>
          </p:nvPr>
        </p:nvSpPr>
        <p:spPr>
          <a:xfrm>
            <a:off x="3786506" y="5584133"/>
            <a:ext cx="5121841" cy="414941"/>
          </a:xfrm>
          <a:prstGeom prst="rect">
            <a:avLst/>
          </a:prstGeom>
        </p:spPr>
        <p:txBody>
          <a:bodyPr lIns="66556" tIns="33277" rIns="66556" bIns="33277" anchor="ctr"/>
          <a:lstStyle>
            <a:lvl1pPr marL="0" indent="0" algn="ctr">
              <a:buNone/>
              <a:defRPr sz="1100" b="1">
                <a:latin typeface="微軟正黑體" pitchFamily="34" charset="-120"/>
                <a:ea typeface="微軟正黑體" pitchFamily="34" charset="-120"/>
              </a:defRPr>
            </a:lvl1pPr>
            <a:lvl2pPr marL="332780" indent="0">
              <a:buNone/>
              <a:defRPr sz="900"/>
            </a:lvl2pPr>
            <a:lvl3pPr marL="665559" indent="0">
              <a:buNone/>
              <a:defRPr sz="700"/>
            </a:lvl3pPr>
            <a:lvl4pPr marL="998340" indent="0">
              <a:buNone/>
              <a:defRPr sz="600"/>
            </a:lvl4pPr>
            <a:lvl5pPr marL="1331121" indent="0">
              <a:buNone/>
              <a:defRPr sz="600"/>
            </a:lvl5pPr>
            <a:lvl6pPr marL="1663902" indent="0">
              <a:buNone/>
              <a:defRPr sz="600"/>
            </a:lvl6pPr>
            <a:lvl7pPr marL="1996681" indent="0">
              <a:buNone/>
              <a:defRPr sz="600"/>
            </a:lvl7pPr>
            <a:lvl8pPr marL="2329461" indent="0">
              <a:buNone/>
              <a:defRPr sz="600"/>
            </a:lvl8pPr>
            <a:lvl9pPr marL="2662240" indent="0">
              <a:buNone/>
              <a:defRPr sz="600"/>
            </a:lvl9pPr>
          </a:lstStyle>
          <a:p>
            <a:pPr lvl="0"/>
            <a:r>
              <a:rPr lang="zh-TW" altLang="en-US"/>
              <a:t>按一下以編輯母片文字樣式</a:t>
            </a:r>
          </a:p>
        </p:txBody>
      </p:sp>
    </p:spTree>
    <p:extLst>
      <p:ext uri="{BB962C8B-B14F-4D97-AF65-F5344CB8AC3E}">
        <p14:creationId xmlns:p14="http://schemas.microsoft.com/office/powerpoint/2010/main" val="766975988"/>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335318" y="188647"/>
            <a:ext cx="11519780" cy="562075"/>
          </a:xfrm>
          <a:prstGeom prst="rect">
            <a:avLst/>
          </a:prstGeom>
        </p:spPr>
        <p:txBody>
          <a:bodyPr lIns="65239" tIns="32620" rIns="65239" bIns="32620" anchor="ctr"/>
          <a:lstStyle>
            <a:lvl1pPr algn="l" defTabSz="651255" rtl="0" eaLnBrk="1" fontAlgn="base" hangingPunct="1">
              <a:spcBef>
                <a:spcPct val="0"/>
              </a:spcBef>
              <a:spcAft>
                <a:spcPct val="0"/>
              </a:spcAft>
              <a:defRPr lang="zh-TW" altLang="en-US" sz="2000" b="1" dirty="0">
                <a:solidFill>
                  <a:schemeClr val="tx2"/>
                </a:solidFill>
                <a:latin typeface="Calibri" panose="020F0502020204030204" pitchFamily="34" charset="0"/>
                <a:ea typeface="+mn-ea"/>
                <a:cs typeface="+mj-cs"/>
              </a:defRPr>
            </a:lvl1pPr>
          </a:lstStyle>
          <a:p>
            <a:r>
              <a:rPr lang="zh-TW" altLang="en-US"/>
              <a:t>按一下以編輯母片標題樣式</a:t>
            </a:r>
            <a:endParaRPr lang="zh-TW" altLang="en-US" dirty="0"/>
          </a:p>
        </p:txBody>
      </p:sp>
      <p:sp>
        <p:nvSpPr>
          <p:cNvPr id="3" name="內容版面配置區 2"/>
          <p:cNvSpPr>
            <a:spLocks noGrp="1"/>
          </p:cNvSpPr>
          <p:nvPr>
            <p:ph idx="1" hasCustomPrompt="1"/>
          </p:nvPr>
        </p:nvSpPr>
        <p:spPr>
          <a:xfrm>
            <a:off x="623310" y="908722"/>
            <a:ext cx="10971373" cy="5400600"/>
          </a:xfrm>
          <a:prstGeom prst="rect">
            <a:avLst/>
          </a:prstGeom>
        </p:spPr>
        <p:txBody>
          <a:bodyPr lIns="65239" tIns="32620" rIns="65239" bIns="32620"/>
          <a:lstStyle>
            <a:lvl1pPr marL="326194" indent="-256845">
              <a:lnSpc>
                <a:spcPct val="150000"/>
              </a:lnSpc>
              <a:buClr>
                <a:schemeClr val="accent4">
                  <a:lumMod val="75000"/>
                </a:schemeClr>
              </a:buClr>
              <a:buFont typeface="Wingdings 2" panose="05020102010507070707" pitchFamily="18" charset="2"/>
              <a:buChar char=""/>
              <a:defRPr sz="2000">
                <a:latin typeface="+mn-ea"/>
                <a:ea typeface="+mn-ea"/>
              </a:defRPr>
            </a:lvl1pPr>
            <a:lvl2pPr marL="452047" indent="-195202">
              <a:lnSpc>
                <a:spcPct val="150000"/>
              </a:lnSpc>
              <a:spcBef>
                <a:spcPts val="17"/>
              </a:spcBef>
              <a:buClr>
                <a:schemeClr val="accent1">
                  <a:lumMod val="75000"/>
                </a:schemeClr>
              </a:buClr>
              <a:buFont typeface="Wingdings" panose="05000000000000000000" pitchFamily="2" charset="2"/>
              <a:buChar char="§"/>
              <a:defRPr sz="1700">
                <a:latin typeface="微軟正黑體" panose="020B0604030504040204" pitchFamily="34" charset="-120"/>
                <a:ea typeface="微軟正黑體" panose="020B0604030504040204" pitchFamily="34" charset="-120"/>
              </a:defRPr>
            </a:lvl2pPr>
            <a:lvl3pPr marL="708893" indent="-174654">
              <a:lnSpc>
                <a:spcPct val="150000"/>
              </a:lnSpc>
              <a:spcBef>
                <a:spcPts val="17"/>
              </a:spcBef>
              <a:buFont typeface="Wingdings" panose="05000000000000000000" pitchFamily="2" charset="2"/>
              <a:buChar char="ü"/>
              <a:defRPr sz="1400">
                <a:latin typeface="微軟正黑體" panose="020B0604030504040204" pitchFamily="34" charset="-120"/>
                <a:ea typeface="微軟正黑體" panose="020B0604030504040204" pitchFamily="34" charset="-120"/>
              </a:defRPr>
            </a:lvl3pPr>
            <a:lvl4pPr marL="313735" indent="-97407">
              <a:lnSpc>
                <a:spcPct val="150000"/>
              </a:lnSpc>
              <a:buFont typeface="Arial" panose="020B0604020202020204" pitchFamily="34" charset="0"/>
              <a:buChar char="•"/>
              <a:defRPr sz="1400">
                <a:latin typeface="微軟正黑體" pitchFamily="34" charset="-120"/>
                <a:ea typeface="微軟正黑體" pitchFamily="34" charset="-120"/>
              </a:defRPr>
            </a:lvl4pPr>
            <a:lvl5pPr marL="423598" indent="-107598">
              <a:lnSpc>
                <a:spcPct val="150000"/>
              </a:lnSpc>
              <a:buFont typeface="Arial" panose="020B0604020202020204" pitchFamily="34" charset="0"/>
              <a:buChar char="•"/>
              <a:defRPr sz="1400">
                <a:latin typeface="微軟正黑體" pitchFamily="34" charset="-120"/>
                <a:ea typeface="微軟正黑體" pitchFamily="34" charset="-120"/>
              </a:defRPr>
            </a:lvl5pPr>
          </a:lstStyle>
          <a:p>
            <a:pPr lvl="0"/>
            <a:r>
              <a:rPr lang="zh-TW" altLang="en-US" dirty="0"/>
              <a:t>按一下以編輯母片文字樣式</a:t>
            </a:r>
            <a:endParaRPr lang="en-US" altLang="zh-TW" dirty="0"/>
          </a:p>
          <a:p>
            <a:pPr lvl="1"/>
            <a:r>
              <a:rPr lang="zh-TW" altLang="en-US" dirty="0"/>
              <a:t>第二層</a:t>
            </a:r>
          </a:p>
          <a:p>
            <a:pPr lvl="2"/>
            <a:r>
              <a:rPr lang="zh-TW" altLang="en-US" dirty="0"/>
              <a:t>第三層</a:t>
            </a:r>
          </a:p>
        </p:txBody>
      </p:sp>
    </p:spTree>
    <p:extLst>
      <p:ext uri="{BB962C8B-B14F-4D97-AF65-F5344CB8AC3E}">
        <p14:creationId xmlns:p14="http://schemas.microsoft.com/office/powerpoint/2010/main" val="677626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335318" y="188647"/>
            <a:ext cx="11519780" cy="562075"/>
          </a:xfrm>
          <a:prstGeom prst="rect">
            <a:avLst/>
          </a:prstGeom>
        </p:spPr>
        <p:txBody>
          <a:bodyPr lIns="65239" tIns="32620" rIns="65239" bIns="32620" anchor="ctr"/>
          <a:lstStyle>
            <a:lvl1pPr algn="l" defTabSz="651255" rtl="0" eaLnBrk="1" fontAlgn="base" hangingPunct="1">
              <a:spcBef>
                <a:spcPct val="0"/>
              </a:spcBef>
              <a:spcAft>
                <a:spcPct val="0"/>
              </a:spcAft>
              <a:defRPr lang="zh-TW" altLang="en-US" sz="2000" b="1" dirty="0">
                <a:solidFill>
                  <a:schemeClr val="tx2"/>
                </a:solidFill>
                <a:latin typeface="Calibri" panose="020F0502020204030204" pitchFamily="34" charset="0"/>
                <a:ea typeface="+mn-ea"/>
                <a:cs typeface="+mj-cs"/>
              </a:defRPr>
            </a:lvl1pPr>
          </a:lstStyle>
          <a:p>
            <a:r>
              <a:rPr lang="zh-TW" altLang="en-US"/>
              <a:t>按一下以編輯母片標題樣式</a:t>
            </a:r>
            <a:endParaRPr lang="zh-TW" altLang="en-US" dirty="0"/>
          </a:p>
        </p:txBody>
      </p:sp>
      <p:sp>
        <p:nvSpPr>
          <p:cNvPr id="3" name="內容版面配置區 2"/>
          <p:cNvSpPr>
            <a:spLocks noGrp="1"/>
          </p:cNvSpPr>
          <p:nvPr>
            <p:ph idx="1" hasCustomPrompt="1"/>
          </p:nvPr>
        </p:nvSpPr>
        <p:spPr>
          <a:xfrm>
            <a:off x="623312" y="908722"/>
            <a:ext cx="5375897" cy="5400600"/>
          </a:xfrm>
          <a:prstGeom prst="rect">
            <a:avLst/>
          </a:prstGeom>
        </p:spPr>
        <p:txBody>
          <a:bodyPr lIns="65239" tIns="32620" rIns="65239" bIns="32620"/>
          <a:lstStyle>
            <a:lvl1pPr marL="326194" indent="-256845">
              <a:lnSpc>
                <a:spcPct val="150000"/>
              </a:lnSpc>
              <a:buClr>
                <a:schemeClr val="accent4">
                  <a:lumMod val="75000"/>
                </a:schemeClr>
              </a:buClr>
              <a:buFont typeface="Wingdings 2" panose="05020102010507070707" pitchFamily="18" charset="2"/>
              <a:buChar char=""/>
              <a:defRPr sz="1700">
                <a:latin typeface="+mn-ea"/>
                <a:ea typeface="+mn-ea"/>
              </a:defRPr>
            </a:lvl1pPr>
            <a:lvl2pPr marL="452047" indent="-195202">
              <a:lnSpc>
                <a:spcPct val="150000"/>
              </a:lnSpc>
              <a:spcBef>
                <a:spcPts val="17"/>
              </a:spcBef>
              <a:buClr>
                <a:schemeClr val="accent1">
                  <a:lumMod val="75000"/>
                </a:schemeClr>
              </a:buClr>
              <a:buFont typeface="Wingdings" panose="05000000000000000000" pitchFamily="2" charset="2"/>
              <a:buChar char="§"/>
              <a:defRPr sz="1400">
                <a:latin typeface="微軟正黑體" panose="020B0604030504040204" pitchFamily="34" charset="-120"/>
                <a:ea typeface="微軟正黑體" panose="020B0604030504040204" pitchFamily="34" charset="-120"/>
              </a:defRPr>
            </a:lvl2pPr>
            <a:lvl3pPr marL="708893" indent="-174654">
              <a:lnSpc>
                <a:spcPct val="150000"/>
              </a:lnSpc>
              <a:spcBef>
                <a:spcPts val="17"/>
              </a:spcBef>
              <a:buFont typeface="Wingdings" panose="05000000000000000000" pitchFamily="2" charset="2"/>
              <a:buChar char="ü"/>
              <a:defRPr sz="1300">
                <a:latin typeface="微軟正黑體" panose="020B0604030504040204" pitchFamily="34" charset="-120"/>
                <a:ea typeface="微軟正黑體" panose="020B0604030504040204" pitchFamily="34" charset="-120"/>
              </a:defRPr>
            </a:lvl3pPr>
            <a:lvl4pPr marL="313735" indent="-97407">
              <a:lnSpc>
                <a:spcPct val="150000"/>
              </a:lnSpc>
              <a:buFont typeface="Arial" panose="020B0604020202020204" pitchFamily="34" charset="0"/>
              <a:buChar char="•"/>
              <a:defRPr sz="1400">
                <a:latin typeface="微軟正黑體" pitchFamily="34" charset="-120"/>
                <a:ea typeface="微軟正黑體" pitchFamily="34" charset="-120"/>
              </a:defRPr>
            </a:lvl4pPr>
            <a:lvl5pPr marL="423598" indent="-107598">
              <a:lnSpc>
                <a:spcPct val="150000"/>
              </a:lnSpc>
              <a:buFont typeface="Arial" panose="020B0604020202020204" pitchFamily="34" charset="0"/>
              <a:buChar char="•"/>
              <a:defRPr sz="1400">
                <a:latin typeface="微軟正黑體" pitchFamily="34" charset="-120"/>
                <a:ea typeface="微軟正黑體" pitchFamily="34" charset="-120"/>
              </a:defRPr>
            </a:lvl5pPr>
          </a:lstStyle>
          <a:p>
            <a:pPr lvl="0"/>
            <a:r>
              <a:rPr lang="zh-TW" altLang="en-US" dirty="0"/>
              <a:t>按一下以編輯母片文字樣式</a:t>
            </a:r>
            <a:endParaRPr lang="en-US" altLang="zh-TW" dirty="0"/>
          </a:p>
          <a:p>
            <a:pPr lvl="1"/>
            <a:r>
              <a:rPr lang="zh-TW" altLang="en-US" dirty="0"/>
              <a:t>第二層</a:t>
            </a:r>
          </a:p>
          <a:p>
            <a:pPr lvl="2"/>
            <a:r>
              <a:rPr lang="zh-TW" altLang="en-US" dirty="0"/>
              <a:t>第三層</a:t>
            </a:r>
          </a:p>
        </p:txBody>
      </p:sp>
      <p:sp>
        <p:nvSpPr>
          <p:cNvPr id="4" name="內容版面配置區 2"/>
          <p:cNvSpPr>
            <a:spLocks noGrp="1"/>
          </p:cNvSpPr>
          <p:nvPr>
            <p:ph idx="10" hasCustomPrompt="1"/>
          </p:nvPr>
        </p:nvSpPr>
        <p:spPr>
          <a:xfrm>
            <a:off x="6191205" y="908722"/>
            <a:ext cx="5375897" cy="5400600"/>
          </a:xfrm>
          <a:prstGeom prst="rect">
            <a:avLst/>
          </a:prstGeom>
        </p:spPr>
        <p:txBody>
          <a:bodyPr lIns="65239" tIns="32620" rIns="65239" bIns="32620"/>
          <a:lstStyle>
            <a:lvl1pPr marL="326194" indent="-256845">
              <a:lnSpc>
                <a:spcPct val="150000"/>
              </a:lnSpc>
              <a:buClr>
                <a:schemeClr val="accent4">
                  <a:lumMod val="75000"/>
                </a:schemeClr>
              </a:buClr>
              <a:buFont typeface="Wingdings 2" panose="05020102010507070707" pitchFamily="18" charset="2"/>
              <a:buChar char=""/>
              <a:defRPr sz="1700">
                <a:latin typeface="+mn-ea"/>
                <a:ea typeface="+mn-ea"/>
              </a:defRPr>
            </a:lvl1pPr>
            <a:lvl2pPr marL="452047" indent="-195202">
              <a:lnSpc>
                <a:spcPct val="150000"/>
              </a:lnSpc>
              <a:spcBef>
                <a:spcPts val="17"/>
              </a:spcBef>
              <a:buClr>
                <a:schemeClr val="accent1">
                  <a:lumMod val="75000"/>
                </a:schemeClr>
              </a:buClr>
              <a:buFont typeface="Wingdings" panose="05000000000000000000" pitchFamily="2" charset="2"/>
              <a:buChar char="§"/>
              <a:defRPr sz="1400">
                <a:latin typeface="微軟正黑體" panose="020B0604030504040204" pitchFamily="34" charset="-120"/>
                <a:ea typeface="微軟正黑體" panose="020B0604030504040204" pitchFamily="34" charset="-120"/>
              </a:defRPr>
            </a:lvl2pPr>
            <a:lvl3pPr marL="708893" indent="-174654">
              <a:lnSpc>
                <a:spcPct val="150000"/>
              </a:lnSpc>
              <a:spcBef>
                <a:spcPts val="17"/>
              </a:spcBef>
              <a:buFont typeface="Wingdings" panose="05000000000000000000" pitchFamily="2" charset="2"/>
              <a:buChar char="ü"/>
              <a:defRPr sz="1300">
                <a:latin typeface="微軟正黑體" panose="020B0604030504040204" pitchFamily="34" charset="-120"/>
                <a:ea typeface="微軟正黑體" panose="020B0604030504040204" pitchFamily="34" charset="-120"/>
              </a:defRPr>
            </a:lvl3pPr>
            <a:lvl4pPr marL="313735" indent="-97407">
              <a:lnSpc>
                <a:spcPct val="150000"/>
              </a:lnSpc>
              <a:buFont typeface="Arial" panose="020B0604020202020204" pitchFamily="34" charset="0"/>
              <a:buChar char="•"/>
              <a:defRPr sz="1400">
                <a:latin typeface="微軟正黑體" pitchFamily="34" charset="-120"/>
                <a:ea typeface="微軟正黑體" pitchFamily="34" charset="-120"/>
              </a:defRPr>
            </a:lvl4pPr>
            <a:lvl5pPr marL="423598" indent="-107598">
              <a:lnSpc>
                <a:spcPct val="150000"/>
              </a:lnSpc>
              <a:buFont typeface="Arial" panose="020B0604020202020204" pitchFamily="34" charset="0"/>
              <a:buChar char="•"/>
              <a:defRPr sz="1400">
                <a:latin typeface="微軟正黑體" pitchFamily="34" charset="-120"/>
                <a:ea typeface="微軟正黑體" pitchFamily="34" charset="-120"/>
              </a:defRPr>
            </a:lvl5pPr>
          </a:lstStyle>
          <a:p>
            <a:pPr lvl="0"/>
            <a:r>
              <a:rPr lang="zh-TW" altLang="en-US" dirty="0"/>
              <a:t>按一下以編輯母片文字樣式</a:t>
            </a:r>
            <a:endParaRPr lang="en-US" altLang="zh-TW" dirty="0"/>
          </a:p>
          <a:p>
            <a:pPr lvl="1"/>
            <a:r>
              <a:rPr lang="zh-TW" altLang="en-US" dirty="0"/>
              <a:t>第二層</a:t>
            </a:r>
          </a:p>
          <a:p>
            <a:pPr lvl="2"/>
            <a:r>
              <a:rPr lang="zh-TW" altLang="en-US" dirty="0"/>
              <a:t>第三層</a:t>
            </a:r>
          </a:p>
        </p:txBody>
      </p:sp>
    </p:spTree>
    <p:extLst>
      <p:ext uri="{BB962C8B-B14F-4D97-AF65-F5344CB8AC3E}">
        <p14:creationId xmlns:p14="http://schemas.microsoft.com/office/powerpoint/2010/main" val="28679848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335318" y="188647"/>
            <a:ext cx="11519780" cy="562075"/>
          </a:xfrm>
          <a:prstGeom prst="rect">
            <a:avLst/>
          </a:prstGeom>
        </p:spPr>
        <p:txBody>
          <a:bodyPr lIns="65239" tIns="32620" rIns="65239" bIns="32620"/>
          <a:lstStyle>
            <a:lvl1pPr algn="l" defTabSz="651255" rtl="0" eaLnBrk="1" fontAlgn="base" hangingPunct="1">
              <a:spcBef>
                <a:spcPct val="0"/>
              </a:spcBef>
              <a:spcAft>
                <a:spcPct val="0"/>
              </a:spcAft>
              <a:defRPr lang="zh-TW" altLang="en-US" sz="2000" b="1" dirty="0">
                <a:solidFill>
                  <a:schemeClr val="tx2"/>
                </a:solidFill>
                <a:latin typeface="Calibri" panose="020F0502020204030204" pitchFamily="34" charset="0"/>
                <a:ea typeface="+mn-ea"/>
                <a:cs typeface="+mj-cs"/>
              </a:defRPr>
            </a:lvl1pPr>
          </a:lstStyle>
          <a:p>
            <a:r>
              <a:rPr lang="zh-TW" altLang="en-US"/>
              <a:t>按一下以編輯母片標題樣式</a:t>
            </a:r>
            <a:endParaRPr lang="zh-TW" altLang="en-US" dirty="0"/>
          </a:p>
        </p:txBody>
      </p:sp>
      <p:sp>
        <p:nvSpPr>
          <p:cNvPr id="3" name="內容版面配置區 2"/>
          <p:cNvSpPr>
            <a:spLocks noGrp="1"/>
          </p:cNvSpPr>
          <p:nvPr>
            <p:ph idx="1" hasCustomPrompt="1"/>
          </p:nvPr>
        </p:nvSpPr>
        <p:spPr>
          <a:xfrm>
            <a:off x="623312" y="1412777"/>
            <a:ext cx="5375897" cy="4896544"/>
          </a:xfrm>
          <a:prstGeom prst="rect">
            <a:avLst/>
          </a:prstGeom>
        </p:spPr>
        <p:txBody>
          <a:bodyPr lIns="65239" tIns="32620" rIns="65239" bIns="32620"/>
          <a:lstStyle>
            <a:lvl1pPr marL="326194" indent="-256845">
              <a:lnSpc>
                <a:spcPct val="150000"/>
              </a:lnSpc>
              <a:buClr>
                <a:schemeClr val="accent4">
                  <a:lumMod val="75000"/>
                </a:schemeClr>
              </a:buClr>
              <a:buFont typeface="Wingdings 2" panose="05020102010507070707" pitchFamily="18" charset="2"/>
              <a:buChar char=""/>
              <a:defRPr sz="1400">
                <a:latin typeface="+mn-ea"/>
                <a:ea typeface="+mn-ea"/>
              </a:defRPr>
            </a:lvl1pPr>
            <a:lvl2pPr marL="452047" indent="-195202">
              <a:lnSpc>
                <a:spcPct val="150000"/>
              </a:lnSpc>
              <a:spcBef>
                <a:spcPts val="17"/>
              </a:spcBef>
              <a:buClr>
                <a:schemeClr val="accent1">
                  <a:lumMod val="75000"/>
                </a:schemeClr>
              </a:buClr>
              <a:buFont typeface="Wingdings" panose="05000000000000000000" pitchFamily="2" charset="2"/>
              <a:buChar char="§"/>
              <a:defRPr sz="1300">
                <a:latin typeface="微軟正黑體" panose="020B0604030504040204" pitchFamily="34" charset="-120"/>
                <a:ea typeface="微軟正黑體" panose="020B0604030504040204" pitchFamily="34" charset="-120"/>
              </a:defRPr>
            </a:lvl2pPr>
            <a:lvl3pPr marL="708893" indent="-174654">
              <a:lnSpc>
                <a:spcPct val="150000"/>
              </a:lnSpc>
              <a:spcBef>
                <a:spcPts val="17"/>
              </a:spcBef>
              <a:buFont typeface="Wingdings" panose="05000000000000000000" pitchFamily="2" charset="2"/>
              <a:buChar char="ü"/>
              <a:defRPr sz="1100">
                <a:latin typeface="微軟正黑體" panose="020B0604030504040204" pitchFamily="34" charset="-120"/>
                <a:ea typeface="微軟正黑體" panose="020B0604030504040204" pitchFamily="34" charset="-120"/>
              </a:defRPr>
            </a:lvl3pPr>
            <a:lvl4pPr marL="313735" indent="-97407">
              <a:lnSpc>
                <a:spcPct val="150000"/>
              </a:lnSpc>
              <a:buFont typeface="Arial" panose="020B0604020202020204" pitchFamily="34" charset="0"/>
              <a:buChar char="•"/>
              <a:defRPr sz="1400">
                <a:latin typeface="微軟正黑體" pitchFamily="34" charset="-120"/>
                <a:ea typeface="微軟正黑體" pitchFamily="34" charset="-120"/>
              </a:defRPr>
            </a:lvl4pPr>
            <a:lvl5pPr marL="423598" indent="-107598">
              <a:lnSpc>
                <a:spcPct val="150000"/>
              </a:lnSpc>
              <a:buFont typeface="Arial" panose="020B0604020202020204" pitchFamily="34" charset="0"/>
              <a:buChar char="•"/>
              <a:defRPr sz="1400">
                <a:latin typeface="微軟正黑體" pitchFamily="34" charset="-120"/>
                <a:ea typeface="微軟正黑體" pitchFamily="34" charset="-120"/>
              </a:defRPr>
            </a:lvl5pPr>
          </a:lstStyle>
          <a:p>
            <a:pPr lvl="0"/>
            <a:r>
              <a:rPr lang="zh-TW" altLang="en-US" dirty="0"/>
              <a:t>按一下以編輯母片文字樣式</a:t>
            </a:r>
            <a:endParaRPr lang="en-US" altLang="zh-TW" dirty="0"/>
          </a:p>
          <a:p>
            <a:pPr lvl="1"/>
            <a:r>
              <a:rPr lang="zh-TW" altLang="en-US" dirty="0"/>
              <a:t>第二層</a:t>
            </a:r>
          </a:p>
          <a:p>
            <a:pPr lvl="2"/>
            <a:r>
              <a:rPr lang="zh-TW" altLang="en-US" dirty="0"/>
              <a:t>第三層</a:t>
            </a:r>
          </a:p>
        </p:txBody>
      </p:sp>
      <p:sp>
        <p:nvSpPr>
          <p:cNvPr id="4" name="內容版面配置區 2"/>
          <p:cNvSpPr>
            <a:spLocks noGrp="1"/>
          </p:cNvSpPr>
          <p:nvPr>
            <p:ph idx="10" hasCustomPrompt="1"/>
          </p:nvPr>
        </p:nvSpPr>
        <p:spPr>
          <a:xfrm>
            <a:off x="6191205" y="1412777"/>
            <a:ext cx="5375897" cy="4896544"/>
          </a:xfrm>
          <a:prstGeom prst="rect">
            <a:avLst/>
          </a:prstGeom>
        </p:spPr>
        <p:txBody>
          <a:bodyPr lIns="65239" tIns="32620" rIns="65239" bIns="32620"/>
          <a:lstStyle>
            <a:lvl1pPr marL="326194" indent="-256845">
              <a:lnSpc>
                <a:spcPct val="150000"/>
              </a:lnSpc>
              <a:buClr>
                <a:schemeClr val="accent4">
                  <a:lumMod val="75000"/>
                </a:schemeClr>
              </a:buClr>
              <a:buFont typeface="Wingdings 2" panose="05020102010507070707" pitchFamily="18" charset="2"/>
              <a:buChar char=""/>
              <a:defRPr sz="1400">
                <a:latin typeface="+mn-ea"/>
                <a:ea typeface="+mn-ea"/>
              </a:defRPr>
            </a:lvl1pPr>
            <a:lvl2pPr marL="452047" indent="-195202">
              <a:lnSpc>
                <a:spcPct val="150000"/>
              </a:lnSpc>
              <a:spcBef>
                <a:spcPts val="17"/>
              </a:spcBef>
              <a:buClr>
                <a:schemeClr val="accent1">
                  <a:lumMod val="75000"/>
                </a:schemeClr>
              </a:buClr>
              <a:buFont typeface="Wingdings" panose="05000000000000000000" pitchFamily="2" charset="2"/>
              <a:buChar char="§"/>
              <a:defRPr sz="1300">
                <a:latin typeface="微軟正黑體" panose="020B0604030504040204" pitchFamily="34" charset="-120"/>
                <a:ea typeface="微軟正黑體" panose="020B0604030504040204" pitchFamily="34" charset="-120"/>
              </a:defRPr>
            </a:lvl2pPr>
            <a:lvl3pPr marL="708893" indent="-174654">
              <a:lnSpc>
                <a:spcPct val="150000"/>
              </a:lnSpc>
              <a:spcBef>
                <a:spcPts val="17"/>
              </a:spcBef>
              <a:buFont typeface="Wingdings" panose="05000000000000000000" pitchFamily="2" charset="2"/>
              <a:buChar char="ü"/>
              <a:defRPr sz="1100">
                <a:latin typeface="微軟正黑體" panose="020B0604030504040204" pitchFamily="34" charset="-120"/>
                <a:ea typeface="微軟正黑體" panose="020B0604030504040204" pitchFamily="34" charset="-120"/>
              </a:defRPr>
            </a:lvl3pPr>
            <a:lvl4pPr marL="313735" indent="-97407">
              <a:lnSpc>
                <a:spcPct val="150000"/>
              </a:lnSpc>
              <a:buFont typeface="Arial" panose="020B0604020202020204" pitchFamily="34" charset="0"/>
              <a:buChar char="•"/>
              <a:defRPr sz="1400">
                <a:latin typeface="微軟正黑體" pitchFamily="34" charset="-120"/>
                <a:ea typeface="微軟正黑體" pitchFamily="34" charset="-120"/>
              </a:defRPr>
            </a:lvl4pPr>
            <a:lvl5pPr marL="423598" indent="-107598">
              <a:lnSpc>
                <a:spcPct val="150000"/>
              </a:lnSpc>
              <a:buFont typeface="Arial" panose="020B0604020202020204" pitchFamily="34" charset="0"/>
              <a:buChar char="•"/>
              <a:defRPr sz="1400">
                <a:latin typeface="微軟正黑體" pitchFamily="34" charset="-120"/>
                <a:ea typeface="微軟正黑體" pitchFamily="34" charset="-120"/>
              </a:defRPr>
            </a:lvl5pPr>
          </a:lstStyle>
          <a:p>
            <a:pPr lvl="0"/>
            <a:r>
              <a:rPr lang="zh-TW" altLang="en-US" dirty="0"/>
              <a:t>按一下以編輯母片文字樣式</a:t>
            </a:r>
            <a:endParaRPr lang="en-US" altLang="zh-TW" dirty="0"/>
          </a:p>
          <a:p>
            <a:pPr lvl="1"/>
            <a:r>
              <a:rPr lang="zh-TW" altLang="en-US" dirty="0"/>
              <a:t>第二層</a:t>
            </a:r>
          </a:p>
          <a:p>
            <a:pPr lvl="2"/>
            <a:r>
              <a:rPr lang="zh-TW" altLang="en-US" dirty="0"/>
              <a:t>第三層</a:t>
            </a:r>
          </a:p>
        </p:txBody>
      </p:sp>
      <p:sp>
        <p:nvSpPr>
          <p:cNvPr id="15" name="Text Placeholder 14"/>
          <p:cNvSpPr>
            <a:spLocks noGrp="1"/>
          </p:cNvSpPr>
          <p:nvPr>
            <p:ph type="body" sz="quarter" idx="11" hasCustomPrompt="1"/>
          </p:nvPr>
        </p:nvSpPr>
        <p:spPr>
          <a:xfrm>
            <a:off x="609532" y="908723"/>
            <a:ext cx="5390449" cy="432048"/>
          </a:xfrm>
          <a:prstGeom prst="rect">
            <a:avLst/>
          </a:prstGeom>
        </p:spPr>
        <p:txBody>
          <a:bodyPr lIns="65239" tIns="32620" rIns="65239" bIns="32620"/>
          <a:lstStyle>
            <a:lvl1pPr algn="l" defTabSz="651255" rtl="0" eaLnBrk="1" fontAlgn="base" hangingPunct="1">
              <a:spcBef>
                <a:spcPct val="0"/>
              </a:spcBef>
              <a:spcAft>
                <a:spcPct val="0"/>
              </a:spcAft>
              <a:defRPr lang="zh-TW" altLang="en-US" sz="2000" b="1" dirty="0">
                <a:solidFill>
                  <a:schemeClr val="tx2"/>
                </a:solidFill>
                <a:latin typeface="Calibri" panose="020F0502020204030204" pitchFamily="34" charset="0"/>
                <a:ea typeface="+mn-ea"/>
                <a:cs typeface="+mj-cs"/>
              </a:defRPr>
            </a:lvl1pPr>
          </a:lstStyle>
          <a:p>
            <a:r>
              <a:rPr kumimoji="0" lang="zh-TW" altLang="en-US" sz="1700" kern="0" dirty="0"/>
              <a:t>標題</a:t>
            </a:r>
          </a:p>
        </p:txBody>
      </p:sp>
      <p:sp>
        <p:nvSpPr>
          <p:cNvPr id="16" name="Text Placeholder 14"/>
          <p:cNvSpPr>
            <a:spLocks noGrp="1"/>
          </p:cNvSpPr>
          <p:nvPr>
            <p:ph type="body" sz="quarter" idx="12" hasCustomPrompt="1"/>
          </p:nvPr>
        </p:nvSpPr>
        <p:spPr>
          <a:xfrm>
            <a:off x="6176657" y="908723"/>
            <a:ext cx="5390449" cy="432048"/>
          </a:xfrm>
          <a:prstGeom prst="rect">
            <a:avLst/>
          </a:prstGeom>
        </p:spPr>
        <p:txBody>
          <a:bodyPr lIns="65239" tIns="32620" rIns="65239" bIns="32620"/>
          <a:lstStyle>
            <a:lvl1pPr algn="l" defTabSz="651255" rtl="0" eaLnBrk="1" fontAlgn="base" hangingPunct="1">
              <a:spcBef>
                <a:spcPct val="0"/>
              </a:spcBef>
              <a:spcAft>
                <a:spcPct val="0"/>
              </a:spcAft>
              <a:defRPr lang="zh-TW" altLang="en-US" sz="2000" b="1" dirty="0">
                <a:solidFill>
                  <a:schemeClr val="tx2"/>
                </a:solidFill>
                <a:latin typeface="Calibri" panose="020F0502020204030204" pitchFamily="34" charset="0"/>
                <a:ea typeface="+mn-ea"/>
                <a:cs typeface="+mj-cs"/>
              </a:defRPr>
            </a:lvl1pPr>
          </a:lstStyle>
          <a:p>
            <a:r>
              <a:rPr kumimoji="0" lang="zh-TW" altLang="en-US" sz="1700" kern="0" dirty="0"/>
              <a:t>標題</a:t>
            </a:r>
          </a:p>
        </p:txBody>
      </p:sp>
    </p:spTree>
    <p:extLst>
      <p:ext uri="{BB962C8B-B14F-4D97-AF65-F5344CB8AC3E}">
        <p14:creationId xmlns:p14="http://schemas.microsoft.com/office/powerpoint/2010/main" val="1241113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投影片首頁">
    <p:spTree>
      <p:nvGrpSpPr>
        <p:cNvPr id="1" name=""/>
        <p:cNvGrpSpPr/>
        <p:nvPr/>
      </p:nvGrpSpPr>
      <p:grpSpPr>
        <a:xfrm>
          <a:off x="0" y="0"/>
          <a:ext cx="0" cy="0"/>
          <a:chOff x="0" y="0"/>
          <a:chExt cx="0" cy="0"/>
        </a:xfrm>
      </p:grpSpPr>
    </p:spTree>
    <p:extLst>
      <p:ext uri="{BB962C8B-B14F-4D97-AF65-F5344CB8AC3E}">
        <p14:creationId xmlns:p14="http://schemas.microsoft.com/office/powerpoint/2010/main" val="978458227"/>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自訂版面配置">
    <p:spTree>
      <p:nvGrpSpPr>
        <p:cNvPr id="1" name=""/>
        <p:cNvGrpSpPr/>
        <p:nvPr/>
      </p:nvGrpSpPr>
      <p:grpSpPr>
        <a:xfrm>
          <a:off x="0" y="0"/>
          <a:ext cx="0" cy="0"/>
          <a:chOff x="0" y="0"/>
          <a:chExt cx="0" cy="0"/>
        </a:xfrm>
      </p:grpSpPr>
      <p:sp>
        <p:nvSpPr>
          <p:cNvPr id="5" name="標題 1"/>
          <p:cNvSpPr>
            <a:spLocks noGrp="1"/>
          </p:cNvSpPr>
          <p:nvPr>
            <p:ph type="title"/>
          </p:nvPr>
        </p:nvSpPr>
        <p:spPr>
          <a:xfrm>
            <a:off x="0" y="1"/>
            <a:ext cx="12190413" cy="692696"/>
          </a:xfrm>
          <a:prstGeom prst="rect">
            <a:avLst/>
          </a:prstGeom>
          <a:gradFill flip="none" rotWithShape="1">
            <a:gsLst>
              <a:gs pos="0">
                <a:srgbClr val="336699"/>
              </a:gs>
              <a:gs pos="50000">
                <a:srgbClr val="4F81BD"/>
              </a:gs>
              <a:gs pos="100000">
                <a:schemeClr val="accent5">
                  <a:lumMod val="40000"/>
                  <a:lumOff val="60000"/>
                </a:schemeClr>
              </a:gs>
            </a:gsLst>
            <a:lin ang="0" scaled="1"/>
            <a:tileRect/>
          </a:gradFill>
        </p:spPr>
        <p:txBody>
          <a:bodyPr lIns="180000" tIns="33274" rIns="66549" bIns="33274" anchor="ctr"/>
          <a:lstStyle>
            <a:lvl1pPr algn="l">
              <a:defRPr sz="2800" b="1">
                <a:solidFill>
                  <a:schemeClr val="bg1"/>
                </a:solidFill>
                <a:latin typeface="Calibri" panose="020F0502020204030204" pitchFamily="34" charset="0"/>
                <a:ea typeface="+mn-ea"/>
                <a:cs typeface="Calibri" panose="020F0502020204030204" pitchFamily="34" charset="0"/>
              </a:defRPr>
            </a:lvl1pPr>
          </a:lstStyle>
          <a:p>
            <a:r>
              <a:rPr lang="zh-TW" altLang="en-US" dirty="0"/>
              <a:t>按一下以編輯母片標題樣式</a:t>
            </a:r>
          </a:p>
        </p:txBody>
      </p:sp>
      <p:sp>
        <p:nvSpPr>
          <p:cNvPr id="3" name="流程圖: 人工輸入 2">
            <a:extLst>
              <a:ext uri="{FF2B5EF4-FFF2-40B4-BE49-F238E27FC236}">
                <a16:creationId xmlns:a16="http://schemas.microsoft.com/office/drawing/2014/main" id="{A4244C5D-A9BB-4BFC-AA98-C006775C465D}"/>
              </a:ext>
            </a:extLst>
          </p:cNvPr>
          <p:cNvSpPr/>
          <p:nvPr userDrawn="1"/>
        </p:nvSpPr>
        <p:spPr>
          <a:xfrm rot="5400000">
            <a:off x="108970" y="583728"/>
            <a:ext cx="6165305" cy="6383244"/>
          </a:xfrm>
          <a:prstGeom prst="flowChartManualInput">
            <a:avLst/>
          </a:prstGeom>
          <a:solidFill>
            <a:srgbClr val="CCECFF">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081817007"/>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6_自訂版面配置">
    <p:spTree>
      <p:nvGrpSpPr>
        <p:cNvPr id="1" name=""/>
        <p:cNvGrpSpPr/>
        <p:nvPr/>
      </p:nvGrpSpPr>
      <p:grpSpPr>
        <a:xfrm>
          <a:off x="0" y="0"/>
          <a:ext cx="0" cy="0"/>
          <a:chOff x="0" y="0"/>
          <a:chExt cx="0" cy="0"/>
        </a:xfrm>
      </p:grpSpPr>
      <p:sp>
        <p:nvSpPr>
          <p:cNvPr id="5" name="標題 1"/>
          <p:cNvSpPr>
            <a:spLocks noGrp="1"/>
          </p:cNvSpPr>
          <p:nvPr>
            <p:ph type="title"/>
          </p:nvPr>
        </p:nvSpPr>
        <p:spPr>
          <a:xfrm>
            <a:off x="0" y="1"/>
            <a:ext cx="12190413" cy="692696"/>
          </a:xfrm>
          <a:prstGeom prst="rect">
            <a:avLst/>
          </a:prstGeom>
          <a:gradFill flip="none" rotWithShape="1">
            <a:gsLst>
              <a:gs pos="0">
                <a:srgbClr val="336699"/>
              </a:gs>
              <a:gs pos="50000">
                <a:srgbClr val="4F81BD"/>
              </a:gs>
              <a:gs pos="100000">
                <a:schemeClr val="accent5">
                  <a:lumMod val="40000"/>
                  <a:lumOff val="60000"/>
                </a:schemeClr>
              </a:gs>
            </a:gsLst>
            <a:lin ang="0" scaled="1"/>
            <a:tileRect/>
          </a:gradFill>
        </p:spPr>
        <p:txBody>
          <a:bodyPr lIns="180000" tIns="33274" rIns="66549" bIns="33274" anchor="ctr"/>
          <a:lstStyle>
            <a:lvl1pPr algn="l">
              <a:defRPr sz="2800" b="1">
                <a:solidFill>
                  <a:schemeClr val="bg1"/>
                </a:solidFill>
                <a:latin typeface="Calibri" panose="020F0502020204030204" pitchFamily="34" charset="0"/>
                <a:ea typeface="+mn-ea"/>
                <a:cs typeface="Calibri" panose="020F0502020204030204" pitchFamily="34" charset="0"/>
              </a:defRPr>
            </a:lvl1pPr>
          </a:lstStyle>
          <a:p>
            <a:r>
              <a:rPr lang="zh-TW" altLang="en-US" dirty="0"/>
              <a:t>按一下以編輯母片標題樣式</a:t>
            </a:r>
          </a:p>
        </p:txBody>
      </p:sp>
      <p:sp>
        <p:nvSpPr>
          <p:cNvPr id="3" name="流程圖: 人工輸入 2">
            <a:extLst>
              <a:ext uri="{FF2B5EF4-FFF2-40B4-BE49-F238E27FC236}">
                <a16:creationId xmlns:a16="http://schemas.microsoft.com/office/drawing/2014/main" id="{A4244C5D-A9BB-4BFC-AA98-C006775C465D}"/>
              </a:ext>
            </a:extLst>
          </p:cNvPr>
          <p:cNvSpPr/>
          <p:nvPr userDrawn="1"/>
        </p:nvSpPr>
        <p:spPr>
          <a:xfrm rot="5400000" flipV="1">
            <a:off x="6060158" y="727756"/>
            <a:ext cx="6165305" cy="6095209"/>
          </a:xfrm>
          <a:prstGeom prst="flowChartManualInput">
            <a:avLst/>
          </a:prstGeom>
          <a:solidFill>
            <a:srgbClr val="CCECFF">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18339795"/>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7_自訂版面配置">
    <p:spTree>
      <p:nvGrpSpPr>
        <p:cNvPr id="1" name=""/>
        <p:cNvGrpSpPr/>
        <p:nvPr/>
      </p:nvGrpSpPr>
      <p:grpSpPr>
        <a:xfrm>
          <a:off x="0" y="0"/>
          <a:ext cx="0" cy="0"/>
          <a:chOff x="0" y="0"/>
          <a:chExt cx="0" cy="0"/>
        </a:xfrm>
      </p:grpSpPr>
      <p:sp>
        <p:nvSpPr>
          <p:cNvPr id="5" name="標題 1"/>
          <p:cNvSpPr>
            <a:spLocks noGrp="1"/>
          </p:cNvSpPr>
          <p:nvPr>
            <p:ph type="title"/>
          </p:nvPr>
        </p:nvSpPr>
        <p:spPr>
          <a:xfrm>
            <a:off x="0" y="1"/>
            <a:ext cx="12190413" cy="692696"/>
          </a:xfrm>
          <a:prstGeom prst="rect">
            <a:avLst/>
          </a:prstGeom>
          <a:gradFill flip="none" rotWithShape="1">
            <a:gsLst>
              <a:gs pos="0">
                <a:srgbClr val="336699"/>
              </a:gs>
              <a:gs pos="50000">
                <a:srgbClr val="4F81BD"/>
              </a:gs>
              <a:gs pos="100000">
                <a:schemeClr val="accent5">
                  <a:lumMod val="40000"/>
                  <a:lumOff val="60000"/>
                </a:schemeClr>
              </a:gs>
            </a:gsLst>
            <a:lin ang="0" scaled="1"/>
            <a:tileRect/>
          </a:gradFill>
        </p:spPr>
        <p:txBody>
          <a:bodyPr lIns="180000" tIns="33274" rIns="66549" bIns="33274" anchor="ctr"/>
          <a:lstStyle>
            <a:lvl1pPr algn="l">
              <a:defRPr sz="2800" b="1">
                <a:solidFill>
                  <a:schemeClr val="bg1"/>
                </a:solidFill>
                <a:latin typeface="Calibri" panose="020F0502020204030204" pitchFamily="34" charset="0"/>
                <a:ea typeface="+mn-ea"/>
                <a:cs typeface="Calibri" panose="020F0502020204030204" pitchFamily="34" charset="0"/>
              </a:defRPr>
            </a:lvl1pPr>
          </a:lstStyle>
          <a:p>
            <a:r>
              <a:rPr lang="zh-TW" altLang="en-US" dirty="0"/>
              <a:t>按一下以編輯母片標題樣式</a:t>
            </a:r>
          </a:p>
        </p:txBody>
      </p:sp>
      <p:sp>
        <p:nvSpPr>
          <p:cNvPr id="3" name="矩形 2">
            <a:extLst>
              <a:ext uri="{FF2B5EF4-FFF2-40B4-BE49-F238E27FC236}">
                <a16:creationId xmlns:a16="http://schemas.microsoft.com/office/drawing/2014/main" id="{A4244C5D-A9BB-4BFC-AA98-C006775C465D}"/>
              </a:ext>
            </a:extLst>
          </p:cNvPr>
          <p:cNvSpPr/>
          <p:nvPr userDrawn="1"/>
        </p:nvSpPr>
        <p:spPr>
          <a:xfrm rot="5400000" flipV="1">
            <a:off x="6276182" y="943780"/>
            <a:ext cx="6165305" cy="5663161"/>
          </a:xfrm>
          <a:prstGeom prst="rect">
            <a:avLst/>
          </a:prstGeom>
          <a:solidFill>
            <a:srgbClr val="CCECFF">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01533292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8" name="標題 1"/>
          <p:cNvSpPr>
            <a:spLocks noGrp="1"/>
          </p:cNvSpPr>
          <p:nvPr>
            <p:ph type="title"/>
          </p:nvPr>
        </p:nvSpPr>
        <p:spPr>
          <a:xfrm>
            <a:off x="335318" y="188647"/>
            <a:ext cx="11448520" cy="562075"/>
          </a:xfrm>
          <a:prstGeom prst="rect">
            <a:avLst/>
          </a:prstGeom>
        </p:spPr>
        <p:txBody>
          <a:bodyPr lIns="65239" tIns="32620" rIns="65239" bIns="32620" anchor="t"/>
          <a:lstStyle>
            <a:lvl1pPr algn="l" defTabSz="651255" rtl="0" eaLnBrk="1" fontAlgn="base" hangingPunct="1">
              <a:spcBef>
                <a:spcPct val="0"/>
              </a:spcBef>
              <a:spcAft>
                <a:spcPct val="0"/>
              </a:spcAft>
              <a:defRPr lang="zh-TW" altLang="en-US" sz="2000" b="1" dirty="0">
                <a:solidFill>
                  <a:schemeClr val="tx2"/>
                </a:solidFill>
                <a:latin typeface="Calibri" panose="020F0502020204030204" pitchFamily="34" charset="0"/>
                <a:ea typeface="+mn-ea"/>
                <a:cs typeface="+mj-cs"/>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12633430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9" name="椭圆 8"/>
          <p:cNvSpPr/>
          <p:nvPr userDrawn="1"/>
        </p:nvSpPr>
        <p:spPr>
          <a:xfrm>
            <a:off x="-410083" y="255505"/>
            <a:ext cx="1094258" cy="820271"/>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65232" tIns="32617" rIns="65232" bIns="32617" rtlCol="0" anchor="ctr"/>
          <a:lstStyle/>
          <a:p>
            <a:pPr algn="ctr"/>
            <a:endParaRPr lang="zh-CN" altLang="en-US">
              <a:latin typeface="+mn-ea"/>
              <a:ea typeface="+mn-ea"/>
            </a:endParaRPr>
          </a:p>
        </p:txBody>
      </p:sp>
      <p:sp>
        <p:nvSpPr>
          <p:cNvPr id="10" name="椭圆 9"/>
          <p:cNvSpPr/>
          <p:nvPr userDrawn="1"/>
        </p:nvSpPr>
        <p:spPr>
          <a:xfrm>
            <a:off x="-352030" y="197451"/>
            <a:ext cx="1094258" cy="820271"/>
          </a:xfrm>
          <a:prstGeom prst="ellipse">
            <a:avLst/>
          </a:prstGeom>
          <a:solidFill>
            <a:srgbClr val="00B0F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65232" tIns="32617" rIns="65232" bIns="32617" rtlCol="0" anchor="ctr"/>
          <a:lstStyle/>
          <a:p>
            <a:pPr algn="ctr"/>
            <a:endParaRPr lang="zh-CN" altLang="en-US">
              <a:latin typeface="+mn-ea"/>
              <a:ea typeface="+mn-ea"/>
            </a:endParaRPr>
          </a:p>
        </p:txBody>
      </p:sp>
      <p:sp>
        <p:nvSpPr>
          <p:cNvPr id="8" name="標題 1"/>
          <p:cNvSpPr>
            <a:spLocks noGrp="1"/>
          </p:cNvSpPr>
          <p:nvPr>
            <p:ph type="title"/>
          </p:nvPr>
        </p:nvSpPr>
        <p:spPr>
          <a:xfrm>
            <a:off x="577574" y="274514"/>
            <a:ext cx="11206270" cy="562075"/>
          </a:xfrm>
          <a:prstGeom prst="rect">
            <a:avLst/>
          </a:prstGeom>
        </p:spPr>
        <p:txBody>
          <a:bodyPr lIns="65232" tIns="32617" rIns="65232" bIns="32617" anchor="ctr"/>
          <a:lstStyle>
            <a:lvl1pPr algn="l" defTabSz="651255" rtl="0" eaLnBrk="1" fontAlgn="base" hangingPunct="1">
              <a:spcBef>
                <a:spcPct val="0"/>
              </a:spcBef>
              <a:spcAft>
                <a:spcPct val="0"/>
              </a:spcAft>
              <a:defRPr lang="zh-TW" altLang="en-US" sz="2000" b="1" dirty="0">
                <a:solidFill>
                  <a:schemeClr val="tx2"/>
                </a:solidFill>
                <a:latin typeface="Calibri" panose="020F0502020204030204" pitchFamily="34" charset="0"/>
                <a:ea typeface="+mn-ea"/>
                <a:cs typeface="+mj-cs"/>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3441616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sp>
        <p:nvSpPr>
          <p:cNvPr id="9" name="椭圆 8"/>
          <p:cNvSpPr/>
          <p:nvPr userDrawn="1"/>
        </p:nvSpPr>
        <p:spPr>
          <a:xfrm>
            <a:off x="-410083" y="255505"/>
            <a:ext cx="1094258" cy="8202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5232" tIns="32617" rIns="65232" bIns="32617" rtlCol="0" anchor="ctr"/>
          <a:lstStyle/>
          <a:p>
            <a:pPr algn="ctr"/>
            <a:endParaRPr lang="zh-CN" altLang="en-US">
              <a:latin typeface="+mn-ea"/>
              <a:ea typeface="+mn-ea"/>
            </a:endParaRPr>
          </a:p>
        </p:txBody>
      </p:sp>
      <p:sp>
        <p:nvSpPr>
          <p:cNvPr id="10" name="椭圆 9"/>
          <p:cNvSpPr/>
          <p:nvPr userDrawn="1"/>
        </p:nvSpPr>
        <p:spPr>
          <a:xfrm>
            <a:off x="-352030" y="197451"/>
            <a:ext cx="1094258" cy="820271"/>
          </a:xfrm>
          <a:prstGeom prst="ellipse">
            <a:avLst/>
          </a:prstGeom>
          <a:solidFill>
            <a:schemeClr val="accent1">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5232" tIns="32617" rIns="65232" bIns="32617" rtlCol="0" anchor="ctr"/>
          <a:lstStyle/>
          <a:p>
            <a:pPr algn="ctr"/>
            <a:endParaRPr lang="zh-CN" altLang="en-US">
              <a:latin typeface="+mn-ea"/>
              <a:ea typeface="+mn-ea"/>
            </a:endParaRPr>
          </a:p>
        </p:txBody>
      </p:sp>
      <p:sp>
        <p:nvSpPr>
          <p:cNvPr id="8" name="標題 1"/>
          <p:cNvSpPr>
            <a:spLocks noGrp="1"/>
          </p:cNvSpPr>
          <p:nvPr>
            <p:ph type="title"/>
          </p:nvPr>
        </p:nvSpPr>
        <p:spPr>
          <a:xfrm>
            <a:off x="577574" y="274514"/>
            <a:ext cx="11206270" cy="562075"/>
          </a:xfrm>
          <a:prstGeom prst="rect">
            <a:avLst/>
          </a:prstGeom>
        </p:spPr>
        <p:txBody>
          <a:bodyPr lIns="65232" tIns="32617" rIns="65232" bIns="32617" anchor="ctr"/>
          <a:lstStyle>
            <a:lvl1pPr algn="l" defTabSz="651255" rtl="0" eaLnBrk="1" fontAlgn="base" hangingPunct="1">
              <a:spcBef>
                <a:spcPct val="0"/>
              </a:spcBef>
              <a:spcAft>
                <a:spcPct val="0"/>
              </a:spcAft>
              <a:defRPr lang="zh-TW" altLang="en-US" sz="2000" b="1" dirty="0">
                <a:solidFill>
                  <a:schemeClr val="tx2"/>
                </a:solidFill>
                <a:latin typeface="Calibri" panose="020F0502020204030204" pitchFamily="34" charset="0"/>
                <a:ea typeface="+mn-ea"/>
                <a:cs typeface="+mj-cs"/>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9411917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7_标题和内容">
    <p:spTree>
      <p:nvGrpSpPr>
        <p:cNvPr id="1" name=""/>
        <p:cNvGrpSpPr/>
        <p:nvPr/>
      </p:nvGrpSpPr>
      <p:grpSpPr>
        <a:xfrm>
          <a:off x="0" y="0"/>
          <a:ext cx="0" cy="0"/>
          <a:chOff x="0" y="0"/>
          <a:chExt cx="0" cy="0"/>
        </a:xfrm>
      </p:grpSpPr>
      <p:sp>
        <p:nvSpPr>
          <p:cNvPr id="9" name="椭圆 8"/>
          <p:cNvSpPr/>
          <p:nvPr userDrawn="1"/>
        </p:nvSpPr>
        <p:spPr>
          <a:xfrm>
            <a:off x="-410083" y="255505"/>
            <a:ext cx="1094258" cy="82027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5232" tIns="32617" rIns="65232" bIns="32617" rtlCol="0" anchor="ctr"/>
          <a:lstStyle/>
          <a:p>
            <a:pPr algn="ctr"/>
            <a:endParaRPr lang="zh-CN" altLang="en-US">
              <a:latin typeface="+mn-ea"/>
              <a:ea typeface="+mn-ea"/>
            </a:endParaRPr>
          </a:p>
        </p:txBody>
      </p:sp>
      <p:sp>
        <p:nvSpPr>
          <p:cNvPr id="10" name="椭圆 9"/>
          <p:cNvSpPr/>
          <p:nvPr userDrawn="1"/>
        </p:nvSpPr>
        <p:spPr>
          <a:xfrm>
            <a:off x="-352030" y="197451"/>
            <a:ext cx="1094258" cy="820271"/>
          </a:xfrm>
          <a:prstGeom prst="ellipse">
            <a:avLst/>
          </a:prstGeom>
          <a:solidFill>
            <a:schemeClr val="accent3">
              <a:lumMod val="60000"/>
              <a:lumOff val="4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5232" tIns="32617" rIns="65232" bIns="32617" rtlCol="0" anchor="ctr"/>
          <a:lstStyle/>
          <a:p>
            <a:pPr algn="ctr"/>
            <a:endParaRPr lang="zh-CN" altLang="en-US">
              <a:latin typeface="+mn-ea"/>
              <a:ea typeface="+mn-ea"/>
            </a:endParaRPr>
          </a:p>
        </p:txBody>
      </p:sp>
      <p:sp>
        <p:nvSpPr>
          <p:cNvPr id="8" name="標題 1"/>
          <p:cNvSpPr>
            <a:spLocks noGrp="1"/>
          </p:cNvSpPr>
          <p:nvPr>
            <p:ph type="title"/>
          </p:nvPr>
        </p:nvSpPr>
        <p:spPr>
          <a:xfrm>
            <a:off x="577574" y="274514"/>
            <a:ext cx="11206270" cy="562075"/>
          </a:xfrm>
          <a:prstGeom prst="rect">
            <a:avLst/>
          </a:prstGeom>
        </p:spPr>
        <p:txBody>
          <a:bodyPr lIns="65232" tIns="32617" rIns="65232" bIns="32617" anchor="ctr"/>
          <a:lstStyle>
            <a:lvl1pPr algn="l" defTabSz="651255" rtl="0" eaLnBrk="1" fontAlgn="base" hangingPunct="1">
              <a:spcBef>
                <a:spcPct val="0"/>
              </a:spcBef>
              <a:spcAft>
                <a:spcPct val="0"/>
              </a:spcAft>
              <a:defRPr lang="zh-TW" altLang="en-US" sz="2000" b="1" dirty="0">
                <a:solidFill>
                  <a:schemeClr val="tx2"/>
                </a:solidFill>
                <a:latin typeface="Calibri" panose="020F0502020204030204" pitchFamily="34" charset="0"/>
                <a:ea typeface="+mn-ea"/>
                <a:cs typeface="+mj-cs"/>
              </a:defRPr>
            </a:lvl1pPr>
          </a:lstStyle>
          <a:p>
            <a:r>
              <a:rPr lang="zh-TW" altLang="en-US"/>
              <a:t>按一下以編輯母片標題樣式</a:t>
            </a:r>
            <a:endParaRPr lang="zh-TW" altLang="en-US" dirty="0"/>
          </a:p>
        </p:txBody>
      </p:sp>
    </p:spTree>
    <p:extLst>
      <p:ext uri="{BB962C8B-B14F-4D97-AF65-F5344CB8AC3E}">
        <p14:creationId xmlns:p14="http://schemas.microsoft.com/office/powerpoint/2010/main" val="21118252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自訂版面配置">
    <p:spTree>
      <p:nvGrpSpPr>
        <p:cNvPr id="1" name=""/>
        <p:cNvGrpSpPr/>
        <p:nvPr/>
      </p:nvGrpSpPr>
      <p:grpSpPr>
        <a:xfrm>
          <a:off x="0" y="0"/>
          <a:ext cx="0" cy="0"/>
          <a:chOff x="0" y="0"/>
          <a:chExt cx="0" cy="0"/>
        </a:xfrm>
      </p:grpSpPr>
      <p:sp>
        <p:nvSpPr>
          <p:cNvPr id="5" name="標題 1"/>
          <p:cNvSpPr>
            <a:spLocks noGrp="1"/>
          </p:cNvSpPr>
          <p:nvPr>
            <p:ph type="title"/>
          </p:nvPr>
        </p:nvSpPr>
        <p:spPr>
          <a:xfrm>
            <a:off x="0" y="1"/>
            <a:ext cx="12190413" cy="692696"/>
          </a:xfrm>
          <a:prstGeom prst="rect">
            <a:avLst/>
          </a:prstGeom>
          <a:gradFill flip="none" rotWithShape="1">
            <a:gsLst>
              <a:gs pos="0">
                <a:srgbClr val="336699"/>
              </a:gs>
              <a:gs pos="50000">
                <a:srgbClr val="4F81BD"/>
              </a:gs>
              <a:gs pos="100000">
                <a:schemeClr val="accent5">
                  <a:lumMod val="40000"/>
                  <a:lumOff val="60000"/>
                </a:schemeClr>
              </a:gs>
            </a:gsLst>
            <a:lin ang="0" scaled="1"/>
            <a:tileRect/>
          </a:gradFill>
        </p:spPr>
        <p:txBody>
          <a:bodyPr lIns="180000" tIns="33274" rIns="66549" bIns="33274" anchor="ctr"/>
          <a:lstStyle>
            <a:lvl1pPr algn="l">
              <a:defRPr sz="2800" b="1">
                <a:solidFill>
                  <a:schemeClr val="bg1"/>
                </a:solidFill>
                <a:latin typeface="Calibri" panose="020F0502020204030204" pitchFamily="34" charset="0"/>
                <a:ea typeface="+mn-ea"/>
                <a:cs typeface="Calibri" panose="020F0502020204030204" pitchFamily="34" charset="0"/>
              </a:defRPr>
            </a:lvl1pPr>
          </a:lstStyle>
          <a:p>
            <a:r>
              <a:rPr lang="zh-TW" altLang="en-US" dirty="0"/>
              <a:t>按一下以編輯母片標題樣式</a:t>
            </a:r>
          </a:p>
        </p:txBody>
      </p:sp>
    </p:spTree>
    <p:extLst>
      <p:ext uri="{BB962C8B-B14F-4D97-AF65-F5344CB8AC3E}">
        <p14:creationId xmlns:p14="http://schemas.microsoft.com/office/powerpoint/2010/main" val="2173826589"/>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335317" y="188915"/>
            <a:ext cx="11519779" cy="561975"/>
          </a:xfrm>
          <a:prstGeom prst="rect">
            <a:avLst/>
          </a:prstGeom>
        </p:spPr>
        <p:txBody>
          <a:bodyPr lIns="91430" tIns="45716" rIns="91430" bIns="45716"/>
          <a:lstStyle>
            <a:lvl1pPr algn="l" defTabSz="912813" rtl="0" eaLnBrk="1" fontAlgn="base" hangingPunct="1">
              <a:spcBef>
                <a:spcPct val="0"/>
              </a:spcBef>
              <a:spcAft>
                <a:spcPct val="0"/>
              </a:spcAft>
              <a:defRPr lang="zh-TW" altLang="en-US" sz="2800" b="1" dirty="0">
                <a:solidFill>
                  <a:schemeClr val="tx2"/>
                </a:solidFill>
                <a:latin typeface="Calibri" panose="020F0502020204030204" pitchFamily="34" charset="0"/>
                <a:ea typeface="+mn-ea"/>
                <a:cs typeface="+mj-cs"/>
              </a:defRPr>
            </a:lvl1pPr>
          </a:lstStyle>
          <a:p>
            <a:r>
              <a:rPr lang="zh-TW" altLang="en-US" dirty="0"/>
              <a:t>按一下以編輯母片標題樣式</a:t>
            </a:r>
          </a:p>
        </p:txBody>
      </p:sp>
    </p:spTree>
    <p:extLst>
      <p:ext uri="{BB962C8B-B14F-4D97-AF65-F5344CB8AC3E}">
        <p14:creationId xmlns:p14="http://schemas.microsoft.com/office/powerpoint/2010/main" val="2351236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6" Type="http://schemas.openxmlformats.org/officeDocument/2006/relationships/image" Target="../media/image2.png"/><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theme" Target="../theme/theme2.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Line 197"/>
          <p:cNvSpPr>
            <a:spLocks noChangeShapeType="1"/>
          </p:cNvSpPr>
          <p:nvPr/>
        </p:nvSpPr>
        <p:spPr bwMode="auto">
          <a:xfrm>
            <a:off x="311113" y="764704"/>
            <a:ext cx="11566494"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lIns="66564" tIns="33281" rIns="66564" bIns="33281"/>
          <a:lstStyle/>
          <a:p>
            <a:endParaRPr lang="en-US"/>
          </a:p>
        </p:txBody>
      </p:sp>
      <p:sp>
        <p:nvSpPr>
          <p:cNvPr id="1028" name="矩形 9"/>
          <p:cNvSpPr>
            <a:spLocks noChangeArrowheads="1"/>
          </p:cNvSpPr>
          <p:nvPr/>
        </p:nvSpPr>
        <p:spPr bwMode="auto">
          <a:xfrm>
            <a:off x="16946" y="6672198"/>
            <a:ext cx="531215" cy="158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6564" tIns="33281" rIns="66564" bIns="33281" anchor="b">
            <a:spAutoFit/>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algn="ctr" eaLnBrk="1" hangingPunct="1">
              <a:lnSpc>
                <a:spcPts val="732"/>
              </a:lnSpc>
            </a:pPr>
            <a:fld id="{2E787809-3B80-4DEB-B1A2-901269ED89F2}" type="slidenum">
              <a:rPr lang="en-US" altLang="zh-TW" sz="900">
                <a:ea typeface="微軟正黑體" pitchFamily="34" charset="-120"/>
              </a:rPr>
              <a:pPr algn="ctr" eaLnBrk="1" hangingPunct="1">
                <a:lnSpc>
                  <a:spcPts val="732"/>
                </a:lnSpc>
              </a:pPr>
              <a:t>‹#›</a:t>
            </a:fld>
            <a:endParaRPr lang="en-US" altLang="zh-TW" sz="900">
              <a:ea typeface="微軟正黑體" pitchFamily="34" charset="-120"/>
            </a:endParaRPr>
          </a:p>
        </p:txBody>
      </p:sp>
      <p:pic>
        <p:nvPicPr>
          <p:cNvPr id="5" name="Picture 13" descr="金控及第一層子公司ol logo"/>
          <p:cNvPicPr>
            <a:picLocks noChangeAspect="1" noChangeArrowheads="1"/>
          </p:cNvPicPr>
          <p:nvPr/>
        </p:nvPicPr>
        <p:blipFill>
          <a:blip r:embed="rId11">
            <a:extLst>
              <a:ext uri="{28A0092B-C50C-407E-A947-70E740481C1C}">
                <a14:useLocalDpi xmlns:a14="http://schemas.microsoft.com/office/drawing/2010/main" val="0"/>
              </a:ext>
            </a:extLst>
          </a:blip>
          <a:srcRect l="3459" t="26985" r="26395" b="68283"/>
          <a:stretch>
            <a:fillRect/>
          </a:stretch>
        </p:blipFill>
        <p:spPr bwMode="auto">
          <a:xfrm>
            <a:off x="9002617" y="6460964"/>
            <a:ext cx="3064534"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420" r:id="rId1"/>
    <p:sldLayoutId id="2147484421" r:id="rId2"/>
    <p:sldLayoutId id="2147484422" r:id="rId3"/>
    <p:sldLayoutId id="2147484417" r:id="rId4"/>
    <p:sldLayoutId id="2147484426" r:id="rId5"/>
    <p:sldLayoutId id="2147484427" r:id="rId6"/>
    <p:sldLayoutId id="2147484428" r:id="rId7"/>
    <p:sldLayoutId id="2147484429" r:id="rId8"/>
    <p:sldLayoutId id="2147484445" r:id="rId9"/>
  </p:sldLayoutIdLst>
  <p:transition spd="med"/>
  <p:hf hdr="0"/>
  <p:txStyles>
    <p:titleStyle>
      <a:lvl1pPr algn="l" defTabSz="651255" rtl="0" eaLnBrk="1" fontAlgn="base" hangingPunct="1">
        <a:spcBef>
          <a:spcPct val="0"/>
        </a:spcBef>
        <a:spcAft>
          <a:spcPct val="0"/>
        </a:spcAft>
        <a:defRPr sz="1400" b="1">
          <a:solidFill>
            <a:schemeClr val="tx2"/>
          </a:solidFill>
          <a:latin typeface="+mj-lt"/>
          <a:ea typeface="+mj-ea"/>
          <a:cs typeface="+mj-cs"/>
        </a:defRPr>
      </a:lvl1pPr>
      <a:lvl2pPr algn="l" defTabSz="651255" rtl="0" eaLnBrk="1" fontAlgn="base" hangingPunct="1">
        <a:spcBef>
          <a:spcPct val="0"/>
        </a:spcBef>
        <a:spcAft>
          <a:spcPct val="0"/>
        </a:spcAft>
        <a:defRPr sz="1400" b="1">
          <a:solidFill>
            <a:schemeClr val="tx2"/>
          </a:solidFill>
          <a:latin typeface="Arial" charset="0"/>
        </a:defRPr>
      </a:lvl2pPr>
      <a:lvl3pPr algn="l" defTabSz="651255" rtl="0" eaLnBrk="1" fontAlgn="base" hangingPunct="1">
        <a:spcBef>
          <a:spcPct val="0"/>
        </a:spcBef>
        <a:spcAft>
          <a:spcPct val="0"/>
        </a:spcAft>
        <a:defRPr sz="1400" b="1">
          <a:solidFill>
            <a:schemeClr val="tx2"/>
          </a:solidFill>
          <a:latin typeface="Arial" charset="0"/>
        </a:defRPr>
      </a:lvl3pPr>
      <a:lvl4pPr algn="l" defTabSz="651255" rtl="0" eaLnBrk="1" fontAlgn="base" hangingPunct="1">
        <a:spcBef>
          <a:spcPct val="0"/>
        </a:spcBef>
        <a:spcAft>
          <a:spcPct val="0"/>
        </a:spcAft>
        <a:defRPr sz="1400" b="1">
          <a:solidFill>
            <a:schemeClr val="tx2"/>
          </a:solidFill>
          <a:latin typeface="Arial" charset="0"/>
        </a:defRPr>
      </a:lvl4pPr>
      <a:lvl5pPr algn="l" defTabSz="651255" rtl="0" eaLnBrk="1" fontAlgn="base" hangingPunct="1">
        <a:spcBef>
          <a:spcPct val="0"/>
        </a:spcBef>
        <a:spcAft>
          <a:spcPct val="0"/>
        </a:spcAft>
        <a:defRPr sz="1400" b="1">
          <a:solidFill>
            <a:schemeClr val="tx2"/>
          </a:solidFill>
          <a:latin typeface="Arial" charset="0"/>
        </a:defRPr>
      </a:lvl5pPr>
      <a:lvl6pPr marL="332816" algn="l" defTabSz="651764" rtl="0" eaLnBrk="1" fontAlgn="base" hangingPunct="1">
        <a:spcBef>
          <a:spcPct val="0"/>
        </a:spcBef>
        <a:spcAft>
          <a:spcPct val="0"/>
        </a:spcAft>
        <a:defRPr sz="1400" b="1">
          <a:solidFill>
            <a:schemeClr val="tx2"/>
          </a:solidFill>
          <a:latin typeface="Arial" charset="0"/>
        </a:defRPr>
      </a:lvl6pPr>
      <a:lvl7pPr marL="665630" algn="l" defTabSz="651764" rtl="0" eaLnBrk="1" fontAlgn="base" hangingPunct="1">
        <a:spcBef>
          <a:spcPct val="0"/>
        </a:spcBef>
        <a:spcAft>
          <a:spcPct val="0"/>
        </a:spcAft>
        <a:defRPr sz="1400" b="1">
          <a:solidFill>
            <a:schemeClr val="tx2"/>
          </a:solidFill>
          <a:latin typeface="Arial" charset="0"/>
        </a:defRPr>
      </a:lvl7pPr>
      <a:lvl8pPr marL="998446" algn="l" defTabSz="651764" rtl="0" eaLnBrk="1" fontAlgn="base" hangingPunct="1">
        <a:spcBef>
          <a:spcPct val="0"/>
        </a:spcBef>
        <a:spcAft>
          <a:spcPct val="0"/>
        </a:spcAft>
        <a:defRPr sz="1400" b="1">
          <a:solidFill>
            <a:schemeClr val="tx2"/>
          </a:solidFill>
          <a:latin typeface="Arial" charset="0"/>
        </a:defRPr>
      </a:lvl8pPr>
      <a:lvl9pPr marL="1331262" algn="l" defTabSz="651764" rtl="0" eaLnBrk="1" fontAlgn="base" hangingPunct="1">
        <a:spcBef>
          <a:spcPct val="0"/>
        </a:spcBef>
        <a:spcAft>
          <a:spcPct val="0"/>
        </a:spcAft>
        <a:defRPr sz="1400" b="1">
          <a:solidFill>
            <a:schemeClr val="tx2"/>
          </a:solidFill>
          <a:latin typeface="Arial" charset="0"/>
        </a:defRPr>
      </a:lvl9pPr>
    </p:titleStyle>
    <p:bodyStyle>
      <a:lvl1pPr marL="244645" indent="-244645" algn="l" defTabSz="651255" rtl="0" eaLnBrk="1" fontAlgn="base" hangingPunct="1">
        <a:spcBef>
          <a:spcPct val="0"/>
        </a:spcBef>
        <a:spcAft>
          <a:spcPct val="0"/>
        </a:spcAft>
        <a:buSzPct val="120000"/>
        <a:defRPr sz="1100">
          <a:solidFill>
            <a:schemeClr val="tx1"/>
          </a:solidFill>
          <a:latin typeface="+mn-lt"/>
          <a:ea typeface="+mn-ea"/>
          <a:cs typeface="+mn-cs"/>
        </a:defRPr>
      </a:lvl1pPr>
      <a:lvl2pPr marL="104201" indent="-103069" algn="l" defTabSz="651255" rtl="0" eaLnBrk="1" fontAlgn="base" hangingPunct="1">
        <a:spcBef>
          <a:spcPct val="0"/>
        </a:spcBef>
        <a:spcAft>
          <a:spcPct val="0"/>
        </a:spcAft>
        <a:buSzPct val="120000"/>
        <a:buChar char="•"/>
        <a:defRPr sz="1100">
          <a:solidFill>
            <a:schemeClr val="tx1"/>
          </a:solidFill>
          <a:latin typeface="+mn-lt"/>
          <a:ea typeface="+mn-ea"/>
        </a:defRPr>
      </a:lvl2pPr>
      <a:lvl3pPr marL="214065" indent="-107598" algn="l" defTabSz="651255" rtl="0" eaLnBrk="1" fontAlgn="base" hangingPunct="1">
        <a:spcBef>
          <a:spcPct val="0"/>
        </a:spcBef>
        <a:spcAft>
          <a:spcPct val="0"/>
        </a:spcAft>
        <a:buChar char="–"/>
        <a:defRPr sz="1100">
          <a:solidFill>
            <a:schemeClr val="tx1"/>
          </a:solidFill>
          <a:latin typeface="+mn-lt"/>
          <a:ea typeface="+mn-ea"/>
        </a:defRPr>
      </a:lvl3pPr>
      <a:lvl4pPr marL="313735" indent="-97407" algn="l" defTabSz="651255" rtl="0" eaLnBrk="1" fontAlgn="base" hangingPunct="1">
        <a:spcBef>
          <a:spcPct val="0"/>
        </a:spcBef>
        <a:spcAft>
          <a:spcPct val="0"/>
        </a:spcAft>
        <a:buSzPct val="89000"/>
        <a:buChar char="•"/>
        <a:defRPr sz="1100">
          <a:solidFill>
            <a:schemeClr val="tx1"/>
          </a:solidFill>
          <a:latin typeface="+mn-lt"/>
          <a:ea typeface="+mn-ea"/>
        </a:defRPr>
      </a:lvl4pPr>
      <a:lvl5pPr marL="423598" indent="-107598" algn="l" defTabSz="651255" rtl="0" eaLnBrk="1" fontAlgn="base" hangingPunct="1">
        <a:spcBef>
          <a:spcPct val="0"/>
        </a:spcBef>
        <a:spcAft>
          <a:spcPct val="0"/>
        </a:spcAft>
        <a:buSzPct val="75000"/>
        <a:buChar char="–"/>
        <a:defRPr sz="1100">
          <a:solidFill>
            <a:schemeClr val="tx1"/>
          </a:solidFill>
          <a:latin typeface="+mn-lt"/>
          <a:ea typeface="+mn-ea"/>
        </a:defRPr>
      </a:lvl5pPr>
      <a:lvl6pPr marL="756924" indent="-108627" algn="l" defTabSz="651764" rtl="0" eaLnBrk="1" fontAlgn="base" hangingPunct="1">
        <a:spcBef>
          <a:spcPct val="0"/>
        </a:spcBef>
        <a:spcAft>
          <a:spcPct val="0"/>
        </a:spcAft>
        <a:buSzPct val="75000"/>
        <a:buChar char="–"/>
        <a:defRPr sz="1100">
          <a:solidFill>
            <a:schemeClr val="tx1"/>
          </a:solidFill>
          <a:latin typeface="+mn-lt"/>
          <a:ea typeface="+mn-ea"/>
        </a:defRPr>
      </a:lvl6pPr>
      <a:lvl7pPr marL="1089739" indent="-108627" algn="l" defTabSz="651764" rtl="0" eaLnBrk="1" fontAlgn="base" hangingPunct="1">
        <a:spcBef>
          <a:spcPct val="0"/>
        </a:spcBef>
        <a:spcAft>
          <a:spcPct val="0"/>
        </a:spcAft>
        <a:buSzPct val="75000"/>
        <a:buChar char="–"/>
        <a:defRPr sz="1100">
          <a:solidFill>
            <a:schemeClr val="tx1"/>
          </a:solidFill>
          <a:latin typeface="+mn-lt"/>
          <a:ea typeface="+mn-ea"/>
        </a:defRPr>
      </a:lvl7pPr>
      <a:lvl8pPr marL="1422555" indent="-108627" algn="l" defTabSz="651764" rtl="0" eaLnBrk="1" fontAlgn="base" hangingPunct="1">
        <a:spcBef>
          <a:spcPct val="0"/>
        </a:spcBef>
        <a:spcAft>
          <a:spcPct val="0"/>
        </a:spcAft>
        <a:buSzPct val="75000"/>
        <a:buChar char="–"/>
        <a:defRPr sz="1100">
          <a:solidFill>
            <a:schemeClr val="tx1"/>
          </a:solidFill>
          <a:latin typeface="+mn-lt"/>
          <a:ea typeface="+mn-ea"/>
        </a:defRPr>
      </a:lvl8pPr>
      <a:lvl9pPr marL="1755371" indent="-108627" algn="l" defTabSz="651764" rtl="0" eaLnBrk="1" fontAlgn="base" hangingPunct="1">
        <a:spcBef>
          <a:spcPct val="0"/>
        </a:spcBef>
        <a:spcAft>
          <a:spcPct val="0"/>
        </a:spcAft>
        <a:buSzPct val="75000"/>
        <a:buChar char="–"/>
        <a:defRPr sz="1100">
          <a:solidFill>
            <a:schemeClr val="tx1"/>
          </a:solidFill>
          <a:latin typeface="+mn-lt"/>
          <a:ea typeface="+mn-ea"/>
        </a:defRPr>
      </a:lvl9pPr>
    </p:bodyStyle>
    <p:otherStyle>
      <a:defPPr>
        <a:defRPr lang="zh-TW"/>
      </a:defPPr>
      <a:lvl1pPr marL="0" algn="l" defTabSz="665630" rtl="0" eaLnBrk="1" latinLnBrk="0" hangingPunct="1">
        <a:defRPr sz="1300" kern="1200">
          <a:solidFill>
            <a:schemeClr val="tx1"/>
          </a:solidFill>
          <a:latin typeface="+mn-lt"/>
          <a:ea typeface="+mn-ea"/>
          <a:cs typeface="+mn-cs"/>
        </a:defRPr>
      </a:lvl1pPr>
      <a:lvl2pPr marL="332816" algn="l" defTabSz="665630" rtl="0" eaLnBrk="1" latinLnBrk="0" hangingPunct="1">
        <a:defRPr sz="1300" kern="1200">
          <a:solidFill>
            <a:schemeClr val="tx1"/>
          </a:solidFill>
          <a:latin typeface="+mn-lt"/>
          <a:ea typeface="+mn-ea"/>
          <a:cs typeface="+mn-cs"/>
        </a:defRPr>
      </a:lvl2pPr>
      <a:lvl3pPr marL="665630" algn="l" defTabSz="665630" rtl="0" eaLnBrk="1" latinLnBrk="0" hangingPunct="1">
        <a:defRPr sz="1300" kern="1200">
          <a:solidFill>
            <a:schemeClr val="tx1"/>
          </a:solidFill>
          <a:latin typeface="+mn-lt"/>
          <a:ea typeface="+mn-ea"/>
          <a:cs typeface="+mn-cs"/>
        </a:defRPr>
      </a:lvl3pPr>
      <a:lvl4pPr marL="998446" algn="l" defTabSz="665630" rtl="0" eaLnBrk="1" latinLnBrk="0" hangingPunct="1">
        <a:defRPr sz="1300" kern="1200">
          <a:solidFill>
            <a:schemeClr val="tx1"/>
          </a:solidFill>
          <a:latin typeface="+mn-lt"/>
          <a:ea typeface="+mn-ea"/>
          <a:cs typeface="+mn-cs"/>
        </a:defRPr>
      </a:lvl4pPr>
      <a:lvl5pPr marL="1331262" algn="l" defTabSz="665630" rtl="0" eaLnBrk="1" latinLnBrk="0" hangingPunct="1">
        <a:defRPr sz="1300" kern="1200">
          <a:solidFill>
            <a:schemeClr val="tx1"/>
          </a:solidFill>
          <a:latin typeface="+mn-lt"/>
          <a:ea typeface="+mn-ea"/>
          <a:cs typeface="+mn-cs"/>
        </a:defRPr>
      </a:lvl5pPr>
      <a:lvl6pPr marL="1664077" algn="l" defTabSz="665630" rtl="0" eaLnBrk="1" latinLnBrk="0" hangingPunct="1">
        <a:defRPr sz="1300" kern="1200">
          <a:solidFill>
            <a:schemeClr val="tx1"/>
          </a:solidFill>
          <a:latin typeface="+mn-lt"/>
          <a:ea typeface="+mn-ea"/>
          <a:cs typeface="+mn-cs"/>
        </a:defRPr>
      </a:lvl6pPr>
      <a:lvl7pPr marL="1996892" algn="l" defTabSz="665630" rtl="0" eaLnBrk="1" latinLnBrk="0" hangingPunct="1">
        <a:defRPr sz="1300" kern="1200">
          <a:solidFill>
            <a:schemeClr val="tx1"/>
          </a:solidFill>
          <a:latin typeface="+mn-lt"/>
          <a:ea typeface="+mn-ea"/>
          <a:cs typeface="+mn-cs"/>
        </a:defRPr>
      </a:lvl7pPr>
      <a:lvl8pPr marL="2329708" algn="l" defTabSz="665630" rtl="0" eaLnBrk="1" latinLnBrk="0" hangingPunct="1">
        <a:defRPr sz="1300" kern="1200">
          <a:solidFill>
            <a:schemeClr val="tx1"/>
          </a:solidFill>
          <a:latin typeface="+mn-lt"/>
          <a:ea typeface="+mn-ea"/>
          <a:cs typeface="+mn-cs"/>
        </a:defRPr>
      </a:lvl8pPr>
      <a:lvl9pPr marL="2662523" algn="l" defTabSz="665630" rtl="0" eaLnBrk="1" latinLnBrk="0" hangingPunct="1">
        <a:defRPr sz="13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8" name="矩形 9"/>
          <p:cNvSpPr>
            <a:spLocks noChangeArrowheads="1"/>
          </p:cNvSpPr>
          <p:nvPr/>
        </p:nvSpPr>
        <p:spPr bwMode="auto">
          <a:xfrm>
            <a:off x="16946" y="6672198"/>
            <a:ext cx="531215" cy="158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6564" tIns="33281" rIns="66564" bIns="33281" anchor="b">
            <a:spAutoFit/>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algn="ctr" eaLnBrk="1" hangingPunct="1">
              <a:lnSpc>
                <a:spcPts val="732"/>
              </a:lnSpc>
            </a:pPr>
            <a:fld id="{2E787809-3B80-4DEB-B1A2-901269ED89F2}" type="slidenum">
              <a:rPr lang="en-US" altLang="zh-TW" sz="900">
                <a:ea typeface="微軟正黑體" pitchFamily="34" charset="-120"/>
              </a:rPr>
              <a:pPr algn="ctr" eaLnBrk="1" hangingPunct="1">
                <a:lnSpc>
                  <a:spcPts val="732"/>
                </a:lnSpc>
              </a:pPr>
              <a:t>‹#›</a:t>
            </a:fld>
            <a:endParaRPr lang="en-US" altLang="zh-TW" sz="900">
              <a:ea typeface="微軟正黑體" pitchFamily="34" charset="-120"/>
            </a:endParaRPr>
          </a:p>
        </p:txBody>
      </p:sp>
      <p:pic>
        <p:nvPicPr>
          <p:cNvPr id="2" name="Picture 2" descr="百利市-銀行活動">
            <a:extLst>
              <a:ext uri="{FF2B5EF4-FFF2-40B4-BE49-F238E27FC236}">
                <a16:creationId xmlns:a16="http://schemas.microsoft.com/office/drawing/2014/main" id="{E3EB0480-0F4B-4DDC-ADAA-2970993F632E}"/>
              </a:ext>
            </a:extLst>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1259530" y="6453336"/>
            <a:ext cx="868289" cy="347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22722"/>
      </p:ext>
    </p:extLst>
  </p:cSld>
  <p:clrMap bg1="lt1" tx1="dk1" bg2="lt2" tx2="dk2" accent1="accent1" accent2="accent2" accent3="accent3" accent4="accent4" accent5="accent5" accent6="accent6" hlink="hlink" folHlink="folHlink"/>
  <p:sldLayoutIdLst>
    <p:sldLayoutId id="2147484434" r:id="rId1"/>
    <p:sldLayoutId id="2147484435" r:id="rId2"/>
    <p:sldLayoutId id="2147484436" r:id="rId3"/>
    <p:sldLayoutId id="2147484437" r:id="rId4"/>
    <p:sldLayoutId id="2147484438" r:id="rId5"/>
    <p:sldLayoutId id="2147484446" r:id="rId6"/>
    <p:sldLayoutId id="2147484447" r:id="rId7"/>
    <p:sldLayoutId id="2147484448" r:id="rId8"/>
    <p:sldLayoutId id="2147484439" r:id="rId9"/>
    <p:sldLayoutId id="2147484440" r:id="rId10"/>
    <p:sldLayoutId id="2147484441" r:id="rId11"/>
    <p:sldLayoutId id="2147484442" r:id="rId12"/>
    <p:sldLayoutId id="2147484443" r:id="rId13"/>
    <p:sldLayoutId id="2147484444" r:id="rId14"/>
  </p:sldLayoutIdLst>
  <p:transition spd="med"/>
  <p:hf hdr="0"/>
  <p:txStyles>
    <p:titleStyle>
      <a:lvl1pPr algn="l" defTabSz="651255" rtl="0" eaLnBrk="1" fontAlgn="base" hangingPunct="1">
        <a:spcBef>
          <a:spcPct val="0"/>
        </a:spcBef>
        <a:spcAft>
          <a:spcPct val="0"/>
        </a:spcAft>
        <a:defRPr sz="1400" b="1">
          <a:solidFill>
            <a:schemeClr val="tx2"/>
          </a:solidFill>
          <a:latin typeface="+mj-lt"/>
          <a:ea typeface="+mj-ea"/>
          <a:cs typeface="+mj-cs"/>
        </a:defRPr>
      </a:lvl1pPr>
      <a:lvl2pPr algn="l" defTabSz="651255" rtl="0" eaLnBrk="1" fontAlgn="base" hangingPunct="1">
        <a:spcBef>
          <a:spcPct val="0"/>
        </a:spcBef>
        <a:spcAft>
          <a:spcPct val="0"/>
        </a:spcAft>
        <a:defRPr sz="1400" b="1">
          <a:solidFill>
            <a:schemeClr val="tx2"/>
          </a:solidFill>
          <a:latin typeface="Arial" charset="0"/>
        </a:defRPr>
      </a:lvl2pPr>
      <a:lvl3pPr algn="l" defTabSz="651255" rtl="0" eaLnBrk="1" fontAlgn="base" hangingPunct="1">
        <a:spcBef>
          <a:spcPct val="0"/>
        </a:spcBef>
        <a:spcAft>
          <a:spcPct val="0"/>
        </a:spcAft>
        <a:defRPr sz="1400" b="1">
          <a:solidFill>
            <a:schemeClr val="tx2"/>
          </a:solidFill>
          <a:latin typeface="Arial" charset="0"/>
        </a:defRPr>
      </a:lvl3pPr>
      <a:lvl4pPr algn="l" defTabSz="651255" rtl="0" eaLnBrk="1" fontAlgn="base" hangingPunct="1">
        <a:spcBef>
          <a:spcPct val="0"/>
        </a:spcBef>
        <a:spcAft>
          <a:spcPct val="0"/>
        </a:spcAft>
        <a:defRPr sz="1400" b="1">
          <a:solidFill>
            <a:schemeClr val="tx2"/>
          </a:solidFill>
          <a:latin typeface="Arial" charset="0"/>
        </a:defRPr>
      </a:lvl4pPr>
      <a:lvl5pPr algn="l" defTabSz="651255" rtl="0" eaLnBrk="1" fontAlgn="base" hangingPunct="1">
        <a:spcBef>
          <a:spcPct val="0"/>
        </a:spcBef>
        <a:spcAft>
          <a:spcPct val="0"/>
        </a:spcAft>
        <a:defRPr sz="1400" b="1">
          <a:solidFill>
            <a:schemeClr val="tx2"/>
          </a:solidFill>
          <a:latin typeface="Arial" charset="0"/>
        </a:defRPr>
      </a:lvl5pPr>
      <a:lvl6pPr marL="332816" algn="l" defTabSz="651764" rtl="0" eaLnBrk="1" fontAlgn="base" hangingPunct="1">
        <a:spcBef>
          <a:spcPct val="0"/>
        </a:spcBef>
        <a:spcAft>
          <a:spcPct val="0"/>
        </a:spcAft>
        <a:defRPr sz="1400" b="1">
          <a:solidFill>
            <a:schemeClr val="tx2"/>
          </a:solidFill>
          <a:latin typeface="Arial" charset="0"/>
        </a:defRPr>
      </a:lvl6pPr>
      <a:lvl7pPr marL="665630" algn="l" defTabSz="651764" rtl="0" eaLnBrk="1" fontAlgn="base" hangingPunct="1">
        <a:spcBef>
          <a:spcPct val="0"/>
        </a:spcBef>
        <a:spcAft>
          <a:spcPct val="0"/>
        </a:spcAft>
        <a:defRPr sz="1400" b="1">
          <a:solidFill>
            <a:schemeClr val="tx2"/>
          </a:solidFill>
          <a:latin typeface="Arial" charset="0"/>
        </a:defRPr>
      </a:lvl7pPr>
      <a:lvl8pPr marL="998446" algn="l" defTabSz="651764" rtl="0" eaLnBrk="1" fontAlgn="base" hangingPunct="1">
        <a:spcBef>
          <a:spcPct val="0"/>
        </a:spcBef>
        <a:spcAft>
          <a:spcPct val="0"/>
        </a:spcAft>
        <a:defRPr sz="1400" b="1">
          <a:solidFill>
            <a:schemeClr val="tx2"/>
          </a:solidFill>
          <a:latin typeface="Arial" charset="0"/>
        </a:defRPr>
      </a:lvl8pPr>
      <a:lvl9pPr marL="1331262" algn="l" defTabSz="651764" rtl="0" eaLnBrk="1" fontAlgn="base" hangingPunct="1">
        <a:spcBef>
          <a:spcPct val="0"/>
        </a:spcBef>
        <a:spcAft>
          <a:spcPct val="0"/>
        </a:spcAft>
        <a:defRPr sz="1400" b="1">
          <a:solidFill>
            <a:schemeClr val="tx2"/>
          </a:solidFill>
          <a:latin typeface="Arial" charset="0"/>
        </a:defRPr>
      </a:lvl9pPr>
    </p:titleStyle>
    <p:bodyStyle>
      <a:lvl1pPr marL="244645" indent="-244645" algn="l" defTabSz="651255" rtl="0" eaLnBrk="1" fontAlgn="base" hangingPunct="1">
        <a:spcBef>
          <a:spcPct val="0"/>
        </a:spcBef>
        <a:spcAft>
          <a:spcPct val="0"/>
        </a:spcAft>
        <a:buSzPct val="120000"/>
        <a:defRPr sz="1100">
          <a:solidFill>
            <a:schemeClr val="tx1"/>
          </a:solidFill>
          <a:latin typeface="+mn-lt"/>
          <a:ea typeface="+mn-ea"/>
          <a:cs typeface="+mn-cs"/>
        </a:defRPr>
      </a:lvl1pPr>
      <a:lvl2pPr marL="104201" indent="-103069" algn="l" defTabSz="651255" rtl="0" eaLnBrk="1" fontAlgn="base" hangingPunct="1">
        <a:spcBef>
          <a:spcPct val="0"/>
        </a:spcBef>
        <a:spcAft>
          <a:spcPct val="0"/>
        </a:spcAft>
        <a:buSzPct val="120000"/>
        <a:buChar char="•"/>
        <a:defRPr sz="1100">
          <a:solidFill>
            <a:schemeClr val="tx1"/>
          </a:solidFill>
          <a:latin typeface="+mn-lt"/>
          <a:ea typeface="+mn-ea"/>
        </a:defRPr>
      </a:lvl2pPr>
      <a:lvl3pPr marL="214065" indent="-107598" algn="l" defTabSz="651255" rtl="0" eaLnBrk="1" fontAlgn="base" hangingPunct="1">
        <a:spcBef>
          <a:spcPct val="0"/>
        </a:spcBef>
        <a:spcAft>
          <a:spcPct val="0"/>
        </a:spcAft>
        <a:buChar char="–"/>
        <a:defRPr sz="1100">
          <a:solidFill>
            <a:schemeClr val="tx1"/>
          </a:solidFill>
          <a:latin typeface="+mn-lt"/>
          <a:ea typeface="+mn-ea"/>
        </a:defRPr>
      </a:lvl3pPr>
      <a:lvl4pPr marL="313735" indent="-97407" algn="l" defTabSz="651255" rtl="0" eaLnBrk="1" fontAlgn="base" hangingPunct="1">
        <a:spcBef>
          <a:spcPct val="0"/>
        </a:spcBef>
        <a:spcAft>
          <a:spcPct val="0"/>
        </a:spcAft>
        <a:buSzPct val="89000"/>
        <a:buChar char="•"/>
        <a:defRPr sz="1100">
          <a:solidFill>
            <a:schemeClr val="tx1"/>
          </a:solidFill>
          <a:latin typeface="+mn-lt"/>
          <a:ea typeface="+mn-ea"/>
        </a:defRPr>
      </a:lvl4pPr>
      <a:lvl5pPr marL="423598" indent="-107598" algn="l" defTabSz="651255" rtl="0" eaLnBrk="1" fontAlgn="base" hangingPunct="1">
        <a:spcBef>
          <a:spcPct val="0"/>
        </a:spcBef>
        <a:spcAft>
          <a:spcPct val="0"/>
        </a:spcAft>
        <a:buSzPct val="75000"/>
        <a:buChar char="–"/>
        <a:defRPr sz="1100">
          <a:solidFill>
            <a:schemeClr val="tx1"/>
          </a:solidFill>
          <a:latin typeface="+mn-lt"/>
          <a:ea typeface="+mn-ea"/>
        </a:defRPr>
      </a:lvl5pPr>
      <a:lvl6pPr marL="756924" indent="-108627" algn="l" defTabSz="651764" rtl="0" eaLnBrk="1" fontAlgn="base" hangingPunct="1">
        <a:spcBef>
          <a:spcPct val="0"/>
        </a:spcBef>
        <a:spcAft>
          <a:spcPct val="0"/>
        </a:spcAft>
        <a:buSzPct val="75000"/>
        <a:buChar char="–"/>
        <a:defRPr sz="1100">
          <a:solidFill>
            <a:schemeClr val="tx1"/>
          </a:solidFill>
          <a:latin typeface="+mn-lt"/>
          <a:ea typeface="+mn-ea"/>
        </a:defRPr>
      </a:lvl6pPr>
      <a:lvl7pPr marL="1089739" indent="-108627" algn="l" defTabSz="651764" rtl="0" eaLnBrk="1" fontAlgn="base" hangingPunct="1">
        <a:spcBef>
          <a:spcPct val="0"/>
        </a:spcBef>
        <a:spcAft>
          <a:spcPct val="0"/>
        </a:spcAft>
        <a:buSzPct val="75000"/>
        <a:buChar char="–"/>
        <a:defRPr sz="1100">
          <a:solidFill>
            <a:schemeClr val="tx1"/>
          </a:solidFill>
          <a:latin typeface="+mn-lt"/>
          <a:ea typeface="+mn-ea"/>
        </a:defRPr>
      </a:lvl7pPr>
      <a:lvl8pPr marL="1422555" indent="-108627" algn="l" defTabSz="651764" rtl="0" eaLnBrk="1" fontAlgn="base" hangingPunct="1">
        <a:spcBef>
          <a:spcPct val="0"/>
        </a:spcBef>
        <a:spcAft>
          <a:spcPct val="0"/>
        </a:spcAft>
        <a:buSzPct val="75000"/>
        <a:buChar char="–"/>
        <a:defRPr sz="1100">
          <a:solidFill>
            <a:schemeClr val="tx1"/>
          </a:solidFill>
          <a:latin typeface="+mn-lt"/>
          <a:ea typeface="+mn-ea"/>
        </a:defRPr>
      </a:lvl8pPr>
      <a:lvl9pPr marL="1755371" indent="-108627" algn="l" defTabSz="651764" rtl="0" eaLnBrk="1" fontAlgn="base" hangingPunct="1">
        <a:spcBef>
          <a:spcPct val="0"/>
        </a:spcBef>
        <a:spcAft>
          <a:spcPct val="0"/>
        </a:spcAft>
        <a:buSzPct val="75000"/>
        <a:buChar char="–"/>
        <a:defRPr sz="1100">
          <a:solidFill>
            <a:schemeClr val="tx1"/>
          </a:solidFill>
          <a:latin typeface="+mn-lt"/>
          <a:ea typeface="+mn-ea"/>
        </a:defRPr>
      </a:lvl9pPr>
    </p:bodyStyle>
    <p:otherStyle>
      <a:defPPr>
        <a:defRPr lang="zh-TW"/>
      </a:defPPr>
      <a:lvl1pPr marL="0" algn="l" defTabSz="665630" rtl="0" eaLnBrk="1" latinLnBrk="0" hangingPunct="1">
        <a:defRPr sz="1300" kern="1200">
          <a:solidFill>
            <a:schemeClr val="tx1"/>
          </a:solidFill>
          <a:latin typeface="+mn-lt"/>
          <a:ea typeface="+mn-ea"/>
          <a:cs typeface="+mn-cs"/>
        </a:defRPr>
      </a:lvl1pPr>
      <a:lvl2pPr marL="332816" algn="l" defTabSz="665630" rtl="0" eaLnBrk="1" latinLnBrk="0" hangingPunct="1">
        <a:defRPr sz="1300" kern="1200">
          <a:solidFill>
            <a:schemeClr val="tx1"/>
          </a:solidFill>
          <a:latin typeface="+mn-lt"/>
          <a:ea typeface="+mn-ea"/>
          <a:cs typeface="+mn-cs"/>
        </a:defRPr>
      </a:lvl2pPr>
      <a:lvl3pPr marL="665630" algn="l" defTabSz="665630" rtl="0" eaLnBrk="1" latinLnBrk="0" hangingPunct="1">
        <a:defRPr sz="1300" kern="1200">
          <a:solidFill>
            <a:schemeClr val="tx1"/>
          </a:solidFill>
          <a:latin typeface="+mn-lt"/>
          <a:ea typeface="+mn-ea"/>
          <a:cs typeface="+mn-cs"/>
        </a:defRPr>
      </a:lvl3pPr>
      <a:lvl4pPr marL="998446" algn="l" defTabSz="665630" rtl="0" eaLnBrk="1" latinLnBrk="0" hangingPunct="1">
        <a:defRPr sz="1300" kern="1200">
          <a:solidFill>
            <a:schemeClr val="tx1"/>
          </a:solidFill>
          <a:latin typeface="+mn-lt"/>
          <a:ea typeface="+mn-ea"/>
          <a:cs typeface="+mn-cs"/>
        </a:defRPr>
      </a:lvl4pPr>
      <a:lvl5pPr marL="1331262" algn="l" defTabSz="665630" rtl="0" eaLnBrk="1" latinLnBrk="0" hangingPunct="1">
        <a:defRPr sz="1300" kern="1200">
          <a:solidFill>
            <a:schemeClr val="tx1"/>
          </a:solidFill>
          <a:latin typeface="+mn-lt"/>
          <a:ea typeface="+mn-ea"/>
          <a:cs typeface="+mn-cs"/>
        </a:defRPr>
      </a:lvl5pPr>
      <a:lvl6pPr marL="1664077" algn="l" defTabSz="665630" rtl="0" eaLnBrk="1" latinLnBrk="0" hangingPunct="1">
        <a:defRPr sz="1300" kern="1200">
          <a:solidFill>
            <a:schemeClr val="tx1"/>
          </a:solidFill>
          <a:latin typeface="+mn-lt"/>
          <a:ea typeface="+mn-ea"/>
          <a:cs typeface="+mn-cs"/>
        </a:defRPr>
      </a:lvl6pPr>
      <a:lvl7pPr marL="1996892" algn="l" defTabSz="665630" rtl="0" eaLnBrk="1" latinLnBrk="0" hangingPunct="1">
        <a:defRPr sz="1300" kern="1200">
          <a:solidFill>
            <a:schemeClr val="tx1"/>
          </a:solidFill>
          <a:latin typeface="+mn-lt"/>
          <a:ea typeface="+mn-ea"/>
          <a:cs typeface="+mn-cs"/>
        </a:defRPr>
      </a:lvl7pPr>
      <a:lvl8pPr marL="2329708" algn="l" defTabSz="665630" rtl="0" eaLnBrk="1" latinLnBrk="0" hangingPunct="1">
        <a:defRPr sz="1300" kern="1200">
          <a:solidFill>
            <a:schemeClr val="tx1"/>
          </a:solidFill>
          <a:latin typeface="+mn-lt"/>
          <a:ea typeface="+mn-ea"/>
          <a:cs typeface="+mn-cs"/>
        </a:defRPr>
      </a:lvl8pPr>
      <a:lvl9pPr marL="2662523" algn="l" defTabSz="665630"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L="524735" indent="-524735"/>
            <a:r>
              <a:rPr lang="zh-TW" altLang="en-US" dirty="0"/>
              <a:t>雲適性評估</a:t>
            </a:r>
          </a:p>
        </p:txBody>
      </p:sp>
      <p:sp>
        <p:nvSpPr>
          <p:cNvPr id="3" name="文字方塊 2">
            <a:extLst>
              <a:ext uri="{FF2B5EF4-FFF2-40B4-BE49-F238E27FC236}">
                <a16:creationId xmlns:a16="http://schemas.microsoft.com/office/drawing/2014/main" id="{5AAE6FCD-7354-66FD-9B36-2B3948CCE8CC}"/>
              </a:ext>
            </a:extLst>
          </p:cNvPr>
          <p:cNvSpPr txBox="1"/>
          <p:nvPr/>
        </p:nvSpPr>
        <p:spPr>
          <a:xfrm>
            <a:off x="9911629" y="46267"/>
            <a:ext cx="2278783" cy="600164"/>
          </a:xfrm>
          <a:prstGeom prst="rect">
            <a:avLst/>
          </a:prstGeom>
          <a:noFill/>
        </p:spPr>
        <p:txBody>
          <a:bodyPr wrap="square" rtlCol="0">
            <a:spAutoFit/>
          </a:bodyPr>
          <a:lstStyle/>
          <a:p>
            <a:r>
              <a:rPr lang="en-US" altLang="zh-TW" sz="1100" dirty="0">
                <a:latin typeface="Calibri" panose="020F0502020204030204" pitchFamily="34" charset="0"/>
                <a:ea typeface="標楷體" panose="03000509000000000000" pitchFamily="65" charset="-120"/>
                <a:cs typeface="Calibri" panose="020F0502020204030204" pitchFamily="34" charset="0"/>
              </a:rPr>
              <a:t>[</a:t>
            </a:r>
            <a:r>
              <a:rPr lang="zh-TW" altLang="en-US" sz="1100" dirty="0">
                <a:latin typeface="Calibri" panose="020F0502020204030204" pitchFamily="34" charset="0"/>
                <a:ea typeface="標楷體" panose="03000509000000000000" pitchFamily="65" charset="-120"/>
                <a:cs typeface="Calibri" panose="020F0502020204030204" pitchFamily="34" charset="0"/>
              </a:rPr>
              <a:t>條件</a:t>
            </a:r>
            <a:r>
              <a:rPr lang="en-US" altLang="zh-TW" sz="1100" dirty="0">
                <a:latin typeface="Calibri" panose="020F0502020204030204" pitchFamily="34" charset="0"/>
                <a:ea typeface="標楷體" panose="03000509000000000000" pitchFamily="65" charset="-120"/>
                <a:cs typeface="Calibri" panose="020F0502020204030204" pitchFamily="34" charset="0"/>
              </a:rPr>
              <a:t>]</a:t>
            </a:r>
          </a:p>
          <a:p>
            <a:pPr algn="just"/>
            <a:r>
              <a:rPr lang="zh-TW" altLang="en-US" sz="1100" dirty="0">
                <a:latin typeface="Calibri" panose="020F0502020204030204" pitchFamily="34" charset="0"/>
                <a:ea typeface="標楷體" panose="03000509000000000000" pitchFamily="65" charset="-120"/>
                <a:cs typeface="Calibri" panose="020F0502020204030204" pitchFamily="34" charset="0"/>
              </a:rPr>
              <a:t>軟硬體設備增購、架構重大調整或全新建置時，應進行雲適性評估</a:t>
            </a:r>
          </a:p>
        </p:txBody>
      </p:sp>
      <p:graphicFrame>
        <p:nvGraphicFramePr>
          <p:cNvPr id="4" name="表格 3">
            <a:extLst>
              <a:ext uri="{FF2B5EF4-FFF2-40B4-BE49-F238E27FC236}">
                <a16:creationId xmlns:a16="http://schemas.microsoft.com/office/drawing/2014/main" id="{6A22D829-0E64-FFC2-6E48-33FF143E298C}"/>
              </a:ext>
            </a:extLst>
          </p:cNvPr>
          <p:cNvGraphicFramePr>
            <a:graphicFrameLocks noGrp="1"/>
          </p:cNvGraphicFramePr>
          <p:nvPr>
            <p:extLst>
              <p:ext uri="{D42A27DB-BD31-4B8C-83A1-F6EECF244321}">
                <p14:modId xmlns:p14="http://schemas.microsoft.com/office/powerpoint/2010/main" val="3898189832"/>
              </p:ext>
            </p:extLst>
          </p:nvPr>
        </p:nvGraphicFramePr>
        <p:xfrm>
          <a:off x="190550" y="832019"/>
          <a:ext cx="11881321" cy="2666382"/>
        </p:xfrm>
        <a:graphic>
          <a:graphicData uri="http://schemas.openxmlformats.org/drawingml/2006/table">
            <a:tbl>
              <a:tblPr/>
              <a:tblGrid>
                <a:gridCol w="1224136">
                  <a:extLst>
                    <a:ext uri="{9D8B030D-6E8A-4147-A177-3AD203B41FA5}">
                      <a16:colId xmlns:a16="http://schemas.microsoft.com/office/drawing/2014/main" val="2578881589"/>
                    </a:ext>
                  </a:extLst>
                </a:gridCol>
                <a:gridCol w="720080">
                  <a:extLst>
                    <a:ext uri="{9D8B030D-6E8A-4147-A177-3AD203B41FA5}">
                      <a16:colId xmlns:a16="http://schemas.microsoft.com/office/drawing/2014/main" val="2280598523"/>
                    </a:ext>
                  </a:extLst>
                </a:gridCol>
                <a:gridCol w="720080">
                  <a:extLst>
                    <a:ext uri="{9D8B030D-6E8A-4147-A177-3AD203B41FA5}">
                      <a16:colId xmlns:a16="http://schemas.microsoft.com/office/drawing/2014/main" val="645903716"/>
                    </a:ext>
                  </a:extLst>
                </a:gridCol>
                <a:gridCol w="2880320">
                  <a:extLst>
                    <a:ext uri="{9D8B030D-6E8A-4147-A177-3AD203B41FA5}">
                      <a16:colId xmlns:a16="http://schemas.microsoft.com/office/drawing/2014/main" val="2723199412"/>
                    </a:ext>
                  </a:extLst>
                </a:gridCol>
                <a:gridCol w="936104">
                  <a:extLst>
                    <a:ext uri="{9D8B030D-6E8A-4147-A177-3AD203B41FA5}">
                      <a16:colId xmlns:a16="http://schemas.microsoft.com/office/drawing/2014/main" val="3815007272"/>
                    </a:ext>
                  </a:extLst>
                </a:gridCol>
                <a:gridCol w="576064">
                  <a:extLst>
                    <a:ext uri="{9D8B030D-6E8A-4147-A177-3AD203B41FA5}">
                      <a16:colId xmlns:a16="http://schemas.microsoft.com/office/drawing/2014/main" val="3157112975"/>
                    </a:ext>
                  </a:extLst>
                </a:gridCol>
                <a:gridCol w="576064">
                  <a:extLst>
                    <a:ext uri="{9D8B030D-6E8A-4147-A177-3AD203B41FA5}">
                      <a16:colId xmlns:a16="http://schemas.microsoft.com/office/drawing/2014/main" val="2509131032"/>
                    </a:ext>
                  </a:extLst>
                </a:gridCol>
                <a:gridCol w="648072">
                  <a:extLst>
                    <a:ext uri="{9D8B030D-6E8A-4147-A177-3AD203B41FA5}">
                      <a16:colId xmlns:a16="http://schemas.microsoft.com/office/drawing/2014/main" val="3816143125"/>
                    </a:ext>
                  </a:extLst>
                </a:gridCol>
                <a:gridCol w="1152128">
                  <a:extLst>
                    <a:ext uri="{9D8B030D-6E8A-4147-A177-3AD203B41FA5}">
                      <a16:colId xmlns:a16="http://schemas.microsoft.com/office/drawing/2014/main" val="2242317364"/>
                    </a:ext>
                  </a:extLst>
                </a:gridCol>
                <a:gridCol w="1368152">
                  <a:extLst>
                    <a:ext uri="{9D8B030D-6E8A-4147-A177-3AD203B41FA5}">
                      <a16:colId xmlns:a16="http://schemas.microsoft.com/office/drawing/2014/main" val="1859327443"/>
                    </a:ext>
                  </a:extLst>
                </a:gridCol>
                <a:gridCol w="1080121">
                  <a:extLst>
                    <a:ext uri="{9D8B030D-6E8A-4147-A177-3AD203B41FA5}">
                      <a16:colId xmlns:a16="http://schemas.microsoft.com/office/drawing/2014/main" val="3640953331"/>
                    </a:ext>
                  </a:extLst>
                </a:gridCol>
              </a:tblGrid>
              <a:tr h="1252519">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說明業務情境與目的，若有多種業務情境及目的，請協助列點說明，若業務端有未來業務情境規劃，也請協助列出，作為後續整體評估依據。</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說明業務包含範圍</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a:solidFill>
                            <a:srgbClr val="000000"/>
                          </a:solidFill>
                          <a:effectLst/>
                          <a:latin typeface="微軟正黑體" panose="020B0604030504040204" pitchFamily="34" charset="-120"/>
                          <a:ea typeface="微軟正黑體" panose="020B0604030504040204" pitchFamily="34" charset="-120"/>
                        </a:rPr>
                        <a:t>說明業務主要類型</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1.</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核心業務系統（直接支持關鍵業務流程，如財務、訂單處理，停機影響收入或客戶滿意度）</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2.</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重要輔助系統（支持次要業務流程，如內部報表、人力資源管理，停機有影響但可容忍）</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3.</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一般業務系統（日常運營支援，如郵件系統，影響有限）</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4.</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次要系統（非業務核心，如測試環境，停機無重大影響）</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5.</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非必要系統（可棄用或極少使用，如舊檔案系統）</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a:solidFill>
                            <a:srgbClr val="000000"/>
                          </a:solidFill>
                          <a:effectLst/>
                          <a:latin typeface="微軟正黑體" panose="020B0604030504040204" pitchFamily="34" charset="-120"/>
                          <a:ea typeface="微軟正黑體" panose="020B0604030504040204" pitchFamily="34" charset="-120"/>
                        </a:rPr>
                        <a:t>請說明系統服務之對象。若需特別說明，請補充於業務目的說明欄位</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請提供使用此應用系統的用戶量</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請說明是否含個資儲存</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a:solidFill>
                            <a:srgbClr val="000000"/>
                          </a:solidFill>
                          <a:effectLst/>
                          <a:latin typeface="微軟正黑體" panose="020B0604030504040204" pitchFamily="34" charset="-120"/>
                          <a:ea typeface="微軟正黑體" panose="020B0604030504040204" pitchFamily="34" charset="-120"/>
                        </a:rPr>
                        <a:t>請說明含個資數據的範圍</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請分別以基本資料、特種資料、帳戶資料、信用資料等舉例說明。若無個資，請填 無個資。</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請說明個資是否有作去識別化儲存</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請說明個資是否有加密儲存</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920503884"/>
                  </a:ext>
                </a:extLst>
              </a:tr>
              <a:tr h="238807">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業務目的說明</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業務範圍</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業務類型</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系統基本資訊說明</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用戶類型</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系統用戶數</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是否有個資</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個資範圍</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個資欄位說明</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個資是否有去識別化儲存</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個資是否有加密儲存</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3057217130"/>
                  </a:ext>
                </a:extLst>
              </a:tr>
              <a:tr h="238807">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作為內部一站式的公開資料蒐集整合者，</a:t>
                      </a: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提升資料蒐集效率與決策品質，累積公司知識資產以釋放高價值人力。</a:t>
                      </a:r>
                      <a:endPar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國內外、金銀證皆可用</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BU</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蒐集外部資料</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endPar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重要輔助系統</a:t>
                      </a:r>
                      <a:endPar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endPar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僅內部同仁</a:t>
                      </a:r>
                      <a:endParaRPr lang="zh-TW" altLang="en-US" sz="1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目前近兩百人，用戶數不設限</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1000" b="1" i="0" u="none" strike="noStrike" dirty="0">
                          <a:solidFill>
                            <a:srgbClr val="000000"/>
                          </a:solidFill>
                          <a:effectLst/>
                          <a:latin typeface="微軟正黑體" panose="020B0604030504040204" pitchFamily="34" charset="-120"/>
                          <a:ea typeface="微軟正黑體" panose="020B0604030504040204" pitchFamily="34" charset="-120"/>
                        </a:rPr>
                        <a:t>無</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65630" rtl="0" eaLnBrk="1" fontAlgn="ctr" latinLnBrk="0" hangingPunct="1">
                        <a:lnSpc>
                          <a:spcPct val="100000"/>
                        </a:lnSpc>
                        <a:spcBef>
                          <a:spcPts val="0"/>
                        </a:spcBef>
                        <a:spcAft>
                          <a:spcPts val="0"/>
                        </a:spcAft>
                        <a:buClrTx/>
                        <a:buSzTx/>
                        <a:buFontTx/>
                        <a:buNone/>
                        <a:tabLst/>
                        <a:defRPr/>
                      </a:pPr>
                      <a:r>
                        <a:rPr lang="en-US" altLang="zh-TW" sz="1000" b="1" i="0" u="none" strike="noStrike" dirty="0">
                          <a:solidFill>
                            <a:srgbClr val="000000"/>
                          </a:solidFill>
                          <a:effectLst/>
                          <a:latin typeface="微軟正黑體" panose="020B0604030504040204" pitchFamily="34" charset="-120"/>
                          <a:ea typeface="微軟正黑體" panose="020B0604030504040204" pitchFamily="34" charset="-120"/>
                        </a:rPr>
                        <a:t>-</a:t>
                      </a:r>
                      <a:endParaRPr lang="zh-TW" altLang="en-US" sz="1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65630" rtl="0" eaLnBrk="1" fontAlgn="ctr" latinLnBrk="0" hangingPunct="1">
                        <a:lnSpc>
                          <a:spcPct val="100000"/>
                        </a:lnSpc>
                        <a:spcBef>
                          <a:spcPts val="0"/>
                        </a:spcBef>
                        <a:spcAft>
                          <a:spcPts val="0"/>
                        </a:spcAft>
                        <a:buClrTx/>
                        <a:buSzTx/>
                        <a:buFontTx/>
                        <a:buNone/>
                        <a:tabLst/>
                        <a:defRPr/>
                      </a:pPr>
                      <a:r>
                        <a:rPr lang="en-US" altLang="zh-TW" sz="1000" b="1" i="0" u="none" strike="noStrike" dirty="0">
                          <a:solidFill>
                            <a:srgbClr val="000000"/>
                          </a:solidFill>
                          <a:effectLst/>
                          <a:latin typeface="微軟正黑體" panose="020B0604030504040204" pitchFamily="34" charset="-120"/>
                          <a:ea typeface="微軟正黑體" panose="020B0604030504040204" pitchFamily="34" charset="-120"/>
                        </a:rPr>
                        <a:t>-</a:t>
                      </a:r>
                      <a:endParaRPr lang="zh-TW" altLang="en-US" sz="1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TW" sz="1000" b="1" i="0" u="none" strike="noStrike" dirty="0">
                          <a:solidFill>
                            <a:srgbClr val="000000"/>
                          </a:solidFill>
                          <a:effectLst/>
                          <a:latin typeface="微軟正黑體" panose="020B0604030504040204" pitchFamily="34" charset="-120"/>
                          <a:ea typeface="微軟正黑體" panose="020B0604030504040204" pitchFamily="34" charset="-120"/>
                        </a:rPr>
                        <a:t>-</a:t>
                      </a:r>
                      <a:endParaRPr lang="zh-TW" altLang="en-US" sz="1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TW" sz="1000" b="1" i="0" u="none" strike="noStrike" dirty="0">
                          <a:solidFill>
                            <a:srgbClr val="000000"/>
                          </a:solidFill>
                          <a:effectLst/>
                          <a:latin typeface="微軟正黑體" panose="020B0604030504040204" pitchFamily="34" charset="-120"/>
                          <a:ea typeface="微軟正黑體" panose="020B0604030504040204" pitchFamily="34" charset="-120"/>
                        </a:rPr>
                        <a:t>-</a:t>
                      </a:r>
                      <a:endParaRPr lang="zh-TW" altLang="en-US" sz="1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37936964"/>
                  </a:ext>
                </a:extLst>
              </a:tr>
            </a:tbl>
          </a:graphicData>
        </a:graphic>
      </p:graphicFrame>
      <p:graphicFrame>
        <p:nvGraphicFramePr>
          <p:cNvPr id="5" name="表格 4">
            <a:extLst>
              <a:ext uri="{FF2B5EF4-FFF2-40B4-BE49-F238E27FC236}">
                <a16:creationId xmlns:a16="http://schemas.microsoft.com/office/drawing/2014/main" id="{4AA8387D-2FB4-6978-F7F3-A9ECA5A23BB7}"/>
              </a:ext>
            </a:extLst>
          </p:cNvPr>
          <p:cNvGraphicFramePr>
            <a:graphicFrameLocks noGrp="1"/>
          </p:cNvGraphicFramePr>
          <p:nvPr>
            <p:extLst>
              <p:ext uri="{D42A27DB-BD31-4B8C-83A1-F6EECF244321}">
                <p14:modId xmlns:p14="http://schemas.microsoft.com/office/powerpoint/2010/main" val="3243650682"/>
              </p:ext>
            </p:extLst>
          </p:nvPr>
        </p:nvGraphicFramePr>
        <p:xfrm>
          <a:off x="190550" y="3645024"/>
          <a:ext cx="11881320" cy="2818782"/>
        </p:xfrm>
        <a:graphic>
          <a:graphicData uri="http://schemas.openxmlformats.org/drawingml/2006/table">
            <a:tbl>
              <a:tblPr/>
              <a:tblGrid>
                <a:gridCol w="1850799">
                  <a:extLst>
                    <a:ext uri="{9D8B030D-6E8A-4147-A177-3AD203B41FA5}">
                      <a16:colId xmlns:a16="http://schemas.microsoft.com/office/drawing/2014/main" val="2575353526"/>
                    </a:ext>
                  </a:extLst>
                </a:gridCol>
                <a:gridCol w="1581226">
                  <a:extLst>
                    <a:ext uri="{9D8B030D-6E8A-4147-A177-3AD203B41FA5}">
                      <a16:colId xmlns:a16="http://schemas.microsoft.com/office/drawing/2014/main" val="4284705586"/>
                    </a:ext>
                  </a:extLst>
                </a:gridCol>
                <a:gridCol w="2076113">
                  <a:extLst>
                    <a:ext uri="{9D8B030D-6E8A-4147-A177-3AD203B41FA5}">
                      <a16:colId xmlns:a16="http://schemas.microsoft.com/office/drawing/2014/main" val="319794349"/>
                    </a:ext>
                  </a:extLst>
                </a:gridCol>
                <a:gridCol w="1705954">
                  <a:extLst>
                    <a:ext uri="{9D8B030D-6E8A-4147-A177-3AD203B41FA5}">
                      <a16:colId xmlns:a16="http://schemas.microsoft.com/office/drawing/2014/main" val="2163566380"/>
                    </a:ext>
                  </a:extLst>
                </a:gridCol>
                <a:gridCol w="2043924">
                  <a:extLst>
                    <a:ext uri="{9D8B030D-6E8A-4147-A177-3AD203B41FA5}">
                      <a16:colId xmlns:a16="http://schemas.microsoft.com/office/drawing/2014/main" val="3683638272"/>
                    </a:ext>
                  </a:extLst>
                </a:gridCol>
                <a:gridCol w="2623304">
                  <a:extLst>
                    <a:ext uri="{9D8B030D-6E8A-4147-A177-3AD203B41FA5}">
                      <a16:colId xmlns:a16="http://schemas.microsoft.com/office/drawing/2014/main" val="3056431330"/>
                    </a:ext>
                  </a:extLst>
                </a:gridCol>
              </a:tblGrid>
              <a:tr h="1252519">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請說明與其他系統整合資訊或相依性說明。如</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 </a:t>
                      </a:r>
                      <a:b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 1 -&gt; AP2 </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代表</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AP2 </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提供</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API</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給 </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AP1</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使用。</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AP1 -&gt; DB2 (</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批次</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即時</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 </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代表 </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AP1</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會批次</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即時使用</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DB2 </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DB1&lt;-&gt;DB2 </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代表適用</a:t>
                      </a:r>
                      <a:r>
                        <a:rPr lang="en-US" altLang="zh-TW" sz="1000" b="0" i="0" u="none" strike="noStrike" dirty="0" err="1">
                          <a:solidFill>
                            <a:srgbClr val="000000"/>
                          </a:solidFill>
                          <a:effectLst/>
                          <a:latin typeface="微軟正黑體" panose="020B0604030504040204" pitchFamily="34" charset="-120"/>
                          <a:ea typeface="微軟正黑體" panose="020B0604030504040204" pitchFamily="34" charset="-120"/>
                        </a:rPr>
                        <a:t>LinkServer</a:t>
                      </a:r>
                      <a:b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DB1 -&gt; DB2 </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代表</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DB1</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拋檔給</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DB2</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情境</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請依系統架構、軟體、開發工具框架、應用系統服務複雜度、業務使用場景、資料運用處理等面向，進行使用雲端適用性評估說明</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1.</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請具體說明可行性評估原因，如有現成雲端解決方案可以使用，或可以運用既有雲端服務進行某些功能實作等。</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2.</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以</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PaaS/SaaS</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應用為主，</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IaaS</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為輔</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3.</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範圍可以詳細說明如 </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Web</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GPU</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資源、行銷活動、批次作業或其他功能等</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4. </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若評估無法上雲，也請具體說明評估不可行的原因。</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說明若系統具潛在上雲可以產生的效益說明。如解決痛點，可以動態擴容解決硬體資源不足問題，可以減少資源閒置問題，可以動態擴展資源，可以調整為現代化架構，可以更容易擴展新功能、專注應用系統本身架構功能、可以支持新業務場景等等</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。若無，請填 無。</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請說明不適合上雲的評估具體原因。如系統穩定，無新功能需求、系統已進入不維護模式、系統剛更調整、系統綁特殊硬體、系統開發架構老舊、系統即時性要求高等。若無，請填 無。</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說明若系統上雲會遭遇的上雲障礙並舉實例說明。如相依系統過多，系統架構需調整、系統需大幅調整、倚賴軟體無雲端相容版本、無雲端架構能力、對雲端各項服務不熟悉、現行廠商無雲端導入能力、系統間的資料傳輸量大、雲端</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SLA</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保證、硬體相依等。</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920503884"/>
                  </a:ext>
                </a:extLst>
              </a:tr>
              <a:tr h="238807">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系統整合及相依性說明</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上雲可行性自我評估</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可行性評估方案與範圍說明</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可產生效益說明</a:t>
                      </a:r>
                      <a:endPar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含解決痛點</a:t>
                      </a: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上雲無法產生效益原因說明</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上雲障礙評估說明</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extLst>
                  <a:ext uri="{0D108BD9-81ED-4DB2-BD59-A6C34878D82A}">
                    <a16:rowId xmlns:a16="http://schemas.microsoft.com/office/drawing/2014/main" val="3057217130"/>
                  </a:ext>
                </a:extLst>
              </a:tr>
              <a:tr h="238807">
                <a:tc>
                  <a:txBody>
                    <a:bodyPr/>
                    <a:lstStyle/>
                    <a:p>
                      <a:pPr algn="ctr" fontAlgn="ctr"/>
                      <a:endParaRPr lang="zh-TW" altLang="en-US" sz="1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zh-TW" altLang="en-US" sz="1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altLang="zh-TW" sz="1000" b="1"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endParaRPr lang="en-US" altLang="zh-TW" sz="1000" b="1"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endParaRPr lang="en-US" altLang="zh-TW" sz="1000" b="1"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endParaRPr lang="en-US" altLang="zh-TW" sz="1000" b="1"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endParaRPr lang="en-US" altLang="zh-TW" sz="1000" b="1"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endParaRPr lang="zh-TW" altLang="en-US" sz="1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en-US" altLang="zh-TW" sz="1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zh-TW" altLang="en-US" sz="1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endParaRPr lang="zh-TW" altLang="en-US" sz="1000" b="1"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37936964"/>
                  </a:ext>
                </a:extLst>
              </a:tr>
            </a:tbl>
          </a:graphicData>
        </a:graphic>
      </p:graphicFrame>
    </p:spTree>
    <p:extLst>
      <p:ext uri="{BB962C8B-B14F-4D97-AF65-F5344CB8AC3E}">
        <p14:creationId xmlns:p14="http://schemas.microsoft.com/office/powerpoint/2010/main" val="346348370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marL="524735" indent="-524735"/>
            <a:r>
              <a:rPr lang="zh-TW" altLang="en-US" dirty="0"/>
              <a:t>雲適性評估</a:t>
            </a:r>
            <a:r>
              <a:rPr lang="en-US" altLang="zh-TW" dirty="0"/>
              <a:t>-</a:t>
            </a:r>
            <a:r>
              <a:rPr lang="zh-TW" altLang="en-US" dirty="0"/>
              <a:t>填寫範例</a:t>
            </a:r>
          </a:p>
        </p:txBody>
      </p:sp>
      <p:sp>
        <p:nvSpPr>
          <p:cNvPr id="3" name="文字方塊 2">
            <a:extLst>
              <a:ext uri="{FF2B5EF4-FFF2-40B4-BE49-F238E27FC236}">
                <a16:creationId xmlns:a16="http://schemas.microsoft.com/office/drawing/2014/main" id="{5AAE6FCD-7354-66FD-9B36-2B3948CCE8CC}"/>
              </a:ext>
            </a:extLst>
          </p:cNvPr>
          <p:cNvSpPr txBox="1"/>
          <p:nvPr/>
        </p:nvSpPr>
        <p:spPr>
          <a:xfrm>
            <a:off x="9911629" y="46267"/>
            <a:ext cx="2278783" cy="600164"/>
          </a:xfrm>
          <a:prstGeom prst="rect">
            <a:avLst/>
          </a:prstGeom>
          <a:noFill/>
        </p:spPr>
        <p:txBody>
          <a:bodyPr wrap="square" rtlCol="0">
            <a:spAutoFit/>
          </a:bodyPr>
          <a:lstStyle/>
          <a:p>
            <a:r>
              <a:rPr lang="en-US" altLang="zh-TW" sz="1100" dirty="0">
                <a:latin typeface="Calibri" panose="020F0502020204030204" pitchFamily="34" charset="0"/>
                <a:ea typeface="標楷體" panose="03000509000000000000" pitchFamily="65" charset="-120"/>
                <a:cs typeface="Calibri" panose="020F0502020204030204" pitchFamily="34" charset="0"/>
              </a:rPr>
              <a:t>[</a:t>
            </a:r>
            <a:r>
              <a:rPr lang="zh-TW" altLang="en-US" sz="1100" dirty="0">
                <a:latin typeface="Calibri" panose="020F0502020204030204" pitchFamily="34" charset="0"/>
                <a:ea typeface="標楷體" panose="03000509000000000000" pitchFamily="65" charset="-120"/>
                <a:cs typeface="Calibri" panose="020F0502020204030204" pitchFamily="34" charset="0"/>
              </a:rPr>
              <a:t>條件</a:t>
            </a:r>
            <a:r>
              <a:rPr lang="en-US" altLang="zh-TW" sz="1100" dirty="0">
                <a:latin typeface="Calibri" panose="020F0502020204030204" pitchFamily="34" charset="0"/>
                <a:ea typeface="標楷體" panose="03000509000000000000" pitchFamily="65" charset="-120"/>
                <a:cs typeface="Calibri" panose="020F0502020204030204" pitchFamily="34" charset="0"/>
              </a:rPr>
              <a:t>]</a:t>
            </a:r>
          </a:p>
          <a:p>
            <a:pPr algn="just"/>
            <a:r>
              <a:rPr lang="zh-TW" altLang="en-US" sz="1100" dirty="0">
                <a:latin typeface="Calibri" panose="020F0502020204030204" pitchFamily="34" charset="0"/>
                <a:ea typeface="標楷體" panose="03000509000000000000" pitchFamily="65" charset="-120"/>
                <a:cs typeface="Calibri" panose="020F0502020204030204" pitchFamily="34" charset="0"/>
              </a:rPr>
              <a:t>軟硬體設備增購、架構重大調整或全新建置時，應進行雲適性評估</a:t>
            </a:r>
          </a:p>
        </p:txBody>
      </p:sp>
      <p:graphicFrame>
        <p:nvGraphicFramePr>
          <p:cNvPr id="4" name="表格 3">
            <a:extLst>
              <a:ext uri="{FF2B5EF4-FFF2-40B4-BE49-F238E27FC236}">
                <a16:creationId xmlns:a16="http://schemas.microsoft.com/office/drawing/2014/main" id="{6A22D829-0E64-FFC2-6E48-33FF143E298C}"/>
              </a:ext>
            </a:extLst>
          </p:cNvPr>
          <p:cNvGraphicFramePr>
            <a:graphicFrameLocks noGrp="1"/>
          </p:cNvGraphicFramePr>
          <p:nvPr>
            <p:extLst>
              <p:ext uri="{D42A27DB-BD31-4B8C-83A1-F6EECF244321}">
                <p14:modId xmlns:p14="http://schemas.microsoft.com/office/powerpoint/2010/main" val="2959161764"/>
              </p:ext>
            </p:extLst>
          </p:nvPr>
        </p:nvGraphicFramePr>
        <p:xfrm>
          <a:off x="190550" y="832019"/>
          <a:ext cx="11881321" cy="2666382"/>
        </p:xfrm>
        <a:graphic>
          <a:graphicData uri="http://schemas.openxmlformats.org/drawingml/2006/table">
            <a:tbl>
              <a:tblPr/>
              <a:tblGrid>
                <a:gridCol w="1008112">
                  <a:extLst>
                    <a:ext uri="{9D8B030D-6E8A-4147-A177-3AD203B41FA5}">
                      <a16:colId xmlns:a16="http://schemas.microsoft.com/office/drawing/2014/main" val="2578881589"/>
                    </a:ext>
                  </a:extLst>
                </a:gridCol>
                <a:gridCol w="576064">
                  <a:extLst>
                    <a:ext uri="{9D8B030D-6E8A-4147-A177-3AD203B41FA5}">
                      <a16:colId xmlns:a16="http://schemas.microsoft.com/office/drawing/2014/main" val="2280598523"/>
                    </a:ext>
                  </a:extLst>
                </a:gridCol>
                <a:gridCol w="648072">
                  <a:extLst>
                    <a:ext uri="{9D8B030D-6E8A-4147-A177-3AD203B41FA5}">
                      <a16:colId xmlns:a16="http://schemas.microsoft.com/office/drawing/2014/main" val="645903716"/>
                    </a:ext>
                  </a:extLst>
                </a:gridCol>
                <a:gridCol w="2736304">
                  <a:extLst>
                    <a:ext uri="{9D8B030D-6E8A-4147-A177-3AD203B41FA5}">
                      <a16:colId xmlns:a16="http://schemas.microsoft.com/office/drawing/2014/main" val="2723199412"/>
                    </a:ext>
                  </a:extLst>
                </a:gridCol>
                <a:gridCol w="1512168">
                  <a:extLst>
                    <a:ext uri="{9D8B030D-6E8A-4147-A177-3AD203B41FA5}">
                      <a16:colId xmlns:a16="http://schemas.microsoft.com/office/drawing/2014/main" val="3815007272"/>
                    </a:ext>
                  </a:extLst>
                </a:gridCol>
                <a:gridCol w="576064">
                  <a:extLst>
                    <a:ext uri="{9D8B030D-6E8A-4147-A177-3AD203B41FA5}">
                      <a16:colId xmlns:a16="http://schemas.microsoft.com/office/drawing/2014/main" val="3157112975"/>
                    </a:ext>
                  </a:extLst>
                </a:gridCol>
                <a:gridCol w="504056">
                  <a:extLst>
                    <a:ext uri="{9D8B030D-6E8A-4147-A177-3AD203B41FA5}">
                      <a16:colId xmlns:a16="http://schemas.microsoft.com/office/drawing/2014/main" val="2509131032"/>
                    </a:ext>
                  </a:extLst>
                </a:gridCol>
                <a:gridCol w="1584176">
                  <a:extLst>
                    <a:ext uri="{9D8B030D-6E8A-4147-A177-3AD203B41FA5}">
                      <a16:colId xmlns:a16="http://schemas.microsoft.com/office/drawing/2014/main" val="3816143125"/>
                    </a:ext>
                  </a:extLst>
                </a:gridCol>
                <a:gridCol w="792088">
                  <a:extLst>
                    <a:ext uri="{9D8B030D-6E8A-4147-A177-3AD203B41FA5}">
                      <a16:colId xmlns:a16="http://schemas.microsoft.com/office/drawing/2014/main" val="2242317364"/>
                    </a:ext>
                  </a:extLst>
                </a:gridCol>
                <a:gridCol w="1008112">
                  <a:extLst>
                    <a:ext uri="{9D8B030D-6E8A-4147-A177-3AD203B41FA5}">
                      <a16:colId xmlns:a16="http://schemas.microsoft.com/office/drawing/2014/main" val="1859327443"/>
                    </a:ext>
                  </a:extLst>
                </a:gridCol>
                <a:gridCol w="936105">
                  <a:extLst>
                    <a:ext uri="{9D8B030D-6E8A-4147-A177-3AD203B41FA5}">
                      <a16:colId xmlns:a16="http://schemas.microsoft.com/office/drawing/2014/main" val="3640953331"/>
                    </a:ext>
                  </a:extLst>
                </a:gridCol>
              </a:tblGrid>
              <a:tr h="1252519">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說明業務情境與目的，若有多種業務情境及目的，請協助列點說明，若業務端有未來業務情境規劃，也請協助列出，作為後續整體評估依據。</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說明業務包含範圍</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a:solidFill>
                            <a:srgbClr val="000000"/>
                          </a:solidFill>
                          <a:effectLst/>
                          <a:latin typeface="微軟正黑體" panose="020B0604030504040204" pitchFamily="34" charset="-120"/>
                          <a:ea typeface="微軟正黑體" panose="020B0604030504040204" pitchFamily="34" charset="-120"/>
                        </a:rPr>
                        <a:t>說明業務主要類型</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1.</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核心業務系統（直接支持關鍵業務流程，如財務、訂單處理，停機影響收入或客戶滿意度）</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2.</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重要輔助系統（支持次要業務流程，如內部報表、人力資源管理，停機有影響但可容忍）</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3.</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一般業務系統（日常運營支援，如郵件系統，影響有限）</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4.</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次要系統（非業務核心，如測試環境，停機無重大影響）</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5.</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非必要系統（可棄用或極少使用，如舊檔案系統）</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a:solidFill>
                            <a:srgbClr val="000000"/>
                          </a:solidFill>
                          <a:effectLst/>
                          <a:latin typeface="微軟正黑體" panose="020B0604030504040204" pitchFamily="34" charset="-120"/>
                          <a:ea typeface="微軟正黑體" panose="020B0604030504040204" pitchFamily="34" charset="-120"/>
                        </a:rPr>
                        <a:t>請說明系統服務之對象。若需特別說明，請補充於業務目的說明欄位</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請提供使用此應用系統的用戶量</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請說明是否含個資儲存</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請說明含個資數據的範圍</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 請分別以基本資料、特種資料、帳戶資料、信用資料等舉例說明。若無個資，請填 無個資。</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請說明個資是否有作去識別化儲存</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請說明個資是否有加密儲存</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920503884"/>
                  </a:ext>
                </a:extLst>
              </a:tr>
              <a:tr h="238807">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業務目的說明</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業務範圍</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業務類型</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系統基本資訊說明</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用戶類型</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系統用戶數</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是否有個資</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個資範圍</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個資欄位說明</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個資是否有去識別化儲存</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個資是否有加密儲存</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3057217130"/>
                  </a:ext>
                </a:extLst>
              </a:tr>
              <a:tr h="238807">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簡述增購</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建置</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異動之業務情境與目的，如：全行外部</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API</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相關安全控管措</a:t>
                      </a:r>
                      <a:endPar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僅國內</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僅海外</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含國內海外</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消金業務</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法金業務</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僅內部營運</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其它</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核心業務系統</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重要輔助系統</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一般業務系統</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次要系統</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非必要系統</a:t>
                      </a:r>
                      <a:endPar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僅內部同仁</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僅個人客戶</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僅法人客戶</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含個人與法人客戶</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僅內部同仁與合作夥伴</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含客戶與合作夥伴</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其他</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1</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萬以下</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/1~9</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萬</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/10~99</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萬</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/100~999</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萬</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有個資</a:t>
                      </a:r>
                    </a:p>
                    <a:p>
                      <a:pPr algn="ctr"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無個資</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無個資</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僅內部同仁</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僅國內分行客戶</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僅海外分</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子</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行客戶</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含國內、海外分</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子</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行客戶</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 如：基本資料</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身分證號、生日</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無個資</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有去識別化</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無去識別化</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無個資</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有加密</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無加密</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37936964"/>
                  </a:ext>
                </a:extLst>
              </a:tr>
            </a:tbl>
          </a:graphicData>
        </a:graphic>
      </p:graphicFrame>
      <p:graphicFrame>
        <p:nvGraphicFramePr>
          <p:cNvPr id="5" name="表格 4">
            <a:extLst>
              <a:ext uri="{FF2B5EF4-FFF2-40B4-BE49-F238E27FC236}">
                <a16:creationId xmlns:a16="http://schemas.microsoft.com/office/drawing/2014/main" id="{4AA8387D-2FB4-6978-F7F3-A9ECA5A23BB7}"/>
              </a:ext>
            </a:extLst>
          </p:cNvPr>
          <p:cNvGraphicFramePr>
            <a:graphicFrameLocks noGrp="1"/>
          </p:cNvGraphicFramePr>
          <p:nvPr>
            <p:extLst>
              <p:ext uri="{D42A27DB-BD31-4B8C-83A1-F6EECF244321}">
                <p14:modId xmlns:p14="http://schemas.microsoft.com/office/powerpoint/2010/main" val="3688826062"/>
              </p:ext>
            </p:extLst>
          </p:nvPr>
        </p:nvGraphicFramePr>
        <p:xfrm>
          <a:off x="190550" y="3634554"/>
          <a:ext cx="11881320" cy="2818782"/>
        </p:xfrm>
        <a:graphic>
          <a:graphicData uri="http://schemas.openxmlformats.org/drawingml/2006/table">
            <a:tbl>
              <a:tblPr/>
              <a:tblGrid>
                <a:gridCol w="1850799">
                  <a:extLst>
                    <a:ext uri="{9D8B030D-6E8A-4147-A177-3AD203B41FA5}">
                      <a16:colId xmlns:a16="http://schemas.microsoft.com/office/drawing/2014/main" val="2575353526"/>
                    </a:ext>
                  </a:extLst>
                </a:gridCol>
                <a:gridCol w="1581226">
                  <a:extLst>
                    <a:ext uri="{9D8B030D-6E8A-4147-A177-3AD203B41FA5}">
                      <a16:colId xmlns:a16="http://schemas.microsoft.com/office/drawing/2014/main" val="4284705586"/>
                    </a:ext>
                  </a:extLst>
                </a:gridCol>
                <a:gridCol w="2076113">
                  <a:extLst>
                    <a:ext uri="{9D8B030D-6E8A-4147-A177-3AD203B41FA5}">
                      <a16:colId xmlns:a16="http://schemas.microsoft.com/office/drawing/2014/main" val="319794349"/>
                    </a:ext>
                  </a:extLst>
                </a:gridCol>
                <a:gridCol w="1705954">
                  <a:extLst>
                    <a:ext uri="{9D8B030D-6E8A-4147-A177-3AD203B41FA5}">
                      <a16:colId xmlns:a16="http://schemas.microsoft.com/office/drawing/2014/main" val="2163566380"/>
                    </a:ext>
                  </a:extLst>
                </a:gridCol>
                <a:gridCol w="2043924">
                  <a:extLst>
                    <a:ext uri="{9D8B030D-6E8A-4147-A177-3AD203B41FA5}">
                      <a16:colId xmlns:a16="http://schemas.microsoft.com/office/drawing/2014/main" val="3683638272"/>
                    </a:ext>
                  </a:extLst>
                </a:gridCol>
                <a:gridCol w="2623304">
                  <a:extLst>
                    <a:ext uri="{9D8B030D-6E8A-4147-A177-3AD203B41FA5}">
                      <a16:colId xmlns:a16="http://schemas.microsoft.com/office/drawing/2014/main" val="3056431330"/>
                    </a:ext>
                  </a:extLst>
                </a:gridCol>
              </a:tblGrid>
              <a:tr h="1252519">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請說明與其他系統整合資訊或相依性說明。如</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 </a:t>
                      </a:r>
                      <a:b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 1 -&gt; AP2 </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代表</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AP2 </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提供</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API</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給 </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AP1</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使用。</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AP1 -&gt; DB2 (</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批次</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即時</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 </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代表 </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AP1</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會批次</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即時使用</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DB2 </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DB1&lt;-&gt;DB2 </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代表適用</a:t>
                      </a:r>
                      <a:r>
                        <a:rPr lang="en-US" altLang="zh-TW" sz="1000" b="0" i="0" u="none" strike="noStrike" dirty="0" err="1">
                          <a:solidFill>
                            <a:srgbClr val="000000"/>
                          </a:solidFill>
                          <a:effectLst/>
                          <a:latin typeface="微軟正黑體" panose="020B0604030504040204" pitchFamily="34" charset="-120"/>
                          <a:ea typeface="微軟正黑體" panose="020B0604030504040204" pitchFamily="34" charset="-120"/>
                        </a:rPr>
                        <a:t>LinkServer</a:t>
                      </a:r>
                      <a:b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DB1 -&gt; DB2 </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代表</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DB1</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拋檔給</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DB2</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情境</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a:solidFill>
                            <a:srgbClr val="000000"/>
                          </a:solidFill>
                          <a:effectLst/>
                          <a:latin typeface="微軟正黑體" panose="020B0604030504040204" pitchFamily="34" charset="-120"/>
                          <a:ea typeface="微軟正黑體" panose="020B0604030504040204" pitchFamily="34" charset="-120"/>
                        </a:rPr>
                        <a:t>請依系統架構、軟體、開發工具框架、應用系統服務複雜度、業務使用場景、資料運用處理等面向，進行使用雲端適用性評估說明</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1.</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請具體說明可行性評估原因，如有現成雲端解決方案可以使用，或可以運用既有雲端服務進行某些功能實作等。</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2.</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以</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PaaS/SaaS</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應用為主，</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IaaS</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為輔</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3.</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範圍可以詳細說明如 </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Web</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GPU</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資源、行銷活動、批次作業或其他功能等</a:t>
                      </a:r>
                      <a:b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b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4. </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若評估無法上雲，也請具體說明評估不可行的原因。</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說明若系統具潛在上雲可以產生的效益說明。如解決痛點，可以動態擴容解決硬體資源不足問題，可以減少資源閒置問題，可以動態擴展資源，可以調整為現代化架構，可以更容易擴展新功能、專注應用系統本身架構功能、可以支持新業務場景等等</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。若無，請填 無。</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請說明不適合上雲的評估具體原因。如系統穩定，無新功能需求、系統已進入不維護模式、系統剛更調整、系統綁特殊硬體、系統開發架構老舊、系統即時性要求高等。若無，請填 無。</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請說明若系統上雲會遭遇的上雲障礙並舉實例說明。如相依系統過多，系統架構需調整、系統需大幅調整、倚賴軟體無雲端相容版本、無雲端架構能力、對雲端各項服務不熟悉、現行廠商無雲端導入能力、系統間的資料傳輸量大、雲端</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SLA</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保證、硬體相依等。</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2920503884"/>
                  </a:ext>
                </a:extLst>
              </a:tr>
              <a:tr h="238807">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系統整合及相依性說明</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4D6"/>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上雲可行性自我評估</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TW" altLang="en-US" sz="1200" b="1" i="0" u="none" strike="noStrike">
                          <a:solidFill>
                            <a:srgbClr val="000000"/>
                          </a:solidFill>
                          <a:effectLst/>
                          <a:latin typeface="微軟正黑體" panose="020B0604030504040204" pitchFamily="34" charset="-120"/>
                          <a:ea typeface="微軟正黑體" panose="020B0604030504040204" pitchFamily="34" charset="-120"/>
                        </a:rPr>
                        <a:t>可行性評估方案與範圍說明</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可產生效益說明</a:t>
                      </a:r>
                      <a:endPar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含解決痛點</a:t>
                      </a:r>
                      <a:r>
                        <a:rPr lang="en-US" altLang="zh-TW" sz="1200" b="1" i="0" u="none" strike="noStrike" dirty="0">
                          <a:solidFill>
                            <a:srgbClr val="000000"/>
                          </a:solidFill>
                          <a:effectLst/>
                          <a:latin typeface="微軟正黑體" panose="020B0604030504040204" pitchFamily="34" charset="-120"/>
                          <a:ea typeface="微軟正黑體" panose="020B0604030504040204" pitchFamily="34" charset="-120"/>
                        </a:rPr>
                        <a:t>)</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上雲無法產生效益原因說明</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tc>
                  <a:txBody>
                    <a:bodyPr/>
                    <a:lstStyle/>
                    <a:p>
                      <a:pPr algn="ctr" fontAlgn="ctr"/>
                      <a:r>
                        <a:rPr lang="zh-TW" altLang="en-US" sz="1200" b="1" i="0" u="none" strike="noStrike" dirty="0">
                          <a:solidFill>
                            <a:srgbClr val="000000"/>
                          </a:solidFill>
                          <a:effectLst/>
                          <a:latin typeface="微軟正黑體" panose="020B0604030504040204" pitchFamily="34" charset="-120"/>
                          <a:ea typeface="微軟正黑體" panose="020B0604030504040204" pitchFamily="34" charset="-120"/>
                        </a:rPr>
                        <a:t>上雲障礙評估說明</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CBAD"/>
                    </a:solidFill>
                  </a:tcPr>
                </a:tc>
                <a:extLst>
                  <a:ext uri="{0D108BD9-81ED-4DB2-BD59-A6C34878D82A}">
                    <a16:rowId xmlns:a16="http://schemas.microsoft.com/office/drawing/2014/main" val="3057217130"/>
                  </a:ext>
                </a:extLst>
              </a:tr>
              <a:tr h="238807">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上述使用情境以及簡述提供介接系統類型</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數量，如：</a:t>
                      </a:r>
                      <a:endPar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 1 -&gt; AP2(SSO)</a:t>
                      </a:r>
                    </a:p>
                    <a:p>
                      <a:pPr algn="ctr"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DB-&gt;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人資</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DB(</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查詢新增人員資訊</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提供分行及行內各</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系統作為傳輸溝通使用</a:t>
                      </a:r>
                      <a:endPar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無法上雲</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可全部上雲</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 </a:t>
                      </a: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僅部份可上雲</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僅開發測試可上雲</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僅部分開發測試可上雲</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t>
                      </a: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已為雲端應用</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如：為無狀態服務居多且多為</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API</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型態，可採</a:t>
                      </a:r>
                      <a:r>
                        <a:rPr lang="en-US" altLang="zh-TW" sz="1000" b="0" i="0" u="none" strike="noStrike" dirty="0" err="1">
                          <a:solidFill>
                            <a:srgbClr val="000000"/>
                          </a:solidFill>
                          <a:effectLst/>
                          <a:latin typeface="微軟正黑體" panose="020B0604030504040204" pitchFamily="34" charset="-120"/>
                          <a:ea typeface="微軟正黑體" panose="020B0604030504040204" pitchFamily="34" charset="-120"/>
                        </a:rPr>
                        <a:t>Paas</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應用上雲、增購設備建置於雲端、因其相依系統，目前只有地端方案</a:t>
                      </a:r>
                      <a:endPar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如：使用雲端具彈性架構可降低成本、可以減少地端部署資源、無</a:t>
                      </a:r>
                      <a:endPar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如：因須配合各</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系統，若調整主機位置，行內各</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系統需配合調整所動用</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IT</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資源大於導入雲端節省之資源、廠商軟體未提雲端方案</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65630" rtl="0" eaLnBrk="1" fontAlgn="ctr" latinLnBrk="0" hangingPunct="1">
                        <a:lnSpc>
                          <a:spcPct val="100000"/>
                        </a:lnSpc>
                        <a:spcBef>
                          <a:spcPts val="0"/>
                        </a:spcBef>
                        <a:spcAft>
                          <a:spcPts val="0"/>
                        </a:spcAft>
                        <a:buClrTx/>
                        <a:buSzTx/>
                        <a:buFontTx/>
                        <a:buNone/>
                        <a:tabLst/>
                        <a:defRPr/>
                      </a:pP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  如：因須配合各</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系統，若調整主機位置，行內各</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AP</a:t>
                      </a: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系統需配合調整、廠商未提供雲端方案、跨系統依賴太高，只適合部分上雲</a:t>
                      </a:r>
                    </a:p>
                  </a:txBody>
                  <a:tcPr marL="4874" marR="4874" marT="487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637936964"/>
                  </a:ext>
                </a:extLst>
              </a:tr>
            </a:tbl>
          </a:graphicData>
        </a:graphic>
      </p:graphicFrame>
    </p:spTree>
    <p:extLst>
      <p:ext uri="{BB962C8B-B14F-4D97-AF65-F5344CB8AC3E}">
        <p14:creationId xmlns:p14="http://schemas.microsoft.com/office/powerpoint/2010/main" val="1773117895"/>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ags/tag2.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heme/theme1.xml><?xml version="1.0" encoding="utf-8"?>
<a:theme xmlns:a="http://schemas.openxmlformats.org/drawingml/2006/main" name="HSM_1.0">
  <a:themeElements>
    <a:clrScheme name="地鐵">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Universal Template">
      <a:majorFont>
        <a:latin typeface="Arial"/>
        <a:ea typeface=""/>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20新電銀建置規劃案_V1.2.pptx  -  使用者的最近存檔" id="{74E8D8F5-4340-4A63-8581-9B693F2AB3E5}" vid="{6991542B-7056-49D3-97FE-CCE21171A510}"/>
    </a:ext>
  </a:extLst>
</a:theme>
</file>

<file path=ppt/theme/theme2.xml><?xml version="1.0" encoding="utf-8"?>
<a:theme xmlns:a="http://schemas.openxmlformats.org/drawingml/2006/main" name="1_HSM_1.0">
  <a:themeElements>
    <a:clrScheme name="地鐵">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Universal Template">
      <a:majorFont>
        <a:latin typeface="Arial"/>
        <a:ea typeface=""/>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20新電銀建置規劃案_V1.2.pptx  -  使用者的最近存檔" id="{74E8D8F5-4340-4A63-8581-9B693F2AB3E5}" vid="{EAE738BC-F67B-4C34-AD57-16279728F839}"/>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ontrol xmlns="http://schemas.microsoft.com/VisualStudio/2011/storyboarding/control">
  <Id Name="System.Storyboarding.Backgrounds.WebBrowser" Revision="1" Stencil="System.Storyboarding.Backgrounds" StencilVersion="0.1"/>
</Control>
</file>

<file path=customXml/item2.xml><?xml version="1.0" encoding="utf-8"?>
<ct:contentTypeSchema xmlns:ct="http://schemas.microsoft.com/office/2006/metadata/contentType" xmlns:ma="http://schemas.microsoft.com/office/2006/metadata/properties/metaAttributes" ct:_="" ma:_="" ma:contentTypeName="Document" ma:contentTypeID="0x0101003259A0A14F75594CB856133A4244302C" ma:contentTypeVersion="13" ma:contentTypeDescription="Create a new document." ma:contentTypeScope="" ma:versionID="4a139e51f21a2c58b54a675920ff902e">
  <xsd:schema xmlns:xsd="http://www.w3.org/2001/XMLSchema" xmlns:xs="http://www.w3.org/2001/XMLSchema" xmlns:p="http://schemas.microsoft.com/office/2006/metadata/properties" xmlns:ns2="8c347b5b-664f-4082-9567-437cbd15a340" targetNamespace="http://schemas.microsoft.com/office/2006/metadata/properties" ma:root="true" ma:fieldsID="a60018fa8a2fa0c535839dd344c1f3e9" ns2:_="">
    <xsd:import namespace="8c347b5b-664f-4082-9567-437cbd15a34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347b5b-664f-4082-9567-437cbd15a3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6f1147d-4a84-4851-ac23-a90e0e54e3b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lcf76f155ced4ddcb4097134ff3c332f xmlns="8c347b5b-664f-4082-9567-437cbd15a34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968E92D-B120-46A6-B346-7A2277B7CA2A}">
  <ds:schemaRefs>
    <ds:schemaRef ds:uri="http://schemas.microsoft.com/VisualStudio/2011/storyboarding/control"/>
  </ds:schemaRefs>
</ds:datastoreItem>
</file>

<file path=customXml/itemProps2.xml><?xml version="1.0" encoding="utf-8"?>
<ds:datastoreItem xmlns:ds="http://schemas.openxmlformats.org/officeDocument/2006/customXml" ds:itemID="{156918D3-7876-4C41-AC53-789A8B70749A}"/>
</file>

<file path=customXml/itemProps3.xml><?xml version="1.0" encoding="utf-8"?>
<ds:datastoreItem xmlns:ds="http://schemas.openxmlformats.org/officeDocument/2006/customXml" ds:itemID="{7BC7408B-D18B-48AC-9D8E-3F169F74A11F}"/>
</file>

<file path=customXml/itemProps4.xml><?xml version="1.0" encoding="utf-8"?>
<ds:datastoreItem xmlns:ds="http://schemas.openxmlformats.org/officeDocument/2006/customXml" ds:itemID="{7543D6DB-B158-481F-9CC6-968B17397F0C}"/>
</file>

<file path=docProps/app.xml><?xml version="1.0" encoding="utf-8"?>
<Properties xmlns="http://schemas.openxmlformats.org/officeDocument/2006/extended-properties" xmlns:vt="http://schemas.openxmlformats.org/officeDocument/2006/docPropsVTypes">
  <Template>範本_16_9</Template>
  <TotalTime>222288</TotalTime>
  <Words>1939</Words>
  <Application>Microsoft Office PowerPoint</Application>
  <PresentationFormat>自訂</PresentationFormat>
  <Paragraphs>132</Paragraphs>
  <Slides>2</Slides>
  <Notes>2</Notes>
  <HiddenSlides>0</HiddenSlides>
  <MMClips>0</MMClips>
  <ScaleCrop>false</ScaleCrop>
  <HeadingPairs>
    <vt:vector size="6" baseType="variant">
      <vt:variant>
        <vt:lpstr>使用字型</vt:lpstr>
      </vt:variant>
      <vt:variant>
        <vt:i4>7</vt:i4>
      </vt:variant>
      <vt:variant>
        <vt:lpstr>佈景主題</vt:lpstr>
      </vt:variant>
      <vt:variant>
        <vt:i4>2</vt:i4>
      </vt:variant>
      <vt:variant>
        <vt:lpstr>投影片標題</vt:lpstr>
      </vt:variant>
      <vt:variant>
        <vt:i4>2</vt:i4>
      </vt:variant>
    </vt:vector>
  </HeadingPairs>
  <TitlesOfParts>
    <vt:vector size="11" baseType="lpstr">
      <vt:lpstr>微軟正黑體</vt:lpstr>
      <vt:lpstr>標楷體</vt:lpstr>
      <vt:lpstr>Arial</vt:lpstr>
      <vt:lpstr>Calibri</vt:lpstr>
      <vt:lpstr>Times New Roman</vt:lpstr>
      <vt:lpstr>Wingdings</vt:lpstr>
      <vt:lpstr>Wingdings 2</vt:lpstr>
      <vt:lpstr>HSM_1.0</vt:lpstr>
      <vt:lpstr>1_HSM_1.0</vt:lpstr>
      <vt:lpstr>雲適性評估</vt:lpstr>
      <vt:lpstr>雲適性評估-填寫範例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IT架構審議流程說明</dc:title>
  <dc:creator>陳南州-金融技術部-永豐銀行</dc:creator>
  <cp:lastModifiedBy>李思穎-數位金融處-永豐銀行</cp:lastModifiedBy>
  <cp:revision>844</cp:revision>
  <cp:lastPrinted>2023-11-23T05:23:19Z</cp:lastPrinted>
  <dcterms:created xsi:type="dcterms:W3CDTF">2020-10-26T23:53:50Z</dcterms:created>
  <dcterms:modified xsi:type="dcterms:W3CDTF">2026-06-22T09:40:17Z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y fmtid="{D5CDD505-2E9C-101B-9397-08002B2CF9AE}" pid="3" name="Tfs.LastKnownPath">
    <vt:lpwstr>\\10.11.121.43\backup\0003U0-PUB\系統架構相關資料\IT審核會議\IT技術委員會初審會議\永豐銀行-AP架構審議雲適性評估.pptx</vt:lpwstr>
  </property>
  <property fmtid="{D5CDD505-2E9C-101B-9397-08002B2CF9AE}" pid="4" name="ContentTypeId">
    <vt:lpwstr>0x0101003259A0A14F75594CB856133A4244302C</vt:lpwstr>
  </property>
</Properties>
</file>
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ags/tag1.xml" ContentType="application/vnd.openxmlformats-officedocument.presentationml.tags+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theme/theme2.xml" ContentType="application/vnd.openxmlformats-officedocument.theme+xml"/>
  <Override PartName="/ppt/tags/tag2.xml" ContentType="application/vnd.openxmlformats-officedocument.presentationml.tags+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4291" r:id="rId5"/>
    <p:sldMasterId id="2147484433" r:id="rId6"/>
  </p:sldMasterIdLst>
  <p:notesMasterIdLst>
    <p:notesMasterId r:id="rId9"/>
  </p:notesMasterIdLst>
  <p:handoutMasterIdLst>
    <p:handoutMasterId r:id="rId10"/>
  </p:handoutMasterIdLst>
  <p:sldIdLst>
    <p:sldId id="3274" r:id="rId7"/>
    <p:sldId id="3275" r:id="rId8"/>
  </p:sldIdLst>
  <p:sldSz cx="12190413" cy="6858000"/>
  <p:notesSz cx="9926638" cy="6797675"/>
  <p:defaultTextStyle>
    <a:defPPr>
      <a:defRPr lang="zh-TW"/>
    </a:defPPr>
    <a:lvl1pPr algn="l" rtl="0" fontAlgn="base">
      <a:spcBef>
        <a:spcPct val="0"/>
      </a:spcBef>
      <a:spcAft>
        <a:spcPct val="0"/>
      </a:spcAft>
      <a:defRPr kumimoji="1" kern="1200">
        <a:solidFill>
          <a:schemeClr val="tx1"/>
        </a:solidFill>
        <a:latin typeface="Arial" pitchFamily="34" charset="0"/>
        <a:ea typeface="新細明體" pitchFamily="18" charset="-120"/>
        <a:cs typeface="+mn-cs"/>
      </a:defRPr>
    </a:lvl1pPr>
    <a:lvl2pPr marL="326194" algn="l" rtl="0" fontAlgn="base">
      <a:spcBef>
        <a:spcPct val="0"/>
      </a:spcBef>
      <a:spcAft>
        <a:spcPct val="0"/>
      </a:spcAft>
      <a:defRPr kumimoji="1" kern="1200">
        <a:solidFill>
          <a:schemeClr val="tx1"/>
        </a:solidFill>
        <a:latin typeface="Arial" pitchFamily="34" charset="0"/>
        <a:ea typeface="新細明體" pitchFamily="18" charset="-120"/>
        <a:cs typeface="+mn-cs"/>
      </a:defRPr>
    </a:lvl2pPr>
    <a:lvl3pPr marL="652387" algn="l" rtl="0" fontAlgn="base">
      <a:spcBef>
        <a:spcPct val="0"/>
      </a:spcBef>
      <a:spcAft>
        <a:spcPct val="0"/>
      </a:spcAft>
      <a:defRPr kumimoji="1" kern="1200">
        <a:solidFill>
          <a:schemeClr val="tx1"/>
        </a:solidFill>
        <a:latin typeface="Arial" pitchFamily="34" charset="0"/>
        <a:ea typeface="新細明體" pitchFamily="18" charset="-120"/>
        <a:cs typeface="+mn-cs"/>
      </a:defRPr>
    </a:lvl3pPr>
    <a:lvl4pPr marL="978581" algn="l" rtl="0" fontAlgn="base">
      <a:spcBef>
        <a:spcPct val="0"/>
      </a:spcBef>
      <a:spcAft>
        <a:spcPct val="0"/>
      </a:spcAft>
      <a:defRPr kumimoji="1" kern="1200">
        <a:solidFill>
          <a:schemeClr val="tx1"/>
        </a:solidFill>
        <a:latin typeface="Arial" pitchFamily="34" charset="0"/>
        <a:ea typeface="新細明體" pitchFamily="18" charset="-120"/>
        <a:cs typeface="+mn-cs"/>
      </a:defRPr>
    </a:lvl4pPr>
    <a:lvl5pPr marL="1304774" algn="l" rtl="0" fontAlgn="base">
      <a:spcBef>
        <a:spcPct val="0"/>
      </a:spcBef>
      <a:spcAft>
        <a:spcPct val="0"/>
      </a:spcAft>
      <a:defRPr kumimoji="1" kern="1200">
        <a:solidFill>
          <a:schemeClr val="tx1"/>
        </a:solidFill>
        <a:latin typeface="Arial" pitchFamily="34" charset="0"/>
        <a:ea typeface="新細明體" pitchFamily="18" charset="-120"/>
        <a:cs typeface="+mn-cs"/>
      </a:defRPr>
    </a:lvl5pPr>
    <a:lvl6pPr marL="1630968" algn="l" defTabSz="652387" rtl="0" eaLnBrk="1" latinLnBrk="0" hangingPunct="1">
      <a:defRPr kumimoji="1" kern="1200">
        <a:solidFill>
          <a:schemeClr val="tx1"/>
        </a:solidFill>
        <a:latin typeface="Arial" pitchFamily="34" charset="0"/>
        <a:ea typeface="新細明體" pitchFamily="18" charset="-120"/>
        <a:cs typeface="+mn-cs"/>
      </a:defRPr>
    </a:lvl6pPr>
    <a:lvl7pPr marL="1957162" algn="l" defTabSz="652387" rtl="0" eaLnBrk="1" latinLnBrk="0" hangingPunct="1">
      <a:defRPr kumimoji="1" kern="1200">
        <a:solidFill>
          <a:schemeClr val="tx1"/>
        </a:solidFill>
        <a:latin typeface="Arial" pitchFamily="34" charset="0"/>
        <a:ea typeface="新細明體" pitchFamily="18" charset="-120"/>
        <a:cs typeface="+mn-cs"/>
      </a:defRPr>
    </a:lvl7pPr>
    <a:lvl8pPr marL="2283355" algn="l" defTabSz="652387" rtl="0" eaLnBrk="1" latinLnBrk="0" hangingPunct="1">
      <a:defRPr kumimoji="1" kern="1200">
        <a:solidFill>
          <a:schemeClr val="tx1"/>
        </a:solidFill>
        <a:latin typeface="Arial" pitchFamily="34" charset="0"/>
        <a:ea typeface="新細明體" pitchFamily="18" charset="-120"/>
        <a:cs typeface="+mn-cs"/>
      </a:defRPr>
    </a:lvl8pPr>
    <a:lvl9pPr marL="2609550" algn="l" defTabSz="652387" rtl="0" eaLnBrk="1" latinLnBrk="0" hangingPunct="1">
      <a:defRPr kumimoji="1" kern="1200">
        <a:solidFill>
          <a:schemeClr val="tx1"/>
        </a:solidFill>
        <a:latin typeface="Arial" pitchFamily="34" charset="0"/>
        <a:ea typeface="新細明體" pitchFamily="18" charset="-120"/>
        <a:cs typeface="+mn-cs"/>
      </a:defRPr>
    </a:lvl9pPr>
  </p:defaultTextStyle>
  <p:extLst>
    <p:ext uri="{521415D9-36F7-43E2-AB2F-B90AF26B5E84}">
      <p14:sectionLst xmlns:p14="http://schemas.microsoft.com/office/powerpoint/2010/main">
        <p14:section name="新網銀平台建置" id="{BDBB43FE-0BF7-443C-9D91-F693B97B75B2}">
          <p14:sldIdLst>
            <p14:sldId id="3274"/>
            <p14:sldId id="3275"/>
          </p14:sldIdLst>
        </p14:section>
        <p14:section name="附件" id="{F3F7D7C1-6803-476E-B874-1A6F6A859272}">
          <p14:sldIdLst/>
        </p14:section>
        <p14:section name="未命名的章節" id="{F07AE6ED-C970-471D-87A5-DCD36F36F3DB}">
          <p14:sldIdLst/>
        </p14:section>
      </p14:sectionLst>
    </p:ext>
    <p:ext uri="{EFAFB233-063F-42B5-8137-9DF3F51BA10A}">
      <p15:sldGuideLst xmlns:p15="http://schemas.microsoft.com/office/powerpoint/2012/main">
        <p15:guide id="1" orient="horz" pos="2160">
          <p15:clr>
            <a:srgbClr val="A4A3A4"/>
          </p15:clr>
        </p15:guide>
        <p15:guide id="2" pos="2880">
          <p15:clr>
            <a:srgbClr val="A4A3A4"/>
          </p15:clr>
        </p15:guide>
        <p15:guide id="3" pos="3840">
          <p15:clr>
            <a:srgbClr val="A4A3A4"/>
          </p15:clr>
        </p15:guide>
      </p15:sldGuideLst>
    </p:ext>
    <p:ext uri="{2D200454-40CA-4A62-9FC3-DE9A4176ACB9}">
      <p15:notesGuideLst xmlns:p15="http://schemas.microsoft.com/office/powerpoint/2012/main">
        <p15:guide id="1" orient="horz" pos="2145">
          <p15:clr>
            <a:srgbClr val="A4A3A4"/>
          </p15:clr>
        </p15:guide>
        <p15:guide id="2" pos="3130">
          <p15:clr>
            <a:srgbClr val="A4A3A4"/>
          </p15:clr>
        </p15:guide>
        <p15:guide id="3" orient="horz" pos="2142">
          <p15:clr>
            <a:srgbClr val="A4A3A4"/>
          </p15:clr>
        </p15:guide>
        <p15:guide id="4" pos="3126">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F81BD"/>
    <a:srgbClr val="99CCFF"/>
    <a:srgbClr val="336699"/>
    <a:srgbClr val="7F7F7F"/>
    <a:srgbClr val="53BDF1"/>
    <a:srgbClr val="98B0C6"/>
    <a:srgbClr val="66FF33"/>
    <a:srgbClr val="67B2F5"/>
    <a:srgbClr val="BFBFBF"/>
    <a:srgbClr val="674EF5"/>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DC357F9-BC74-4DA8-BF52-4C3483E925D7}" v="64" dt="2026-06-26T02:25:14.797"/>
  </p1510:revLst>
</p1510:revInfo>
</file>

<file path=ppt/tableStyles.xml><?xml version="1.0" encoding="utf-8"?>
<a:tblStyleLst xmlns:a="http://schemas.openxmlformats.org/drawingml/2006/main" def="{5C22544A-7EE6-4342-B048-85BDC9FD1C3A}">
  <a:tblStyle styleId="{5C22544A-7EE6-4342-B048-85BDC9FD1C3A}" styleName="中等深淺樣式 2 - 輔色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5940675A-B579-460E-94D1-54222C63F5DA}" styleName="無樣式、表格格線">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10A1B5D5-9B99-4C35-A422-299274C87663}" styleName="中等深淺樣式 1 - 輔色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a:noFill/>
            </a:ln>
          </a:insideV>
        </a:tcBdr>
        <a:fill>
          <a:solidFill>
            <a:schemeClr val="lt1"/>
          </a:solidFill>
        </a:fill>
      </a:tcStyle>
    </a:wholeTbl>
    <a:band1H>
      <a:tcStyle>
        <a:tcBdr/>
        <a:fill>
          <a:solidFill>
            <a:schemeClr val="accent6">
              <a:tint val="20000"/>
            </a:schemeClr>
          </a:solidFill>
        </a:fill>
      </a:tcStyle>
    </a:band1H>
    <a:band1V>
      <a:tcStyle>
        <a:tcBdr/>
        <a:fill>
          <a:solidFill>
            <a:schemeClr val="accent6">
              <a:tint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solidFill>
            <a:schemeClr val="lt1"/>
          </a:solidFill>
        </a:fill>
      </a:tcStyle>
    </a:lastRow>
    <a:firstRow>
      <a:tcTxStyle b="on">
        <a:fontRef idx="minor">
          <a:scrgbClr r="0" g="0" b="0"/>
        </a:fontRef>
        <a:schemeClr val="lt1"/>
      </a:tcTxStyle>
      <a:tcStyle>
        <a:tcBdr/>
        <a:fill>
          <a:solidFill>
            <a:schemeClr val="accent6"/>
          </a:solidFill>
        </a:fill>
      </a:tcStyle>
    </a:firstRow>
  </a:tblStyle>
  <a:tblStyle styleId="{D113A9D2-9D6B-4929-AA2D-F23B5EE8CBE7}" styleName="佈景主題樣式 2 - 輔色 1">
    <a:tblBg>
      <a:fillRef idx="3">
        <a:schemeClr val="accent1"/>
      </a:fillRef>
      <a:effectRef idx="3">
        <a:schemeClr val="accent1"/>
      </a:effectRef>
    </a:tblBg>
    <a:wholeTbl>
      <a:tcTxStyle>
        <a:fontRef idx="minor">
          <a:scrgbClr r="0" g="0" b="0"/>
        </a:fontRef>
        <a:schemeClr val="lt1"/>
      </a:tcTxStyle>
      <a:tcStyle>
        <a:tcBdr>
          <a:left>
            <a:lnRef idx="1">
              <a:schemeClr val="accent1">
                <a:tint val="50000"/>
              </a:schemeClr>
            </a:lnRef>
          </a:left>
          <a:right>
            <a:lnRef idx="1">
              <a:schemeClr val="accent1">
                <a:tint val="50000"/>
              </a:schemeClr>
            </a:lnRef>
          </a:right>
          <a:top>
            <a:lnRef idx="1">
              <a:schemeClr val="accent1">
                <a:tint val="50000"/>
              </a:schemeClr>
            </a:lnRef>
          </a:top>
          <a:bottom>
            <a:lnRef idx="1">
              <a:schemeClr val="accent1">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93296810-A885-4BE3-A3E7-6D5BEEA58F35}" styleName="中等深淺樣式 2 - 輔色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00A15C55-8517-42AA-B614-E9B94910E393}" styleName="中等深淺樣式 2 - 輔色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2D5ABB26-0587-4C30-8999-92F81FD0307C}" styleName="無樣式、無格線">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9D7B26C5-4107-4FEC-AEDC-1716B250A1EF}" styleName="淺色樣式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EB9631B5-78F2-41C9-869B-9F39066F8104}" styleName="中等深淺樣式 3 - 輔色 4">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4"/>
          </a:solidFill>
        </a:fill>
      </a:tcStyle>
    </a:lastCol>
    <a:firstCol>
      <a:tcTxStyle b="on">
        <a:fontRef idx="minor">
          <a:scrgbClr r="0" g="0" b="0"/>
        </a:fontRef>
        <a:schemeClr val="lt1"/>
      </a:tcTxStyle>
      <a:tcStyle>
        <a:tcBdr/>
        <a:fill>
          <a:solidFill>
            <a:schemeClr val="accent4"/>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4"/>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029" autoAdjust="0"/>
    <p:restoredTop sz="95118" autoAdjust="0"/>
  </p:normalViewPr>
  <p:slideViewPr>
    <p:cSldViewPr>
      <p:cViewPr varScale="1">
        <p:scale>
          <a:sx n="65" d="100"/>
          <a:sy n="65" d="100"/>
        </p:scale>
        <p:origin x="684" y="60"/>
      </p:cViewPr>
      <p:guideLst>
        <p:guide orient="horz" pos="2160"/>
        <p:guide pos="2880"/>
        <p:guide pos="3840"/>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100" d="100"/>
        <a:sy n="100" d="100"/>
      </p:scale>
      <p:origin x="0" y="0"/>
    </p:cViewPr>
  </p:sorterViewPr>
  <p:notesViewPr>
    <p:cSldViewPr>
      <p:cViewPr varScale="1">
        <p:scale>
          <a:sx n="90" d="100"/>
          <a:sy n="90" d="100"/>
        </p:scale>
        <p:origin x="-1434" y="-96"/>
      </p:cViewPr>
      <p:guideLst>
        <p:guide orient="horz" pos="2145"/>
        <p:guide pos="3130"/>
        <p:guide orient="horz" pos="2142"/>
        <p:guide pos="3126"/>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2.xml"/><Relationship Id="rId13" Type="http://schemas.openxmlformats.org/officeDocument/2006/relationships/theme" Target="theme/theme1.xml"/><Relationship Id="rId3" Type="http://schemas.openxmlformats.org/officeDocument/2006/relationships/customXml" Target="../customXml/item3.xml"/><Relationship Id="rId7" Type="http://schemas.openxmlformats.org/officeDocument/2006/relationships/slide" Target="slides/slide1.xml"/><Relationship Id="rId12" Type="http://schemas.openxmlformats.org/officeDocument/2006/relationships/viewProps" Target="viewProps.xml"/><Relationship Id="rId2" Type="http://schemas.openxmlformats.org/officeDocument/2006/relationships/customXml" Target="../customXml/item2.xml"/><Relationship Id="rId16" Type="http://schemas.microsoft.com/office/2015/10/relationships/revisionInfo" Target="revisionInfo.xml"/><Relationship Id="rId1" Type="http://schemas.openxmlformats.org/officeDocument/2006/relationships/customXml" Target="../customXml/item1.xml"/><Relationship Id="rId6" Type="http://schemas.openxmlformats.org/officeDocument/2006/relationships/slideMaster" Target="slideMasters/slideMaster2.xml"/><Relationship Id="rId11" Type="http://schemas.openxmlformats.org/officeDocument/2006/relationships/presProps" Target="presProps.xml"/><Relationship Id="rId5" Type="http://schemas.openxmlformats.org/officeDocument/2006/relationships/slideMaster" Target="slideMasters/slideMaster1.xml"/><Relationship Id="rId15" Type="http://schemas.microsoft.com/office/2016/11/relationships/changesInfo" Target="changesInfos/changesInfo1.xml"/><Relationship Id="rId10" Type="http://schemas.openxmlformats.org/officeDocument/2006/relationships/handoutMaster" Target="handoutMasters/handoutMaster1.xml"/><Relationship Id="rId4" Type="http://schemas.openxmlformats.org/officeDocument/2006/relationships/customXml" Target="../customXml/item4.xml"/><Relationship Id="rId9" Type="http://schemas.openxmlformats.org/officeDocument/2006/relationships/notesMaster" Target="notesMasters/notesMaster1.xml"/><Relationship Id="rId14"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王雋凱-數位金融處-永豐銀行" userId="f78494d6-bac0-4c9e-94cd-0b5e029c0856" providerId="ADAL" clId="{5DC357F9-BC74-4DA8-BF52-4C3483E925D7}"/>
    <pc:docChg chg="undo custSel modSld">
      <pc:chgData name="王雋凱-數位金融處-永豐銀行" userId="f78494d6-bac0-4c9e-94cd-0b5e029c0856" providerId="ADAL" clId="{5DC357F9-BC74-4DA8-BF52-4C3483E925D7}" dt="2026-06-26T02:25:45.855" v="306" actId="20577"/>
      <pc:docMkLst>
        <pc:docMk/>
      </pc:docMkLst>
      <pc:sldChg chg="modSp mod">
        <pc:chgData name="王雋凱-數位金融處-永豐銀行" userId="f78494d6-bac0-4c9e-94cd-0b5e029c0856" providerId="ADAL" clId="{5DC357F9-BC74-4DA8-BF52-4C3483E925D7}" dt="2026-06-26T02:25:45.855" v="306" actId="20577"/>
        <pc:sldMkLst>
          <pc:docMk/>
          <pc:sldMk cId="3463483703" sldId="3274"/>
        </pc:sldMkLst>
        <pc:graphicFrameChg chg="mod modGraphic">
          <ac:chgData name="王雋凱-數位金融處-永豐銀行" userId="f78494d6-bac0-4c9e-94cd-0b5e029c0856" providerId="ADAL" clId="{5DC357F9-BC74-4DA8-BF52-4C3483E925D7}" dt="2026-06-26T02:25:45.855" v="306" actId="20577"/>
          <ac:graphicFrameMkLst>
            <pc:docMk/>
            <pc:sldMk cId="3463483703" sldId="3274"/>
            <ac:graphicFrameMk id="5" creationId="{4AA8387D-2FB4-6978-F7F3-A9ECA5A23BB7}"/>
          </ac:graphicFrameMkLst>
        </pc:graphicFrame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頁首版面配置區 1"/>
          <p:cNvSpPr>
            <a:spLocks noGrp="1"/>
          </p:cNvSpPr>
          <p:nvPr>
            <p:ph type="hdr" sz="quarter"/>
          </p:nvPr>
        </p:nvSpPr>
        <p:spPr>
          <a:xfrm>
            <a:off x="1" y="0"/>
            <a:ext cx="4301385" cy="339250"/>
          </a:xfrm>
          <a:prstGeom prst="rect">
            <a:avLst/>
          </a:prstGeom>
        </p:spPr>
        <p:txBody>
          <a:bodyPr vert="horz" lIns="91303" tIns="45651" rIns="91303" bIns="45651" rtlCol="0"/>
          <a:lstStyle>
            <a:lvl1pPr algn="l" fontAlgn="auto">
              <a:spcBef>
                <a:spcPts val="0"/>
              </a:spcBef>
              <a:spcAft>
                <a:spcPts val="0"/>
              </a:spcAft>
              <a:defRPr kumimoji="0" sz="1200">
                <a:latin typeface="+mn-lt"/>
                <a:ea typeface="+mn-ea"/>
              </a:defRPr>
            </a:lvl1pPr>
          </a:lstStyle>
          <a:p>
            <a:pPr>
              <a:defRPr/>
            </a:pPr>
            <a:endParaRPr lang="zh-TW" altLang="en-US"/>
          </a:p>
        </p:txBody>
      </p:sp>
      <p:sp>
        <p:nvSpPr>
          <p:cNvPr id="3" name="日期版面配置區 2"/>
          <p:cNvSpPr>
            <a:spLocks noGrp="1"/>
          </p:cNvSpPr>
          <p:nvPr>
            <p:ph type="dt" sz="quarter" idx="1"/>
          </p:nvPr>
        </p:nvSpPr>
        <p:spPr>
          <a:xfrm>
            <a:off x="5623670" y="0"/>
            <a:ext cx="4301384" cy="339250"/>
          </a:xfrm>
          <a:prstGeom prst="rect">
            <a:avLst/>
          </a:prstGeom>
        </p:spPr>
        <p:txBody>
          <a:bodyPr vert="horz" lIns="91303" tIns="45651" rIns="91303" bIns="45651" rtlCol="0"/>
          <a:lstStyle>
            <a:lvl1pPr algn="r" fontAlgn="auto">
              <a:spcBef>
                <a:spcPts val="0"/>
              </a:spcBef>
              <a:spcAft>
                <a:spcPts val="0"/>
              </a:spcAft>
              <a:defRPr kumimoji="0" sz="1200">
                <a:latin typeface="+mn-lt"/>
                <a:ea typeface="+mn-ea"/>
              </a:defRPr>
            </a:lvl1pPr>
          </a:lstStyle>
          <a:p>
            <a:pPr>
              <a:defRPr/>
            </a:pPr>
            <a:fld id="{A12E9EF4-BDB6-4FA5-A0EF-468559B412EF}" type="datetimeFigureOut">
              <a:rPr lang="zh-TW" altLang="en-US"/>
              <a:pPr>
                <a:defRPr/>
              </a:pPr>
              <a:t>2026/6/26</a:t>
            </a:fld>
            <a:endParaRPr lang="zh-TW" altLang="en-US"/>
          </a:p>
        </p:txBody>
      </p:sp>
      <p:sp>
        <p:nvSpPr>
          <p:cNvPr id="4" name="頁尾版面配置區 3"/>
          <p:cNvSpPr>
            <a:spLocks noGrp="1"/>
          </p:cNvSpPr>
          <p:nvPr>
            <p:ph type="ftr" sz="quarter" idx="2"/>
          </p:nvPr>
        </p:nvSpPr>
        <p:spPr>
          <a:xfrm>
            <a:off x="1" y="6456842"/>
            <a:ext cx="4301385" cy="339250"/>
          </a:xfrm>
          <a:prstGeom prst="rect">
            <a:avLst/>
          </a:prstGeom>
        </p:spPr>
        <p:txBody>
          <a:bodyPr vert="horz" lIns="91303" tIns="45651" rIns="91303" bIns="45651" rtlCol="0" anchor="b"/>
          <a:lstStyle>
            <a:lvl1pPr algn="l" fontAlgn="auto">
              <a:spcBef>
                <a:spcPts val="0"/>
              </a:spcBef>
              <a:spcAft>
                <a:spcPts val="0"/>
              </a:spcAft>
              <a:defRPr kumimoji="0" sz="1200">
                <a:latin typeface="+mn-lt"/>
                <a:ea typeface="+mn-ea"/>
              </a:defRPr>
            </a:lvl1pPr>
          </a:lstStyle>
          <a:p>
            <a:pPr>
              <a:defRPr/>
            </a:pPr>
            <a:endParaRPr lang="zh-TW" altLang="en-US"/>
          </a:p>
        </p:txBody>
      </p:sp>
      <p:sp>
        <p:nvSpPr>
          <p:cNvPr id="5" name="投影片編號版面配置區 4"/>
          <p:cNvSpPr>
            <a:spLocks noGrp="1"/>
          </p:cNvSpPr>
          <p:nvPr>
            <p:ph type="sldNum" sz="quarter" idx="3"/>
          </p:nvPr>
        </p:nvSpPr>
        <p:spPr>
          <a:xfrm>
            <a:off x="5623670" y="6456842"/>
            <a:ext cx="4301384" cy="339250"/>
          </a:xfrm>
          <a:prstGeom prst="rect">
            <a:avLst/>
          </a:prstGeom>
        </p:spPr>
        <p:txBody>
          <a:bodyPr vert="horz" lIns="91303" tIns="45651" rIns="91303" bIns="45651" rtlCol="0" anchor="b"/>
          <a:lstStyle>
            <a:lvl1pPr algn="r" fontAlgn="auto">
              <a:spcBef>
                <a:spcPts val="0"/>
              </a:spcBef>
              <a:spcAft>
                <a:spcPts val="0"/>
              </a:spcAft>
              <a:defRPr kumimoji="0" sz="1200">
                <a:latin typeface="+mn-lt"/>
                <a:ea typeface="+mn-ea"/>
              </a:defRPr>
            </a:lvl1pPr>
          </a:lstStyle>
          <a:p>
            <a:pPr>
              <a:defRPr/>
            </a:pPr>
            <a:fld id="{673CE6BB-DDE7-4959-823D-CFE8D78B50BA}" type="slidenum">
              <a:rPr lang="zh-TW" altLang="en-US"/>
              <a:pPr>
                <a:defRPr/>
              </a:pPr>
              <a:t>‹#›</a:t>
            </a:fld>
            <a:endParaRPr lang="zh-TW" altLang="en-US"/>
          </a:p>
        </p:txBody>
      </p:sp>
    </p:spTree>
    <p:extLst>
      <p:ext uri="{BB962C8B-B14F-4D97-AF65-F5344CB8AC3E}">
        <p14:creationId xmlns:p14="http://schemas.microsoft.com/office/powerpoint/2010/main" val="111934523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頁首版面配置區 1"/>
          <p:cNvSpPr>
            <a:spLocks noGrp="1"/>
          </p:cNvSpPr>
          <p:nvPr>
            <p:ph type="hdr" sz="quarter"/>
          </p:nvPr>
        </p:nvSpPr>
        <p:spPr>
          <a:xfrm>
            <a:off x="1" y="0"/>
            <a:ext cx="4301385" cy="339250"/>
          </a:xfrm>
          <a:prstGeom prst="rect">
            <a:avLst/>
          </a:prstGeom>
        </p:spPr>
        <p:txBody>
          <a:bodyPr vert="horz" lIns="91303" tIns="45651" rIns="91303" bIns="45651" rtlCol="0"/>
          <a:lstStyle>
            <a:lvl1pPr algn="l" fontAlgn="auto">
              <a:spcBef>
                <a:spcPts val="0"/>
              </a:spcBef>
              <a:spcAft>
                <a:spcPts val="0"/>
              </a:spcAft>
              <a:defRPr kumimoji="0" sz="1200">
                <a:latin typeface="+mn-lt"/>
                <a:ea typeface="+mn-ea"/>
              </a:defRPr>
            </a:lvl1pPr>
          </a:lstStyle>
          <a:p>
            <a:pPr>
              <a:defRPr/>
            </a:pPr>
            <a:endParaRPr lang="zh-TW" altLang="en-US"/>
          </a:p>
        </p:txBody>
      </p:sp>
      <p:sp>
        <p:nvSpPr>
          <p:cNvPr id="3" name="日期版面配置區 2"/>
          <p:cNvSpPr>
            <a:spLocks noGrp="1"/>
          </p:cNvSpPr>
          <p:nvPr>
            <p:ph type="dt" idx="1"/>
          </p:nvPr>
        </p:nvSpPr>
        <p:spPr>
          <a:xfrm>
            <a:off x="5622084" y="0"/>
            <a:ext cx="4302970" cy="339250"/>
          </a:xfrm>
          <a:prstGeom prst="rect">
            <a:avLst/>
          </a:prstGeom>
        </p:spPr>
        <p:txBody>
          <a:bodyPr vert="horz" lIns="91303" tIns="45651" rIns="91303" bIns="45651" rtlCol="0"/>
          <a:lstStyle>
            <a:lvl1pPr algn="r" fontAlgn="auto">
              <a:spcBef>
                <a:spcPts val="0"/>
              </a:spcBef>
              <a:spcAft>
                <a:spcPts val="0"/>
              </a:spcAft>
              <a:defRPr kumimoji="0" sz="1200">
                <a:latin typeface="+mn-lt"/>
                <a:ea typeface="+mn-ea"/>
              </a:defRPr>
            </a:lvl1pPr>
          </a:lstStyle>
          <a:p>
            <a:pPr>
              <a:defRPr/>
            </a:pPr>
            <a:fld id="{8B919E21-F545-4D09-A18B-1B0F86C88523}" type="datetimeFigureOut">
              <a:rPr lang="zh-TW" altLang="en-US"/>
              <a:pPr>
                <a:defRPr/>
              </a:pPr>
              <a:t>2026/6/26</a:t>
            </a:fld>
            <a:endParaRPr lang="zh-TW" altLang="en-US"/>
          </a:p>
        </p:txBody>
      </p:sp>
      <p:sp>
        <p:nvSpPr>
          <p:cNvPr id="4" name="投影片圖像版面配置區 3"/>
          <p:cNvSpPr>
            <a:spLocks noGrp="1" noRot="1" noChangeAspect="1"/>
          </p:cNvSpPr>
          <p:nvPr>
            <p:ph type="sldImg" idx="2"/>
          </p:nvPr>
        </p:nvSpPr>
        <p:spPr>
          <a:xfrm>
            <a:off x="2700338" y="511175"/>
            <a:ext cx="4525962" cy="2546350"/>
          </a:xfrm>
          <a:prstGeom prst="rect">
            <a:avLst/>
          </a:prstGeom>
          <a:noFill/>
          <a:ln w="12700">
            <a:solidFill>
              <a:prstClr val="black"/>
            </a:solidFill>
          </a:ln>
        </p:spPr>
        <p:txBody>
          <a:bodyPr vert="horz" lIns="91303" tIns="45651" rIns="91303" bIns="45651" rtlCol="0" anchor="ctr"/>
          <a:lstStyle/>
          <a:p>
            <a:pPr lvl="0"/>
            <a:endParaRPr lang="zh-TW" altLang="en-US" noProof="0"/>
          </a:p>
        </p:txBody>
      </p:sp>
      <p:sp>
        <p:nvSpPr>
          <p:cNvPr id="5" name="備忘稿版面配置區 4"/>
          <p:cNvSpPr>
            <a:spLocks noGrp="1"/>
          </p:cNvSpPr>
          <p:nvPr>
            <p:ph type="body" sz="quarter" idx="3"/>
          </p:nvPr>
        </p:nvSpPr>
        <p:spPr>
          <a:xfrm>
            <a:off x="992505" y="3229215"/>
            <a:ext cx="7941628" cy="3058002"/>
          </a:xfrm>
          <a:prstGeom prst="rect">
            <a:avLst/>
          </a:prstGeom>
        </p:spPr>
        <p:txBody>
          <a:bodyPr vert="horz" lIns="91303" tIns="45651" rIns="91303" bIns="45651" rtlCol="0">
            <a:normAutofit/>
          </a:bodyPr>
          <a:lstStyle/>
          <a:p>
            <a:pPr lvl="0"/>
            <a:r>
              <a:rPr lang="zh-TW" altLang="en-US" noProof="0"/>
              <a:t>按一下以編輯母片文字樣式</a:t>
            </a:r>
          </a:p>
          <a:p>
            <a:pPr lvl="1"/>
            <a:r>
              <a:rPr lang="zh-TW" altLang="en-US" noProof="0"/>
              <a:t>第二層</a:t>
            </a:r>
          </a:p>
          <a:p>
            <a:pPr lvl="2"/>
            <a:r>
              <a:rPr lang="zh-TW" altLang="en-US" noProof="0"/>
              <a:t>第三層</a:t>
            </a:r>
          </a:p>
          <a:p>
            <a:pPr lvl="3"/>
            <a:r>
              <a:rPr lang="zh-TW" altLang="en-US" noProof="0"/>
              <a:t>第四層</a:t>
            </a:r>
          </a:p>
          <a:p>
            <a:pPr lvl="4"/>
            <a:r>
              <a:rPr lang="zh-TW" altLang="en-US" noProof="0"/>
              <a:t>第五層</a:t>
            </a:r>
          </a:p>
        </p:txBody>
      </p:sp>
      <p:sp>
        <p:nvSpPr>
          <p:cNvPr id="6" name="頁尾版面配置區 5"/>
          <p:cNvSpPr>
            <a:spLocks noGrp="1"/>
          </p:cNvSpPr>
          <p:nvPr>
            <p:ph type="ftr" sz="quarter" idx="4"/>
          </p:nvPr>
        </p:nvSpPr>
        <p:spPr>
          <a:xfrm>
            <a:off x="1" y="6456842"/>
            <a:ext cx="4301385" cy="339250"/>
          </a:xfrm>
          <a:prstGeom prst="rect">
            <a:avLst/>
          </a:prstGeom>
        </p:spPr>
        <p:txBody>
          <a:bodyPr vert="horz" lIns="91303" tIns="45651" rIns="91303" bIns="45651" rtlCol="0" anchor="b"/>
          <a:lstStyle>
            <a:lvl1pPr algn="l" fontAlgn="auto">
              <a:spcBef>
                <a:spcPts val="0"/>
              </a:spcBef>
              <a:spcAft>
                <a:spcPts val="0"/>
              </a:spcAft>
              <a:defRPr kumimoji="0" sz="1200">
                <a:latin typeface="+mn-lt"/>
                <a:ea typeface="+mn-ea"/>
              </a:defRPr>
            </a:lvl1pPr>
          </a:lstStyle>
          <a:p>
            <a:pPr>
              <a:defRPr/>
            </a:pPr>
            <a:endParaRPr lang="zh-TW" altLang="en-US"/>
          </a:p>
        </p:txBody>
      </p:sp>
      <p:sp>
        <p:nvSpPr>
          <p:cNvPr id="7" name="投影片編號版面配置區 6"/>
          <p:cNvSpPr>
            <a:spLocks noGrp="1"/>
          </p:cNvSpPr>
          <p:nvPr>
            <p:ph type="sldNum" sz="quarter" idx="5"/>
          </p:nvPr>
        </p:nvSpPr>
        <p:spPr>
          <a:xfrm>
            <a:off x="5622084" y="6456842"/>
            <a:ext cx="4302970" cy="339250"/>
          </a:xfrm>
          <a:prstGeom prst="rect">
            <a:avLst/>
          </a:prstGeom>
        </p:spPr>
        <p:txBody>
          <a:bodyPr vert="horz" lIns="91303" tIns="45651" rIns="91303" bIns="45651" rtlCol="0" anchor="b"/>
          <a:lstStyle>
            <a:lvl1pPr algn="r" fontAlgn="auto">
              <a:spcBef>
                <a:spcPts val="0"/>
              </a:spcBef>
              <a:spcAft>
                <a:spcPts val="0"/>
              </a:spcAft>
              <a:defRPr kumimoji="0" sz="1200">
                <a:latin typeface="+mn-lt"/>
                <a:ea typeface="+mn-ea"/>
              </a:defRPr>
            </a:lvl1pPr>
          </a:lstStyle>
          <a:p>
            <a:pPr>
              <a:defRPr/>
            </a:pPr>
            <a:fld id="{CDE6145E-9595-4DFE-98DC-E8152F90A69B}" type="slidenum">
              <a:rPr lang="zh-TW" altLang="en-US"/>
              <a:pPr>
                <a:defRPr/>
              </a:pPr>
              <a:t>‹#›</a:t>
            </a:fld>
            <a:endParaRPr lang="zh-TW" altLang="en-US"/>
          </a:p>
        </p:txBody>
      </p:sp>
    </p:spTree>
    <p:extLst>
      <p:ext uri="{BB962C8B-B14F-4D97-AF65-F5344CB8AC3E}">
        <p14:creationId xmlns:p14="http://schemas.microsoft.com/office/powerpoint/2010/main" val="1242726147"/>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900" kern="1200">
        <a:solidFill>
          <a:schemeClr val="tx1"/>
        </a:solidFill>
        <a:latin typeface="+mn-lt"/>
        <a:ea typeface="+mn-ea"/>
        <a:cs typeface="+mn-cs"/>
      </a:defRPr>
    </a:lvl1pPr>
    <a:lvl2pPr marL="326194" algn="l" rtl="0" eaLnBrk="0" fontAlgn="base" hangingPunct="0">
      <a:spcBef>
        <a:spcPct val="30000"/>
      </a:spcBef>
      <a:spcAft>
        <a:spcPct val="0"/>
      </a:spcAft>
      <a:defRPr sz="900" kern="1200">
        <a:solidFill>
          <a:schemeClr val="tx1"/>
        </a:solidFill>
        <a:latin typeface="+mn-lt"/>
        <a:ea typeface="+mn-ea"/>
        <a:cs typeface="+mn-cs"/>
      </a:defRPr>
    </a:lvl2pPr>
    <a:lvl3pPr marL="652387" algn="l" rtl="0" eaLnBrk="0" fontAlgn="base" hangingPunct="0">
      <a:spcBef>
        <a:spcPct val="30000"/>
      </a:spcBef>
      <a:spcAft>
        <a:spcPct val="0"/>
      </a:spcAft>
      <a:defRPr sz="900" kern="1200">
        <a:solidFill>
          <a:schemeClr val="tx1"/>
        </a:solidFill>
        <a:latin typeface="+mn-lt"/>
        <a:ea typeface="+mn-ea"/>
        <a:cs typeface="+mn-cs"/>
      </a:defRPr>
    </a:lvl3pPr>
    <a:lvl4pPr marL="978581" algn="l" rtl="0" eaLnBrk="0" fontAlgn="base" hangingPunct="0">
      <a:spcBef>
        <a:spcPct val="30000"/>
      </a:spcBef>
      <a:spcAft>
        <a:spcPct val="0"/>
      </a:spcAft>
      <a:defRPr sz="900" kern="1200">
        <a:solidFill>
          <a:schemeClr val="tx1"/>
        </a:solidFill>
        <a:latin typeface="+mn-lt"/>
        <a:ea typeface="+mn-ea"/>
        <a:cs typeface="+mn-cs"/>
      </a:defRPr>
    </a:lvl4pPr>
    <a:lvl5pPr marL="1304774" algn="l" rtl="0" eaLnBrk="0" fontAlgn="base" hangingPunct="0">
      <a:spcBef>
        <a:spcPct val="30000"/>
      </a:spcBef>
      <a:spcAft>
        <a:spcPct val="0"/>
      </a:spcAft>
      <a:defRPr sz="900" kern="1200">
        <a:solidFill>
          <a:schemeClr val="tx1"/>
        </a:solidFill>
        <a:latin typeface="+mn-lt"/>
        <a:ea typeface="+mn-ea"/>
        <a:cs typeface="+mn-cs"/>
      </a:defRPr>
    </a:lvl5pPr>
    <a:lvl6pPr marL="1630968" algn="l" defTabSz="652387" rtl="0" eaLnBrk="1" latinLnBrk="0" hangingPunct="1">
      <a:defRPr sz="900" kern="1200">
        <a:solidFill>
          <a:schemeClr val="tx1"/>
        </a:solidFill>
        <a:latin typeface="+mn-lt"/>
        <a:ea typeface="+mn-ea"/>
        <a:cs typeface="+mn-cs"/>
      </a:defRPr>
    </a:lvl6pPr>
    <a:lvl7pPr marL="1957162" algn="l" defTabSz="652387" rtl="0" eaLnBrk="1" latinLnBrk="0" hangingPunct="1">
      <a:defRPr sz="900" kern="1200">
        <a:solidFill>
          <a:schemeClr val="tx1"/>
        </a:solidFill>
        <a:latin typeface="+mn-lt"/>
        <a:ea typeface="+mn-ea"/>
        <a:cs typeface="+mn-cs"/>
      </a:defRPr>
    </a:lvl7pPr>
    <a:lvl8pPr marL="2283355" algn="l" defTabSz="652387" rtl="0" eaLnBrk="1" latinLnBrk="0" hangingPunct="1">
      <a:defRPr sz="900" kern="1200">
        <a:solidFill>
          <a:schemeClr val="tx1"/>
        </a:solidFill>
        <a:latin typeface="+mn-lt"/>
        <a:ea typeface="+mn-ea"/>
        <a:cs typeface="+mn-cs"/>
      </a:defRPr>
    </a:lvl8pPr>
    <a:lvl9pPr marL="2609550" algn="l" defTabSz="652387" rtl="0" eaLnBrk="1" latinLnBrk="0" hangingPunct="1">
      <a:defRPr sz="9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pPr>
              <a:defRPr/>
            </a:pPr>
            <a:fld id="{CDE6145E-9595-4DFE-98DC-E8152F90A69B}" type="slidenum">
              <a:rPr lang="zh-TW" altLang="en-US" smtClean="0"/>
              <a:pPr>
                <a:defRPr/>
              </a:pPr>
              <a:t>1</a:t>
            </a:fld>
            <a:endParaRPr lang="zh-TW" altLang="en-US"/>
          </a:p>
        </p:txBody>
      </p:sp>
    </p:spTree>
    <p:extLst>
      <p:ext uri="{BB962C8B-B14F-4D97-AF65-F5344CB8AC3E}">
        <p14:creationId xmlns:p14="http://schemas.microsoft.com/office/powerpoint/2010/main" val="79341807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pPr>
              <a:defRPr/>
            </a:pPr>
            <a:fld id="{CDE6145E-9595-4DFE-98DC-E8152F90A69B}" type="slidenum">
              <a:rPr lang="zh-TW" altLang="en-US" smtClean="0"/>
              <a:pPr>
                <a:defRPr/>
              </a:pPr>
              <a:t>2</a:t>
            </a:fld>
            <a:endParaRPr lang="zh-TW" altLang="en-US"/>
          </a:p>
        </p:txBody>
      </p:sp>
    </p:spTree>
    <p:extLst>
      <p:ext uri="{BB962C8B-B14F-4D97-AF65-F5344CB8AC3E}">
        <p14:creationId xmlns:p14="http://schemas.microsoft.com/office/powerpoint/2010/main" val="261691973"/>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ags" Target="../tags/tag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slideMaster" Target="../slideMasters/slideMaster2.xml"/><Relationship Id="rId1" Type="http://schemas.openxmlformats.org/officeDocument/2006/relationships/tags" Target="../tags/tag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標題投影片">
    <p:spTree>
      <p:nvGrpSpPr>
        <p:cNvPr id="1" name=""/>
        <p:cNvGrpSpPr/>
        <p:nvPr/>
      </p:nvGrpSpPr>
      <p:grpSpPr>
        <a:xfrm>
          <a:off x="0" y="0"/>
          <a:ext cx="0" cy="0"/>
          <a:chOff x="0" y="0"/>
          <a:chExt cx="0" cy="0"/>
        </a:xfrm>
      </p:grpSpPr>
      <p:grpSp>
        <p:nvGrpSpPr>
          <p:cNvPr id="5" name="McK Title Elements"/>
          <p:cNvGrpSpPr>
            <a:grpSpLocks/>
          </p:cNvGrpSpPr>
          <p:nvPr userDrawn="1"/>
        </p:nvGrpSpPr>
        <p:grpSpPr bwMode="auto">
          <a:xfrm>
            <a:off x="3591519" y="2182816"/>
            <a:ext cx="6838059" cy="4602163"/>
            <a:chOff x="1663" y="1348"/>
            <a:chExt cx="3167" cy="2841"/>
          </a:xfrm>
        </p:grpSpPr>
        <p:sp>
          <p:nvSpPr>
            <p:cNvPr id="6" name="McK Confidential" hidden="1"/>
            <p:cNvSpPr txBox="1">
              <a:spLocks noChangeArrowheads="1"/>
            </p:cNvSpPr>
            <p:nvPr userDrawn="1"/>
          </p:nvSpPr>
          <p:spPr bwMode="auto">
            <a:xfrm>
              <a:off x="1663" y="1348"/>
              <a:ext cx="936" cy="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eaLnBrk="0" hangingPunct="0">
                <a:defRPr kumimoji="1">
                  <a:solidFill>
                    <a:schemeClr val="tx1"/>
                  </a:solidFill>
                  <a:latin typeface="Arial" pitchFamily="34" charset="0"/>
                  <a:ea typeface="新細明體" pitchFamily="18" charset="-120"/>
                </a:defRPr>
              </a:lvl1pPr>
              <a:lvl2pPr marL="742950" indent="-285750" eaLnBrk="0" hangingPunct="0">
                <a:defRPr kumimoji="1">
                  <a:solidFill>
                    <a:schemeClr val="tx1"/>
                  </a:solidFill>
                  <a:latin typeface="Arial" pitchFamily="34" charset="0"/>
                  <a:ea typeface="新細明體" pitchFamily="18" charset="-120"/>
                </a:defRPr>
              </a:lvl2pPr>
              <a:lvl3pPr marL="1143000" indent="-228600" eaLnBrk="0" hangingPunct="0">
                <a:defRPr kumimoji="1">
                  <a:solidFill>
                    <a:schemeClr val="tx1"/>
                  </a:solidFill>
                  <a:latin typeface="Arial" pitchFamily="34" charset="0"/>
                  <a:ea typeface="新細明體" pitchFamily="18" charset="-120"/>
                </a:defRPr>
              </a:lvl3pPr>
              <a:lvl4pPr marL="1600200" indent="-228600" eaLnBrk="0" hangingPunct="0">
                <a:defRPr kumimoji="1">
                  <a:solidFill>
                    <a:schemeClr val="tx1"/>
                  </a:solidFill>
                  <a:latin typeface="Arial" pitchFamily="34" charset="0"/>
                  <a:ea typeface="新細明體" pitchFamily="18" charset="-120"/>
                </a:defRPr>
              </a:lvl4pPr>
              <a:lvl5pPr marL="2057400" indent="-228600" eaLnBrk="0" hangingPunct="0">
                <a:defRPr kumimoji="1">
                  <a:solidFill>
                    <a:schemeClr val="tx1"/>
                  </a:solidFill>
                  <a:latin typeface="Arial" pitchFamily="34"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pitchFamily="34"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pitchFamily="34"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pitchFamily="34"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pitchFamily="34" charset="0"/>
                  <a:ea typeface="新細明體" pitchFamily="18" charset="-120"/>
                </a:defRPr>
              </a:lvl9pPr>
            </a:lstStyle>
            <a:p>
              <a:pPr eaLnBrk="1" hangingPunct="1">
                <a:defRPr/>
              </a:pPr>
              <a:r>
                <a:rPr lang="en-US" altLang="zh-TW" sz="1000"/>
                <a:t>CONFIDENTIAL</a:t>
              </a:r>
            </a:p>
          </p:txBody>
        </p:sp>
        <p:sp>
          <p:nvSpPr>
            <p:cNvPr id="7" name="McK Document" hidden="1"/>
            <p:cNvSpPr txBox="1">
              <a:spLocks noChangeArrowheads="1"/>
            </p:cNvSpPr>
            <p:nvPr userDrawn="1"/>
          </p:nvSpPr>
          <p:spPr bwMode="auto">
            <a:xfrm>
              <a:off x="1663" y="3074"/>
              <a:ext cx="3167" cy="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chor="b">
              <a:spAutoFit/>
            </a:bodyPr>
            <a:lstStyle>
              <a:lvl1pPr eaLnBrk="0" hangingPunct="0">
                <a:defRPr kumimoji="1">
                  <a:solidFill>
                    <a:schemeClr val="tx1"/>
                  </a:solidFill>
                  <a:latin typeface="Arial" pitchFamily="34" charset="0"/>
                  <a:ea typeface="新細明體" pitchFamily="18" charset="-120"/>
                </a:defRPr>
              </a:lvl1pPr>
              <a:lvl2pPr marL="742950" indent="-285750" eaLnBrk="0" hangingPunct="0">
                <a:defRPr kumimoji="1">
                  <a:solidFill>
                    <a:schemeClr val="tx1"/>
                  </a:solidFill>
                  <a:latin typeface="Arial" pitchFamily="34" charset="0"/>
                  <a:ea typeface="新細明體" pitchFamily="18" charset="-120"/>
                </a:defRPr>
              </a:lvl2pPr>
              <a:lvl3pPr marL="1143000" indent="-228600" eaLnBrk="0" hangingPunct="0">
                <a:defRPr kumimoji="1">
                  <a:solidFill>
                    <a:schemeClr val="tx1"/>
                  </a:solidFill>
                  <a:latin typeface="Arial" pitchFamily="34" charset="0"/>
                  <a:ea typeface="新細明體" pitchFamily="18" charset="-120"/>
                </a:defRPr>
              </a:lvl3pPr>
              <a:lvl4pPr marL="1600200" indent="-228600" eaLnBrk="0" hangingPunct="0">
                <a:defRPr kumimoji="1">
                  <a:solidFill>
                    <a:schemeClr val="tx1"/>
                  </a:solidFill>
                  <a:latin typeface="Arial" pitchFamily="34" charset="0"/>
                  <a:ea typeface="新細明體" pitchFamily="18" charset="-120"/>
                </a:defRPr>
              </a:lvl4pPr>
              <a:lvl5pPr marL="2057400" indent="-228600" eaLnBrk="0" hangingPunct="0">
                <a:defRPr kumimoji="1">
                  <a:solidFill>
                    <a:schemeClr val="tx1"/>
                  </a:solidFill>
                  <a:latin typeface="Arial" pitchFamily="34"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pitchFamily="34"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pitchFamily="34"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pitchFamily="34"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pitchFamily="34" charset="0"/>
                  <a:ea typeface="新細明體" pitchFamily="18" charset="-120"/>
                </a:defRPr>
              </a:lvl9pPr>
            </a:lstStyle>
            <a:p>
              <a:pPr eaLnBrk="1" hangingPunct="1">
                <a:defRPr/>
              </a:pPr>
              <a:r>
                <a:rPr lang="en-US" altLang="zh-TW" sz="1000"/>
                <a:t>Document</a:t>
              </a:r>
            </a:p>
          </p:txBody>
        </p:sp>
        <p:sp>
          <p:nvSpPr>
            <p:cNvPr id="8" name="McK Date" hidden="1"/>
            <p:cNvSpPr txBox="1">
              <a:spLocks noChangeArrowheads="1"/>
            </p:cNvSpPr>
            <p:nvPr userDrawn="1"/>
          </p:nvSpPr>
          <p:spPr bwMode="auto">
            <a:xfrm>
              <a:off x="1663" y="3216"/>
              <a:ext cx="3167" cy="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eaLnBrk="0" hangingPunct="0">
                <a:defRPr kumimoji="1">
                  <a:solidFill>
                    <a:schemeClr val="tx1"/>
                  </a:solidFill>
                  <a:latin typeface="Arial" pitchFamily="34" charset="0"/>
                  <a:ea typeface="新細明體" pitchFamily="18" charset="-120"/>
                </a:defRPr>
              </a:lvl1pPr>
              <a:lvl2pPr marL="742950" indent="-285750" eaLnBrk="0" hangingPunct="0">
                <a:defRPr kumimoji="1">
                  <a:solidFill>
                    <a:schemeClr val="tx1"/>
                  </a:solidFill>
                  <a:latin typeface="Arial" pitchFamily="34" charset="0"/>
                  <a:ea typeface="新細明體" pitchFamily="18" charset="-120"/>
                </a:defRPr>
              </a:lvl2pPr>
              <a:lvl3pPr marL="1143000" indent="-228600" eaLnBrk="0" hangingPunct="0">
                <a:defRPr kumimoji="1">
                  <a:solidFill>
                    <a:schemeClr val="tx1"/>
                  </a:solidFill>
                  <a:latin typeface="Arial" pitchFamily="34" charset="0"/>
                  <a:ea typeface="新細明體" pitchFamily="18" charset="-120"/>
                </a:defRPr>
              </a:lvl3pPr>
              <a:lvl4pPr marL="1600200" indent="-228600" eaLnBrk="0" hangingPunct="0">
                <a:defRPr kumimoji="1">
                  <a:solidFill>
                    <a:schemeClr val="tx1"/>
                  </a:solidFill>
                  <a:latin typeface="Arial" pitchFamily="34" charset="0"/>
                  <a:ea typeface="新細明體" pitchFamily="18" charset="-120"/>
                </a:defRPr>
              </a:lvl4pPr>
              <a:lvl5pPr marL="2057400" indent="-228600" eaLnBrk="0" hangingPunct="0">
                <a:defRPr kumimoji="1">
                  <a:solidFill>
                    <a:schemeClr val="tx1"/>
                  </a:solidFill>
                  <a:latin typeface="Arial" pitchFamily="34"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pitchFamily="34"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pitchFamily="34"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pitchFamily="34"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pitchFamily="34" charset="0"/>
                  <a:ea typeface="新細明體" pitchFamily="18" charset="-120"/>
                </a:defRPr>
              </a:lvl9pPr>
            </a:lstStyle>
            <a:p>
              <a:pPr eaLnBrk="1" hangingPunct="1">
                <a:defRPr/>
              </a:pPr>
              <a:r>
                <a:rPr lang="en-US" altLang="zh-TW" sz="1000"/>
                <a:t>Date</a:t>
              </a:r>
            </a:p>
          </p:txBody>
        </p:sp>
        <p:sp>
          <p:nvSpPr>
            <p:cNvPr id="9" name="McK Disclaimer" hidden="1"/>
            <p:cNvSpPr>
              <a:spLocks noChangeArrowheads="1"/>
            </p:cNvSpPr>
            <p:nvPr userDrawn="1">
              <p:custDataLst>
                <p:tags r:id="rId1"/>
              </p:custDataLst>
            </p:nvPr>
          </p:nvSpPr>
          <p:spPr bwMode="auto">
            <a:xfrm>
              <a:off x="1663" y="4018"/>
              <a:ext cx="2303" cy="1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chor="b">
              <a:spAutoFit/>
            </a:bodyPr>
            <a:lstStyle>
              <a:lvl1pPr defTabSz="820738" eaLnBrk="0" hangingPunct="0">
                <a:defRPr kumimoji="1">
                  <a:solidFill>
                    <a:schemeClr val="tx1"/>
                  </a:solidFill>
                  <a:latin typeface="Arial" pitchFamily="34" charset="0"/>
                  <a:ea typeface="新細明體" pitchFamily="18" charset="-120"/>
                </a:defRPr>
              </a:lvl1pPr>
              <a:lvl2pPr marL="742950" indent="-285750" defTabSz="820738" eaLnBrk="0" hangingPunct="0">
                <a:defRPr kumimoji="1">
                  <a:solidFill>
                    <a:schemeClr val="tx1"/>
                  </a:solidFill>
                  <a:latin typeface="Arial" pitchFamily="34" charset="0"/>
                  <a:ea typeface="新細明體" pitchFamily="18" charset="-120"/>
                </a:defRPr>
              </a:lvl2pPr>
              <a:lvl3pPr marL="1143000" indent="-228600" defTabSz="820738" eaLnBrk="0" hangingPunct="0">
                <a:defRPr kumimoji="1">
                  <a:solidFill>
                    <a:schemeClr val="tx1"/>
                  </a:solidFill>
                  <a:latin typeface="Arial" pitchFamily="34" charset="0"/>
                  <a:ea typeface="新細明體" pitchFamily="18" charset="-120"/>
                </a:defRPr>
              </a:lvl3pPr>
              <a:lvl4pPr marL="1600200" indent="-228600" defTabSz="820738" eaLnBrk="0" hangingPunct="0">
                <a:defRPr kumimoji="1">
                  <a:solidFill>
                    <a:schemeClr val="tx1"/>
                  </a:solidFill>
                  <a:latin typeface="Arial" pitchFamily="34" charset="0"/>
                  <a:ea typeface="新細明體" pitchFamily="18" charset="-120"/>
                </a:defRPr>
              </a:lvl4pPr>
              <a:lvl5pPr marL="2057400" indent="-228600" defTabSz="820738" eaLnBrk="0" hangingPunct="0">
                <a:defRPr kumimoji="1">
                  <a:solidFill>
                    <a:schemeClr val="tx1"/>
                  </a:solidFill>
                  <a:latin typeface="Arial" pitchFamily="34" charset="0"/>
                  <a:ea typeface="新細明體" pitchFamily="18" charset="-120"/>
                </a:defRPr>
              </a:lvl5pPr>
              <a:lvl6pPr marL="2514600" indent="-228600" defTabSz="820738" eaLnBrk="0" fontAlgn="base" hangingPunct="0">
                <a:spcBef>
                  <a:spcPct val="0"/>
                </a:spcBef>
                <a:spcAft>
                  <a:spcPct val="0"/>
                </a:spcAft>
                <a:defRPr kumimoji="1">
                  <a:solidFill>
                    <a:schemeClr val="tx1"/>
                  </a:solidFill>
                  <a:latin typeface="Arial" pitchFamily="34" charset="0"/>
                  <a:ea typeface="新細明體" pitchFamily="18" charset="-120"/>
                </a:defRPr>
              </a:lvl6pPr>
              <a:lvl7pPr marL="2971800" indent="-228600" defTabSz="820738" eaLnBrk="0" fontAlgn="base" hangingPunct="0">
                <a:spcBef>
                  <a:spcPct val="0"/>
                </a:spcBef>
                <a:spcAft>
                  <a:spcPct val="0"/>
                </a:spcAft>
                <a:defRPr kumimoji="1">
                  <a:solidFill>
                    <a:schemeClr val="tx1"/>
                  </a:solidFill>
                  <a:latin typeface="Arial" pitchFamily="34" charset="0"/>
                  <a:ea typeface="新細明體" pitchFamily="18" charset="-120"/>
                </a:defRPr>
              </a:lvl7pPr>
              <a:lvl8pPr marL="3429000" indent="-228600" defTabSz="820738" eaLnBrk="0" fontAlgn="base" hangingPunct="0">
                <a:spcBef>
                  <a:spcPct val="0"/>
                </a:spcBef>
                <a:spcAft>
                  <a:spcPct val="0"/>
                </a:spcAft>
                <a:defRPr kumimoji="1">
                  <a:solidFill>
                    <a:schemeClr val="tx1"/>
                  </a:solidFill>
                  <a:latin typeface="Arial" pitchFamily="34" charset="0"/>
                  <a:ea typeface="新細明體" pitchFamily="18" charset="-120"/>
                </a:defRPr>
              </a:lvl8pPr>
              <a:lvl9pPr marL="3886200" indent="-228600" defTabSz="820738" eaLnBrk="0" fontAlgn="base" hangingPunct="0">
                <a:spcBef>
                  <a:spcPct val="0"/>
                </a:spcBef>
                <a:spcAft>
                  <a:spcPct val="0"/>
                </a:spcAft>
                <a:defRPr kumimoji="1">
                  <a:solidFill>
                    <a:schemeClr val="tx1"/>
                  </a:solidFill>
                  <a:latin typeface="Arial" pitchFamily="34" charset="0"/>
                  <a:ea typeface="新細明體" pitchFamily="18" charset="-120"/>
                </a:defRPr>
              </a:lvl9pPr>
            </a:lstStyle>
            <a:p>
              <a:r>
                <a:rPr lang="en-US" altLang="zh-TW" sz="600"/>
                <a:t>This report is solely for the use of client personnel.  No part of it may be circulated, quoted, or reproduced for distribution outside the client organization without prior written approval from McKinsey &amp; Company. This material was used by McKinsey &amp; Company during an oral presentation; it is not a complete record of the discussion.</a:t>
              </a:r>
            </a:p>
          </p:txBody>
        </p:sp>
      </p:grpSp>
      <p:sp>
        <p:nvSpPr>
          <p:cNvPr id="15" name="標題 1"/>
          <p:cNvSpPr>
            <a:spLocks noGrp="1"/>
          </p:cNvSpPr>
          <p:nvPr>
            <p:ph type="title"/>
          </p:nvPr>
        </p:nvSpPr>
        <p:spPr>
          <a:xfrm>
            <a:off x="2121919" y="2304996"/>
            <a:ext cx="8158361" cy="717547"/>
          </a:xfrm>
          <a:prstGeom prst="rect">
            <a:avLst/>
          </a:prstGeom>
        </p:spPr>
        <p:txBody>
          <a:bodyPr lIns="66556" tIns="33277" rIns="66556" bIns="33277" anchor="ctr"/>
          <a:lstStyle>
            <a:lvl1pPr algn="ctr">
              <a:defRPr sz="2600">
                <a:latin typeface="微軟正黑體" pitchFamily="34" charset="-120"/>
                <a:ea typeface="微軟正黑體" pitchFamily="34" charset="-120"/>
              </a:defRPr>
            </a:lvl1pPr>
          </a:lstStyle>
          <a:p>
            <a:r>
              <a:rPr lang="zh-TW" altLang="en-US"/>
              <a:t>按一下以編輯母片標題樣式</a:t>
            </a:r>
            <a:endParaRPr lang="zh-TW" altLang="en-US" dirty="0"/>
          </a:p>
        </p:txBody>
      </p:sp>
      <p:sp>
        <p:nvSpPr>
          <p:cNvPr id="19" name="文字版面配置區 3"/>
          <p:cNvSpPr>
            <a:spLocks noGrp="1"/>
          </p:cNvSpPr>
          <p:nvPr>
            <p:ph type="body" sz="half" idx="2"/>
          </p:nvPr>
        </p:nvSpPr>
        <p:spPr>
          <a:xfrm>
            <a:off x="3127983" y="4489746"/>
            <a:ext cx="6501512" cy="559288"/>
          </a:xfrm>
          <a:prstGeom prst="rect">
            <a:avLst/>
          </a:prstGeom>
        </p:spPr>
        <p:txBody>
          <a:bodyPr lIns="66556" tIns="33277" rIns="66556" bIns="33277" anchor="ctr"/>
          <a:lstStyle>
            <a:lvl1pPr marL="0" indent="0" algn="ctr">
              <a:buNone/>
              <a:defRPr sz="2100" b="1">
                <a:latin typeface="微軟正黑體" pitchFamily="34" charset="-120"/>
                <a:ea typeface="微軟正黑體" pitchFamily="34" charset="-120"/>
              </a:defRPr>
            </a:lvl1pPr>
            <a:lvl2pPr marL="332780" indent="0">
              <a:buNone/>
              <a:defRPr sz="900"/>
            </a:lvl2pPr>
            <a:lvl3pPr marL="665559" indent="0">
              <a:buNone/>
              <a:defRPr sz="700"/>
            </a:lvl3pPr>
            <a:lvl4pPr marL="998340" indent="0">
              <a:buNone/>
              <a:defRPr sz="600"/>
            </a:lvl4pPr>
            <a:lvl5pPr marL="1331121" indent="0">
              <a:buNone/>
              <a:defRPr sz="600"/>
            </a:lvl5pPr>
            <a:lvl6pPr marL="1663902" indent="0">
              <a:buNone/>
              <a:defRPr sz="600"/>
            </a:lvl6pPr>
            <a:lvl7pPr marL="1996681" indent="0">
              <a:buNone/>
              <a:defRPr sz="600"/>
            </a:lvl7pPr>
            <a:lvl8pPr marL="2329461" indent="0">
              <a:buNone/>
              <a:defRPr sz="600"/>
            </a:lvl8pPr>
            <a:lvl9pPr marL="2662240" indent="0">
              <a:buNone/>
              <a:defRPr sz="600"/>
            </a:lvl9pPr>
          </a:lstStyle>
          <a:p>
            <a:pPr lvl="0"/>
            <a:r>
              <a:rPr lang="zh-TW" altLang="en-US"/>
              <a:t>按一下以編輯母片文字樣式</a:t>
            </a:r>
          </a:p>
        </p:txBody>
      </p:sp>
      <p:sp>
        <p:nvSpPr>
          <p:cNvPr id="20" name="文字版面配置區 3"/>
          <p:cNvSpPr>
            <a:spLocks noGrp="1"/>
          </p:cNvSpPr>
          <p:nvPr>
            <p:ph type="body" sz="half" idx="10"/>
          </p:nvPr>
        </p:nvSpPr>
        <p:spPr>
          <a:xfrm>
            <a:off x="3786506" y="5584133"/>
            <a:ext cx="5121841" cy="414941"/>
          </a:xfrm>
          <a:prstGeom prst="rect">
            <a:avLst/>
          </a:prstGeom>
        </p:spPr>
        <p:txBody>
          <a:bodyPr lIns="66556" tIns="33277" rIns="66556" bIns="33277" anchor="ctr"/>
          <a:lstStyle>
            <a:lvl1pPr marL="0" indent="0" algn="ctr">
              <a:buNone/>
              <a:defRPr sz="1100" b="1">
                <a:latin typeface="微軟正黑體" pitchFamily="34" charset="-120"/>
                <a:ea typeface="微軟正黑體" pitchFamily="34" charset="-120"/>
              </a:defRPr>
            </a:lvl1pPr>
            <a:lvl2pPr marL="332780" indent="0">
              <a:buNone/>
              <a:defRPr sz="900"/>
            </a:lvl2pPr>
            <a:lvl3pPr marL="665559" indent="0">
              <a:buNone/>
              <a:defRPr sz="700"/>
            </a:lvl3pPr>
            <a:lvl4pPr marL="998340" indent="0">
              <a:buNone/>
              <a:defRPr sz="600"/>
            </a:lvl4pPr>
            <a:lvl5pPr marL="1331121" indent="0">
              <a:buNone/>
              <a:defRPr sz="600"/>
            </a:lvl5pPr>
            <a:lvl6pPr marL="1663902" indent="0">
              <a:buNone/>
              <a:defRPr sz="600"/>
            </a:lvl6pPr>
            <a:lvl7pPr marL="1996681" indent="0">
              <a:buNone/>
              <a:defRPr sz="600"/>
            </a:lvl7pPr>
            <a:lvl8pPr marL="2329461" indent="0">
              <a:buNone/>
              <a:defRPr sz="600"/>
            </a:lvl8pPr>
            <a:lvl9pPr marL="2662240" indent="0">
              <a:buNone/>
              <a:defRPr sz="600"/>
            </a:lvl9pPr>
          </a:lstStyle>
          <a:p>
            <a:pPr lvl="0"/>
            <a:r>
              <a:rPr lang="zh-TW" altLang="en-US"/>
              <a:t>按一下以編輯母片文字樣式</a:t>
            </a:r>
          </a:p>
        </p:txBody>
      </p:sp>
    </p:spTree>
    <p:extLst>
      <p:ext uri="{BB962C8B-B14F-4D97-AF65-F5344CB8AC3E}">
        <p14:creationId xmlns:p14="http://schemas.microsoft.com/office/powerpoint/2010/main" val="809242818"/>
      </p:ext>
    </p:extLst>
  </p:cSld>
  <p:clrMapOvr>
    <a:masterClrMapping/>
  </p:clrMapOvr>
  <p:transition spd="med"/>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_標題及物件">
    <p:spTree>
      <p:nvGrpSpPr>
        <p:cNvPr id="1" name=""/>
        <p:cNvGrpSpPr/>
        <p:nvPr/>
      </p:nvGrpSpPr>
      <p:grpSpPr>
        <a:xfrm>
          <a:off x="0" y="0"/>
          <a:ext cx="0" cy="0"/>
          <a:chOff x="0" y="0"/>
          <a:chExt cx="0" cy="0"/>
        </a:xfrm>
      </p:grpSpPr>
      <p:sp>
        <p:nvSpPr>
          <p:cNvPr id="2" name="標題 1"/>
          <p:cNvSpPr>
            <a:spLocks noGrp="1"/>
          </p:cNvSpPr>
          <p:nvPr>
            <p:ph type="title"/>
          </p:nvPr>
        </p:nvSpPr>
        <p:spPr>
          <a:xfrm>
            <a:off x="335318" y="188647"/>
            <a:ext cx="11519780" cy="562075"/>
          </a:xfrm>
          <a:prstGeom prst="rect">
            <a:avLst/>
          </a:prstGeom>
        </p:spPr>
        <p:txBody>
          <a:bodyPr lIns="65239" tIns="32620" rIns="65239" bIns="32620" anchor="ctr"/>
          <a:lstStyle>
            <a:lvl1pPr algn="l" defTabSz="651255" rtl="0" eaLnBrk="1" fontAlgn="base" hangingPunct="1">
              <a:spcBef>
                <a:spcPct val="0"/>
              </a:spcBef>
              <a:spcAft>
                <a:spcPct val="0"/>
              </a:spcAft>
              <a:defRPr lang="zh-TW" altLang="en-US" sz="2000" b="1" dirty="0">
                <a:solidFill>
                  <a:schemeClr val="tx2"/>
                </a:solidFill>
                <a:latin typeface="Calibri" panose="020F0502020204030204" pitchFamily="34" charset="0"/>
                <a:ea typeface="+mn-ea"/>
                <a:cs typeface="+mj-cs"/>
              </a:defRPr>
            </a:lvl1pPr>
          </a:lstStyle>
          <a:p>
            <a:r>
              <a:rPr lang="zh-TW" altLang="en-US"/>
              <a:t>按一下以編輯母片標題樣式</a:t>
            </a:r>
            <a:endParaRPr lang="zh-TW" altLang="en-US" dirty="0"/>
          </a:p>
        </p:txBody>
      </p:sp>
      <p:sp>
        <p:nvSpPr>
          <p:cNvPr id="3" name="內容版面配置區 2"/>
          <p:cNvSpPr>
            <a:spLocks noGrp="1"/>
          </p:cNvSpPr>
          <p:nvPr>
            <p:ph idx="1" hasCustomPrompt="1"/>
          </p:nvPr>
        </p:nvSpPr>
        <p:spPr>
          <a:xfrm>
            <a:off x="623312" y="908722"/>
            <a:ext cx="5375897" cy="5400600"/>
          </a:xfrm>
          <a:prstGeom prst="rect">
            <a:avLst/>
          </a:prstGeom>
        </p:spPr>
        <p:txBody>
          <a:bodyPr lIns="65239" tIns="32620" rIns="65239" bIns="32620"/>
          <a:lstStyle>
            <a:lvl1pPr marL="326194" indent="-256845">
              <a:lnSpc>
                <a:spcPct val="150000"/>
              </a:lnSpc>
              <a:buClr>
                <a:schemeClr val="accent4">
                  <a:lumMod val="75000"/>
                </a:schemeClr>
              </a:buClr>
              <a:buFont typeface="Wingdings 2" panose="05020102010507070707" pitchFamily="18" charset="2"/>
              <a:buChar char=""/>
              <a:defRPr sz="1700">
                <a:latin typeface="+mn-ea"/>
                <a:ea typeface="+mn-ea"/>
              </a:defRPr>
            </a:lvl1pPr>
            <a:lvl2pPr marL="452047" indent="-195202">
              <a:lnSpc>
                <a:spcPct val="150000"/>
              </a:lnSpc>
              <a:spcBef>
                <a:spcPts val="17"/>
              </a:spcBef>
              <a:buClr>
                <a:schemeClr val="accent1">
                  <a:lumMod val="75000"/>
                </a:schemeClr>
              </a:buClr>
              <a:buFont typeface="Wingdings" panose="05000000000000000000" pitchFamily="2" charset="2"/>
              <a:buChar char="§"/>
              <a:defRPr sz="1400">
                <a:latin typeface="微軟正黑體" panose="020B0604030504040204" pitchFamily="34" charset="-120"/>
                <a:ea typeface="微軟正黑體" panose="020B0604030504040204" pitchFamily="34" charset="-120"/>
              </a:defRPr>
            </a:lvl2pPr>
            <a:lvl3pPr marL="708893" indent="-174654">
              <a:lnSpc>
                <a:spcPct val="150000"/>
              </a:lnSpc>
              <a:spcBef>
                <a:spcPts val="17"/>
              </a:spcBef>
              <a:buFont typeface="Wingdings" panose="05000000000000000000" pitchFamily="2" charset="2"/>
              <a:buChar char="ü"/>
              <a:defRPr sz="1300">
                <a:latin typeface="微軟正黑體" panose="020B0604030504040204" pitchFamily="34" charset="-120"/>
                <a:ea typeface="微軟正黑體" panose="020B0604030504040204" pitchFamily="34" charset="-120"/>
              </a:defRPr>
            </a:lvl3pPr>
            <a:lvl4pPr marL="313735" indent="-97407">
              <a:lnSpc>
                <a:spcPct val="150000"/>
              </a:lnSpc>
              <a:buFont typeface="Arial" panose="020B0604020202020204" pitchFamily="34" charset="0"/>
              <a:buChar char="•"/>
              <a:defRPr sz="1400">
                <a:latin typeface="微軟正黑體" pitchFamily="34" charset="-120"/>
                <a:ea typeface="微軟正黑體" pitchFamily="34" charset="-120"/>
              </a:defRPr>
            </a:lvl4pPr>
            <a:lvl5pPr marL="423598" indent="-107598">
              <a:lnSpc>
                <a:spcPct val="150000"/>
              </a:lnSpc>
              <a:buFont typeface="Arial" panose="020B0604020202020204" pitchFamily="34" charset="0"/>
              <a:buChar char="•"/>
              <a:defRPr sz="1400">
                <a:latin typeface="微軟正黑體" pitchFamily="34" charset="-120"/>
                <a:ea typeface="微軟正黑體" pitchFamily="34" charset="-120"/>
              </a:defRPr>
            </a:lvl5pPr>
          </a:lstStyle>
          <a:p>
            <a:pPr lvl="0"/>
            <a:r>
              <a:rPr lang="zh-TW" altLang="en-US" dirty="0"/>
              <a:t>按一下以編輯母片文字樣式</a:t>
            </a:r>
            <a:endParaRPr lang="en-US" altLang="zh-TW" dirty="0"/>
          </a:p>
          <a:p>
            <a:pPr lvl="1"/>
            <a:r>
              <a:rPr lang="zh-TW" altLang="en-US" dirty="0"/>
              <a:t>第二層</a:t>
            </a:r>
          </a:p>
          <a:p>
            <a:pPr lvl="2"/>
            <a:r>
              <a:rPr lang="zh-TW" altLang="en-US" dirty="0"/>
              <a:t>第三層</a:t>
            </a:r>
          </a:p>
        </p:txBody>
      </p:sp>
      <p:sp>
        <p:nvSpPr>
          <p:cNvPr id="4" name="內容版面配置區 2"/>
          <p:cNvSpPr>
            <a:spLocks noGrp="1"/>
          </p:cNvSpPr>
          <p:nvPr>
            <p:ph idx="10" hasCustomPrompt="1"/>
          </p:nvPr>
        </p:nvSpPr>
        <p:spPr>
          <a:xfrm>
            <a:off x="6191205" y="908722"/>
            <a:ext cx="5375897" cy="5400600"/>
          </a:xfrm>
          <a:prstGeom prst="rect">
            <a:avLst/>
          </a:prstGeom>
        </p:spPr>
        <p:txBody>
          <a:bodyPr lIns="65239" tIns="32620" rIns="65239" bIns="32620"/>
          <a:lstStyle>
            <a:lvl1pPr marL="326194" indent="-256845">
              <a:lnSpc>
                <a:spcPct val="150000"/>
              </a:lnSpc>
              <a:buClr>
                <a:schemeClr val="accent4">
                  <a:lumMod val="75000"/>
                </a:schemeClr>
              </a:buClr>
              <a:buFont typeface="Wingdings 2" panose="05020102010507070707" pitchFamily="18" charset="2"/>
              <a:buChar char=""/>
              <a:defRPr sz="1700">
                <a:latin typeface="+mn-ea"/>
                <a:ea typeface="+mn-ea"/>
              </a:defRPr>
            </a:lvl1pPr>
            <a:lvl2pPr marL="452047" indent="-195202">
              <a:lnSpc>
                <a:spcPct val="150000"/>
              </a:lnSpc>
              <a:spcBef>
                <a:spcPts val="17"/>
              </a:spcBef>
              <a:buClr>
                <a:schemeClr val="accent1">
                  <a:lumMod val="75000"/>
                </a:schemeClr>
              </a:buClr>
              <a:buFont typeface="Wingdings" panose="05000000000000000000" pitchFamily="2" charset="2"/>
              <a:buChar char="§"/>
              <a:defRPr sz="1400">
                <a:latin typeface="微軟正黑體" panose="020B0604030504040204" pitchFamily="34" charset="-120"/>
                <a:ea typeface="微軟正黑體" panose="020B0604030504040204" pitchFamily="34" charset="-120"/>
              </a:defRPr>
            </a:lvl2pPr>
            <a:lvl3pPr marL="708893" indent="-174654">
              <a:lnSpc>
                <a:spcPct val="150000"/>
              </a:lnSpc>
              <a:spcBef>
                <a:spcPts val="17"/>
              </a:spcBef>
              <a:buFont typeface="Wingdings" panose="05000000000000000000" pitchFamily="2" charset="2"/>
              <a:buChar char="ü"/>
              <a:defRPr sz="1300">
                <a:latin typeface="微軟正黑體" panose="020B0604030504040204" pitchFamily="34" charset="-120"/>
                <a:ea typeface="微軟正黑體" panose="020B0604030504040204" pitchFamily="34" charset="-120"/>
              </a:defRPr>
            </a:lvl3pPr>
            <a:lvl4pPr marL="313735" indent="-97407">
              <a:lnSpc>
                <a:spcPct val="150000"/>
              </a:lnSpc>
              <a:buFont typeface="Arial" panose="020B0604020202020204" pitchFamily="34" charset="0"/>
              <a:buChar char="•"/>
              <a:defRPr sz="1400">
                <a:latin typeface="微軟正黑體" pitchFamily="34" charset="-120"/>
                <a:ea typeface="微軟正黑體" pitchFamily="34" charset="-120"/>
              </a:defRPr>
            </a:lvl4pPr>
            <a:lvl5pPr marL="423598" indent="-107598">
              <a:lnSpc>
                <a:spcPct val="150000"/>
              </a:lnSpc>
              <a:buFont typeface="Arial" panose="020B0604020202020204" pitchFamily="34" charset="0"/>
              <a:buChar char="•"/>
              <a:defRPr sz="1400">
                <a:latin typeface="微軟正黑體" pitchFamily="34" charset="-120"/>
                <a:ea typeface="微軟正黑體" pitchFamily="34" charset="-120"/>
              </a:defRPr>
            </a:lvl5pPr>
          </a:lstStyle>
          <a:p>
            <a:pPr lvl="0"/>
            <a:r>
              <a:rPr lang="zh-TW" altLang="en-US" dirty="0"/>
              <a:t>按一下以編輯母片文字樣式</a:t>
            </a:r>
            <a:endParaRPr lang="en-US" altLang="zh-TW" dirty="0"/>
          </a:p>
          <a:p>
            <a:pPr lvl="1"/>
            <a:r>
              <a:rPr lang="zh-TW" altLang="en-US" dirty="0"/>
              <a:t>第二層</a:t>
            </a:r>
          </a:p>
          <a:p>
            <a:pPr lvl="2"/>
            <a:r>
              <a:rPr lang="zh-TW" altLang="en-US" dirty="0"/>
              <a:t>第三層</a:t>
            </a:r>
          </a:p>
        </p:txBody>
      </p:sp>
    </p:spTree>
    <p:extLst>
      <p:ext uri="{BB962C8B-B14F-4D97-AF65-F5344CB8AC3E}">
        <p14:creationId xmlns:p14="http://schemas.microsoft.com/office/powerpoint/2010/main" val="358019636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2_標題及物件">
    <p:spTree>
      <p:nvGrpSpPr>
        <p:cNvPr id="1" name=""/>
        <p:cNvGrpSpPr/>
        <p:nvPr/>
      </p:nvGrpSpPr>
      <p:grpSpPr>
        <a:xfrm>
          <a:off x="0" y="0"/>
          <a:ext cx="0" cy="0"/>
          <a:chOff x="0" y="0"/>
          <a:chExt cx="0" cy="0"/>
        </a:xfrm>
      </p:grpSpPr>
      <p:sp>
        <p:nvSpPr>
          <p:cNvPr id="2" name="標題 1"/>
          <p:cNvSpPr>
            <a:spLocks noGrp="1"/>
          </p:cNvSpPr>
          <p:nvPr>
            <p:ph type="title"/>
          </p:nvPr>
        </p:nvSpPr>
        <p:spPr>
          <a:xfrm>
            <a:off x="335318" y="188647"/>
            <a:ext cx="11519780" cy="562075"/>
          </a:xfrm>
          <a:prstGeom prst="rect">
            <a:avLst/>
          </a:prstGeom>
        </p:spPr>
        <p:txBody>
          <a:bodyPr lIns="65239" tIns="32620" rIns="65239" bIns="32620"/>
          <a:lstStyle>
            <a:lvl1pPr algn="l" defTabSz="651255" rtl="0" eaLnBrk="1" fontAlgn="base" hangingPunct="1">
              <a:spcBef>
                <a:spcPct val="0"/>
              </a:spcBef>
              <a:spcAft>
                <a:spcPct val="0"/>
              </a:spcAft>
              <a:defRPr lang="zh-TW" altLang="en-US" sz="2000" b="1" dirty="0">
                <a:solidFill>
                  <a:schemeClr val="tx2"/>
                </a:solidFill>
                <a:latin typeface="Calibri" panose="020F0502020204030204" pitchFamily="34" charset="0"/>
                <a:ea typeface="+mn-ea"/>
                <a:cs typeface="+mj-cs"/>
              </a:defRPr>
            </a:lvl1pPr>
          </a:lstStyle>
          <a:p>
            <a:r>
              <a:rPr lang="zh-TW" altLang="en-US"/>
              <a:t>按一下以編輯母片標題樣式</a:t>
            </a:r>
            <a:endParaRPr lang="zh-TW" altLang="en-US" dirty="0"/>
          </a:p>
        </p:txBody>
      </p:sp>
      <p:sp>
        <p:nvSpPr>
          <p:cNvPr id="3" name="內容版面配置區 2"/>
          <p:cNvSpPr>
            <a:spLocks noGrp="1"/>
          </p:cNvSpPr>
          <p:nvPr>
            <p:ph idx="1" hasCustomPrompt="1"/>
          </p:nvPr>
        </p:nvSpPr>
        <p:spPr>
          <a:xfrm>
            <a:off x="623312" y="1412777"/>
            <a:ext cx="5375897" cy="4896544"/>
          </a:xfrm>
          <a:prstGeom prst="rect">
            <a:avLst/>
          </a:prstGeom>
        </p:spPr>
        <p:txBody>
          <a:bodyPr lIns="65239" tIns="32620" rIns="65239" bIns="32620"/>
          <a:lstStyle>
            <a:lvl1pPr marL="326194" indent="-256845">
              <a:lnSpc>
                <a:spcPct val="150000"/>
              </a:lnSpc>
              <a:buClr>
                <a:schemeClr val="accent4">
                  <a:lumMod val="75000"/>
                </a:schemeClr>
              </a:buClr>
              <a:buFont typeface="Wingdings 2" panose="05020102010507070707" pitchFamily="18" charset="2"/>
              <a:buChar char=""/>
              <a:defRPr sz="1400">
                <a:latin typeface="+mn-ea"/>
                <a:ea typeface="+mn-ea"/>
              </a:defRPr>
            </a:lvl1pPr>
            <a:lvl2pPr marL="452047" indent="-195202">
              <a:lnSpc>
                <a:spcPct val="150000"/>
              </a:lnSpc>
              <a:spcBef>
                <a:spcPts val="17"/>
              </a:spcBef>
              <a:buClr>
                <a:schemeClr val="accent1">
                  <a:lumMod val="75000"/>
                </a:schemeClr>
              </a:buClr>
              <a:buFont typeface="Wingdings" panose="05000000000000000000" pitchFamily="2" charset="2"/>
              <a:buChar char="§"/>
              <a:defRPr sz="1300">
                <a:latin typeface="微軟正黑體" panose="020B0604030504040204" pitchFamily="34" charset="-120"/>
                <a:ea typeface="微軟正黑體" panose="020B0604030504040204" pitchFamily="34" charset="-120"/>
              </a:defRPr>
            </a:lvl2pPr>
            <a:lvl3pPr marL="708893" indent="-174654">
              <a:lnSpc>
                <a:spcPct val="150000"/>
              </a:lnSpc>
              <a:spcBef>
                <a:spcPts val="17"/>
              </a:spcBef>
              <a:buFont typeface="Wingdings" panose="05000000000000000000" pitchFamily="2" charset="2"/>
              <a:buChar char="ü"/>
              <a:defRPr sz="1100">
                <a:latin typeface="微軟正黑體" panose="020B0604030504040204" pitchFamily="34" charset="-120"/>
                <a:ea typeface="微軟正黑體" panose="020B0604030504040204" pitchFamily="34" charset="-120"/>
              </a:defRPr>
            </a:lvl3pPr>
            <a:lvl4pPr marL="313735" indent="-97407">
              <a:lnSpc>
                <a:spcPct val="150000"/>
              </a:lnSpc>
              <a:buFont typeface="Arial" panose="020B0604020202020204" pitchFamily="34" charset="0"/>
              <a:buChar char="•"/>
              <a:defRPr sz="1400">
                <a:latin typeface="微軟正黑體" pitchFamily="34" charset="-120"/>
                <a:ea typeface="微軟正黑體" pitchFamily="34" charset="-120"/>
              </a:defRPr>
            </a:lvl4pPr>
            <a:lvl5pPr marL="423598" indent="-107598">
              <a:lnSpc>
                <a:spcPct val="150000"/>
              </a:lnSpc>
              <a:buFont typeface="Arial" panose="020B0604020202020204" pitchFamily="34" charset="0"/>
              <a:buChar char="•"/>
              <a:defRPr sz="1400">
                <a:latin typeface="微軟正黑體" pitchFamily="34" charset="-120"/>
                <a:ea typeface="微軟正黑體" pitchFamily="34" charset="-120"/>
              </a:defRPr>
            </a:lvl5pPr>
          </a:lstStyle>
          <a:p>
            <a:pPr lvl="0"/>
            <a:r>
              <a:rPr lang="zh-TW" altLang="en-US" dirty="0"/>
              <a:t>按一下以編輯母片文字樣式</a:t>
            </a:r>
            <a:endParaRPr lang="en-US" altLang="zh-TW" dirty="0"/>
          </a:p>
          <a:p>
            <a:pPr lvl="1"/>
            <a:r>
              <a:rPr lang="zh-TW" altLang="en-US" dirty="0"/>
              <a:t>第二層</a:t>
            </a:r>
          </a:p>
          <a:p>
            <a:pPr lvl="2"/>
            <a:r>
              <a:rPr lang="zh-TW" altLang="en-US" dirty="0"/>
              <a:t>第三層</a:t>
            </a:r>
          </a:p>
        </p:txBody>
      </p:sp>
      <p:sp>
        <p:nvSpPr>
          <p:cNvPr id="4" name="內容版面配置區 2"/>
          <p:cNvSpPr>
            <a:spLocks noGrp="1"/>
          </p:cNvSpPr>
          <p:nvPr>
            <p:ph idx="10" hasCustomPrompt="1"/>
          </p:nvPr>
        </p:nvSpPr>
        <p:spPr>
          <a:xfrm>
            <a:off x="6191205" y="1412777"/>
            <a:ext cx="5375897" cy="4896544"/>
          </a:xfrm>
          <a:prstGeom prst="rect">
            <a:avLst/>
          </a:prstGeom>
        </p:spPr>
        <p:txBody>
          <a:bodyPr lIns="65239" tIns="32620" rIns="65239" bIns="32620"/>
          <a:lstStyle>
            <a:lvl1pPr marL="326194" indent="-256845">
              <a:lnSpc>
                <a:spcPct val="150000"/>
              </a:lnSpc>
              <a:buClr>
                <a:schemeClr val="accent4">
                  <a:lumMod val="75000"/>
                </a:schemeClr>
              </a:buClr>
              <a:buFont typeface="Wingdings 2" panose="05020102010507070707" pitchFamily="18" charset="2"/>
              <a:buChar char=""/>
              <a:defRPr sz="1400">
                <a:latin typeface="+mn-ea"/>
                <a:ea typeface="+mn-ea"/>
              </a:defRPr>
            </a:lvl1pPr>
            <a:lvl2pPr marL="452047" indent="-195202">
              <a:lnSpc>
                <a:spcPct val="150000"/>
              </a:lnSpc>
              <a:spcBef>
                <a:spcPts val="17"/>
              </a:spcBef>
              <a:buClr>
                <a:schemeClr val="accent1">
                  <a:lumMod val="75000"/>
                </a:schemeClr>
              </a:buClr>
              <a:buFont typeface="Wingdings" panose="05000000000000000000" pitchFamily="2" charset="2"/>
              <a:buChar char="§"/>
              <a:defRPr sz="1300">
                <a:latin typeface="微軟正黑體" panose="020B0604030504040204" pitchFamily="34" charset="-120"/>
                <a:ea typeface="微軟正黑體" panose="020B0604030504040204" pitchFamily="34" charset="-120"/>
              </a:defRPr>
            </a:lvl2pPr>
            <a:lvl3pPr marL="708893" indent="-174654">
              <a:lnSpc>
                <a:spcPct val="150000"/>
              </a:lnSpc>
              <a:spcBef>
                <a:spcPts val="17"/>
              </a:spcBef>
              <a:buFont typeface="Wingdings" panose="05000000000000000000" pitchFamily="2" charset="2"/>
              <a:buChar char="ü"/>
              <a:defRPr sz="1100">
                <a:latin typeface="微軟正黑體" panose="020B0604030504040204" pitchFamily="34" charset="-120"/>
                <a:ea typeface="微軟正黑體" panose="020B0604030504040204" pitchFamily="34" charset="-120"/>
              </a:defRPr>
            </a:lvl3pPr>
            <a:lvl4pPr marL="313735" indent="-97407">
              <a:lnSpc>
                <a:spcPct val="150000"/>
              </a:lnSpc>
              <a:buFont typeface="Arial" panose="020B0604020202020204" pitchFamily="34" charset="0"/>
              <a:buChar char="•"/>
              <a:defRPr sz="1400">
                <a:latin typeface="微軟正黑體" pitchFamily="34" charset="-120"/>
                <a:ea typeface="微軟正黑體" pitchFamily="34" charset="-120"/>
              </a:defRPr>
            </a:lvl4pPr>
            <a:lvl5pPr marL="423598" indent="-107598">
              <a:lnSpc>
                <a:spcPct val="150000"/>
              </a:lnSpc>
              <a:buFont typeface="Arial" panose="020B0604020202020204" pitchFamily="34" charset="0"/>
              <a:buChar char="•"/>
              <a:defRPr sz="1400">
                <a:latin typeface="微軟正黑體" pitchFamily="34" charset="-120"/>
                <a:ea typeface="微軟正黑體" pitchFamily="34" charset="-120"/>
              </a:defRPr>
            </a:lvl5pPr>
          </a:lstStyle>
          <a:p>
            <a:pPr lvl="0"/>
            <a:r>
              <a:rPr lang="zh-TW" altLang="en-US" dirty="0"/>
              <a:t>按一下以編輯母片文字樣式</a:t>
            </a:r>
            <a:endParaRPr lang="en-US" altLang="zh-TW" dirty="0"/>
          </a:p>
          <a:p>
            <a:pPr lvl="1"/>
            <a:r>
              <a:rPr lang="zh-TW" altLang="en-US" dirty="0"/>
              <a:t>第二層</a:t>
            </a:r>
          </a:p>
          <a:p>
            <a:pPr lvl="2"/>
            <a:r>
              <a:rPr lang="zh-TW" altLang="en-US" dirty="0"/>
              <a:t>第三層</a:t>
            </a:r>
          </a:p>
        </p:txBody>
      </p:sp>
      <p:sp>
        <p:nvSpPr>
          <p:cNvPr id="15" name="Text Placeholder 14"/>
          <p:cNvSpPr>
            <a:spLocks noGrp="1"/>
          </p:cNvSpPr>
          <p:nvPr>
            <p:ph type="body" sz="quarter" idx="11" hasCustomPrompt="1"/>
          </p:nvPr>
        </p:nvSpPr>
        <p:spPr>
          <a:xfrm>
            <a:off x="609532" y="908723"/>
            <a:ext cx="5390449" cy="432048"/>
          </a:xfrm>
          <a:prstGeom prst="rect">
            <a:avLst/>
          </a:prstGeom>
        </p:spPr>
        <p:txBody>
          <a:bodyPr lIns="65239" tIns="32620" rIns="65239" bIns="32620"/>
          <a:lstStyle>
            <a:lvl1pPr algn="l" defTabSz="651255" rtl="0" eaLnBrk="1" fontAlgn="base" hangingPunct="1">
              <a:spcBef>
                <a:spcPct val="0"/>
              </a:spcBef>
              <a:spcAft>
                <a:spcPct val="0"/>
              </a:spcAft>
              <a:defRPr lang="zh-TW" altLang="en-US" sz="2000" b="1" dirty="0">
                <a:solidFill>
                  <a:schemeClr val="tx2"/>
                </a:solidFill>
                <a:latin typeface="Calibri" panose="020F0502020204030204" pitchFamily="34" charset="0"/>
                <a:ea typeface="+mn-ea"/>
                <a:cs typeface="+mj-cs"/>
              </a:defRPr>
            </a:lvl1pPr>
          </a:lstStyle>
          <a:p>
            <a:r>
              <a:rPr kumimoji="0" lang="zh-TW" altLang="en-US" sz="1700" kern="0" dirty="0"/>
              <a:t>標題</a:t>
            </a:r>
          </a:p>
        </p:txBody>
      </p:sp>
      <p:sp>
        <p:nvSpPr>
          <p:cNvPr id="16" name="Text Placeholder 14"/>
          <p:cNvSpPr>
            <a:spLocks noGrp="1"/>
          </p:cNvSpPr>
          <p:nvPr>
            <p:ph type="body" sz="quarter" idx="12" hasCustomPrompt="1"/>
          </p:nvPr>
        </p:nvSpPr>
        <p:spPr>
          <a:xfrm>
            <a:off x="6176657" y="908723"/>
            <a:ext cx="5390449" cy="432048"/>
          </a:xfrm>
          <a:prstGeom prst="rect">
            <a:avLst/>
          </a:prstGeom>
        </p:spPr>
        <p:txBody>
          <a:bodyPr lIns="65239" tIns="32620" rIns="65239" bIns="32620"/>
          <a:lstStyle>
            <a:lvl1pPr algn="l" defTabSz="651255" rtl="0" eaLnBrk="1" fontAlgn="base" hangingPunct="1">
              <a:spcBef>
                <a:spcPct val="0"/>
              </a:spcBef>
              <a:spcAft>
                <a:spcPct val="0"/>
              </a:spcAft>
              <a:defRPr lang="zh-TW" altLang="en-US" sz="2000" b="1" dirty="0">
                <a:solidFill>
                  <a:schemeClr val="tx2"/>
                </a:solidFill>
                <a:latin typeface="Calibri" panose="020F0502020204030204" pitchFamily="34" charset="0"/>
                <a:ea typeface="+mn-ea"/>
                <a:cs typeface="+mj-cs"/>
              </a:defRPr>
            </a:lvl1pPr>
          </a:lstStyle>
          <a:p>
            <a:r>
              <a:rPr kumimoji="0" lang="zh-TW" altLang="en-US" sz="1700" kern="0" dirty="0"/>
              <a:t>標題</a:t>
            </a:r>
          </a:p>
        </p:txBody>
      </p:sp>
    </p:spTree>
    <p:extLst>
      <p:ext uri="{BB962C8B-B14F-4D97-AF65-F5344CB8AC3E}">
        <p14:creationId xmlns:p14="http://schemas.microsoft.com/office/powerpoint/2010/main" val="334629672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cSld name="投影片首頁">
    <p:spTree>
      <p:nvGrpSpPr>
        <p:cNvPr id="1" name=""/>
        <p:cNvGrpSpPr/>
        <p:nvPr/>
      </p:nvGrpSpPr>
      <p:grpSpPr>
        <a:xfrm>
          <a:off x="0" y="0"/>
          <a:ext cx="0" cy="0"/>
          <a:chOff x="0" y="0"/>
          <a:chExt cx="0" cy="0"/>
        </a:xfrm>
      </p:grpSpPr>
    </p:spTree>
    <p:extLst>
      <p:ext uri="{BB962C8B-B14F-4D97-AF65-F5344CB8AC3E}">
        <p14:creationId xmlns:p14="http://schemas.microsoft.com/office/powerpoint/2010/main" val="3440642162"/>
      </p:ext>
    </p:extLst>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5_标题和内容">
    <p:spTree>
      <p:nvGrpSpPr>
        <p:cNvPr id="1" name=""/>
        <p:cNvGrpSpPr/>
        <p:nvPr/>
      </p:nvGrpSpPr>
      <p:grpSpPr>
        <a:xfrm>
          <a:off x="0" y="0"/>
          <a:ext cx="0" cy="0"/>
          <a:chOff x="0" y="0"/>
          <a:chExt cx="0" cy="0"/>
        </a:xfrm>
      </p:grpSpPr>
      <p:sp>
        <p:nvSpPr>
          <p:cNvPr id="9" name="椭圆 8"/>
          <p:cNvSpPr/>
          <p:nvPr userDrawn="1"/>
        </p:nvSpPr>
        <p:spPr>
          <a:xfrm>
            <a:off x="-410083" y="255505"/>
            <a:ext cx="1094258" cy="820271"/>
          </a:xfrm>
          <a:prstGeom prst="ellipse">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lIns="65232" tIns="32617" rIns="65232" bIns="32617" rtlCol="0" anchor="ctr"/>
          <a:lstStyle/>
          <a:p>
            <a:pPr algn="ctr"/>
            <a:endParaRPr lang="zh-CN" altLang="en-US">
              <a:latin typeface="+mn-ea"/>
              <a:ea typeface="+mn-ea"/>
            </a:endParaRPr>
          </a:p>
        </p:txBody>
      </p:sp>
      <p:sp>
        <p:nvSpPr>
          <p:cNvPr id="10" name="椭圆 9"/>
          <p:cNvSpPr/>
          <p:nvPr userDrawn="1"/>
        </p:nvSpPr>
        <p:spPr>
          <a:xfrm>
            <a:off x="-352030" y="197451"/>
            <a:ext cx="1094258" cy="820271"/>
          </a:xfrm>
          <a:prstGeom prst="ellipse">
            <a:avLst/>
          </a:prstGeom>
          <a:solidFill>
            <a:srgbClr val="00B0F0">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65232" tIns="32617" rIns="65232" bIns="32617" rtlCol="0" anchor="ctr"/>
          <a:lstStyle/>
          <a:p>
            <a:pPr algn="ctr"/>
            <a:endParaRPr lang="zh-CN" altLang="en-US">
              <a:latin typeface="+mn-ea"/>
              <a:ea typeface="+mn-ea"/>
            </a:endParaRPr>
          </a:p>
        </p:txBody>
      </p:sp>
      <p:sp>
        <p:nvSpPr>
          <p:cNvPr id="8" name="標題 1"/>
          <p:cNvSpPr>
            <a:spLocks noGrp="1"/>
          </p:cNvSpPr>
          <p:nvPr>
            <p:ph type="title"/>
          </p:nvPr>
        </p:nvSpPr>
        <p:spPr>
          <a:xfrm>
            <a:off x="577574" y="274514"/>
            <a:ext cx="11206270" cy="562075"/>
          </a:xfrm>
          <a:prstGeom prst="rect">
            <a:avLst/>
          </a:prstGeom>
        </p:spPr>
        <p:txBody>
          <a:bodyPr lIns="65232" tIns="32617" rIns="65232" bIns="32617" anchor="ctr"/>
          <a:lstStyle>
            <a:lvl1pPr algn="l" defTabSz="651255" rtl="0" eaLnBrk="1" fontAlgn="base" hangingPunct="1">
              <a:spcBef>
                <a:spcPct val="0"/>
              </a:spcBef>
              <a:spcAft>
                <a:spcPct val="0"/>
              </a:spcAft>
              <a:defRPr lang="zh-TW" altLang="en-US" sz="2000" b="1" dirty="0">
                <a:solidFill>
                  <a:schemeClr val="tx2"/>
                </a:solidFill>
                <a:latin typeface="Calibri" panose="020F0502020204030204" pitchFamily="34" charset="0"/>
                <a:ea typeface="+mn-ea"/>
                <a:cs typeface="+mj-cs"/>
              </a:defRPr>
            </a:lvl1pPr>
          </a:lstStyle>
          <a:p>
            <a:r>
              <a:rPr lang="zh-TW" altLang="en-US"/>
              <a:t>按一下以編輯母片標題樣式</a:t>
            </a:r>
            <a:endParaRPr lang="zh-TW" altLang="en-US" dirty="0"/>
          </a:p>
        </p:txBody>
      </p:sp>
    </p:spTree>
    <p:extLst>
      <p:ext uri="{BB962C8B-B14F-4D97-AF65-F5344CB8AC3E}">
        <p14:creationId xmlns:p14="http://schemas.microsoft.com/office/powerpoint/2010/main" val="245102129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6_标题和内容">
    <p:spTree>
      <p:nvGrpSpPr>
        <p:cNvPr id="1" name=""/>
        <p:cNvGrpSpPr/>
        <p:nvPr/>
      </p:nvGrpSpPr>
      <p:grpSpPr>
        <a:xfrm>
          <a:off x="0" y="0"/>
          <a:ext cx="0" cy="0"/>
          <a:chOff x="0" y="0"/>
          <a:chExt cx="0" cy="0"/>
        </a:xfrm>
      </p:grpSpPr>
      <p:sp>
        <p:nvSpPr>
          <p:cNvPr id="9" name="椭圆 8"/>
          <p:cNvSpPr/>
          <p:nvPr userDrawn="1"/>
        </p:nvSpPr>
        <p:spPr>
          <a:xfrm>
            <a:off x="-410083" y="255505"/>
            <a:ext cx="1094258" cy="820271"/>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65232" tIns="32617" rIns="65232" bIns="32617" rtlCol="0" anchor="ctr"/>
          <a:lstStyle/>
          <a:p>
            <a:pPr algn="ctr"/>
            <a:endParaRPr lang="zh-CN" altLang="en-US">
              <a:latin typeface="+mn-ea"/>
              <a:ea typeface="+mn-ea"/>
            </a:endParaRPr>
          </a:p>
        </p:txBody>
      </p:sp>
      <p:sp>
        <p:nvSpPr>
          <p:cNvPr id="10" name="椭圆 9"/>
          <p:cNvSpPr/>
          <p:nvPr userDrawn="1"/>
        </p:nvSpPr>
        <p:spPr>
          <a:xfrm>
            <a:off x="-352030" y="197451"/>
            <a:ext cx="1094258" cy="820271"/>
          </a:xfrm>
          <a:prstGeom prst="ellipse">
            <a:avLst/>
          </a:prstGeom>
          <a:solidFill>
            <a:schemeClr val="accent1">
              <a:lumMod val="60000"/>
              <a:lumOff val="40000"/>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65232" tIns="32617" rIns="65232" bIns="32617" rtlCol="0" anchor="ctr"/>
          <a:lstStyle/>
          <a:p>
            <a:pPr algn="ctr"/>
            <a:endParaRPr lang="zh-CN" altLang="en-US">
              <a:latin typeface="+mn-ea"/>
              <a:ea typeface="+mn-ea"/>
            </a:endParaRPr>
          </a:p>
        </p:txBody>
      </p:sp>
      <p:sp>
        <p:nvSpPr>
          <p:cNvPr id="8" name="標題 1"/>
          <p:cNvSpPr>
            <a:spLocks noGrp="1"/>
          </p:cNvSpPr>
          <p:nvPr>
            <p:ph type="title"/>
          </p:nvPr>
        </p:nvSpPr>
        <p:spPr>
          <a:xfrm>
            <a:off x="577574" y="274514"/>
            <a:ext cx="11206270" cy="562075"/>
          </a:xfrm>
          <a:prstGeom prst="rect">
            <a:avLst/>
          </a:prstGeom>
        </p:spPr>
        <p:txBody>
          <a:bodyPr lIns="65232" tIns="32617" rIns="65232" bIns="32617" anchor="ctr"/>
          <a:lstStyle>
            <a:lvl1pPr algn="l" defTabSz="651255" rtl="0" eaLnBrk="1" fontAlgn="base" hangingPunct="1">
              <a:spcBef>
                <a:spcPct val="0"/>
              </a:spcBef>
              <a:spcAft>
                <a:spcPct val="0"/>
              </a:spcAft>
              <a:defRPr lang="zh-TW" altLang="en-US" sz="2000" b="1" dirty="0">
                <a:solidFill>
                  <a:schemeClr val="tx2"/>
                </a:solidFill>
                <a:latin typeface="Calibri" panose="020F0502020204030204" pitchFamily="34" charset="0"/>
                <a:ea typeface="+mn-ea"/>
                <a:cs typeface="+mj-cs"/>
              </a:defRPr>
            </a:lvl1pPr>
          </a:lstStyle>
          <a:p>
            <a:r>
              <a:rPr lang="zh-TW" altLang="en-US"/>
              <a:t>按一下以編輯母片標題樣式</a:t>
            </a:r>
            <a:endParaRPr lang="zh-TW" altLang="en-US" dirty="0"/>
          </a:p>
        </p:txBody>
      </p:sp>
    </p:spTree>
    <p:extLst>
      <p:ext uri="{BB962C8B-B14F-4D97-AF65-F5344CB8AC3E}">
        <p14:creationId xmlns:p14="http://schemas.microsoft.com/office/powerpoint/2010/main" val="110181673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7_标题和内容">
    <p:spTree>
      <p:nvGrpSpPr>
        <p:cNvPr id="1" name=""/>
        <p:cNvGrpSpPr/>
        <p:nvPr/>
      </p:nvGrpSpPr>
      <p:grpSpPr>
        <a:xfrm>
          <a:off x="0" y="0"/>
          <a:ext cx="0" cy="0"/>
          <a:chOff x="0" y="0"/>
          <a:chExt cx="0" cy="0"/>
        </a:xfrm>
      </p:grpSpPr>
      <p:sp>
        <p:nvSpPr>
          <p:cNvPr id="9" name="椭圆 8"/>
          <p:cNvSpPr/>
          <p:nvPr userDrawn="1"/>
        </p:nvSpPr>
        <p:spPr>
          <a:xfrm>
            <a:off x="-410083" y="255505"/>
            <a:ext cx="1094258" cy="820271"/>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lIns="65232" tIns="32617" rIns="65232" bIns="32617" rtlCol="0" anchor="ctr"/>
          <a:lstStyle/>
          <a:p>
            <a:pPr algn="ctr"/>
            <a:endParaRPr lang="zh-CN" altLang="en-US">
              <a:latin typeface="+mn-ea"/>
              <a:ea typeface="+mn-ea"/>
            </a:endParaRPr>
          </a:p>
        </p:txBody>
      </p:sp>
      <p:sp>
        <p:nvSpPr>
          <p:cNvPr id="10" name="椭圆 9"/>
          <p:cNvSpPr/>
          <p:nvPr userDrawn="1"/>
        </p:nvSpPr>
        <p:spPr>
          <a:xfrm>
            <a:off x="-352030" y="197451"/>
            <a:ext cx="1094258" cy="820271"/>
          </a:xfrm>
          <a:prstGeom prst="ellipse">
            <a:avLst/>
          </a:prstGeom>
          <a:solidFill>
            <a:schemeClr val="accent3">
              <a:lumMod val="60000"/>
              <a:lumOff val="40000"/>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65232" tIns="32617" rIns="65232" bIns="32617" rtlCol="0" anchor="ctr"/>
          <a:lstStyle/>
          <a:p>
            <a:pPr algn="ctr"/>
            <a:endParaRPr lang="zh-CN" altLang="en-US">
              <a:latin typeface="+mn-ea"/>
              <a:ea typeface="+mn-ea"/>
            </a:endParaRPr>
          </a:p>
        </p:txBody>
      </p:sp>
      <p:sp>
        <p:nvSpPr>
          <p:cNvPr id="8" name="標題 1"/>
          <p:cNvSpPr>
            <a:spLocks noGrp="1"/>
          </p:cNvSpPr>
          <p:nvPr>
            <p:ph type="title"/>
          </p:nvPr>
        </p:nvSpPr>
        <p:spPr>
          <a:xfrm>
            <a:off x="577574" y="274514"/>
            <a:ext cx="11206270" cy="562075"/>
          </a:xfrm>
          <a:prstGeom prst="rect">
            <a:avLst/>
          </a:prstGeom>
        </p:spPr>
        <p:txBody>
          <a:bodyPr lIns="65232" tIns="32617" rIns="65232" bIns="32617" anchor="ctr"/>
          <a:lstStyle>
            <a:lvl1pPr algn="l" defTabSz="651255" rtl="0" eaLnBrk="1" fontAlgn="base" hangingPunct="1">
              <a:spcBef>
                <a:spcPct val="0"/>
              </a:spcBef>
              <a:spcAft>
                <a:spcPct val="0"/>
              </a:spcAft>
              <a:defRPr lang="zh-TW" altLang="en-US" sz="2000" b="1" dirty="0">
                <a:solidFill>
                  <a:schemeClr val="tx2"/>
                </a:solidFill>
                <a:latin typeface="Calibri" panose="020F0502020204030204" pitchFamily="34" charset="0"/>
                <a:ea typeface="+mn-ea"/>
                <a:cs typeface="+mj-cs"/>
              </a:defRPr>
            </a:lvl1pPr>
          </a:lstStyle>
          <a:p>
            <a:r>
              <a:rPr lang="zh-TW" altLang="en-US"/>
              <a:t>按一下以編輯母片標題樣式</a:t>
            </a:r>
            <a:endParaRPr lang="zh-TW" altLang="en-US" dirty="0"/>
          </a:p>
        </p:txBody>
      </p:sp>
    </p:spTree>
    <p:extLst>
      <p:ext uri="{BB962C8B-B14F-4D97-AF65-F5344CB8AC3E}">
        <p14:creationId xmlns:p14="http://schemas.microsoft.com/office/powerpoint/2010/main" val="10235130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userDrawn="1">
  <p:cSld name="4_自訂版面配置">
    <p:spTree>
      <p:nvGrpSpPr>
        <p:cNvPr id="1" name=""/>
        <p:cNvGrpSpPr/>
        <p:nvPr/>
      </p:nvGrpSpPr>
      <p:grpSpPr>
        <a:xfrm>
          <a:off x="0" y="0"/>
          <a:ext cx="0" cy="0"/>
          <a:chOff x="0" y="0"/>
          <a:chExt cx="0" cy="0"/>
        </a:xfrm>
      </p:grpSpPr>
      <p:sp>
        <p:nvSpPr>
          <p:cNvPr id="5" name="標題 1"/>
          <p:cNvSpPr>
            <a:spLocks noGrp="1"/>
          </p:cNvSpPr>
          <p:nvPr>
            <p:ph type="title"/>
          </p:nvPr>
        </p:nvSpPr>
        <p:spPr>
          <a:xfrm>
            <a:off x="365864" y="150926"/>
            <a:ext cx="11341217" cy="635227"/>
          </a:xfrm>
          <a:prstGeom prst="rect">
            <a:avLst/>
          </a:prstGeom>
        </p:spPr>
        <p:txBody>
          <a:bodyPr lIns="66549" tIns="33274" rIns="66549" bIns="33274" anchor="ctr"/>
          <a:lstStyle>
            <a:lvl1pPr algn="l">
              <a:defRPr sz="2400" b="0">
                <a:solidFill>
                  <a:schemeClr val="tx1"/>
                </a:solidFill>
                <a:latin typeface="+mn-ea"/>
                <a:ea typeface="+mn-ea"/>
              </a:defRPr>
            </a:lvl1pPr>
          </a:lstStyle>
          <a:p>
            <a:r>
              <a:rPr lang="zh-TW" altLang="en-US"/>
              <a:t>按一下以編輯母片標題樣式</a:t>
            </a:r>
            <a:endParaRPr lang="zh-TW" altLang="en-US" dirty="0"/>
          </a:p>
        </p:txBody>
      </p:sp>
      <p:sp>
        <p:nvSpPr>
          <p:cNvPr id="4" name="Line 197"/>
          <p:cNvSpPr>
            <a:spLocks noChangeShapeType="1"/>
          </p:cNvSpPr>
          <p:nvPr userDrawn="1"/>
        </p:nvSpPr>
        <p:spPr bwMode="auto">
          <a:xfrm>
            <a:off x="310973" y="808253"/>
            <a:ext cx="11475615" cy="0"/>
          </a:xfrm>
          <a:prstGeom prst="line">
            <a:avLst/>
          </a:prstGeom>
          <a:noFill/>
          <a:ln w="15875">
            <a:solidFill>
              <a:srgbClr val="FF0000"/>
            </a:solidFill>
            <a:round/>
            <a:headEnd/>
            <a:tailEnd/>
          </a:ln>
          <a:extLst>
            <a:ext uri="{909E8E84-426E-40DD-AFC4-6F175D3DCCD1}">
              <a14:hiddenFill xmlns:a14="http://schemas.microsoft.com/office/drawing/2010/main">
                <a:noFill/>
              </a14:hiddenFill>
            </a:ext>
          </a:extLst>
        </p:spPr>
        <p:txBody>
          <a:bodyPr lIns="66549" tIns="33274" rIns="66549" bIns="33274"/>
          <a:lstStyle/>
          <a:p>
            <a:endParaRPr lang="zh-TW" altLang="en-US">
              <a:solidFill>
                <a:prstClr val="black"/>
              </a:solidFill>
            </a:endParaRPr>
          </a:p>
        </p:txBody>
      </p:sp>
    </p:spTree>
    <p:extLst>
      <p:ext uri="{BB962C8B-B14F-4D97-AF65-F5344CB8AC3E}">
        <p14:creationId xmlns:p14="http://schemas.microsoft.com/office/powerpoint/2010/main" val="2357830003"/>
      </p:ext>
    </p:extLst>
  </p:cSld>
  <p:clrMapOvr>
    <a:masterClrMapping/>
  </p:clrMapOvr>
  <p:transition spd="med"/>
</p:sldLayout>
</file>

<file path=ppt/slideLayouts/slideLayout9.xml><?xml version="1.0" encoding="utf-8"?>
<p:sldLayout xmlns:a="http://schemas.openxmlformats.org/drawingml/2006/main" xmlns:r="http://schemas.openxmlformats.org/officeDocument/2006/relationships" xmlns:p="http://schemas.openxmlformats.org/presentationml/2006/main" type="obj">
  <p:cSld name="標題及物件">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r>
              <a:rPr lang="zh-TW" altLang="en-US"/>
              <a:t>按一下以編輯母片標題樣式</a:t>
            </a:r>
          </a:p>
        </p:txBody>
      </p:sp>
      <p:sp>
        <p:nvSpPr>
          <p:cNvPr id="3" name="內容版面配置區 2"/>
          <p:cNvSpPr>
            <a:spLocks noGrp="1"/>
          </p:cNvSpPr>
          <p:nvPr>
            <p:ph idx="1"/>
          </p:nvPr>
        </p:nvSpPr>
        <p:spPr/>
        <p:txBody>
          <a:body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日期版面配置區 3"/>
          <p:cNvSpPr>
            <a:spLocks noGrp="1"/>
          </p:cNvSpPr>
          <p:nvPr>
            <p:ph type="dt" sz="half" idx="10"/>
          </p:nvPr>
        </p:nvSpPr>
        <p:spPr/>
        <p:txBody>
          <a:bodyPr/>
          <a:lstStyle/>
          <a:p>
            <a:fld id="{5BBEAD13-0566-4C6C-97E7-55F17F24B09F}" type="datetimeFigureOut">
              <a:rPr lang="zh-TW" altLang="en-US" smtClean="0"/>
              <a:pPr/>
              <a:t>2026/6/26</a:t>
            </a:fld>
            <a:endParaRPr lang="zh-TW" altLang="en-US"/>
          </a:p>
        </p:txBody>
      </p:sp>
      <p:sp>
        <p:nvSpPr>
          <p:cNvPr id="5" name="頁尾版面配置區 4"/>
          <p:cNvSpPr>
            <a:spLocks noGrp="1"/>
          </p:cNvSpPr>
          <p:nvPr>
            <p:ph type="ftr" sz="quarter" idx="11"/>
          </p:nvPr>
        </p:nvSpPr>
        <p:spPr/>
        <p:txBody>
          <a:bodyPr/>
          <a:lstStyle/>
          <a:p>
            <a:endParaRPr lang="zh-TW" altLang="en-US"/>
          </a:p>
        </p:txBody>
      </p:sp>
      <p:sp>
        <p:nvSpPr>
          <p:cNvPr id="6" name="投影片編號版面配置區 5"/>
          <p:cNvSpPr>
            <a:spLocks noGrp="1"/>
          </p:cNvSpPr>
          <p:nvPr>
            <p:ph type="sldNum" sz="quarter" idx="12"/>
          </p:nvPr>
        </p:nvSpPr>
        <p:spPr/>
        <p:txBody>
          <a:bodyPr/>
          <a:lstStyle/>
          <a:p>
            <a:fld id="{73DA0BB7-265A-403C-9275-D587AB510EDC}" type="slidenum">
              <a:rPr lang="zh-TW" altLang="en-US" smtClean="0"/>
              <a:pPr/>
              <a:t>‹#›</a:t>
            </a:fld>
            <a:endParaRPr lang="zh-TW" altLang="en-US"/>
          </a:p>
        </p:txBody>
      </p:sp>
    </p:spTree>
    <p:extLst>
      <p:ext uri="{BB962C8B-B14F-4D97-AF65-F5344CB8AC3E}">
        <p14:creationId xmlns:p14="http://schemas.microsoft.com/office/powerpoint/2010/main" val="24264186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標題投影片">
    <p:spTree>
      <p:nvGrpSpPr>
        <p:cNvPr id="1" name=""/>
        <p:cNvGrpSpPr/>
        <p:nvPr/>
      </p:nvGrpSpPr>
      <p:grpSpPr>
        <a:xfrm>
          <a:off x="0" y="0"/>
          <a:ext cx="0" cy="0"/>
          <a:chOff x="0" y="0"/>
          <a:chExt cx="0" cy="0"/>
        </a:xfrm>
      </p:grpSpPr>
      <p:grpSp>
        <p:nvGrpSpPr>
          <p:cNvPr id="5" name="McK Title Elements"/>
          <p:cNvGrpSpPr>
            <a:grpSpLocks/>
          </p:cNvGrpSpPr>
          <p:nvPr userDrawn="1"/>
        </p:nvGrpSpPr>
        <p:grpSpPr bwMode="auto">
          <a:xfrm>
            <a:off x="3591519" y="2182816"/>
            <a:ext cx="6838059" cy="4602163"/>
            <a:chOff x="1663" y="1348"/>
            <a:chExt cx="3167" cy="2841"/>
          </a:xfrm>
        </p:grpSpPr>
        <p:sp>
          <p:nvSpPr>
            <p:cNvPr id="6" name="McK Confidential" hidden="1"/>
            <p:cNvSpPr txBox="1">
              <a:spLocks noChangeArrowheads="1"/>
            </p:cNvSpPr>
            <p:nvPr userDrawn="1"/>
          </p:nvSpPr>
          <p:spPr bwMode="auto">
            <a:xfrm>
              <a:off x="1663" y="1348"/>
              <a:ext cx="936" cy="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eaLnBrk="0" hangingPunct="0">
                <a:defRPr kumimoji="1">
                  <a:solidFill>
                    <a:schemeClr val="tx1"/>
                  </a:solidFill>
                  <a:latin typeface="Arial" pitchFamily="34" charset="0"/>
                  <a:ea typeface="新細明體" pitchFamily="18" charset="-120"/>
                </a:defRPr>
              </a:lvl1pPr>
              <a:lvl2pPr marL="742950" indent="-285750" eaLnBrk="0" hangingPunct="0">
                <a:defRPr kumimoji="1">
                  <a:solidFill>
                    <a:schemeClr val="tx1"/>
                  </a:solidFill>
                  <a:latin typeface="Arial" pitchFamily="34" charset="0"/>
                  <a:ea typeface="新細明體" pitchFamily="18" charset="-120"/>
                </a:defRPr>
              </a:lvl2pPr>
              <a:lvl3pPr marL="1143000" indent="-228600" eaLnBrk="0" hangingPunct="0">
                <a:defRPr kumimoji="1">
                  <a:solidFill>
                    <a:schemeClr val="tx1"/>
                  </a:solidFill>
                  <a:latin typeface="Arial" pitchFamily="34" charset="0"/>
                  <a:ea typeface="新細明體" pitchFamily="18" charset="-120"/>
                </a:defRPr>
              </a:lvl3pPr>
              <a:lvl4pPr marL="1600200" indent="-228600" eaLnBrk="0" hangingPunct="0">
                <a:defRPr kumimoji="1">
                  <a:solidFill>
                    <a:schemeClr val="tx1"/>
                  </a:solidFill>
                  <a:latin typeface="Arial" pitchFamily="34" charset="0"/>
                  <a:ea typeface="新細明體" pitchFamily="18" charset="-120"/>
                </a:defRPr>
              </a:lvl4pPr>
              <a:lvl5pPr marL="2057400" indent="-228600" eaLnBrk="0" hangingPunct="0">
                <a:defRPr kumimoji="1">
                  <a:solidFill>
                    <a:schemeClr val="tx1"/>
                  </a:solidFill>
                  <a:latin typeface="Arial" pitchFamily="34"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pitchFamily="34"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pitchFamily="34"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pitchFamily="34"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pitchFamily="34" charset="0"/>
                  <a:ea typeface="新細明體" pitchFamily="18" charset="-120"/>
                </a:defRPr>
              </a:lvl9pPr>
            </a:lstStyle>
            <a:p>
              <a:pPr eaLnBrk="1" hangingPunct="1">
                <a:defRPr/>
              </a:pPr>
              <a:r>
                <a:rPr lang="en-US" altLang="zh-TW" sz="1000"/>
                <a:t>CONFIDENTIAL</a:t>
              </a:r>
            </a:p>
          </p:txBody>
        </p:sp>
        <p:sp>
          <p:nvSpPr>
            <p:cNvPr id="7" name="McK Document" hidden="1"/>
            <p:cNvSpPr txBox="1">
              <a:spLocks noChangeArrowheads="1"/>
            </p:cNvSpPr>
            <p:nvPr userDrawn="1"/>
          </p:nvSpPr>
          <p:spPr bwMode="auto">
            <a:xfrm>
              <a:off x="1663" y="3074"/>
              <a:ext cx="3167" cy="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chor="b">
              <a:spAutoFit/>
            </a:bodyPr>
            <a:lstStyle>
              <a:lvl1pPr eaLnBrk="0" hangingPunct="0">
                <a:defRPr kumimoji="1">
                  <a:solidFill>
                    <a:schemeClr val="tx1"/>
                  </a:solidFill>
                  <a:latin typeface="Arial" pitchFamily="34" charset="0"/>
                  <a:ea typeface="新細明體" pitchFamily="18" charset="-120"/>
                </a:defRPr>
              </a:lvl1pPr>
              <a:lvl2pPr marL="742950" indent="-285750" eaLnBrk="0" hangingPunct="0">
                <a:defRPr kumimoji="1">
                  <a:solidFill>
                    <a:schemeClr val="tx1"/>
                  </a:solidFill>
                  <a:latin typeface="Arial" pitchFamily="34" charset="0"/>
                  <a:ea typeface="新細明體" pitchFamily="18" charset="-120"/>
                </a:defRPr>
              </a:lvl2pPr>
              <a:lvl3pPr marL="1143000" indent="-228600" eaLnBrk="0" hangingPunct="0">
                <a:defRPr kumimoji="1">
                  <a:solidFill>
                    <a:schemeClr val="tx1"/>
                  </a:solidFill>
                  <a:latin typeface="Arial" pitchFamily="34" charset="0"/>
                  <a:ea typeface="新細明體" pitchFamily="18" charset="-120"/>
                </a:defRPr>
              </a:lvl3pPr>
              <a:lvl4pPr marL="1600200" indent="-228600" eaLnBrk="0" hangingPunct="0">
                <a:defRPr kumimoji="1">
                  <a:solidFill>
                    <a:schemeClr val="tx1"/>
                  </a:solidFill>
                  <a:latin typeface="Arial" pitchFamily="34" charset="0"/>
                  <a:ea typeface="新細明體" pitchFamily="18" charset="-120"/>
                </a:defRPr>
              </a:lvl4pPr>
              <a:lvl5pPr marL="2057400" indent="-228600" eaLnBrk="0" hangingPunct="0">
                <a:defRPr kumimoji="1">
                  <a:solidFill>
                    <a:schemeClr val="tx1"/>
                  </a:solidFill>
                  <a:latin typeface="Arial" pitchFamily="34"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pitchFamily="34"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pitchFamily="34"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pitchFamily="34"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pitchFamily="34" charset="0"/>
                  <a:ea typeface="新細明體" pitchFamily="18" charset="-120"/>
                </a:defRPr>
              </a:lvl9pPr>
            </a:lstStyle>
            <a:p>
              <a:pPr eaLnBrk="1" hangingPunct="1">
                <a:defRPr/>
              </a:pPr>
              <a:r>
                <a:rPr lang="en-US" altLang="zh-TW" sz="1000"/>
                <a:t>Document</a:t>
              </a:r>
            </a:p>
          </p:txBody>
        </p:sp>
        <p:sp>
          <p:nvSpPr>
            <p:cNvPr id="8" name="McK Date" hidden="1"/>
            <p:cNvSpPr txBox="1">
              <a:spLocks noChangeArrowheads="1"/>
            </p:cNvSpPr>
            <p:nvPr userDrawn="1"/>
          </p:nvSpPr>
          <p:spPr bwMode="auto">
            <a:xfrm>
              <a:off x="1663" y="3216"/>
              <a:ext cx="3167" cy="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eaLnBrk="0" hangingPunct="0">
                <a:defRPr kumimoji="1">
                  <a:solidFill>
                    <a:schemeClr val="tx1"/>
                  </a:solidFill>
                  <a:latin typeface="Arial" pitchFamily="34" charset="0"/>
                  <a:ea typeface="新細明體" pitchFamily="18" charset="-120"/>
                </a:defRPr>
              </a:lvl1pPr>
              <a:lvl2pPr marL="742950" indent="-285750" eaLnBrk="0" hangingPunct="0">
                <a:defRPr kumimoji="1">
                  <a:solidFill>
                    <a:schemeClr val="tx1"/>
                  </a:solidFill>
                  <a:latin typeface="Arial" pitchFamily="34" charset="0"/>
                  <a:ea typeface="新細明體" pitchFamily="18" charset="-120"/>
                </a:defRPr>
              </a:lvl2pPr>
              <a:lvl3pPr marL="1143000" indent="-228600" eaLnBrk="0" hangingPunct="0">
                <a:defRPr kumimoji="1">
                  <a:solidFill>
                    <a:schemeClr val="tx1"/>
                  </a:solidFill>
                  <a:latin typeface="Arial" pitchFamily="34" charset="0"/>
                  <a:ea typeface="新細明體" pitchFamily="18" charset="-120"/>
                </a:defRPr>
              </a:lvl3pPr>
              <a:lvl4pPr marL="1600200" indent="-228600" eaLnBrk="0" hangingPunct="0">
                <a:defRPr kumimoji="1">
                  <a:solidFill>
                    <a:schemeClr val="tx1"/>
                  </a:solidFill>
                  <a:latin typeface="Arial" pitchFamily="34" charset="0"/>
                  <a:ea typeface="新細明體" pitchFamily="18" charset="-120"/>
                </a:defRPr>
              </a:lvl4pPr>
              <a:lvl5pPr marL="2057400" indent="-228600" eaLnBrk="0" hangingPunct="0">
                <a:defRPr kumimoji="1">
                  <a:solidFill>
                    <a:schemeClr val="tx1"/>
                  </a:solidFill>
                  <a:latin typeface="Arial" pitchFamily="34"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pitchFamily="34"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pitchFamily="34"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pitchFamily="34"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pitchFamily="34" charset="0"/>
                  <a:ea typeface="新細明體" pitchFamily="18" charset="-120"/>
                </a:defRPr>
              </a:lvl9pPr>
            </a:lstStyle>
            <a:p>
              <a:pPr eaLnBrk="1" hangingPunct="1">
                <a:defRPr/>
              </a:pPr>
              <a:r>
                <a:rPr lang="en-US" altLang="zh-TW" sz="1000"/>
                <a:t>Date</a:t>
              </a:r>
            </a:p>
          </p:txBody>
        </p:sp>
        <p:sp>
          <p:nvSpPr>
            <p:cNvPr id="9" name="McK Disclaimer" hidden="1"/>
            <p:cNvSpPr>
              <a:spLocks noChangeArrowheads="1"/>
            </p:cNvSpPr>
            <p:nvPr userDrawn="1">
              <p:custDataLst>
                <p:tags r:id="rId1"/>
              </p:custDataLst>
            </p:nvPr>
          </p:nvSpPr>
          <p:spPr bwMode="auto">
            <a:xfrm>
              <a:off x="1663" y="4018"/>
              <a:ext cx="2303" cy="1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nchor="b">
              <a:spAutoFit/>
            </a:bodyPr>
            <a:lstStyle>
              <a:lvl1pPr defTabSz="820738" eaLnBrk="0" hangingPunct="0">
                <a:defRPr kumimoji="1">
                  <a:solidFill>
                    <a:schemeClr val="tx1"/>
                  </a:solidFill>
                  <a:latin typeface="Arial" pitchFamily="34" charset="0"/>
                  <a:ea typeface="新細明體" pitchFamily="18" charset="-120"/>
                </a:defRPr>
              </a:lvl1pPr>
              <a:lvl2pPr marL="742950" indent="-285750" defTabSz="820738" eaLnBrk="0" hangingPunct="0">
                <a:defRPr kumimoji="1">
                  <a:solidFill>
                    <a:schemeClr val="tx1"/>
                  </a:solidFill>
                  <a:latin typeface="Arial" pitchFamily="34" charset="0"/>
                  <a:ea typeface="新細明體" pitchFamily="18" charset="-120"/>
                </a:defRPr>
              </a:lvl2pPr>
              <a:lvl3pPr marL="1143000" indent="-228600" defTabSz="820738" eaLnBrk="0" hangingPunct="0">
                <a:defRPr kumimoji="1">
                  <a:solidFill>
                    <a:schemeClr val="tx1"/>
                  </a:solidFill>
                  <a:latin typeface="Arial" pitchFamily="34" charset="0"/>
                  <a:ea typeface="新細明體" pitchFamily="18" charset="-120"/>
                </a:defRPr>
              </a:lvl3pPr>
              <a:lvl4pPr marL="1600200" indent="-228600" defTabSz="820738" eaLnBrk="0" hangingPunct="0">
                <a:defRPr kumimoji="1">
                  <a:solidFill>
                    <a:schemeClr val="tx1"/>
                  </a:solidFill>
                  <a:latin typeface="Arial" pitchFamily="34" charset="0"/>
                  <a:ea typeface="新細明體" pitchFamily="18" charset="-120"/>
                </a:defRPr>
              </a:lvl4pPr>
              <a:lvl5pPr marL="2057400" indent="-228600" defTabSz="820738" eaLnBrk="0" hangingPunct="0">
                <a:defRPr kumimoji="1">
                  <a:solidFill>
                    <a:schemeClr val="tx1"/>
                  </a:solidFill>
                  <a:latin typeface="Arial" pitchFamily="34" charset="0"/>
                  <a:ea typeface="新細明體" pitchFamily="18" charset="-120"/>
                </a:defRPr>
              </a:lvl5pPr>
              <a:lvl6pPr marL="2514600" indent="-228600" defTabSz="820738" eaLnBrk="0" fontAlgn="base" hangingPunct="0">
                <a:spcBef>
                  <a:spcPct val="0"/>
                </a:spcBef>
                <a:spcAft>
                  <a:spcPct val="0"/>
                </a:spcAft>
                <a:defRPr kumimoji="1">
                  <a:solidFill>
                    <a:schemeClr val="tx1"/>
                  </a:solidFill>
                  <a:latin typeface="Arial" pitchFamily="34" charset="0"/>
                  <a:ea typeface="新細明體" pitchFamily="18" charset="-120"/>
                </a:defRPr>
              </a:lvl6pPr>
              <a:lvl7pPr marL="2971800" indent="-228600" defTabSz="820738" eaLnBrk="0" fontAlgn="base" hangingPunct="0">
                <a:spcBef>
                  <a:spcPct val="0"/>
                </a:spcBef>
                <a:spcAft>
                  <a:spcPct val="0"/>
                </a:spcAft>
                <a:defRPr kumimoji="1">
                  <a:solidFill>
                    <a:schemeClr val="tx1"/>
                  </a:solidFill>
                  <a:latin typeface="Arial" pitchFamily="34" charset="0"/>
                  <a:ea typeface="新細明體" pitchFamily="18" charset="-120"/>
                </a:defRPr>
              </a:lvl7pPr>
              <a:lvl8pPr marL="3429000" indent="-228600" defTabSz="820738" eaLnBrk="0" fontAlgn="base" hangingPunct="0">
                <a:spcBef>
                  <a:spcPct val="0"/>
                </a:spcBef>
                <a:spcAft>
                  <a:spcPct val="0"/>
                </a:spcAft>
                <a:defRPr kumimoji="1">
                  <a:solidFill>
                    <a:schemeClr val="tx1"/>
                  </a:solidFill>
                  <a:latin typeface="Arial" pitchFamily="34" charset="0"/>
                  <a:ea typeface="新細明體" pitchFamily="18" charset="-120"/>
                </a:defRPr>
              </a:lvl8pPr>
              <a:lvl9pPr marL="3886200" indent="-228600" defTabSz="820738" eaLnBrk="0" fontAlgn="base" hangingPunct="0">
                <a:spcBef>
                  <a:spcPct val="0"/>
                </a:spcBef>
                <a:spcAft>
                  <a:spcPct val="0"/>
                </a:spcAft>
                <a:defRPr kumimoji="1">
                  <a:solidFill>
                    <a:schemeClr val="tx1"/>
                  </a:solidFill>
                  <a:latin typeface="Arial" pitchFamily="34" charset="0"/>
                  <a:ea typeface="新細明體" pitchFamily="18" charset="-120"/>
                </a:defRPr>
              </a:lvl9pPr>
            </a:lstStyle>
            <a:p>
              <a:r>
                <a:rPr lang="en-US" altLang="zh-TW" sz="600"/>
                <a:t>This report is solely for the use of client personnel.  No part of it may be circulated, quoted, or reproduced for distribution outside the client organization without prior written approval from McKinsey &amp; Company. This material was used by McKinsey &amp; Company during an oral presentation; it is not a complete record of the discussion.</a:t>
              </a:r>
            </a:p>
          </p:txBody>
        </p:sp>
      </p:grpSp>
      <p:sp>
        <p:nvSpPr>
          <p:cNvPr id="15" name="標題 1"/>
          <p:cNvSpPr>
            <a:spLocks noGrp="1"/>
          </p:cNvSpPr>
          <p:nvPr>
            <p:ph type="title"/>
          </p:nvPr>
        </p:nvSpPr>
        <p:spPr>
          <a:xfrm>
            <a:off x="2121919" y="2304996"/>
            <a:ext cx="8158361" cy="717547"/>
          </a:xfrm>
          <a:prstGeom prst="rect">
            <a:avLst/>
          </a:prstGeom>
        </p:spPr>
        <p:txBody>
          <a:bodyPr lIns="66556" tIns="33277" rIns="66556" bIns="33277" anchor="ctr"/>
          <a:lstStyle>
            <a:lvl1pPr algn="ctr">
              <a:defRPr sz="2600">
                <a:latin typeface="微軟正黑體" pitchFamily="34" charset="-120"/>
                <a:ea typeface="微軟正黑體" pitchFamily="34" charset="-120"/>
              </a:defRPr>
            </a:lvl1pPr>
          </a:lstStyle>
          <a:p>
            <a:r>
              <a:rPr lang="zh-TW" altLang="en-US"/>
              <a:t>按一下以編輯母片標題樣式</a:t>
            </a:r>
            <a:endParaRPr lang="zh-TW" altLang="en-US" dirty="0"/>
          </a:p>
        </p:txBody>
      </p:sp>
      <p:sp>
        <p:nvSpPr>
          <p:cNvPr id="19" name="文字版面配置區 3"/>
          <p:cNvSpPr>
            <a:spLocks noGrp="1"/>
          </p:cNvSpPr>
          <p:nvPr>
            <p:ph type="body" sz="half" idx="2"/>
          </p:nvPr>
        </p:nvSpPr>
        <p:spPr>
          <a:xfrm>
            <a:off x="3127983" y="4489746"/>
            <a:ext cx="6501512" cy="559288"/>
          </a:xfrm>
          <a:prstGeom prst="rect">
            <a:avLst/>
          </a:prstGeom>
        </p:spPr>
        <p:txBody>
          <a:bodyPr lIns="66556" tIns="33277" rIns="66556" bIns="33277" anchor="ctr"/>
          <a:lstStyle>
            <a:lvl1pPr marL="0" indent="0" algn="ctr">
              <a:buNone/>
              <a:defRPr sz="2100" b="1">
                <a:latin typeface="微軟正黑體" pitchFamily="34" charset="-120"/>
                <a:ea typeface="微軟正黑體" pitchFamily="34" charset="-120"/>
              </a:defRPr>
            </a:lvl1pPr>
            <a:lvl2pPr marL="332780" indent="0">
              <a:buNone/>
              <a:defRPr sz="900"/>
            </a:lvl2pPr>
            <a:lvl3pPr marL="665559" indent="0">
              <a:buNone/>
              <a:defRPr sz="700"/>
            </a:lvl3pPr>
            <a:lvl4pPr marL="998340" indent="0">
              <a:buNone/>
              <a:defRPr sz="600"/>
            </a:lvl4pPr>
            <a:lvl5pPr marL="1331121" indent="0">
              <a:buNone/>
              <a:defRPr sz="600"/>
            </a:lvl5pPr>
            <a:lvl6pPr marL="1663902" indent="0">
              <a:buNone/>
              <a:defRPr sz="600"/>
            </a:lvl6pPr>
            <a:lvl7pPr marL="1996681" indent="0">
              <a:buNone/>
              <a:defRPr sz="600"/>
            </a:lvl7pPr>
            <a:lvl8pPr marL="2329461" indent="0">
              <a:buNone/>
              <a:defRPr sz="600"/>
            </a:lvl8pPr>
            <a:lvl9pPr marL="2662240" indent="0">
              <a:buNone/>
              <a:defRPr sz="600"/>
            </a:lvl9pPr>
          </a:lstStyle>
          <a:p>
            <a:pPr lvl="0"/>
            <a:r>
              <a:rPr lang="zh-TW" altLang="en-US"/>
              <a:t>按一下以編輯母片文字樣式</a:t>
            </a:r>
          </a:p>
        </p:txBody>
      </p:sp>
      <p:sp>
        <p:nvSpPr>
          <p:cNvPr id="20" name="文字版面配置區 3"/>
          <p:cNvSpPr>
            <a:spLocks noGrp="1"/>
          </p:cNvSpPr>
          <p:nvPr>
            <p:ph type="body" sz="half" idx="10"/>
          </p:nvPr>
        </p:nvSpPr>
        <p:spPr>
          <a:xfrm>
            <a:off x="3786506" y="5584133"/>
            <a:ext cx="5121841" cy="414941"/>
          </a:xfrm>
          <a:prstGeom prst="rect">
            <a:avLst/>
          </a:prstGeom>
        </p:spPr>
        <p:txBody>
          <a:bodyPr lIns="66556" tIns="33277" rIns="66556" bIns="33277" anchor="ctr"/>
          <a:lstStyle>
            <a:lvl1pPr marL="0" indent="0" algn="ctr">
              <a:buNone/>
              <a:defRPr sz="1100" b="1">
                <a:latin typeface="微軟正黑體" pitchFamily="34" charset="-120"/>
                <a:ea typeface="微軟正黑體" pitchFamily="34" charset="-120"/>
              </a:defRPr>
            </a:lvl1pPr>
            <a:lvl2pPr marL="332780" indent="0">
              <a:buNone/>
              <a:defRPr sz="900"/>
            </a:lvl2pPr>
            <a:lvl3pPr marL="665559" indent="0">
              <a:buNone/>
              <a:defRPr sz="700"/>
            </a:lvl3pPr>
            <a:lvl4pPr marL="998340" indent="0">
              <a:buNone/>
              <a:defRPr sz="600"/>
            </a:lvl4pPr>
            <a:lvl5pPr marL="1331121" indent="0">
              <a:buNone/>
              <a:defRPr sz="600"/>
            </a:lvl5pPr>
            <a:lvl6pPr marL="1663902" indent="0">
              <a:buNone/>
              <a:defRPr sz="600"/>
            </a:lvl6pPr>
            <a:lvl7pPr marL="1996681" indent="0">
              <a:buNone/>
              <a:defRPr sz="600"/>
            </a:lvl7pPr>
            <a:lvl8pPr marL="2329461" indent="0">
              <a:buNone/>
              <a:defRPr sz="600"/>
            </a:lvl8pPr>
            <a:lvl9pPr marL="2662240" indent="0">
              <a:buNone/>
              <a:defRPr sz="600"/>
            </a:lvl9pPr>
          </a:lstStyle>
          <a:p>
            <a:pPr lvl="0"/>
            <a:r>
              <a:rPr lang="zh-TW" altLang="en-US"/>
              <a:t>按一下以編輯母片文字樣式</a:t>
            </a:r>
          </a:p>
        </p:txBody>
      </p:sp>
    </p:spTree>
    <p:extLst>
      <p:ext uri="{BB962C8B-B14F-4D97-AF65-F5344CB8AC3E}">
        <p14:creationId xmlns:p14="http://schemas.microsoft.com/office/powerpoint/2010/main" val="766975988"/>
      </p:ext>
    </p:extLst>
  </p:cSld>
  <p:clrMapOvr>
    <a:masterClrMapping/>
  </p:clrMapOvr>
  <p:transition spd="med"/>
</p:sldLayout>
</file>

<file path=ppt/slideLayouts/slideLayout11.xml><?xml version="1.0" encoding="utf-8"?>
<p:sldLayout xmlns:a="http://schemas.openxmlformats.org/drawingml/2006/main" xmlns:r="http://schemas.openxmlformats.org/officeDocument/2006/relationships" xmlns:p="http://schemas.openxmlformats.org/presentationml/2006/main" type="obj" preserve="1">
  <p:cSld name="標題及物件">
    <p:spTree>
      <p:nvGrpSpPr>
        <p:cNvPr id="1" name=""/>
        <p:cNvGrpSpPr/>
        <p:nvPr/>
      </p:nvGrpSpPr>
      <p:grpSpPr>
        <a:xfrm>
          <a:off x="0" y="0"/>
          <a:ext cx="0" cy="0"/>
          <a:chOff x="0" y="0"/>
          <a:chExt cx="0" cy="0"/>
        </a:xfrm>
      </p:grpSpPr>
      <p:sp>
        <p:nvSpPr>
          <p:cNvPr id="2" name="標題 1"/>
          <p:cNvSpPr>
            <a:spLocks noGrp="1"/>
          </p:cNvSpPr>
          <p:nvPr>
            <p:ph type="title"/>
          </p:nvPr>
        </p:nvSpPr>
        <p:spPr>
          <a:xfrm>
            <a:off x="335318" y="188647"/>
            <a:ext cx="11519780" cy="562075"/>
          </a:xfrm>
          <a:prstGeom prst="rect">
            <a:avLst/>
          </a:prstGeom>
        </p:spPr>
        <p:txBody>
          <a:bodyPr lIns="65239" tIns="32620" rIns="65239" bIns="32620" anchor="ctr"/>
          <a:lstStyle>
            <a:lvl1pPr algn="l" defTabSz="651255" rtl="0" eaLnBrk="1" fontAlgn="base" hangingPunct="1">
              <a:spcBef>
                <a:spcPct val="0"/>
              </a:spcBef>
              <a:spcAft>
                <a:spcPct val="0"/>
              </a:spcAft>
              <a:defRPr lang="zh-TW" altLang="en-US" sz="2000" b="1" dirty="0">
                <a:solidFill>
                  <a:schemeClr val="tx2"/>
                </a:solidFill>
                <a:latin typeface="Calibri" panose="020F0502020204030204" pitchFamily="34" charset="0"/>
                <a:ea typeface="+mn-ea"/>
                <a:cs typeface="+mj-cs"/>
              </a:defRPr>
            </a:lvl1pPr>
          </a:lstStyle>
          <a:p>
            <a:r>
              <a:rPr lang="zh-TW" altLang="en-US"/>
              <a:t>按一下以編輯母片標題樣式</a:t>
            </a:r>
            <a:endParaRPr lang="zh-TW" altLang="en-US" dirty="0"/>
          </a:p>
        </p:txBody>
      </p:sp>
      <p:sp>
        <p:nvSpPr>
          <p:cNvPr id="3" name="內容版面配置區 2"/>
          <p:cNvSpPr>
            <a:spLocks noGrp="1"/>
          </p:cNvSpPr>
          <p:nvPr>
            <p:ph idx="1" hasCustomPrompt="1"/>
          </p:nvPr>
        </p:nvSpPr>
        <p:spPr>
          <a:xfrm>
            <a:off x="623310" y="908722"/>
            <a:ext cx="10971373" cy="5400600"/>
          </a:xfrm>
          <a:prstGeom prst="rect">
            <a:avLst/>
          </a:prstGeom>
        </p:spPr>
        <p:txBody>
          <a:bodyPr lIns="65239" tIns="32620" rIns="65239" bIns="32620"/>
          <a:lstStyle>
            <a:lvl1pPr marL="326194" indent="-256845">
              <a:lnSpc>
                <a:spcPct val="150000"/>
              </a:lnSpc>
              <a:buClr>
                <a:schemeClr val="accent4">
                  <a:lumMod val="75000"/>
                </a:schemeClr>
              </a:buClr>
              <a:buFont typeface="Wingdings 2" panose="05020102010507070707" pitchFamily="18" charset="2"/>
              <a:buChar char=""/>
              <a:defRPr sz="2000">
                <a:latin typeface="+mn-ea"/>
                <a:ea typeface="+mn-ea"/>
              </a:defRPr>
            </a:lvl1pPr>
            <a:lvl2pPr marL="452047" indent="-195202">
              <a:lnSpc>
                <a:spcPct val="150000"/>
              </a:lnSpc>
              <a:spcBef>
                <a:spcPts val="17"/>
              </a:spcBef>
              <a:buClr>
                <a:schemeClr val="accent1">
                  <a:lumMod val="75000"/>
                </a:schemeClr>
              </a:buClr>
              <a:buFont typeface="Wingdings" panose="05000000000000000000" pitchFamily="2" charset="2"/>
              <a:buChar char="§"/>
              <a:defRPr sz="1700">
                <a:latin typeface="微軟正黑體" panose="020B0604030504040204" pitchFamily="34" charset="-120"/>
                <a:ea typeface="微軟正黑體" panose="020B0604030504040204" pitchFamily="34" charset="-120"/>
              </a:defRPr>
            </a:lvl2pPr>
            <a:lvl3pPr marL="708893" indent="-174654">
              <a:lnSpc>
                <a:spcPct val="150000"/>
              </a:lnSpc>
              <a:spcBef>
                <a:spcPts val="17"/>
              </a:spcBef>
              <a:buFont typeface="Wingdings" panose="05000000000000000000" pitchFamily="2" charset="2"/>
              <a:buChar char="ü"/>
              <a:defRPr sz="1400">
                <a:latin typeface="微軟正黑體" panose="020B0604030504040204" pitchFamily="34" charset="-120"/>
                <a:ea typeface="微軟正黑體" panose="020B0604030504040204" pitchFamily="34" charset="-120"/>
              </a:defRPr>
            </a:lvl3pPr>
            <a:lvl4pPr marL="313735" indent="-97407">
              <a:lnSpc>
                <a:spcPct val="150000"/>
              </a:lnSpc>
              <a:buFont typeface="Arial" panose="020B0604020202020204" pitchFamily="34" charset="0"/>
              <a:buChar char="•"/>
              <a:defRPr sz="1400">
                <a:latin typeface="微軟正黑體" pitchFamily="34" charset="-120"/>
                <a:ea typeface="微軟正黑體" pitchFamily="34" charset="-120"/>
              </a:defRPr>
            </a:lvl4pPr>
            <a:lvl5pPr marL="423598" indent="-107598">
              <a:lnSpc>
                <a:spcPct val="150000"/>
              </a:lnSpc>
              <a:buFont typeface="Arial" panose="020B0604020202020204" pitchFamily="34" charset="0"/>
              <a:buChar char="•"/>
              <a:defRPr sz="1400">
                <a:latin typeface="微軟正黑體" pitchFamily="34" charset="-120"/>
                <a:ea typeface="微軟正黑體" pitchFamily="34" charset="-120"/>
              </a:defRPr>
            </a:lvl5pPr>
          </a:lstStyle>
          <a:p>
            <a:pPr lvl="0"/>
            <a:r>
              <a:rPr lang="zh-TW" altLang="en-US" dirty="0"/>
              <a:t>按一下以編輯母片文字樣式</a:t>
            </a:r>
            <a:endParaRPr lang="en-US" altLang="zh-TW" dirty="0"/>
          </a:p>
          <a:p>
            <a:pPr lvl="1"/>
            <a:r>
              <a:rPr lang="zh-TW" altLang="en-US" dirty="0"/>
              <a:t>第二層</a:t>
            </a:r>
          </a:p>
          <a:p>
            <a:pPr lvl="2"/>
            <a:r>
              <a:rPr lang="zh-TW" altLang="en-US" dirty="0"/>
              <a:t>第三層</a:t>
            </a:r>
          </a:p>
        </p:txBody>
      </p:sp>
    </p:spTree>
    <p:extLst>
      <p:ext uri="{BB962C8B-B14F-4D97-AF65-F5344CB8AC3E}">
        <p14:creationId xmlns:p14="http://schemas.microsoft.com/office/powerpoint/2010/main" val="67762615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_標題及物件">
    <p:spTree>
      <p:nvGrpSpPr>
        <p:cNvPr id="1" name=""/>
        <p:cNvGrpSpPr/>
        <p:nvPr/>
      </p:nvGrpSpPr>
      <p:grpSpPr>
        <a:xfrm>
          <a:off x="0" y="0"/>
          <a:ext cx="0" cy="0"/>
          <a:chOff x="0" y="0"/>
          <a:chExt cx="0" cy="0"/>
        </a:xfrm>
      </p:grpSpPr>
      <p:sp>
        <p:nvSpPr>
          <p:cNvPr id="2" name="標題 1"/>
          <p:cNvSpPr>
            <a:spLocks noGrp="1"/>
          </p:cNvSpPr>
          <p:nvPr>
            <p:ph type="title"/>
          </p:nvPr>
        </p:nvSpPr>
        <p:spPr>
          <a:xfrm>
            <a:off x="335318" y="188647"/>
            <a:ext cx="11519780" cy="562075"/>
          </a:xfrm>
          <a:prstGeom prst="rect">
            <a:avLst/>
          </a:prstGeom>
        </p:spPr>
        <p:txBody>
          <a:bodyPr lIns="65239" tIns="32620" rIns="65239" bIns="32620" anchor="ctr"/>
          <a:lstStyle>
            <a:lvl1pPr algn="l" defTabSz="651255" rtl="0" eaLnBrk="1" fontAlgn="base" hangingPunct="1">
              <a:spcBef>
                <a:spcPct val="0"/>
              </a:spcBef>
              <a:spcAft>
                <a:spcPct val="0"/>
              </a:spcAft>
              <a:defRPr lang="zh-TW" altLang="en-US" sz="2000" b="1" dirty="0">
                <a:solidFill>
                  <a:schemeClr val="tx2"/>
                </a:solidFill>
                <a:latin typeface="Calibri" panose="020F0502020204030204" pitchFamily="34" charset="0"/>
                <a:ea typeface="+mn-ea"/>
                <a:cs typeface="+mj-cs"/>
              </a:defRPr>
            </a:lvl1pPr>
          </a:lstStyle>
          <a:p>
            <a:r>
              <a:rPr lang="zh-TW" altLang="en-US"/>
              <a:t>按一下以編輯母片標題樣式</a:t>
            </a:r>
            <a:endParaRPr lang="zh-TW" altLang="en-US" dirty="0"/>
          </a:p>
        </p:txBody>
      </p:sp>
      <p:sp>
        <p:nvSpPr>
          <p:cNvPr id="3" name="內容版面配置區 2"/>
          <p:cNvSpPr>
            <a:spLocks noGrp="1"/>
          </p:cNvSpPr>
          <p:nvPr>
            <p:ph idx="1" hasCustomPrompt="1"/>
          </p:nvPr>
        </p:nvSpPr>
        <p:spPr>
          <a:xfrm>
            <a:off x="623312" y="908722"/>
            <a:ext cx="5375897" cy="5400600"/>
          </a:xfrm>
          <a:prstGeom prst="rect">
            <a:avLst/>
          </a:prstGeom>
        </p:spPr>
        <p:txBody>
          <a:bodyPr lIns="65239" tIns="32620" rIns="65239" bIns="32620"/>
          <a:lstStyle>
            <a:lvl1pPr marL="326194" indent="-256845">
              <a:lnSpc>
                <a:spcPct val="150000"/>
              </a:lnSpc>
              <a:buClr>
                <a:schemeClr val="accent4">
                  <a:lumMod val="75000"/>
                </a:schemeClr>
              </a:buClr>
              <a:buFont typeface="Wingdings 2" panose="05020102010507070707" pitchFamily="18" charset="2"/>
              <a:buChar char=""/>
              <a:defRPr sz="1700">
                <a:latin typeface="+mn-ea"/>
                <a:ea typeface="+mn-ea"/>
              </a:defRPr>
            </a:lvl1pPr>
            <a:lvl2pPr marL="452047" indent="-195202">
              <a:lnSpc>
                <a:spcPct val="150000"/>
              </a:lnSpc>
              <a:spcBef>
                <a:spcPts val="17"/>
              </a:spcBef>
              <a:buClr>
                <a:schemeClr val="accent1">
                  <a:lumMod val="75000"/>
                </a:schemeClr>
              </a:buClr>
              <a:buFont typeface="Wingdings" panose="05000000000000000000" pitchFamily="2" charset="2"/>
              <a:buChar char="§"/>
              <a:defRPr sz="1400">
                <a:latin typeface="微軟正黑體" panose="020B0604030504040204" pitchFamily="34" charset="-120"/>
                <a:ea typeface="微軟正黑體" panose="020B0604030504040204" pitchFamily="34" charset="-120"/>
              </a:defRPr>
            </a:lvl2pPr>
            <a:lvl3pPr marL="708893" indent="-174654">
              <a:lnSpc>
                <a:spcPct val="150000"/>
              </a:lnSpc>
              <a:spcBef>
                <a:spcPts val="17"/>
              </a:spcBef>
              <a:buFont typeface="Wingdings" panose="05000000000000000000" pitchFamily="2" charset="2"/>
              <a:buChar char="ü"/>
              <a:defRPr sz="1300">
                <a:latin typeface="微軟正黑體" panose="020B0604030504040204" pitchFamily="34" charset="-120"/>
                <a:ea typeface="微軟正黑體" panose="020B0604030504040204" pitchFamily="34" charset="-120"/>
              </a:defRPr>
            </a:lvl3pPr>
            <a:lvl4pPr marL="313735" indent="-97407">
              <a:lnSpc>
                <a:spcPct val="150000"/>
              </a:lnSpc>
              <a:buFont typeface="Arial" panose="020B0604020202020204" pitchFamily="34" charset="0"/>
              <a:buChar char="•"/>
              <a:defRPr sz="1400">
                <a:latin typeface="微軟正黑體" pitchFamily="34" charset="-120"/>
                <a:ea typeface="微軟正黑體" pitchFamily="34" charset="-120"/>
              </a:defRPr>
            </a:lvl4pPr>
            <a:lvl5pPr marL="423598" indent="-107598">
              <a:lnSpc>
                <a:spcPct val="150000"/>
              </a:lnSpc>
              <a:buFont typeface="Arial" panose="020B0604020202020204" pitchFamily="34" charset="0"/>
              <a:buChar char="•"/>
              <a:defRPr sz="1400">
                <a:latin typeface="微軟正黑體" pitchFamily="34" charset="-120"/>
                <a:ea typeface="微軟正黑體" pitchFamily="34" charset="-120"/>
              </a:defRPr>
            </a:lvl5pPr>
          </a:lstStyle>
          <a:p>
            <a:pPr lvl="0"/>
            <a:r>
              <a:rPr lang="zh-TW" altLang="en-US" dirty="0"/>
              <a:t>按一下以編輯母片文字樣式</a:t>
            </a:r>
            <a:endParaRPr lang="en-US" altLang="zh-TW" dirty="0"/>
          </a:p>
          <a:p>
            <a:pPr lvl="1"/>
            <a:r>
              <a:rPr lang="zh-TW" altLang="en-US" dirty="0"/>
              <a:t>第二層</a:t>
            </a:r>
          </a:p>
          <a:p>
            <a:pPr lvl="2"/>
            <a:r>
              <a:rPr lang="zh-TW" altLang="en-US" dirty="0"/>
              <a:t>第三層</a:t>
            </a:r>
          </a:p>
        </p:txBody>
      </p:sp>
      <p:sp>
        <p:nvSpPr>
          <p:cNvPr id="4" name="內容版面配置區 2"/>
          <p:cNvSpPr>
            <a:spLocks noGrp="1"/>
          </p:cNvSpPr>
          <p:nvPr>
            <p:ph idx="10" hasCustomPrompt="1"/>
          </p:nvPr>
        </p:nvSpPr>
        <p:spPr>
          <a:xfrm>
            <a:off x="6191205" y="908722"/>
            <a:ext cx="5375897" cy="5400600"/>
          </a:xfrm>
          <a:prstGeom prst="rect">
            <a:avLst/>
          </a:prstGeom>
        </p:spPr>
        <p:txBody>
          <a:bodyPr lIns="65239" tIns="32620" rIns="65239" bIns="32620"/>
          <a:lstStyle>
            <a:lvl1pPr marL="326194" indent="-256845">
              <a:lnSpc>
                <a:spcPct val="150000"/>
              </a:lnSpc>
              <a:buClr>
                <a:schemeClr val="accent4">
                  <a:lumMod val="75000"/>
                </a:schemeClr>
              </a:buClr>
              <a:buFont typeface="Wingdings 2" panose="05020102010507070707" pitchFamily="18" charset="2"/>
              <a:buChar char=""/>
              <a:defRPr sz="1700">
                <a:latin typeface="+mn-ea"/>
                <a:ea typeface="+mn-ea"/>
              </a:defRPr>
            </a:lvl1pPr>
            <a:lvl2pPr marL="452047" indent="-195202">
              <a:lnSpc>
                <a:spcPct val="150000"/>
              </a:lnSpc>
              <a:spcBef>
                <a:spcPts val="17"/>
              </a:spcBef>
              <a:buClr>
                <a:schemeClr val="accent1">
                  <a:lumMod val="75000"/>
                </a:schemeClr>
              </a:buClr>
              <a:buFont typeface="Wingdings" panose="05000000000000000000" pitchFamily="2" charset="2"/>
              <a:buChar char="§"/>
              <a:defRPr sz="1400">
                <a:latin typeface="微軟正黑體" panose="020B0604030504040204" pitchFamily="34" charset="-120"/>
                <a:ea typeface="微軟正黑體" panose="020B0604030504040204" pitchFamily="34" charset="-120"/>
              </a:defRPr>
            </a:lvl2pPr>
            <a:lvl3pPr marL="708893" indent="-174654">
              <a:lnSpc>
                <a:spcPct val="150000"/>
              </a:lnSpc>
              <a:spcBef>
                <a:spcPts val="17"/>
              </a:spcBef>
              <a:buFont typeface="Wingdings" panose="05000000000000000000" pitchFamily="2" charset="2"/>
              <a:buChar char="ü"/>
              <a:defRPr sz="1300">
                <a:latin typeface="微軟正黑體" panose="020B0604030504040204" pitchFamily="34" charset="-120"/>
                <a:ea typeface="微軟正黑體" panose="020B0604030504040204" pitchFamily="34" charset="-120"/>
              </a:defRPr>
            </a:lvl3pPr>
            <a:lvl4pPr marL="313735" indent="-97407">
              <a:lnSpc>
                <a:spcPct val="150000"/>
              </a:lnSpc>
              <a:buFont typeface="Arial" panose="020B0604020202020204" pitchFamily="34" charset="0"/>
              <a:buChar char="•"/>
              <a:defRPr sz="1400">
                <a:latin typeface="微軟正黑體" pitchFamily="34" charset="-120"/>
                <a:ea typeface="微軟正黑體" pitchFamily="34" charset="-120"/>
              </a:defRPr>
            </a:lvl4pPr>
            <a:lvl5pPr marL="423598" indent="-107598">
              <a:lnSpc>
                <a:spcPct val="150000"/>
              </a:lnSpc>
              <a:buFont typeface="Arial" panose="020B0604020202020204" pitchFamily="34" charset="0"/>
              <a:buChar char="•"/>
              <a:defRPr sz="1400">
                <a:latin typeface="微軟正黑體" pitchFamily="34" charset="-120"/>
                <a:ea typeface="微軟正黑體" pitchFamily="34" charset="-120"/>
              </a:defRPr>
            </a:lvl5pPr>
          </a:lstStyle>
          <a:p>
            <a:pPr lvl="0"/>
            <a:r>
              <a:rPr lang="zh-TW" altLang="en-US" dirty="0"/>
              <a:t>按一下以編輯母片文字樣式</a:t>
            </a:r>
            <a:endParaRPr lang="en-US" altLang="zh-TW" dirty="0"/>
          </a:p>
          <a:p>
            <a:pPr lvl="1"/>
            <a:r>
              <a:rPr lang="zh-TW" altLang="en-US" dirty="0"/>
              <a:t>第二層</a:t>
            </a:r>
          </a:p>
          <a:p>
            <a:pPr lvl="2"/>
            <a:r>
              <a:rPr lang="zh-TW" altLang="en-US" dirty="0"/>
              <a:t>第三層</a:t>
            </a:r>
          </a:p>
        </p:txBody>
      </p:sp>
    </p:spTree>
    <p:extLst>
      <p:ext uri="{BB962C8B-B14F-4D97-AF65-F5344CB8AC3E}">
        <p14:creationId xmlns:p14="http://schemas.microsoft.com/office/powerpoint/2010/main" val="286798483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2_標題及物件">
    <p:spTree>
      <p:nvGrpSpPr>
        <p:cNvPr id="1" name=""/>
        <p:cNvGrpSpPr/>
        <p:nvPr/>
      </p:nvGrpSpPr>
      <p:grpSpPr>
        <a:xfrm>
          <a:off x="0" y="0"/>
          <a:ext cx="0" cy="0"/>
          <a:chOff x="0" y="0"/>
          <a:chExt cx="0" cy="0"/>
        </a:xfrm>
      </p:grpSpPr>
      <p:sp>
        <p:nvSpPr>
          <p:cNvPr id="2" name="標題 1"/>
          <p:cNvSpPr>
            <a:spLocks noGrp="1"/>
          </p:cNvSpPr>
          <p:nvPr>
            <p:ph type="title"/>
          </p:nvPr>
        </p:nvSpPr>
        <p:spPr>
          <a:xfrm>
            <a:off x="335318" y="188647"/>
            <a:ext cx="11519780" cy="562075"/>
          </a:xfrm>
          <a:prstGeom prst="rect">
            <a:avLst/>
          </a:prstGeom>
        </p:spPr>
        <p:txBody>
          <a:bodyPr lIns="65239" tIns="32620" rIns="65239" bIns="32620"/>
          <a:lstStyle>
            <a:lvl1pPr algn="l" defTabSz="651255" rtl="0" eaLnBrk="1" fontAlgn="base" hangingPunct="1">
              <a:spcBef>
                <a:spcPct val="0"/>
              </a:spcBef>
              <a:spcAft>
                <a:spcPct val="0"/>
              </a:spcAft>
              <a:defRPr lang="zh-TW" altLang="en-US" sz="2000" b="1" dirty="0">
                <a:solidFill>
                  <a:schemeClr val="tx2"/>
                </a:solidFill>
                <a:latin typeface="Calibri" panose="020F0502020204030204" pitchFamily="34" charset="0"/>
                <a:ea typeface="+mn-ea"/>
                <a:cs typeface="+mj-cs"/>
              </a:defRPr>
            </a:lvl1pPr>
          </a:lstStyle>
          <a:p>
            <a:r>
              <a:rPr lang="zh-TW" altLang="en-US"/>
              <a:t>按一下以編輯母片標題樣式</a:t>
            </a:r>
            <a:endParaRPr lang="zh-TW" altLang="en-US" dirty="0"/>
          </a:p>
        </p:txBody>
      </p:sp>
      <p:sp>
        <p:nvSpPr>
          <p:cNvPr id="3" name="內容版面配置區 2"/>
          <p:cNvSpPr>
            <a:spLocks noGrp="1"/>
          </p:cNvSpPr>
          <p:nvPr>
            <p:ph idx="1" hasCustomPrompt="1"/>
          </p:nvPr>
        </p:nvSpPr>
        <p:spPr>
          <a:xfrm>
            <a:off x="623312" y="1412777"/>
            <a:ext cx="5375897" cy="4896544"/>
          </a:xfrm>
          <a:prstGeom prst="rect">
            <a:avLst/>
          </a:prstGeom>
        </p:spPr>
        <p:txBody>
          <a:bodyPr lIns="65239" tIns="32620" rIns="65239" bIns="32620"/>
          <a:lstStyle>
            <a:lvl1pPr marL="326194" indent="-256845">
              <a:lnSpc>
                <a:spcPct val="150000"/>
              </a:lnSpc>
              <a:buClr>
                <a:schemeClr val="accent4">
                  <a:lumMod val="75000"/>
                </a:schemeClr>
              </a:buClr>
              <a:buFont typeface="Wingdings 2" panose="05020102010507070707" pitchFamily="18" charset="2"/>
              <a:buChar char=""/>
              <a:defRPr sz="1400">
                <a:latin typeface="+mn-ea"/>
                <a:ea typeface="+mn-ea"/>
              </a:defRPr>
            </a:lvl1pPr>
            <a:lvl2pPr marL="452047" indent="-195202">
              <a:lnSpc>
                <a:spcPct val="150000"/>
              </a:lnSpc>
              <a:spcBef>
                <a:spcPts val="17"/>
              </a:spcBef>
              <a:buClr>
                <a:schemeClr val="accent1">
                  <a:lumMod val="75000"/>
                </a:schemeClr>
              </a:buClr>
              <a:buFont typeface="Wingdings" panose="05000000000000000000" pitchFamily="2" charset="2"/>
              <a:buChar char="§"/>
              <a:defRPr sz="1300">
                <a:latin typeface="微軟正黑體" panose="020B0604030504040204" pitchFamily="34" charset="-120"/>
                <a:ea typeface="微軟正黑體" panose="020B0604030504040204" pitchFamily="34" charset="-120"/>
              </a:defRPr>
            </a:lvl2pPr>
            <a:lvl3pPr marL="708893" indent="-174654">
              <a:lnSpc>
                <a:spcPct val="150000"/>
              </a:lnSpc>
              <a:spcBef>
                <a:spcPts val="17"/>
              </a:spcBef>
              <a:buFont typeface="Wingdings" panose="05000000000000000000" pitchFamily="2" charset="2"/>
              <a:buChar char="ü"/>
              <a:defRPr sz="1100">
                <a:latin typeface="微軟正黑體" panose="020B0604030504040204" pitchFamily="34" charset="-120"/>
                <a:ea typeface="微軟正黑體" panose="020B0604030504040204" pitchFamily="34" charset="-120"/>
              </a:defRPr>
            </a:lvl3pPr>
            <a:lvl4pPr marL="313735" indent="-97407">
              <a:lnSpc>
                <a:spcPct val="150000"/>
              </a:lnSpc>
              <a:buFont typeface="Arial" panose="020B0604020202020204" pitchFamily="34" charset="0"/>
              <a:buChar char="•"/>
              <a:defRPr sz="1400">
                <a:latin typeface="微軟正黑體" pitchFamily="34" charset="-120"/>
                <a:ea typeface="微軟正黑體" pitchFamily="34" charset="-120"/>
              </a:defRPr>
            </a:lvl4pPr>
            <a:lvl5pPr marL="423598" indent="-107598">
              <a:lnSpc>
                <a:spcPct val="150000"/>
              </a:lnSpc>
              <a:buFont typeface="Arial" panose="020B0604020202020204" pitchFamily="34" charset="0"/>
              <a:buChar char="•"/>
              <a:defRPr sz="1400">
                <a:latin typeface="微軟正黑體" pitchFamily="34" charset="-120"/>
                <a:ea typeface="微軟正黑體" pitchFamily="34" charset="-120"/>
              </a:defRPr>
            </a:lvl5pPr>
          </a:lstStyle>
          <a:p>
            <a:pPr lvl="0"/>
            <a:r>
              <a:rPr lang="zh-TW" altLang="en-US" dirty="0"/>
              <a:t>按一下以編輯母片文字樣式</a:t>
            </a:r>
            <a:endParaRPr lang="en-US" altLang="zh-TW" dirty="0"/>
          </a:p>
          <a:p>
            <a:pPr lvl="1"/>
            <a:r>
              <a:rPr lang="zh-TW" altLang="en-US" dirty="0"/>
              <a:t>第二層</a:t>
            </a:r>
          </a:p>
          <a:p>
            <a:pPr lvl="2"/>
            <a:r>
              <a:rPr lang="zh-TW" altLang="en-US" dirty="0"/>
              <a:t>第三層</a:t>
            </a:r>
          </a:p>
        </p:txBody>
      </p:sp>
      <p:sp>
        <p:nvSpPr>
          <p:cNvPr id="4" name="內容版面配置區 2"/>
          <p:cNvSpPr>
            <a:spLocks noGrp="1"/>
          </p:cNvSpPr>
          <p:nvPr>
            <p:ph idx="10" hasCustomPrompt="1"/>
          </p:nvPr>
        </p:nvSpPr>
        <p:spPr>
          <a:xfrm>
            <a:off x="6191205" y="1412777"/>
            <a:ext cx="5375897" cy="4896544"/>
          </a:xfrm>
          <a:prstGeom prst="rect">
            <a:avLst/>
          </a:prstGeom>
        </p:spPr>
        <p:txBody>
          <a:bodyPr lIns="65239" tIns="32620" rIns="65239" bIns="32620"/>
          <a:lstStyle>
            <a:lvl1pPr marL="326194" indent="-256845">
              <a:lnSpc>
                <a:spcPct val="150000"/>
              </a:lnSpc>
              <a:buClr>
                <a:schemeClr val="accent4">
                  <a:lumMod val="75000"/>
                </a:schemeClr>
              </a:buClr>
              <a:buFont typeface="Wingdings 2" panose="05020102010507070707" pitchFamily="18" charset="2"/>
              <a:buChar char=""/>
              <a:defRPr sz="1400">
                <a:latin typeface="+mn-ea"/>
                <a:ea typeface="+mn-ea"/>
              </a:defRPr>
            </a:lvl1pPr>
            <a:lvl2pPr marL="452047" indent="-195202">
              <a:lnSpc>
                <a:spcPct val="150000"/>
              </a:lnSpc>
              <a:spcBef>
                <a:spcPts val="17"/>
              </a:spcBef>
              <a:buClr>
                <a:schemeClr val="accent1">
                  <a:lumMod val="75000"/>
                </a:schemeClr>
              </a:buClr>
              <a:buFont typeface="Wingdings" panose="05000000000000000000" pitchFamily="2" charset="2"/>
              <a:buChar char="§"/>
              <a:defRPr sz="1300">
                <a:latin typeface="微軟正黑體" panose="020B0604030504040204" pitchFamily="34" charset="-120"/>
                <a:ea typeface="微軟正黑體" panose="020B0604030504040204" pitchFamily="34" charset="-120"/>
              </a:defRPr>
            </a:lvl2pPr>
            <a:lvl3pPr marL="708893" indent="-174654">
              <a:lnSpc>
                <a:spcPct val="150000"/>
              </a:lnSpc>
              <a:spcBef>
                <a:spcPts val="17"/>
              </a:spcBef>
              <a:buFont typeface="Wingdings" panose="05000000000000000000" pitchFamily="2" charset="2"/>
              <a:buChar char="ü"/>
              <a:defRPr sz="1100">
                <a:latin typeface="微軟正黑體" panose="020B0604030504040204" pitchFamily="34" charset="-120"/>
                <a:ea typeface="微軟正黑體" panose="020B0604030504040204" pitchFamily="34" charset="-120"/>
              </a:defRPr>
            </a:lvl3pPr>
            <a:lvl4pPr marL="313735" indent="-97407">
              <a:lnSpc>
                <a:spcPct val="150000"/>
              </a:lnSpc>
              <a:buFont typeface="Arial" panose="020B0604020202020204" pitchFamily="34" charset="0"/>
              <a:buChar char="•"/>
              <a:defRPr sz="1400">
                <a:latin typeface="微軟正黑體" pitchFamily="34" charset="-120"/>
                <a:ea typeface="微軟正黑體" pitchFamily="34" charset="-120"/>
              </a:defRPr>
            </a:lvl4pPr>
            <a:lvl5pPr marL="423598" indent="-107598">
              <a:lnSpc>
                <a:spcPct val="150000"/>
              </a:lnSpc>
              <a:buFont typeface="Arial" panose="020B0604020202020204" pitchFamily="34" charset="0"/>
              <a:buChar char="•"/>
              <a:defRPr sz="1400">
                <a:latin typeface="微軟正黑體" pitchFamily="34" charset="-120"/>
                <a:ea typeface="微軟正黑體" pitchFamily="34" charset="-120"/>
              </a:defRPr>
            </a:lvl5pPr>
          </a:lstStyle>
          <a:p>
            <a:pPr lvl="0"/>
            <a:r>
              <a:rPr lang="zh-TW" altLang="en-US" dirty="0"/>
              <a:t>按一下以編輯母片文字樣式</a:t>
            </a:r>
            <a:endParaRPr lang="en-US" altLang="zh-TW" dirty="0"/>
          </a:p>
          <a:p>
            <a:pPr lvl="1"/>
            <a:r>
              <a:rPr lang="zh-TW" altLang="en-US" dirty="0"/>
              <a:t>第二層</a:t>
            </a:r>
          </a:p>
          <a:p>
            <a:pPr lvl="2"/>
            <a:r>
              <a:rPr lang="zh-TW" altLang="en-US" dirty="0"/>
              <a:t>第三層</a:t>
            </a:r>
          </a:p>
        </p:txBody>
      </p:sp>
      <p:sp>
        <p:nvSpPr>
          <p:cNvPr id="15" name="Text Placeholder 14"/>
          <p:cNvSpPr>
            <a:spLocks noGrp="1"/>
          </p:cNvSpPr>
          <p:nvPr>
            <p:ph type="body" sz="quarter" idx="11" hasCustomPrompt="1"/>
          </p:nvPr>
        </p:nvSpPr>
        <p:spPr>
          <a:xfrm>
            <a:off x="609532" y="908723"/>
            <a:ext cx="5390449" cy="432048"/>
          </a:xfrm>
          <a:prstGeom prst="rect">
            <a:avLst/>
          </a:prstGeom>
        </p:spPr>
        <p:txBody>
          <a:bodyPr lIns="65239" tIns="32620" rIns="65239" bIns="32620"/>
          <a:lstStyle>
            <a:lvl1pPr algn="l" defTabSz="651255" rtl="0" eaLnBrk="1" fontAlgn="base" hangingPunct="1">
              <a:spcBef>
                <a:spcPct val="0"/>
              </a:spcBef>
              <a:spcAft>
                <a:spcPct val="0"/>
              </a:spcAft>
              <a:defRPr lang="zh-TW" altLang="en-US" sz="2000" b="1" dirty="0">
                <a:solidFill>
                  <a:schemeClr val="tx2"/>
                </a:solidFill>
                <a:latin typeface="Calibri" panose="020F0502020204030204" pitchFamily="34" charset="0"/>
                <a:ea typeface="+mn-ea"/>
                <a:cs typeface="+mj-cs"/>
              </a:defRPr>
            </a:lvl1pPr>
          </a:lstStyle>
          <a:p>
            <a:r>
              <a:rPr kumimoji="0" lang="zh-TW" altLang="en-US" sz="1700" kern="0" dirty="0"/>
              <a:t>標題</a:t>
            </a:r>
          </a:p>
        </p:txBody>
      </p:sp>
      <p:sp>
        <p:nvSpPr>
          <p:cNvPr id="16" name="Text Placeholder 14"/>
          <p:cNvSpPr>
            <a:spLocks noGrp="1"/>
          </p:cNvSpPr>
          <p:nvPr>
            <p:ph type="body" sz="quarter" idx="12" hasCustomPrompt="1"/>
          </p:nvPr>
        </p:nvSpPr>
        <p:spPr>
          <a:xfrm>
            <a:off x="6176657" y="908723"/>
            <a:ext cx="5390449" cy="432048"/>
          </a:xfrm>
          <a:prstGeom prst="rect">
            <a:avLst/>
          </a:prstGeom>
        </p:spPr>
        <p:txBody>
          <a:bodyPr lIns="65239" tIns="32620" rIns="65239" bIns="32620"/>
          <a:lstStyle>
            <a:lvl1pPr algn="l" defTabSz="651255" rtl="0" eaLnBrk="1" fontAlgn="base" hangingPunct="1">
              <a:spcBef>
                <a:spcPct val="0"/>
              </a:spcBef>
              <a:spcAft>
                <a:spcPct val="0"/>
              </a:spcAft>
              <a:defRPr lang="zh-TW" altLang="en-US" sz="2000" b="1" dirty="0">
                <a:solidFill>
                  <a:schemeClr val="tx2"/>
                </a:solidFill>
                <a:latin typeface="Calibri" panose="020F0502020204030204" pitchFamily="34" charset="0"/>
                <a:ea typeface="+mn-ea"/>
                <a:cs typeface="+mj-cs"/>
              </a:defRPr>
            </a:lvl1pPr>
          </a:lstStyle>
          <a:p>
            <a:r>
              <a:rPr kumimoji="0" lang="zh-TW" altLang="en-US" sz="1700" kern="0" dirty="0"/>
              <a:t>標題</a:t>
            </a:r>
          </a:p>
        </p:txBody>
      </p:sp>
    </p:spTree>
    <p:extLst>
      <p:ext uri="{BB962C8B-B14F-4D97-AF65-F5344CB8AC3E}">
        <p14:creationId xmlns:p14="http://schemas.microsoft.com/office/powerpoint/2010/main" val="124111355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投影片首頁">
    <p:spTree>
      <p:nvGrpSpPr>
        <p:cNvPr id="1" name=""/>
        <p:cNvGrpSpPr/>
        <p:nvPr/>
      </p:nvGrpSpPr>
      <p:grpSpPr>
        <a:xfrm>
          <a:off x="0" y="0"/>
          <a:ext cx="0" cy="0"/>
          <a:chOff x="0" y="0"/>
          <a:chExt cx="0" cy="0"/>
        </a:xfrm>
      </p:grpSpPr>
    </p:spTree>
    <p:extLst>
      <p:ext uri="{BB962C8B-B14F-4D97-AF65-F5344CB8AC3E}">
        <p14:creationId xmlns:p14="http://schemas.microsoft.com/office/powerpoint/2010/main" val="978458227"/>
      </p:ext>
    </p:extLst>
  </p:cSld>
  <p:clrMapOvr>
    <a:masterClrMapping/>
  </p:clrMapOvr>
  <p:hf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5_自訂版面配置">
    <p:spTree>
      <p:nvGrpSpPr>
        <p:cNvPr id="1" name=""/>
        <p:cNvGrpSpPr/>
        <p:nvPr/>
      </p:nvGrpSpPr>
      <p:grpSpPr>
        <a:xfrm>
          <a:off x="0" y="0"/>
          <a:ext cx="0" cy="0"/>
          <a:chOff x="0" y="0"/>
          <a:chExt cx="0" cy="0"/>
        </a:xfrm>
      </p:grpSpPr>
      <p:sp>
        <p:nvSpPr>
          <p:cNvPr id="5" name="標題 1"/>
          <p:cNvSpPr>
            <a:spLocks noGrp="1"/>
          </p:cNvSpPr>
          <p:nvPr>
            <p:ph type="title"/>
          </p:nvPr>
        </p:nvSpPr>
        <p:spPr>
          <a:xfrm>
            <a:off x="0" y="1"/>
            <a:ext cx="12190413" cy="692696"/>
          </a:xfrm>
          <a:prstGeom prst="rect">
            <a:avLst/>
          </a:prstGeom>
          <a:gradFill flip="none" rotWithShape="1">
            <a:gsLst>
              <a:gs pos="0">
                <a:srgbClr val="336699"/>
              </a:gs>
              <a:gs pos="50000">
                <a:srgbClr val="4F81BD"/>
              </a:gs>
              <a:gs pos="100000">
                <a:schemeClr val="accent5">
                  <a:lumMod val="40000"/>
                  <a:lumOff val="60000"/>
                </a:schemeClr>
              </a:gs>
            </a:gsLst>
            <a:lin ang="0" scaled="1"/>
            <a:tileRect/>
          </a:gradFill>
        </p:spPr>
        <p:txBody>
          <a:bodyPr lIns="180000" tIns="33274" rIns="66549" bIns="33274" anchor="ctr"/>
          <a:lstStyle>
            <a:lvl1pPr algn="l">
              <a:defRPr sz="2800" b="1">
                <a:solidFill>
                  <a:schemeClr val="bg1"/>
                </a:solidFill>
                <a:latin typeface="Calibri" panose="020F0502020204030204" pitchFamily="34" charset="0"/>
                <a:ea typeface="+mn-ea"/>
                <a:cs typeface="Calibri" panose="020F0502020204030204" pitchFamily="34" charset="0"/>
              </a:defRPr>
            </a:lvl1pPr>
          </a:lstStyle>
          <a:p>
            <a:r>
              <a:rPr lang="zh-TW" altLang="en-US" dirty="0"/>
              <a:t>按一下以編輯母片標題樣式</a:t>
            </a:r>
          </a:p>
        </p:txBody>
      </p:sp>
      <p:sp>
        <p:nvSpPr>
          <p:cNvPr id="3" name="流程圖: 人工輸入 2">
            <a:extLst>
              <a:ext uri="{FF2B5EF4-FFF2-40B4-BE49-F238E27FC236}">
                <a16:creationId xmlns:a16="http://schemas.microsoft.com/office/drawing/2014/main" id="{A4244C5D-A9BB-4BFC-AA98-C006775C465D}"/>
              </a:ext>
            </a:extLst>
          </p:cNvPr>
          <p:cNvSpPr/>
          <p:nvPr userDrawn="1"/>
        </p:nvSpPr>
        <p:spPr>
          <a:xfrm rot="5400000">
            <a:off x="108970" y="583728"/>
            <a:ext cx="6165305" cy="6383244"/>
          </a:xfrm>
          <a:prstGeom prst="flowChartManualInput">
            <a:avLst/>
          </a:prstGeom>
          <a:solidFill>
            <a:srgbClr val="CCECFF">
              <a:alpha val="2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Tree>
    <p:extLst>
      <p:ext uri="{BB962C8B-B14F-4D97-AF65-F5344CB8AC3E}">
        <p14:creationId xmlns:p14="http://schemas.microsoft.com/office/powerpoint/2010/main" val="4081817007"/>
      </p:ext>
    </p:extLst>
  </p:cSld>
  <p:clrMapOvr>
    <a:masterClrMapping/>
  </p:clrMapOvr>
  <p:transition spd="med"/>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6_自訂版面配置">
    <p:spTree>
      <p:nvGrpSpPr>
        <p:cNvPr id="1" name=""/>
        <p:cNvGrpSpPr/>
        <p:nvPr/>
      </p:nvGrpSpPr>
      <p:grpSpPr>
        <a:xfrm>
          <a:off x="0" y="0"/>
          <a:ext cx="0" cy="0"/>
          <a:chOff x="0" y="0"/>
          <a:chExt cx="0" cy="0"/>
        </a:xfrm>
      </p:grpSpPr>
      <p:sp>
        <p:nvSpPr>
          <p:cNvPr id="5" name="標題 1"/>
          <p:cNvSpPr>
            <a:spLocks noGrp="1"/>
          </p:cNvSpPr>
          <p:nvPr>
            <p:ph type="title"/>
          </p:nvPr>
        </p:nvSpPr>
        <p:spPr>
          <a:xfrm>
            <a:off x="0" y="1"/>
            <a:ext cx="12190413" cy="692696"/>
          </a:xfrm>
          <a:prstGeom prst="rect">
            <a:avLst/>
          </a:prstGeom>
          <a:gradFill flip="none" rotWithShape="1">
            <a:gsLst>
              <a:gs pos="0">
                <a:srgbClr val="336699"/>
              </a:gs>
              <a:gs pos="50000">
                <a:srgbClr val="4F81BD"/>
              </a:gs>
              <a:gs pos="100000">
                <a:schemeClr val="accent5">
                  <a:lumMod val="40000"/>
                  <a:lumOff val="60000"/>
                </a:schemeClr>
              </a:gs>
            </a:gsLst>
            <a:lin ang="0" scaled="1"/>
            <a:tileRect/>
          </a:gradFill>
        </p:spPr>
        <p:txBody>
          <a:bodyPr lIns="180000" tIns="33274" rIns="66549" bIns="33274" anchor="ctr"/>
          <a:lstStyle>
            <a:lvl1pPr algn="l">
              <a:defRPr sz="2800" b="1">
                <a:solidFill>
                  <a:schemeClr val="bg1"/>
                </a:solidFill>
                <a:latin typeface="Calibri" panose="020F0502020204030204" pitchFamily="34" charset="0"/>
                <a:ea typeface="+mn-ea"/>
                <a:cs typeface="Calibri" panose="020F0502020204030204" pitchFamily="34" charset="0"/>
              </a:defRPr>
            </a:lvl1pPr>
          </a:lstStyle>
          <a:p>
            <a:r>
              <a:rPr lang="zh-TW" altLang="en-US" dirty="0"/>
              <a:t>按一下以編輯母片標題樣式</a:t>
            </a:r>
          </a:p>
        </p:txBody>
      </p:sp>
      <p:sp>
        <p:nvSpPr>
          <p:cNvPr id="3" name="流程圖: 人工輸入 2">
            <a:extLst>
              <a:ext uri="{FF2B5EF4-FFF2-40B4-BE49-F238E27FC236}">
                <a16:creationId xmlns:a16="http://schemas.microsoft.com/office/drawing/2014/main" id="{A4244C5D-A9BB-4BFC-AA98-C006775C465D}"/>
              </a:ext>
            </a:extLst>
          </p:cNvPr>
          <p:cNvSpPr/>
          <p:nvPr userDrawn="1"/>
        </p:nvSpPr>
        <p:spPr>
          <a:xfrm rot="5400000" flipV="1">
            <a:off x="6060158" y="727756"/>
            <a:ext cx="6165305" cy="6095209"/>
          </a:xfrm>
          <a:prstGeom prst="flowChartManualInput">
            <a:avLst/>
          </a:prstGeom>
          <a:solidFill>
            <a:srgbClr val="CCECFF">
              <a:alpha val="2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Tree>
    <p:extLst>
      <p:ext uri="{BB962C8B-B14F-4D97-AF65-F5344CB8AC3E}">
        <p14:creationId xmlns:p14="http://schemas.microsoft.com/office/powerpoint/2010/main" val="318339795"/>
      </p:ext>
    </p:extLst>
  </p:cSld>
  <p:clrMapOvr>
    <a:masterClrMapping/>
  </p:clrMapOvr>
  <p:transition spd="med"/>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7_自訂版面配置">
    <p:spTree>
      <p:nvGrpSpPr>
        <p:cNvPr id="1" name=""/>
        <p:cNvGrpSpPr/>
        <p:nvPr/>
      </p:nvGrpSpPr>
      <p:grpSpPr>
        <a:xfrm>
          <a:off x="0" y="0"/>
          <a:ext cx="0" cy="0"/>
          <a:chOff x="0" y="0"/>
          <a:chExt cx="0" cy="0"/>
        </a:xfrm>
      </p:grpSpPr>
      <p:sp>
        <p:nvSpPr>
          <p:cNvPr id="5" name="標題 1"/>
          <p:cNvSpPr>
            <a:spLocks noGrp="1"/>
          </p:cNvSpPr>
          <p:nvPr>
            <p:ph type="title"/>
          </p:nvPr>
        </p:nvSpPr>
        <p:spPr>
          <a:xfrm>
            <a:off x="0" y="1"/>
            <a:ext cx="12190413" cy="692696"/>
          </a:xfrm>
          <a:prstGeom prst="rect">
            <a:avLst/>
          </a:prstGeom>
          <a:gradFill flip="none" rotWithShape="1">
            <a:gsLst>
              <a:gs pos="0">
                <a:srgbClr val="336699"/>
              </a:gs>
              <a:gs pos="50000">
                <a:srgbClr val="4F81BD"/>
              </a:gs>
              <a:gs pos="100000">
                <a:schemeClr val="accent5">
                  <a:lumMod val="40000"/>
                  <a:lumOff val="60000"/>
                </a:schemeClr>
              </a:gs>
            </a:gsLst>
            <a:lin ang="0" scaled="1"/>
            <a:tileRect/>
          </a:gradFill>
        </p:spPr>
        <p:txBody>
          <a:bodyPr lIns="180000" tIns="33274" rIns="66549" bIns="33274" anchor="ctr"/>
          <a:lstStyle>
            <a:lvl1pPr algn="l">
              <a:defRPr sz="2800" b="1">
                <a:solidFill>
                  <a:schemeClr val="bg1"/>
                </a:solidFill>
                <a:latin typeface="Calibri" panose="020F0502020204030204" pitchFamily="34" charset="0"/>
                <a:ea typeface="+mn-ea"/>
                <a:cs typeface="Calibri" panose="020F0502020204030204" pitchFamily="34" charset="0"/>
              </a:defRPr>
            </a:lvl1pPr>
          </a:lstStyle>
          <a:p>
            <a:r>
              <a:rPr lang="zh-TW" altLang="en-US" dirty="0"/>
              <a:t>按一下以編輯母片標題樣式</a:t>
            </a:r>
          </a:p>
        </p:txBody>
      </p:sp>
      <p:sp>
        <p:nvSpPr>
          <p:cNvPr id="3" name="矩形 2">
            <a:extLst>
              <a:ext uri="{FF2B5EF4-FFF2-40B4-BE49-F238E27FC236}">
                <a16:creationId xmlns:a16="http://schemas.microsoft.com/office/drawing/2014/main" id="{A4244C5D-A9BB-4BFC-AA98-C006775C465D}"/>
              </a:ext>
            </a:extLst>
          </p:cNvPr>
          <p:cNvSpPr/>
          <p:nvPr userDrawn="1"/>
        </p:nvSpPr>
        <p:spPr>
          <a:xfrm rot="5400000" flipV="1">
            <a:off x="6276182" y="943780"/>
            <a:ext cx="6165305" cy="5663161"/>
          </a:xfrm>
          <a:prstGeom prst="rect">
            <a:avLst/>
          </a:prstGeom>
          <a:solidFill>
            <a:srgbClr val="CCECFF">
              <a:alpha val="2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a:p>
        </p:txBody>
      </p:sp>
    </p:spTree>
    <p:extLst>
      <p:ext uri="{BB962C8B-B14F-4D97-AF65-F5344CB8AC3E}">
        <p14:creationId xmlns:p14="http://schemas.microsoft.com/office/powerpoint/2010/main" val="4015332926"/>
      </p:ext>
    </p:extLst>
  </p:cSld>
  <p:clrMapOvr>
    <a:masterClrMapping/>
  </p:clrMapOvr>
  <p:transition spd="med"/>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4_标题和内容">
    <p:spTree>
      <p:nvGrpSpPr>
        <p:cNvPr id="1" name=""/>
        <p:cNvGrpSpPr/>
        <p:nvPr/>
      </p:nvGrpSpPr>
      <p:grpSpPr>
        <a:xfrm>
          <a:off x="0" y="0"/>
          <a:ext cx="0" cy="0"/>
          <a:chOff x="0" y="0"/>
          <a:chExt cx="0" cy="0"/>
        </a:xfrm>
      </p:grpSpPr>
      <p:sp>
        <p:nvSpPr>
          <p:cNvPr id="8" name="標題 1"/>
          <p:cNvSpPr>
            <a:spLocks noGrp="1"/>
          </p:cNvSpPr>
          <p:nvPr>
            <p:ph type="title"/>
          </p:nvPr>
        </p:nvSpPr>
        <p:spPr>
          <a:xfrm>
            <a:off x="335318" y="188647"/>
            <a:ext cx="11448520" cy="562075"/>
          </a:xfrm>
          <a:prstGeom prst="rect">
            <a:avLst/>
          </a:prstGeom>
        </p:spPr>
        <p:txBody>
          <a:bodyPr lIns="65239" tIns="32620" rIns="65239" bIns="32620" anchor="t"/>
          <a:lstStyle>
            <a:lvl1pPr algn="l" defTabSz="651255" rtl="0" eaLnBrk="1" fontAlgn="base" hangingPunct="1">
              <a:spcBef>
                <a:spcPct val="0"/>
              </a:spcBef>
              <a:spcAft>
                <a:spcPct val="0"/>
              </a:spcAft>
              <a:defRPr lang="zh-TW" altLang="en-US" sz="2000" b="1" dirty="0">
                <a:solidFill>
                  <a:schemeClr val="tx2"/>
                </a:solidFill>
                <a:latin typeface="Calibri" panose="020F0502020204030204" pitchFamily="34" charset="0"/>
                <a:ea typeface="+mn-ea"/>
                <a:cs typeface="+mj-cs"/>
              </a:defRPr>
            </a:lvl1pPr>
          </a:lstStyle>
          <a:p>
            <a:r>
              <a:rPr lang="zh-TW" altLang="en-US"/>
              <a:t>按一下以編輯母片標題樣式</a:t>
            </a:r>
            <a:endParaRPr lang="zh-TW" altLang="en-US" dirty="0"/>
          </a:p>
        </p:txBody>
      </p:sp>
    </p:spTree>
    <p:extLst>
      <p:ext uri="{BB962C8B-B14F-4D97-AF65-F5344CB8AC3E}">
        <p14:creationId xmlns:p14="http://schemas.microsoft.com/office/powerpoint/2010/main" val="1263343005"/>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5_标题和内容">
    <p:spTree>
      <p:nvGrpSpPr>
        <p:cNvPr id="1" name=""/>
        <p:cNvGrpSpPr/>
        <p:nvPr/>
      </p:nvGrpSpPr>
      <p:grpSpPr>
        <a:xfrm>
          <a:off x="0" y="0"/>
          <a:ext cx="0" cy="0"/>
          <a:chOff x="0" y="0"/>
          <a:chExt cx="0" cy="0"/>
        </a:xfrm>
      </p:grpSpPr>
      <p:sp>
        <p:nvSpPr>
          <p:cNvPr id="9" name="椭圆 8"/>
          <p:cNvSpPr/>
          <p:nvPr userDrawn="1"/>
        </p:nvSpPr>
        <p:spPr>
          <a:xfrm>
            <a:off x="-410083" y="255505"/>
            <a:ext cx="1094258" cy="820271"/>
          </a:xfrm>
          <a:prstGeom prst="ellipse">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lIns="65232" tIns="32617" rIns="65232" bIns="32617" rtlCol="0" anchor="ctr"/>
          <a:lstStyle/>
          <a:p>
            <a:pPr algn="ctr"/>
            <a:endParaRPr lang="zh-CN" altLang="en-US">
              <a:latin typeface="+mn-ea"/>
              <a:ea typeface="+mn-ea"/>
            </a:endParaRPr>
          </a:p>
        </p:txBody>
      </p:sp>
      <p:sp>
        <p:nvSpPr>
          <p:cNvPr id="10" name="椭圆 9"/>
          <p:cNvSpPr/>
          <p:nvPr userDrawn="1"/>
        </p:nvSpPr>
        <p:spPr>
          <a:xfrm>
            <a:off x="-352030" y="197451"/>
            <a:ext cx="1094258" cy="820271"/>
          </a:xfrm>
          <a:prstGeom prst="ellipse">
            <a:avLst/>
          </a:prstGeom>
          <a:solidFill>
            <a:srgbClr val="00B0F0">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65232" tIns="32617" rIns="65232" bIns="32617" rtlCol="0" anchor="ctr"/>
          <a:lstStyle/>
          <a:p>
            <a:pPr algn="ctr"/>
            <a:endParaRPr lang="zh-CN" altLang="en-US">
              <a:latin typeface="+mn-ea"/>
              <a:ea typeface="+mn-ea"/>
            </a:endParaRPr>
          </a:p>
        </p:txBody>
      </p:sp>
      <p:sp>
        <p:nvSpPr>
          <p:cNvPr id="8" name="標題 1"/>
          <p:cNvSpPr>
            <a:spLocks noGrp="1"/>
          </p:cNvSpPr>
          <p:nvPr>
            <p:ph type="title"/>
          </p:nvPr>
        </p:nvSpPr>
        <p:spPr>
          <a:xfrm>
            <a:off x="577574" y="274514"/>
            <a:ext cx="11206270" cy="562075"/>
          </a:xfrm>
          <a:prstGeom prst="rect">
            <a:avLst/>
          </a:prstGeom>
        </p:spPr>
        <p:txBody>
          <a:bodyPr lIns="65232" tIns="32617" rIns="65232" bIns="32617" anchor="ctr"/>
          <a:lstStyle>
            <a:lvl1pPr algn="l" defTabSz="651255" rtl="0" eaLnBrk="1" fontAlgn="base" hangingPunct="1">
              <a:spcBef>
                <a:spcPct val="0"/>
              </a:spcBef>
              <a:spcAft>
                <a:spcPct val="0"/>
              </a:spcAft>
              <a:defRPr lang="zh-TW" altLang="en-US" sz="2000" b="1" dirty="0">
                <a:solidFill>
                  <a:schemeClr val="tx2"/>
                </a:solidFill>
                <a:latin typeface="Calibri" panose="020F0502020204030204" pitchFamily="34" charset="0"/>
                <a:ea typeface="+mn-ea"/>
                <a:cs typeface="+mj-cs"/>
              </a:defRPr>
            </a:lvl1pPr>
          </a:lstStyle>
          <a:p>
            <a:r>
              <a:rPr lang="zh-TW" altLang="en-US"/>
              <a:t>按一下以編輯母片標題樣式</a:t>
            </a:r>
            <a:endParaRPr lang="zh-TW" altLang="en-US" dirty="0"/>
          </a:p>
        </p:txBody>
      </p:sp>
    </p:spTree>
    <p:extLst>
      <p:ext uri="{BB962C8B-B14F-4D97-AF65-F5344CB8AC3E}">
        <p14:creationId xmlns:p14="http://schemas.microsoft.com/office/powerpoint/2010/main" val="3441616552"/>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6_标题和内容">
    <p:spTree>
      <p:nvGrpSpPr>
        <p:cNvPr id="1" name=""/>
        <p:cNvGrpSpPr/>
        <p:nvPr/>
      </p:nvGrpSpPr>
      <p:grpSpPr>
        <a:xfrm>
          <a:off x="0" y="0"/>
          <a:ext cx="0" cy="0"/>
          <a:chOff x="0" y="0"/>
          <a:chExt cx="0" cy="0"/>
        </a:xfrm>
      </p:grpSpPr>
      <p:sp>
        <p:nvSpPr>
          <p:cNvPr id="9" name="椭圆 8"/>
          <p:cNvSpPr/>
          <p:nvPr userDrawn="1"/>
        </p:nvSpPr>
        <p:spPr>
          <a:xfrm>
            <a:off x="-410083" y="255505"/>
            <a:ext cx="1094258" cy="820271"/>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65232" tIns="32617" rIns="65232" bIns="32617" rtlCol="0" anchor="ctr"/>
          <a:lstStyle/>
          <a:p>
            <a:pPr algn="ctr"/>
            <a:endParaRPr lang="zh-CN" altLang="en-US">
              <a:latin typeface="+mn-ea"/>
              <a:ea typeface="+mn-ea"/>
            </a:endParaRPr>
          </a:p>
        </p:txBody>
      </p:sp>
      <p:sp>
        <p:nvSpPr>
          <p:cNvPr id="10" name="椭圆 9"/>
          <p:cNvSpPr/>
          <p:nvPr userDrawn="1"/>
        </p:nvSpPr>
        <p:spPr>
          <a:xfrm>
            <a:off x="-352030" y="197451"/>
            <a:ext cx="1094258" cy="820271"/>
          </a:xfrm>
          <a:prstGeom prst="ellipse">
            <a:avLst/>
          </a:prstGeom>
          <a:solidFill>
            <a:schemeClr val="accent1">
              <a:lumMod val="60000"/>
              <a:lumOff val="40000"/>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65232" tIns="32617" rIns="65232" bIns="32617" rtlCol="0" anchor="ctr"/>
          <a:lstStyle/>
          <a:p>
            <a:pPr algn="ctr"/>
            <a:endParaRPr lang="zh-CN" altLang="en-US">
              <a:latin typeface="+mn-ea"/>
              <a:ea typeface="+mn-ea"/>
            </a:endParaRPr>
          </a:p>
        </p:txBody>
      </p:sp>
      <p:sp>
        <p:nvSpPr>
          <p:cNvPr id="8" name="標題 1"/>
          <p:cNvSpPr>
            <a:spLocks noGrp="1"/>
          </p:cNvSpPr>
          <p:nvPr>
            <p:ph type="title"/>
          </p:nvPr>
        </p:nvSpPr>
        <p:spPr>
          <a:xfrm>
            <a:off x="577574" y="274514"/>
            <a:ext cx="11206270" cy="562075"/>
          </a:xfrm>
          <a:prstGeom prst="rect">
            <a:avLst/>
          </a:prstGeom>
        </p:spPr>
        <p:txBody>
          <a:bodyPr lIns="65232" tIns="32617" rIns="65232" bIns="32617" anchor="ctr"/>
          <a:lstStyle>
            <a:lvl1pPr algn="l" defTabSz="651255" rtl="0" eaLnBrk="1" fontAlgn="base" hangingPunct="1">
              <a:spcBef>
                <a:spcPct val="0"/>
              </a:spcBef>
              <a:spcAft>
                <a:spcPct val="0"/>
              </a:spcAft>
              <a:defRPr lang="zh-TW" altLang="en-US" sz="2000" b="1" dirty="0">
                <a:solidFill>
                  <a:schemeClr val="tx2"/>
                </a:solidFill>
                <a:latin typeface="Calibri" panose="020F0502020204030204" pitchFamily="34" charset="0"/>
                <a:ea typeface="+mn-ea"/>
                <a:cs typeface="+mj-cs"/>
              </a:defRPr>
            </a:lvl1pPr>
          </a:lstStyle>
          <a:p>
            <a:r>
              <a:rPr lang="zh-TW" altLang="en-US"/>
              <a:t>按一下以編輯母片標題樣式</a:t>
            </a:r>
            <a:endParaRPr lang="zh-TW" altLang="en-US" dirty="0"/>
          </a:p>
        </p:txBody>
      </p:sp>
    </p:spTree>
    <p:extLst>
      <p:ext uri="{BB962C8B-B14F-4D97-AF65-F5344CB8AC3E}">
        <p14:creationId xmlns:p14="http://schemas.microsoft.com/office/powerpoint/2010/main" val="941191749"/>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7_标题和内容">
    <p:spTree>
      <p:nvGrpSpPr>
        <p:cNvPr id="1" name=""/>
        <p:cNvGrpSpPr/>
        <p:nvPr/>
      </p:nvGrpSpPr>
      <p:grpSpPr>
        <a:xfrm>
          <a:off x="0" y="0"/>
          <a:ext cx="0" cy="0"/>
          <a:chOff x="0" y="0"/>
          <a:chExt cx="0" cy="0"/>
        </a:xfrm>
      </p:grpSpPr>
      <p:sp>
        <p:nvSpPr>
          <p:cNvPr id="9" name="椭圆 8"/>
          <p:cNvSpPr/>
          <p:nvPr userDrawn="1"/>
        </p:nvSpPr>
        <p:spPr>
          <a:xfrm>
            <a:off x="-410083" y="255505"/>
            <a:ext cx="1094258" cy="820271"/>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lIns="65232" tIns="32617" rIns="65232" bIns="32617" rtlCol="0" anchor="ctr"/>
          <a:lstStyle/>
          <a:p>
            <a:pPr algn="ctr"/>
            <a:endParaRPr lang="zh-CN" altLang="en-US">
              <a:latin typeface="+mn-ea"/>
              <a:ea typeface="+mn-ea"/>
            </a:endParaRPr>
          </a:p>
        </p:txBody>
      </p:sp>
      <p:sp>
        <p:nvSpPr>
          <p:cNvPr id="10" name="椭圆 9"/>
          <p:cNvSpPr/>
          <p:nvPr userDrawn="1"/>
        </p:nvSpPr>
        <p:spPr>
          <a:xfrm>
            <a:off x="-352030" y="197451"/>
            <a:ext cx="1094258" cy="820271"/>
          </a:xfrm>
          <a:prstGeom prst="ellipse">
            <a:avLst/>
          </a:prstGeom>
          <a:solidFill>
            <a:schemeClr val="accent3">
              <a:lumMod val="60000"/>
              <a:lumOff val="40000"/>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65232" tIns="32617" rIns="65232" bIns="32617" rtlCol="0" anchor="ctr"/>
          <a:lstStyle/>
          <a:p>
            <a:pPr algn="ctr"/>
            <a:endParaRPr lang="zh-CN" altLang="en-US">
              <a:latin typeface="+mn-ea"/>
              <a:ea typeface="+mn-ea"/>
            </a:endParaRPr>
          </a:p>
        </p:txBody>
      </p:sp>
      <p:sp>
        <p:nvSpPr>
          <p:cNvPr id="8" name="標題 1"/>
          <p:cNvSpPr>
            <a:spLocks noGrp="1"/>
          </p:cNvSpPr>
          <p:nvPr>
            <p:ph type="title"/>
          </p:nvPr>
        </p:nvSpPr>
        <p:spPr>
          <a:xfrm>
            <a:off x="577574" y="274514"/>
            <a:ext cx="11206270" cy="562075"/>
          </a:xfrm>
          <a:prstGeom prst="rect">
            <a:avLst/>
          </a:prstGeom>
        </p:spPr>
        <p:txBody>
          <a:bodyPr lIns="65232" tIns="32617" rIns="65232" bIns="32617" anchor="ctr"/>
          <a:lstStyle>
            <a:lvl1pPr algn="l" defTabSz="651255" rtl="0" eaLnBrk="1" fontAlgn="base" hangingPunct="1">
              <a:spcBef>
                <a:spcPct val="0"/>
              </a:spcBef>
              <a:spcAft>
                <a:spcPct val="0"/>
              </a:spcAft>
              <a:defRPr lang="zh-TW" altLang="en-US" sz="2000" b="1" dirty="0">
                <a:solidFill>
                  <a:schemeClr val="tx2"/>
                </a:solidFill>
                <a:latin typeface="Calibri" panose="020F0502020204030204" pitchFamily="34" charset="0"/>
                <a:ea typeface="+mn-ea"/>
                <a:cs typeface="+mj-cs"/>
              </a:defRPr>
            </a:lvl1pPr>
          </a:lstStyle>
          <a:p>
            <a:r>
              <a:rPr lang="zh-TW" altLang="en-US"/>
              <a:t>按一下以編輯母片標題樣式</a:t>
            </a:r>
            <a:endParaRPr lang="zh-TW" altLang="en-US" dirty="0"/>
          </a:p>
        </p:txBody>
      </p:sp>
    </p:spTree>
    <p:extLst>
      <p:ext uri="{BB962C8B-B14F-4D97-AF65-F5344CB8AC3E}">
        <p14:creationId xmlns:p14="http://schemas.microsoft.com/office/powerpoint/2010/main" val="2111825224"/>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4_自訂版面配置">
    <p:spTree>
      <p:nvGrpSpPr>
        <p:cNvPr id="1" name=""/>
        <p:cNvGrpSpPr/>
        <p:nvPr/>
      </p:nvGrpSpPr>
      <p:grpSpPr>
        <a:xfrm>
          <a:off x="0" y="0"/>
          <a:ext cx="0" cy="0"/>
          <a:chOff x="0" y="0"/>
          <a:chExt cx="0" cy="0"/>
        </a:xfrm>
      </p:grpSpPr>
      <p:sp>
        <p:nvSpPr>
          <p:cNvPr id="5" name="標題 1"/>
          <p:cNvSpPr>
            <a:spLocks noGrp="1"/>
          </p:cNvSpPr>
          <p:nvPr>
            <p:ph type="title"/>
          </p:nvPr>
        </p:nvSpPr>
        <p:spPr>
          <a:xfrm>
            <a:off x="0" y="1"/>
            <a:ext cx="12190413" cy="692696"/>
          </a:xfrm>
          <a:prstGeom prst="rect">
            <a:avLst/>
          </a:prstGeom>
          <a:gradFill flip="none" rotWithShape="1">
            <a:gsLst>
              <a:gs pos="0">
                <a:srgbClr val="336699"/>
              </a:gs>
              <a:gs pos="50000">
                <a:srgbClr val="4F81BD"/>
              </a:gs>
              <a:gs pos="100000">
                <a:schemeClr val="accent5">
                  <a:lumMod val="40000"/>
                  <a:lumOff val="60000"/>
                </a:schemeClr>
              </a:gs>
            </a:gsLst>
            <a:lin ang="0" scaled="1"/>
            <a:tileRect/>
          </a:gradFill>
        </p:spPr>
        <p:txBody>
          <a:bodyPr lIns="180000" tIns="33274" rIns="66549" bIns="33274" anchor="ctr"/>
          <a:lstStyle>
            <a:lvl1pPr algn="l">
              <a:defRPr sz="2800" b="1">
                <a:solidFill>
                  <a:schemeClr val="bg1"/>
                </a:solidFill>
                <a:latin typeface="Calibri" panose="020F0502020204030204" pitchFamily="34" charset="0"/>
                <a:ea typeface="+mn-ea"/>
                <a:cs typeface="Calibri" panose="020F0502020204030204" pitchFamily="34" charset="0"/>
              </a:defRPr>
            </a:lvl1pPr>
          </a:lstStyle>
          <a:p>
            <a:r>
              <a:rPr lang="zh-TW" altLang="en-US" dirty="0"/>
              <a:t>按一下以編輯母片標題樣式</a:t>
            </a:r>
          </a:p>
        </p:txBody>
      </p:sp>
    </p:spTree>
    <p:extLst>
      <p:ext uri="{BB962C8B-B14F-4D97-AF65-F5344CB8AC3E}">
        <p14:creationId xmlns:p14="http://schemas.microsoft.com/office/powerpoint/2010/main" val="2173826589"/>
      </p:ext>
    </p:extLst>
  </p:cSld>
  <p:clrMapOvr>
    <a:masterClrMapping/>
  </p:clrMapOvr>
  <p:transition spd="med"/>
</p:sldLayout>
</file>

<file path=ppt/slideLayouts/slideLayout23.xml><?xml version="1.0" encoding="utf-8"?>
<p:sldLayout xmlns:a="http://schemas.openxmlformats.org/drawingml/2006/main" xmlns:r="http://schemas.openxmlformats.org/officeDocument/2006/relationships" xmlns:p="http://schemas.openxmlformats.org/presentationml/2006/main" type="titleOnly" preserve="1">
  <p:cSld name="只有標題">
    <p:spTree>
      <p:nvGrpSpPr>
        <p:cNvPr id="1" name=""/>
        <p:cNvGrpSpPr/>
        <p:nvPr/>
      </p:nvGrpSpPr>
      <p:grpSpPr>
        <a:xfrm>
          <a:off x="0" y="0"/>
          <a:ext cx="0" cy="0"/>
          <a:chOff x="0" y="0"/>
          <a:chExt cx="0" cy="0"/>
        </a:xfrm>
      </p:grpSpPr>
      <p:sp>
        <p:nvSpPr>
          <p:cNvPr id="2" name="標題 1"/>
          <p:cNvSpPr>
            <a:spLocks noGrp="1"/>
          </p:cNvSpPr>
          <p:nvPr>
            <p:ph type="title"/>
          </p:nvPr>
        </p:nvSpPr>
        <p:spPr>
          <a:xfrm>
            <a:off x="335317" y="188915"/>
            <a:ext cx="11519779" cy="561975"/>
          </a:xfrm>
          <a:prstGeom prst="rect">
            <a:avLst/>
          </a:prstGeom>
        </p:spPr>
        <p:txBody>
          <a:bodyPr lIns="91430" tIns="45716" rIns="91430" bIns="45716"/>
          <a:lstStyle>
            <a:lvl1pPr algn="l" defTabSz="912813" rtl="0" eaLnBrk="1" fontAlgn="base" hangingPunct="1">
              <a:spcBef>
                <a:spcPct val="0"/>
              </a:spcBef>
              <a:spcAft>
                <a:spcPct val="0"/>
              </a:spcAft>
              <a:defRPr lang="zh-TW" altLang="en-US" sz="2800" b="1" dirty="0">
                <a:solidFill>
                  <a:schemeClr val="tx2"/>
                </a:solidFill>
                <a:latin typeface="Calibri" panose="020F0502020204030204" pitchFamily="34" charset="0"/>
                <a:ea typeface="+mn-ea"/>
                <a:cs typeface="+mj-cs"/>
              </a:defRPr>
            </a:lvl1pPr>
          </a:lstStyle>
          <a:p>
            <a:r>
              <a:rPr lang="zh-TW" altLang="en-US" dirty="0"/>
              <a:t>按一下以編輯母片標題樣式</a:t>
            </a:r>
          </a:p>
        </p:txBody>
      </p:sp>
    </p:spTree>
    <p:extLst>
      <p:ext uri="{BB962C8B-B14F-4D97-AF65-F5344CB8AC3E}">
        <p14:creationId xmlns:p14="http://schemas.microsoft.com/office/powerpoint/2010/main" val="235123690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1.jpeg"/><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7.xml"/><Relationship Id="rId13" Type="http://schemas.openxmlformats.org/officeDocument/2006/relationships/slideLayout" Target="../slideLayouts/slideLayout22.xml"/><Relationship Id="rId3" Type="http://schemas.openxmlformats.org/officeDocument/2006/relationships/slideLayout" Target="../slideLayouts/slideLayout12.xml"/><Relationship Id="rId7" Type="http://schemas.openxmlformats.org/officeDocument/2006/relationships/slideLayout" Target="../slideLayouts/slideLayout16.xml"/><Relationship Id="rId12" Type="http://schemas.openxmlformats.org/officeDocument/2006/relationships/slideLayout" Target="../slideLayouts/slideLayout21.xml"/><Relationship Id="rId2" Type="http://schemas.openxmlformats.org/officeDocument/2006/relationships/slideLayout" Target="../slideLayouts/slideLayout11.xml"/><Relationship Id="rId16" Type="http://schemas.openxmlformats.org/officeDocument/2006/relationships/image" Target="../media/image2.png"/><Relationship Id="rId1" Type="http://schemas.openxmlformats.org/officeDocument/2006/relationships/slideLayout" Target="../slideLayouts/slideLayout10.xml"/><Relationship Id="rId6" Type="http://schemas.openxmlformats.org/officeDocument/2006/relationships/slideLayout" Target="../slideLayouts/slideLayout15.xml"/><Relationship Id="rId11" Type="http://schemas.openxmlformats.org/officeDocument/2006/relationships/slideLayout" Target="../slideLayouts/slideLayout20.xml"/><Relationship Id="rId5" Type="http://schemas.openxmlformats.org/officeDocument/2006/relationships/slideLayout" Target="../slideLayouts/slideLayout14.xml"/><Relationship Id="rId15" Type="http://schemas.openxmlformats.org/officeDocument/2006/relationships/theme" Target="../theme/theme2.xml"/><Relationship Id="rId10" Type="http://schemas.openxmlformats.org/officeDocument/2006/relationships/slideLayout" Target="../slideLayouts/slideLayout19.xml"/><Relationship Id="rId4" Type="http://schemas.openxmlformats.org/officeDocument/2006/relationships/slideLayout" Target="../slideLayouts/slideLayout13.xml"/><Relationship Id="rId9" Type="http://schemas.openxmlformats.org/officeDocument/2006/relationships/slideLayout" Target="../slideLayouts/slideLayout18.xml"/><Relationship Id="rId14" Type="http://schemas.openxmlformats.org/officeDocument/2006/relationships/slideLayout" Target="../slideLayouts/slideLayout23.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26" name="Line 197"/>
          <p:cNvSpPr>
            <a:spLocks noChangeShapeType="1"/>
          </p:cNvSpPr>
          <p:nvPr/>
        </p:nvSpPr>
        <p:spPr bwMode="auto">
          <a:xfrm>
            <a:off x="311113" y="764704"/>
            <a:ext cx="11566494" cy="0"/>
          </a:xfrm>
          <a:prstGeom prst="line">
            <a:avLst/>
          </a:prstGeom>
          <a:noFill/>
          <a:ln w="15875">
            <a:solidFill>
              <a:srgbClr val="FF0000"/>
            </a:solidFill>
            <a:round/>
            <a:headEnd/>
            <a:tailEnd/>
          </a:ln>
          <a:extLst>
            <a:ext uri="{909E8E84-426E-40DD-AFC4-6F175D3DCCD1}">
              <a14:hiddenFill xmlns:a14="http://schemas.microsoft.com/office/drawing/2010/main">
                <a:noFill/>
              </a14:hiddenFill>
            </a:ext>
          </a:extLst>
        </p:spPr>
        <p:txBody>
          <a:bodyPr lIns="66564" tIns="33281" rIns="66564" bIns="33281"/>
          <a:lstStyle/>
          <a:p>
            <a:endParaRPr lang="en-US"/>
          </a:p>
        </p:txBody>
      </p:sp>
      <p:sp>
        <p:nvSpPr>
          <p:cNvPr id="1028" name="矩形 9"/>
          <p:cNvSpPr>
            <a:spLocks noChangeArrowheads="1"/>
          </p:cNvSpPr>
          <p:nvPr/>
        </p:nvSpPr>
        <p:spPr bwMode="auto">
          <a:xfrm>
            <a:off x="16946" y="6672198"/>
            <a:ext cx="531215" cy="158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66564" tIns="33281" rIns="66564" bIns="33281" anchor="b">
            <a:spAutoFit/>
          </a:bodyPr>
          <a:lstStyle>
            <a:lvl1pPr eaLnBrk="0" hangingPunct="0">
              <a:defRPr kumimoji="1">
                <a:solidFill>
                  <a:schemeClr val="tx1"/>
                </a:solidFill>
                <a:latin typeface="Arial" pitchFamily="34" charset="0"/>
                <a:ea typeface="新細明體" pitchFamily="18" charset="-120"/>
              </a:defRPr>
            </a:lvl1pPr>
            <a:lvl2pPr marL="742950" indent="-285750" eaLnBrk="0" hangingPunct="0">
              <a:defRPr kumimoji="1">
                <a:solidFill>
                  <a:schemeClr val="tx1"/>
                </a:solidFill>
                <a:latin typeface="Arial" pitchFamily="34" charset="0"/>
                <a:ea typeface="新細明體" pitchFamily="18" charset="-120"/>
              </a:defRPr>
            </a:lvl2pPr>
            <a:lvl3pPr marL="1143000" indent="-228600" eaLnBrk="0" hangingPunct="0">
              <a:defRPr kumimoji="1">
                <a:solidFill>
                  <a:schemeClr val="tx1"/>
                </a:solidFill>
                <a:latin typeface="Arial" pitchFamily="34" charset="0"/>
                <a:ea typeface="新細明體" pitchFamily="18" charset="-120"/>
              </a:defRPr>
            </a:lvl3pPr>
            <a:lvl4pPr marL="1600200" indent="-228600" eaLnBrk="0" hangingPunct="0">
              <a:defRPr kumimoji="1">
                <a:solidFill>
                  <a:schemeClr val="tx1"/>
                </a:solidFill>
                <a:latin typeface="Arial" pitchFamily="34" charset="0"/>
                <a:ea typeface="新細明體" pitchFamily="18" charset="-120"/>
              </a:defRPr>
            </a:lvl4pPr>
            <a:lvl5pPr marL="2057400" indent="-228600" eaLnBrk="0" hangingPunct="0">
              <a:defRPr kumimoji="1">
                <a:solidFill>
                  <a:schemeClr val="tx1"/>
                </a:solidFill>
                <a:latin typeface="Arial" pitchFamily="34"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pitchFamily="34"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pitchFamily="34"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pitchFamily="34"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pitchFamily="34" charset="0"/>
                <a:ea typeface="新細明體" pitchFamily="18" charset="-120"/>
              </a:defRPr>
            </a:lvl9pPr>
          </a:lstStyle>
          <a:p>
            <a:pPr algn="ctr" eaLnBrk="1" hangingPunct="1">
              <a:lnSpc>
                <a:spcPts val="732"/>
              </a:lnSpc>
            </a:pPr>
            <a:fld id="{2E787809-3B80-4DEB-B1A2-901269ED89F2}" type="slidenum">
              <a:rPr lang="en-US" altLang="zh-TW" sz="900">
                <a:ea typeface="微軟正黑體" pitchFamily="34" charset="-120"/>
              </a:rPr>
              <a:pPr algn="ctr" eaLnBrk="1" hangingPunct="1">
                <a:lnSpc>
                  <a:spcPts val="732"/>
                </a:lnSpc>
              </a:pPr>
              <a:t>‹#›</a:t>
            </a:fld>
            <a:endParaRPr lang="en-US" altLang="zh-TW" sz="900">
              <a:ea typeface="微軟正黑體" pitchFamily="34" charset="-120"/>
            </a:endParaRPr>
          </a:p>
        </p:txBody>
      </p:sp>
      <p:pic>
        <p:nvPicPr>
          <p:cNvPr id="5" name="Picture 13" descr="金控及第一層子公司ol logo"/>
          <p:cNvPicPr>
            <a:picLocks noChangeAspect="1" noChangeArrowheads="1"/>
          </p:cNvPicPr>
          <p:nvPr/>
        </p:nvPicPr>
        <p:blipFill>
          <a:blip r:embed="rId11">
            <a:extLst>
              <a:ext uri="{28A0092B-C50C-407E-A947-70E740481C1C}">
                <a14:useLocalDpi xmlns:a14="http://schemas.microsoft.com/office/drawing/2010/main" val="0"/>
              </a:ext>
            </a:extLst>
          </a:blip>
          <a:srcRect l="3459" t="26985" r="26395" b="68283"/>
          <a:stretch>
            <a:fillRect/>
          </a:stretch>
        </p:blipFill>
        <p:spPr bwMode="auto">
          <a:xfrm>
            <a:off x="9002617" y="6460964"/>
            <a:ext cx="3064534" cy="3524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 bg1="lt1" tx1="dk1" bg2="lt2" tx2="dk2" accent1="accent1" accent2="accent2" accent3="accent3" accent4="accent4" accent5="accent5" accent6="accent6" hlink="hlink" folHlink="folHlink"/>
  <p:sldLayoutIdLst>
    <p:sldLayoutId id="2147484420" r:id="rId1"/>
    <p:sldLayoutId id="2147484421" r:id="rId2"/>
    <p:sldLayoutId id="2147484422" r:id="rId3"/>
    <p:sldLayoutId id="2147484417" r:id="rId4"/>
    <p:sldLayoutId id="2147484426" r:id="rId5"/>
    <p:sldLayoutId id="2147484427" r:id="rId6"/>
    <p:sldLayoutId id="2147484428" r:id="rId7"/>
    <p:sldLayoutId id="2147484429" r:id="rId8"/>
    <p:sldLayoutId id="2147484445" r:id="rId9"/>
  </p:sldLayoutIdLst>
  <p:transition spd="med"/>
  <p:hf hdr="0"/>
  <p:txStyles>
    <p:titleStyle>
      <a:lvl1pPr algn="l" defTabSz="651255" rtl="0" eaLnBrk="1" fontAlgn="base" hangingPunct="1">
        <a:spcBef>
          <a:spcPct val="0"/>
        </a:spcBef>
        <a:spcAft>
          <a:spcPct val="0"/>
        </a:spcAft>
        <a:defRPr sz="1400" b="1">
          <a:solidFill>
            <a:schemeClr val="tx2"/>
          </a:solidFill>
          <a:latin typeface="+mj-lt"/>
          <a:ea typeface="+mj-ea"/>
          <a:cs typeface="+mj-cs"/>
        </a:defRPr>
      </a:lvl1pPr>
      <a:lvl2pPr algn="l" defTabSz="651255" rtl="0" eaLnBrk="1" fontAlgn="base" hangingPunct="1">
        <a:spcBef>
          <a:spcPct val="0"/>
        </a:spcBef>
        <a:spcAft>
          <a:spcPct val="0"/>
        </a:spcAft>
        <a:defRPr sz="1400" b="1">
          <a:solidFill>
            <a:schemeClr val="tx2"/>
          </a:solidFill>
          <a:latin typeface="Arial" charset="0"/>
        </a:defRPr>
      </a:lvl2pPr>
      <a:lvl3pPr algn="l" defTabSz="651255" rtl="0" eaLnBrk="1" fontAlgn="base" hangingPunct="1">
        <a:spcBef>
          <a:spcPct val="0"/>
        </a:spcBef>
        <a:spcAft>
          <a:spcPct val="0"/>
        </a:spcAft>
        <a:defRPr sz="1400" b="1">
          <a:solidFill>
            <a:schemeClr val="tx2"/>
          </a:solidFill>
          <a:latin typeface="Arial" charset="0"/>
        </a:defRPr>
      </a:lvl3pPr>
      <a:lvl4pPr algn="l" defTabSz="651255" rtl="0" eaLnBrk="1" fontAlgn="base" hangingPunct="1">
        <a:spcBef>
          <a:spcPct val="0"/>
        </a:spcBef>
        <a:spcAft>
          <a:spcPct val="0"/>
        </a:spcAft>
        <a:defRPr sz="1400" b="1">
          <a:solidFill>
            <a:schemeClr val="tx2"/>
          </a:solidFill>
          <a:latin typeface="Arial" charset="0"/>
        </a:defRPr>
      </a:lvl4pPr>
      <a:lvl5pPr algn="l" defTabSz="651255" rtl="0" eaLnBrk="1" fontAlgn="base" hangingPunct="1">
        <a:spcBef>
          <a:spcPct val="0"/>
        </a:spcBef>
        <a:spcAft>
          <a:spcPct val="0"/>
        </a:spcAft>
        <a:defRPr sz="1400" b="1">
          <a:solidFill>
            <a:schemeClr val="tx2"/>
          </a:solidFill>
          <a:latin typeface="Arial" charset="0"/>
        </a:defRPr>
      </a:lvl5pPr>
      <a:lvl6pPr marL="332816" algn="l" defTabSz="651764" rtl="0" eaLnBrk="1" fontAlgn="base" hangingPunct="1">
        <a:spcBef>
          <a:spcPct val="0"/>
        </a:spcBef>
        <a:spcAft>
          <a:spcPct val="0"/>
        </a:spcAft>
        <a:defRPr sz="1400" b="1">
          <a:solidFill>
            <a:schemeClr val="tx2"/>
          </a:solidFill>
          <a:latin typeface="Arial" charset="0"/>
        </a:defRPr>
      </a:lvl6pPr>
      <a:lvl7pPr marL="665630" algn="l" defTabSz="651764" rtl="0" eaLnBrk="1" fontAlgn="base" hangingPunct="1">
        <a:spcBef>
          <a:spcPct val="0"/>
        </a:spcBef>
        <a:spcAft>
          <a:spcPct val="0"/>
        </a:spcAft>
        <a:defRPr sz="1400" b="1">
          <a:solidFill>
            <a:schemeClr val="tx2"/>
          </a:solidFill>
          <a:latin typeface="Arial" charset="0"/>
        </a:defRPr>
      </a:lvl7pPr>
      <a:lvl8pPr marL="998446" algn="l" defTabSz="651764" rtl="0" eaLnBrk="1" fontAlgn="base" hangingPunct="1">
        <a:spcBef>
          <a:spcPct val="0"/>
        </a:spcBef>
        <a:spcAft>
          <a:spcPct val="0"/>
        </a:spcAft>
        <a:defRPr sz="1400" b="1">
          <a:solidFill>
            <a:schemeClr val="tx2"/>
          </a:solidFill>
          <a:latin typeface="Arial" charset="0"/>
        </a:defRPr>
      </a:lvl8pPr>
      <a:lvl9pPr marL="1331262" algn="l" defTabSz="651764" rtl="0" eaLnBrk="1" fontAlgn="base" hangingPunct="1">
        <a:spcBef>
          <a:spcPct val="0"/>
        </a:spcBef>
        <a:spcAft>
          <a:spcPct val="0"/>
        </a:spcAft>
        <a:defRPr sz="1400" b="1">
          <a:solidFill>
            <a:schemeClr val="tx2"/>
          </a:solidFill>
          <a:latin typeface="Arial" charset="0"/>
        </a:defRPr>
      </a:lvl9pPr>
    </p:titleStyle>
    <p:bodyStyle>
      <a:lvl1pPr marL="244645" indent="-244645" algn="l" defTabSz="651255" rtl="0" eaLnBrk="1" fontAlgn="base" hangingPunct="1">
        <a:spcBef>
          <a:spcPct val="0"/>
        </a:spcBef>
        <a:spcAft>
          <a:spcPct val="0"/>
        </a:spcAft>
        <a:buSzPct val="120000"/>
        <a:defRPr sz="1100">
          <a:solidFill>
            <a:schemeClr val="tx1"/>
          </a:solidFill>
          <a:latin typeface="+mn-lt"/>
          <a:ea typeface="+mn-ea"/>
          <a:cs typeface="+mn-cs"/>
        </a:defRPr>
      </a:lvl1pPr>
      <a:lvl2pPr marL="104201" indent="-103069" algn="l" defTabSz="651255" rtl="0" eaLnBrk="1" fontAlgn="base" hangingPunct="1">
        <a:spcBef>
          <a:spcPct val="0"/>
        </a:spcBef>
        <a:spcAft>
          <a:spcPct val="0"/>
        </a:spcAft>
        <a:buSzPct val="120000"/>
        <a:buChar char="•"/>
        <a:defRPr sz="1100">
          <a:solidFill>
            <a:schemeClr val="tx1"/>
          </a:solidFill>
          <a:latin typeface="+mn-lt"/>
          <a:ea typeface="+mn-ea"/>
        </a:defRPr>
      </a:lvl2pPr>
      <a:lvl3pPr marL="214065" indent="-107598" algn="l" defTabSz="651255" rtl="0" eaLnBrk="1" fontAlgn="base" hangingPunct="1">
        <a:spcBef>
          <a:spcPct val="0"/>
        </a:spcBef>
        <a:spcAft>
          <a:spcPct val="0"/>
        </a:spcAft>
        <a:buChar char="–"/>
        <a:defRPr sz="1100">
          <a:solidFill>
            <a:schemeClr val="tx1"/>
          </a:solidFill>
          <a:latin typeface="+mn-lt"/>
          <a:ea typeface="+mn-ea"/>
        </a:defRPr>
      </a:lvl3pPr>
      <a:lvl4pPr marL="313735" indent="-97407" algn="l" defTabSz="651255" rtl="0" eaLnBrk="1" fontAlgn="base" hangingPunct="1">
        <a:spcBef>
          <a:spcPct val="0"/>
        </a:spcBef>
        <a:spcAft>
          <a:spcPct val="0"/>
        </a:spcAft>
        <a:buSzPct val="89000"/>
        <a:buChar char="•"/>
        <a:defRPr sz="1100">
          <a:solidFill>
            <a:schemeClr val="tx1"/>
          </a:solidFill>
          <a:latin typeface="+mn-lt"/>
          <a:ea typeface="+mn-ea"/>
        </a:defRPr>
      </a:lvl4pPr>
      <a:lvl5pPr marL="423598" indent="-107598" algn="l" defTabSz="651255" rtl="0" eaLnBrk="1" fontAlgn="base" hangingPunct="1">
        <a:spcBef>
          <a:spcPct val="0"/>
        </a:spcBef>
        <a:spcAft>
          <a:spcPct val="0"/>
        </a:spcAft>
        <a:buSzPct val="75000"/>
        <a:buChar char="–"/>
        <a:defRPr sz="1100">
          <a:solidFill>
            <a:schemeClr val="tx1"/>
          </a:solidFill>
          <a:latin typeface="+mn-lt"/>
          <a:ea typeface="+mn-ea"/>
        </a:defRPr>
      </a:lvl5pPr>
      <a:lvl6pPr marL="756924" indent="-108627" algn="l" defTabSz="651764" rtl="0" eaLnBrk="1" fontAlgn="base" hangingPunct="1">
        <a:spcBef>
          <a:spcPct val="0"/>
        </a:spcBef>
        <a:spcAft>
          <a:spcPct val="0"/>
        </a:spcAft>
        <a:buSzPct val="75000"/>
        <a:buChar char="–"/>
        <a:defRPr sz="1100">
          <a:solidFill>
            <a:schemeClr val="tx1"/>
          </a:solidFill>
          <a:latin typeface="+mn-lt"/>
          <a:ea typeface="+mn-ea"/>
        </a:defRPr>
      </a:lvl6pPr>
      <a:lvl7pPr marL="1089739" indent="-108627" algn="l" defTabSz="651764" rtl="0" eaLnBrk="1" fontAlgn="base" hangingPunct="1">
        <a:spcBef>
          <a:spcPct val="0"/>
        </a:spcBef>
        <a:spcAft>
          <a:spcPct val="0"/>
        </a:spcAft>
        <a:buSzPct val="75000"/>
        <a:buChar char="–"/>
        <a:defRPr sz="1100">
          <a:solidFill>
            <a:schemeClr val="tx1"/>
          </a:solidFill>
          <a:latin typeface="+mn-lt"/>
          <a:ea typeface="+mn-ea"/>
        </a:defRPr>
      </a:lvl7pPr>
      <a:lvl8pPr marL="1422555" indent="-108627" algn="l" defTabSz="651764" rtl="0" eaLnBrk="1" fontAlgn="base" hangingPunct="1">
        <a:spcBef>
          <a:spcPct val="0"/>
        </a:spcBef>
        <a:spcAft>
          <a:spcPct val="0"/>
        </a:spcAft>
        <a:buSzPct val="75000"/>
        <a:buChar char="–"/>
        <a:defRPr sz="1100">
          <a:solidFill>
            <a:schemeClr val="tx1"/>
          </a:solidFill>
          <a:latin typeface="+mn-lt"/>
          <a:ea typeface="+mn-ea"/>
        </a:defRPr>
      </a:lvl8pPr>
      <a:lvl9pPr marL="1755371" indent="-108627" algn="l" defTabSz="651764" rtl="0" eaLnBrk="1" fontAlgn="base" hangingPunct="1">
        <a:spcBef>
          <a:spcPct val="0"/>
        </a:spcBef>
        <a:spcAft>
          <a:spcPct val="0"/>
        </a:spcAft>
        <a:buSzPct val="75000"/>
        <a:buChar char="–"/>
        <a:defRPr sz="1100">
          <a:solidFill>
            <a:schemeClr val="tx1"/>
          </a:solidFill>
          <a:latin typeface="+mn-lt"/>
          <a:ea typeface="+mn-ea"/>
        </a:defRPr>
      </a:lvl9pPr>
    </p:bodyStyle>
    <p:otherStyle>
      <a:defPPr>
        <a:defRPr lang="zh-TW"/>
      </a:defPPr>
      <a:lvl1pPr marL="0" algn="l" defTabSz="665630" rtl="0" eaLnBrk="1" latinLnBrk="0" hangingPunct="1">
        <a:defRPr sz="1300" kern="1200">
          <a:solidFill>
            <a:schemeClr val="tx1"/>
          </a:solidFill>
          <a:latin typeface="+mn-lt"/>
          <a:ea typeface="+mn-ea"/>
          <a:cs typeface="+mn-cs"/>
        </a:defRPr>
      </a:lvl1pPr>
      <a:lvl2pPr marL="332816" algn="l" defTabSz="665630" rtl="0" eaLnBrk="1" latinLnBrk="0" hangingPunct="1">
        <a:defRPr sz="1300" kern="1200">
          <a:solidFill>
            <a:schemeClr val="tx1"/>
          </a:solidFill>
          <a:latin typeface="+mn-lt"/>
          <a:ea typeface="+mn-ea"/>
          <a:cs typeface="+mn-cs"/>
        </a:defRPr>
      </a:lvl2pPr>
      <a:lvl3pPr marL="665630" algn="l" defTabSz="665630" rtl="0" eaLnBrk="1" latinLnBrk="0" hangingPunct="1">
        <a:defRPr sz="1300" kern="1200">
          <a:solidFill>
            <a:schemeClr val="tx1"/>
          </a:solidFill>
          <a:latin typeface="+mn-lt"/>
          <a:ea typeface="+mn-ea"/>
          <a:cs typeface="+mn-cs"/>
        </a:defRPr>
      </a:lvl3pPr>
      <a:lvl4pPr marL="998446" algn="l" defTabSz="665630" rtl="0" eaLnBrk="1" latinLnBrk="0" hangingPunct="1">
        <a:defRPr sz="1300" kern="1200">
          <a:solidFill>
            <a:schemeClr val="tx1"/>
          </a:solidFill>
          <a:latin typeface="+mn-lt"/>
          <a:ea typeface="+mn-ea"/>
          <a:cs typeface="+mn-cs"/>
        </a:defRPr>
      </a:lvl4pPr>
      <a:lvl5pPr marL="1331262" algn="l" defTabSz="665630" rtl="0" eaLnBrk="1" latinLnBrk="0" hangingPunct="1">
        <a:defRPr sz="1300" kern="1200">
          <a:solidFill>
            <a:schemeClr val="tx1"/>
          </a:solidFill>
          <a:latin typeface="+mn-lt"/>
          <a:ea typeface="+mn-ea"/>
          <a:cs typeface="+mn-cs"/>
        </a:defRPr>
      </a:lvl5pPr>
      <a:lvl6pPr marL="1664077" algn="l" defTabSz="665630" rtl="0" eaLnBrk="1" latinLnBrk="0" hangingPunct="1">
        <a:defRPr sz="1300" kern="1200">
          <a:solidFill>
            <a:schemeClr val="tx1"/>
          </a:solidFill>
          <a:latin typeface="+mn-lt"/>
          <a:ea typeface="+mn-ea"/>
          <a:cs typeface="+mn-cs"/>
        </a:defRPr>
      </a:lvl6pPr>
      <a:lvl7pPr marL="1996892" algn="l" defTabSz="665630" rtl="0" eaLnBrk="1" latinLnBrk="0" hangingPunct="1">
        <a:defRPr sz="1300" kern="1200">
          <a:solidFill>
            <a:schemeClr val="tx1"/>
          </a:solidFill>
          <a:latin typeface="+mn-lt"/>
          <a:ea typeface="+mn-ea"/>
          <a:cs typeface="+mn-cs"/>
        </a:defRPr>
      </a:lvl7pPr>
      <a:lvl8pPr marL="2329708" algn="l" defTabSz="665630" rtl="0" eaLnBrk="1" latinLnBrk="0" hangingPunct="1">
        <a:defRPr sz="1300" kern="1200">
          <a:solidFill>
            <a:schemeClr val="tx1"/>
          </a:solidFill>
          <a:latin typeface="+mn-lt"/>
          <a:ea typeface="+mn-ea"/>
          <a:cs typeface="+mn-cs"/>
        </a:defRPr>
      </a:lvl8pPr>
      <a:lvl9pPr marL="2662523" algn="l" defTabSz="665630" rtl="0" eaLnBrk="1" latinLnBrk="0" hangingPunct="1">
        <a:defRPr sz="13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28" name="矩形 9"/>
          <p:cNvSpPr>
            <a:spLocks noChangeArrowheads="1"/>
          </p:cNvSpPr>
          <p:nvPr/>
        </p:nvSpPr>
        <p:spPr bwMode="auto">
          <a:xfrm>
            <a:off x="16946" y="6672198"/>
            <a:ext cx="531215" cy="158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66564" tIns="33281" rIns="66564" bIns="33281" anchor="b">
            <a:spAutoFit/>
          </a:bodyPr>
          <a:lstStyle>
            <a:lvl1pPr eaLnBrk="0" hangingPunct="0">
              <a:defRPr kumimoji="1">
                <a:solidFill>
                  <a:schemeClr val="tx1"/>
                </a:solidFill>
                <a:latin typeface="Arial" pitchFamily="34" charset="0"/>
                <a:ea typeface="新細明體" pitchFamily="18" charset="-120"/>
              </a:defRPr>
            </a:lvl1pPr>
            <a:lvl2pPr marL="742950" indent="-285750" eaLnBrk="0" hangingPunct="0">
              <a:defRPr kumimoji="1">
                <a:solidFill>
                  <a:schemeClr val="tx1"/>
                </a:solidFill>
                <a:latin typeface="Arial" pitchFamily="34" charset="0"/>
                <a:ea typeface="新細明體" pitchFamily="18" charset="-120"/>
              </a:defRPr>
            </a:lvl2pPr>
            <a:lvl3pPr marL="1143000" indent="-228600" eaLnBrk="0" hangingPunct="0">
              <a:defRPr kumimoji="1">
                <a:solidFill>
                  <a:schemeClr val="tx1"/>
                </a:solidFill>
                <a:latin typeface="Arial" pitchFamily="34" charset="0"/>
                <a:ea typeface="新細明體" pitchFamily="18" charset="-120"/>
              </a:defRPr>
            </a:lvl3pPr>
            <a:lvl4pPr marL="1600200" indent="-228600" eaLnBrk="0" hangingPunct="0">
              <a:defRPr kumimoji="1">
                <a:solidFill>
                  <a:schemeClr val="tx1"/>
                </a:solidFill>
                <a:latin typeface="Arial" pitchFamily="34" charset="0"/>
                <a:ea typeface="新細明體" pitchFamily="18" charset="-120"/>
              </a:defRPr>
            </a:lvl4pPr>
            <a:lvl5pPr marL="2057400" indent="-228600" eaLnBrk="0" hangingPunct="0">
              <a:defRPr kumimoji="1">
                <a:solidFill>
                  <a:schemeClr val="tx1"/>
                </a:solidFill>
                <a:latin typeface="Arial" pitchFamily="34" charset="0"/>
                <a:ea typeface="新細明體" pitchFamily="18" charset="-120"/>
              </a:defRPr>
            </a:lvl5pPr>
            <a:lvl6pPr marL="2514600" indent="-228600" eaLnBrk="0" fontAlgn="base" hangingPunct="0">
              <a:spcBef>
                <a:spcPct val="0"/>
              </a:spcBef>
              <a:spcAft>
                <a:spcPct val="0"/>
              </a:spcAft>
              <a:defRPr kumimoji="1">
                <a:solidFill>
                  <a:schemeClr val="tx1"/>
                </a:solidFill>
                <a:latin typeface="Arial" pitchFamily="34" charset="0"/>
                <a:ea typeface="新細明體" pitchFamily="18" charset="-120"/>
              </a:defRPr>
            </a:lvl6pPr>
            <a:lvl7pPr marL="2971800" indent="-228600" eaLnBrk="0" fontAlgn="base" hangingPunct="0">
              <a:spcBef>
                <a:spcPct val="0"/>
              </a:spcBef>
              <a:spcAft>
                <a:spcPct val="0"/>
              </a:spcAft>
              <a:defRPr kumimoji="1">
                <a:solidFill>
                  <a:schemeClr val="tx1"/>
                </a:solidFill>
                <a:latin typeface="Arial" pitchFamily="34" charset="0"/>
                <a:ea typeface="新細明體" pitchFamily="18" charset="-120"/>
              </a:defRPr>
            </a:lvl7pPr>
            <a:lvl8pPr marL="3429000" indent="-228600" eaLnBrk="0" fontAlgn="base" hangingPunct="0">
              <a:spcBef>
                <a:spcPct val="0"/>
              </a:spcBef>
              <a:spcAft>
                <a:spcPct val="0"/>
              </a:spcAft>
              <a:defRPr kumimoji="1">
                <a:solidFill>
                  <a:schemeClr val="tx1"/>
                </a:solidFill>
                <a:latin typeface="Arial" pitchFamily="34" charset="0"/>
                <a:ea typeface="新細明體" pitchFamily="18" charset="-120"/>
              </a:defRPr>
            </a:lvl8pPr>
            <a:lvl9pPr marL="3886200" indent="-228600" eaLnBrk="0" fontAlgn="base" hangingPunct="0">
              <a:spcBef>
                <a:spcPct val="0"/>
              </a:spcBef>
              <a:spcAft>
                <a:spcPct val="0"/>
              </a:spcAft>
              <a:defRPr kumimoji="1">
                <a:solidFill>
                  <a:schemeClr val="tx1"/>
                </a:solidFill>
                <a:latin typeface="Arial" pitchFamily="34" charset="0"/>
                <a:ea typeface="新細明體" pitchFamily="18" charset="-120"/>
              </a:defRPr>
            </a:lvl9pPr>
          </a:lstStyle>
          <a:p>
            <a:pPr algn="ctr" eaLnBrk="1" hangingPunct="1">
              <a:lnSpc>
                <a:spcPts val="732"/>
              </a:lnSpc>
            </a:pPr>
            <a:fld id="{2E787809-3B80-4DEB-B1A2-901269ED89F2}" type="slidenum">
              <a:rPr lang="en-US" altLang="zh-TW" sz="900">
                <a:ea typeface="微軟正黑體" pitchFamily="34" charset="-120"/>
              </a:rPr>
              <a:pPr algn="ctr" eaLnBrk="1" hangingPunct="1">
                <a:lnSpc>
                  <a:spcPts val="732"/>
                </a:lnSpc>
              </a:pPr>
              <a:t>‹#›</a:t>
            </a:fld>
            <a:endParaRPr lang="en-US" altLang="zh-TW" sz="900">
              <a:ea typeface="微軟正黑體" pitchFamily="34" charset="-120"/>
            </a:endParaRPr>
          </a:p>
        </p:txBody>
      </p:sp>
      <p:pic>
        <p:nvPicPr>
          <p:cNvPr id="2" name="Picture 2" descr="百利市-銀行活動">
            <a:extLst>
              <a:ext uri="{FF2B5EF4-FFF2-40B4-BE49-F238E27FC236}">
                <a16:creationId xmlns:a16="http://schemas.microsoft.com/office/drawing/2014/main" id="{E3EB0480-0F4B-4DDC-ADAA-2970993F632E}"/>
              </a:ext>
            </a:extLst>
          </p:cNvPr>
          <p:cNvPicPr>
            <a:picLocks noChangeAspect="1" noChangeArrowheads="1"/>
          </p:cNvPicPr>
          <p:nvPr userDrawn="1"/>
        </p:nvPicPr>
        <p:blipFill>
          <a:blip r:embed="rId16" cstate="print">
            <a:extLst>
              <a:ext uri="{28A0092B-C50C-407E-A947-70E740481C1C}">
                <a14:useLocalDpi xmlns:a14="http://schemas.microsoft.com/office/drawing/2010/main" val="0"/>
              </a:ext>
            </a:extLst>
          </a:blip>
          <a:srcRect/>
          <a:stretch>
            <a:fillRect/>
          </a:stretch>
        </p:blipFill>
        <p:spPr bwMode="auto">
          <a:xfrm>
            <a:off x="11259530" y="6453336"/>
            <a:ext cx="868289" cy="34731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622722"/>
      </p:ext>
    </p:extLst>
  </p:cSld>
  <p:clrMap bg1="lt1" tx1="dk1" bg2="lt2" tx2="dk2" accent1="accent1" accent2="accent2" accent3="accent3" accent4="accent4" accent5="accent5" accent6="accent6" hlink="hlink" folHlink="folHlink"/>
  <p:sldLayoutIdLst>
    <p:sldLayoutId id="2147484434" r:id="rId1"/>
    <p:sldLayoutId id="2147484435" r:id="rId2"/>
    <p:sldLayoutId id="2147484436" r:id="rId3"/>
    <p:sldLayoutId id="2147484437" r:id="rId4"/>
    <p:sldLayoutId id="2147484438" r:id="rId5"/>
    <p:sldLayoutId id="2147484446" r:id="rId6"/>
    <p:sldLayoutId id="2147484447" r:id="rId7"/>
    <p:sldLayoutId id="2147484448" r:id="rId8"/>
    <p:sldLayoutId id="2147484439" r:id="rId9"/>
    <p:sldLayoutId id="2147484440" r:id="rId10"/>
    <p:sldLayoutId id="2147484441" r:id="rId11"/>
    <p:sldLayoutId id="2147484442" r:id="rId12"/>
    <p:sldLayoutId id="2147484443" r:id="rId13"/>
    <p:sldLayoutId id="2147484444" r:id="rId14"/>
  </p:sldLayoutIdLst>
  <p:transition spd="med"/>
  <p:hf hdr="0"/>
  <p:txStyles>
    <p:titleStyle>
      <a:lvl1pPr algn="l" defTabSz="651255" rtl="0" eaLnBrk="1" fontAlgn="base" hangingPunct="1">
        <a:spcBef>
          <a:spcPct val="0"/>
        </a:spcBef>
        <a:spcAft>
          <a:spcPct val="0"/>
        </a:spcAft>
        <a:defRPr sz="1400" b="1">
          <a:solidFill>
            <a:schemeClr val="tx2"/>
          </a:solidFill>
          <a:latin typeface="+mj-lt"/>
          <a:ea typeface="+mj-ea"/>
          <a:cs typeface="+mj-cs"/>
        </a:defRPr>
      </a:lvl1pPr>
      <a:lvl2pPr algn="l" defTabSz="651255" rtl="0" eaLnBrk="1" fontAlgn="base" hangingPunct="1">
        <a:spcBef>
          <a:spcPct val="0"/>
        </a:spcBef>
        <a:spcAft>
          <a:spcPct val="0"/>
        </a:spcAft>
        <a:defRPr sz="1400" b="1">
          <a:solidFill>
            <a:schemeClr val="tx2"/>
          </a:solidFill>
          <a:latin typeface="Arial" charset="0"/>
        </a:defRPr>
      </a:lvl2pPr>
      <a:lvl3pPr algn="l" defTabSz="651255" rtl="0" eaLnBrk="1" fontAlgn="base" hangingPunct="1">
        <a:spcBef>
          <a:spcPct val="0"/>
        </a:spcBef>
        <a:spcAft>
          <a:spcPct val="0"/>
        </a:spcAft>
        <a:defRPr sz="1400" b="1">
          <a:solidFill>
            <a:schemeClr val="tx2"/>
          </a:solidFill>
          <a:latin typeface="Arial" charset="0"/>
        </a:defRPr>
      </a:lvl3pPr>
      <a:lvl4pPr algn="l" defTabSz="651255" rtl="0" eaLnBrk="1" fontAlgn="base" hangingPunct="1">
        <a:spcBef>
          <a:spcPct val="0"/>
        </a:spcBef>
        <a:spcAft>
          <a:spcPct val="0"/>
        </a:spcAft>
        <a:defRPr sz="1400" b="1">
          <a:solidFill>
            <a:schemeClr val="tx2"/>
          </a:solidFill>
          <a:latin typeface="Arial" charset="0"/>
        </a:defRPr>
      </a:lvl4pPr>
      <a:lvl5pPr algn="l" defTabSz="651255" rtl="0" eaLnBrk="1" fontAlgn="base" hangingPunct="1">
        <a:spcBef>
          <a:spcPct val="0"/>
        </a:spcBef>
        <a:spcAft>
          <a:spcPct val="0"/>
        </a:spcAft>
        <a:defRPr sz="1400" b="1">
          <a:solidFill>
            <a:schemeClr val="tx2"/>
          </a:solidFill>
          <a:latin typeface="Arial" charset="0"/>
        </a:defRPr>
      </a:lvl5pPr>
      <a:lvl6pPr marL="332816" algn="l" defTabSz="651764" rtl="0" eaLnBrk="1" fontAlgn="base" hangingPunct="1">
        <a:spcBef>
          <a:spcPct val="0"/>
        </a:spcBef>
        <a:spcAft>
          <a:spcPct val="0"/>
        </a:spcAft>
        <a:defRPr sz="1400" b="1">
          <a:solidFill>
            <a:schemeClr val="tx2"/>
          </a:solidFill>
          <a:latin typeface="Arial" charset="0"/>
        </a:defRPr>
      </a:lvl6pPr>
      <a:lvl7pPr marL="665630" algn="l" defTabSz="651764" rtl="0" eaLnBrk="1" fontAlgn="base" hangingPunct="1">
        <a:spcBef>
          <a:spcPct val="0"/>
        </a:spcBef>
        <a:spcAft>
          <a:spcPct val="0"/>
        </a:spcAft>
        <a:defRPr sz="1400" b="1">
          <a:solidFill>
            <a:schemeClr val="tx2"/>
          </a:solidFill>
          <a:latin typeface="Arial" charset="0"/>
        </a:defRPr>
      </a:lvl7pPr>
      <a:lvl8pPr marL="998446" algn="l" defTabSz="651764" rtl="0" eaLnBrk="1" fontAlgn="base" hangingPunct="1">
        <a:spcBef>
          <a:spcPct val="0"/>
        </a:spcBef>
        <a:spcAft>
          <a:spcPct val="0"/>
        </a:spcAft>
        <a:defRPr sz="1400" b="1">
          <a:solidFill>
            <a:schemeClr val="tx2"/>
          </a:solidFill>
          <a:latin typeface="Arial" charset="0"/>
        </a:defRPr>
      </a:lvl8pPr>
      <a:lvl9pPr marL="1331262" algn="l" defTabSz="651764" rtl="0" eaLnBrk="1" fontAlgn="base" hangingPunct="1">
        <a:spcBef>
          <a:spcPct val="0"/>
        </a:spcBef>
        <a:spcAft>
          <a:spcPct val="0"/>
        </a:spcAft>
        <a:defRPr sz="1400" b="1">
          <a:solidFill>
            <a:schemeClr val="tx2"/>
          </a:solidFill>
          <a:latin typeface="Arial" charset="0"/>
        </a:defRPr>
      </a:lvl9pPr>
    </p:titleStyle>
    <p:bodyStyle>
      <a:lvl1pPr marL="244645" indent="-244645" algn="l" defTabSz="651255" rtl="0" eaLnBrk="1" fontAlgn="base" hangingPunct="1">
        <a:spcBef>
          <a:spcPct val="0"/>
        </a:spcBef>
        <a:spcAft>
          <a:spcPct val="0"/>
        </a:spcAft>
        <a:buSzPct val="120000"/>
        <a:defRPr sz="1100">
          <a:solidFill>
            <a:schemeClr val="tx1"/>
          </a:solidFill>
          <a:latin typeface="+mn-lt"/>
          <a:ea typeface="+mn-ea"/>
          <a:cs typeface="+mn-cs"/>
        </a:defRPr>
      </a:lvl1pPr>
      <a:lvl2pPr marL="104201" indent="-103069" algn="l" defTabSz="651255" rtl="0" eaLnBrk="1" fontAlgn="base" hangingPunct="1">
        <a:spcBef>
          <a:spcPct val="0"/>
        </a:spcBef>
        <a:spcAft>
          <a:spcPct val="0"/>
        </a:spcAft>
        <a:buSzPct val="120000"/>
        <a:buChar char="•"/>
        <a:defRPr sz="1100">
          <a:solidFill>
            <a:schemeClr val="tx1"/>
          </a:solidFill>
          <a:latin typeface="+mn-lt"/>
          <a:ea typeface="+mn-ea"/>
        </a:defRPr>
      </a:lvl2pPr>
      <a:lvl3pPr marL="214065" indent="-107598" algn="l" defTabSz="651255" rtl="0" eaLnBrk="1" fontAlgn="base" hangingPunct="1">
        <a:spcBef>
          <a:spcPct val="0"/>
        </a:spcBef>
        <a:spcAft>
          <a:spcPct val="0"/>
        </a:spcAft>
        <a:buChar char="–"/>
        <a:defRPr sz="1100">
          <a:solidFill>
            <a:schemeClr val="tx1"/>
          </a:solidFill>
          <a:latin typeface="+mn-lt"/>
          <a:ea typeface="+mn-ea"/>
        </a:defRPr>
      </a:lvl3pPr>
      <a:lvl4pPr marL="313735" indent="-97407" algn="l" defTabSz="651255" rtl="0" eaLnBrk="1" fontAlgn="base" hangingPunct="1">
        <a:spcBef>
          <a:spcPct val="0"/>
        </a:spcBef>
        <a:spcAft>
          <a:spcPct val="0"/>
        </a:spcAft>
        <a:buSzPct val="89000"/>
        <a:buChar char="•"/>
        <a:defRPr sz="1100">
          <a:solidFill>
            <a:schemeClr val="tx1"/>
          </a:solidFill>
          <a:latin typeface="+mn-lt"/>
          <a:ea typeface="+mn-ea"/>
        </a:defRPr>
      </a:lvl4pPr>
      <a:lvl5pPr marL="423598" indent="-107598" algn="l" defTabSz="651255" rtl="0" eaLnBrk="1" fontAlgn="base" hangingPunct="1">
        <a:spcBef>
          <a:spcPct val="0"/>
        </a:spcBef>
        <a:spcAft>
          <a:spcPct val="0"/>
        </a:spcAft>
        <a:buSzPct val="75000"/>
        <a:buChar char="–"/>
        <a:defRPr sz="1100">
          <a:solidFill>
            <a:schemeClr val="tx1"/>
          </a:solidFill>
          <a:latin typeface="+mn-lt"/>
          <a:ea typeface="+mn-ea"/>
        </a:defRPr>
      </a:lvl5pPr>
      <a:lvl6pPr marL="756924" indent="-108627" algn="l" defTabSz="651764" rtl="0" eaLnBrk="1" fontAlgn="base" hangingPunct="1">
        <a:spcBef>
          <a:spcPct val="0"/>
        </a:spcBef>
        <a:spcAft>
          <a:spcPct val="0"/>
        </a:spcAft>
        <a:buSzPct val="75000"/>
        <a:buChar char="–"/>
        <a:defRPr sz="1100">
          <a:solidFill>
            <a:schemeClr val="tx1"/>
          </a:solidFill>
          <a:latin typeface="+mn-lt"/>
          <a:ea typeface="+mn-ea"/>
        </a:defRPr>
      </a:lvl6pPr>
      <a:lvl7pPr marL="1089739" indent="-108627" algn="l" defTabSz="651764" rtl="0" eaLnBrk="1" fontAlgn="base" hangingPunct="1">
        <a:spcBef>
          <a:spcPct val="0"/>
        </a:spcBef>
        <a:spcAft>
          <a:spcPct val="0"/>
        </a:spcAft>
        <a:buSzPct val="75000"/>
        <a:buChar char="–"/>
        <a:defRPr sz="1100">
          <a:solidFill>
            <a:schemeClr val="tx1"/>
          </a:solidFill>
          <a:latin typeface="+mn-lt"/>
          <a:ea typeface="+mn-ea"/>
        </a:defRPr>
      </a:lvl7pPr>
      <a:lvl8pPr marL="1422555" indent="-108627" algn="l" defTabSz="651764" rtl="0" eaLnBrk="1" fontAlgn="base" hangingPunct="1">
        <a:spcBef>
          <a:spcPct val="0"/>
        </a:spcBef>
        <a:spcAft>
          <a:spcPct val="0"/>
        </a:spcAft>
        <a:buSzPct val="75000"/>
        <a:buChar char="–"/>
        <a:defRPr sz="1100">
          <a:solidFill>
            <a:schemeClr val="tx1"/>
          </a:solidFill>
          <a:latin typeface="+mn-lt"/>
          <a:ea typeface="+mn-ea"/>
        </a:defRPr>
      </a:lvl8pPr>
      <a:lvl9pPr marL="1755371" indent="-108627" algn="l" defTabSz="651764" rtl="0" eaLnBrk="1" fontAlgn="base" hangingPunct="1">
        <a:spcBef>
          <a:spcPct val="0"/>
        </a:spcBef>
        <a:spcAft>
          <a:spcPct val="0"/>
        </a:spcAft>
        <a:buSzPct val="75000"/>
        <a:buChar char="–"/>
        <a:defRPr sz="1100">
          <a:solidFill>
            <a:schemeClr val="tx1"/>
          </a:solidFill>
          <a:latin typeface="+mn-lt"/>
          <a:ea typeface="+mn-ea"/>
        </a:defRPr>
      </a:lvl9pPr>
    </p:bodyStyle>
    <p:otherStyle>
      <a:defPPr>
        <a:defRPr lang="zh-TW"/>
      </a:defPPr>
      <a:lvl1pPr marL="0" algn="l" defTabSz="665630" rtl="0" eaLnBrk="1" latinLnBrk="0" hangingPunct="1">
        <a:defRPr sz="1300" kern="1200">
          <a:solidFill>
            <a:schemeClr val="tx1"/>
          </a:solidFill>
          <a:latin typeface="+mn-lt"/>
          <a:ea typeface="+mn-ea"/>
          <a:cs typeface="+mn-cs"/>
        </a:defRPr>
      </a:lvl1pPr>
      <a:lvl2pPr marL="332816" algn="l" defTabSz="665630" rtl="0" eaLnBrk="1" latinLnBrk="0" hangingPunct="1">
        <a:defRPr sz="1300" kern="1200">
          <a:solidFill>
            <a:schemeClr val="tx1"/>
          </a:solidFill>
          <a:latin typeface="+mn-lt"/>
          <a:ea typeface="+mn-ea"/>
          <a:cs typeface="+mn-cs"/>
        </a:defRPr>
      </a:lvl2pPr>
      <a:lvl3pPr marL="665630" algn="l" defTabSz="665630" rtl="0" eaLnBrk="1" latinLnBrk="0" hangingPunct="1">
        <a:defRPr sz="1300" kern="1200">
          <a:solidFill>
            <a:schemeClr val="tx1"/>
          </a:solidFill>
          <a:latin typeface="+mn-lt"/>
          <a:ea typeface="+mn-ea"/>
          <a:cs typeface="+mn-cs"/>
        </a:defRPr>
      </a:lvl3pPr>
      <a:lvl4pPr marL="998446" algn="l" defTabSz="665630" rtl="0" eaLnBrk="1" latinLnBrk="0" hangingPunct="1">
        <a:defRPr sz="1300" kern="1200">
          <a:solidFill>
            <a:schemeClr val="tx1"/>
          </a:solidFill>
          <a:latin typeface="+mn-lt"/>
          <a:ea typeface="+mn-ea"/>
          <a:cs typeface="+mn-cs"/>
        </a:defRPr>
      </a:lvl4pPr>
      <a:lvl5pPr marL="1331262" algn="l" defTabSz="665630" rtl="0" eaLnBrk="1" latinLnBrk="0" hangingPunct="1">
        <a:defRPr sz="1300" kern="1200">
          <a:solidFill>
            <a:schemeClr val="tx1"/>
          </a:solidFill>
          <a:latin typeface="+mn-lt"/>
          <a:ea typeface="+mn-ea"/>
          <a:cs typeface="+mn-cs"/>
        </a:defRPr>
      </a:lvl5pPr>
      <a:lvl6pPr marL="1664077" algn="l" defTabSz="665630" rtl="0" eaLnBrk="1" latinLnBrk="0" hangingPunct="1">
        <a:defRPr sz="1300" kern="1200">
          <a:solidFill>
            <a:schemeClr val="tx1"/>
          </a:solidFill>
          <a:latin typeface="+mn-lt"/>
          <a:ea typeface="+mn-ea"/>
          <a:cs typeface="+mn-cs"/>
        </a:defRPr>
      </a:lvl6pPr>
      <a:lvl7pPr marL="1996892" algn="l" defTabSz="665630" rtl="0" eaLnBrk="1" latinLnBrk="0" hangingPunct="1">
        <a:defRPr sz="1300" kern="1200">
          <a:solidFill>
            <a:schemeClr val="tx1"/>
          </a:solidFill>
          <a:latin typeface="+mn-lt"/>
          <a:ea typeface="+mn-ea"/>
          <a:cs typeface="+mn-cs"/>
        </a:defRPr>
      </a:lvl7pPr>
      <a:lvl8pPr marL="2329708" algn="l" defTabSz="665630" rtl="0" eaLnBrk="1" latinLnBrk="0" hangingPunct="1">
        <a:defRPr sz="1300" kern="1200">
          <a:solidFill>
            <a:schemeClr val="tx1"/>
          </a:solidFill>
          <a:latin typeface="+mn-lt"/>
          <a:ea typeface="+mn-ea"/>
          <a:cs typeface="+mn-cs"/>
        </a:defRPr>
      </a:lvl8pPr>
      <a:lvl9pPr marL="2662523" algn="l" defTabSz="665630" rtl="0" eaLnBrk="1" latinLnBrk="0" hangingPunct="1">
        <a:defRPr sz="13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pPr marL="524735" indent="-524735"/>
            <a:r>
              <a:rPr lang="zh-TW" altLang="en-US" dirty="0"/>
              <a:t>雲適性評估</a:t>
            </a:r>
          </a:p>
        </p:txBody>
      </p:sp>
      <p:sp>
        <p:nvSpPr>
          <p:cNvPr id="3" name="文字方塊 2">
            <a:extLst>
              <a:ext uri="{FF2B5EF4-FFF2-40B4-BE49-F238E27FC236}">
                <a16:creationId xmlns:a16="http://schemas.microsoft.com/office/drawing/2014/main" id="{5AAE6FCD-7354-66FD-9B36-2B3948CCE8CC}"/>
              </a:ext>
            </a:extLst>
          </p:cNvPr>
          <p:cNvSpPr txBox="1"/>
          <p:nvPr/>
        </p:nvSpPr>
        <p:spPr>
          <a:xfrm>
            <a:off x="9911629" y="46267"/>
            <a:ext cx="2278783" cy="600164"/>
          </a:xfrm>
          <a:prstGeom prst="rect">
            <a:avLst/>
          </a:prstGeom>
          <a:noFill/>
        </p:spPr>
        <p:txBody>
          <a:bodyPr wrap="square" rtlCol="0">
            <a:spAutoFit/>
          </a:bodyPr>
          <a:lstStyle/>
          <a:p>
            <a:r>
              <a:rPr lang="en-US" altLang="zh-TW" sz="1100" dirty="0">
                <a:latin typeface="Calibri" panose="020F0502020204030204" pitchFamily="34" charset="0"/>
                <a:ea typeface="標楷體" panose="03000509000000000000" pitchFamily="65" charset="-120"/>
                <a:cs typeface="Calibri" panose="020F0502020204030204" pitchFamily="34" charset="0"/>
              </a:rPr>
              <a:t>[</a:t>
            </a:r>
            <a:r>
              <a:rPr lang="zh-TW" altLang="en-US" sz="1100" dirty="0">
                <a:latin typeface="Calibri" panose="020F0502020204030204" pitchFamily="34" charset="0"/>
                <a:ea typeface="標楷體" panose="03000509000000000000" pitchFamily="65" charset="-120"/>
                <a:cs typeface="Calibri" panose="020F0502020204030204" pitchFamily="34" charset="0"/>
              </a:rPr>
              <a:t>條件</a:t>
            </a:r>
            <a:r>
              <a:rPr lang="en-US" altLang="zh-TW" sz="1100" dirty="0">
                <a:latin typeface="Calibri" panose="020F0502020204030204" pitchFamily="34" charset="0"/>
                <a:ea typeface="標楷體" panose="03000509000000000000" pitchFamily="65" charset="-120"/>
                <a:cs typeface="Calibri" panose="020F0502020204030204" pitchFamily="34" charset="0"/>
              </a:rPr>
              <a:t>]</a:t>
            </a:r>
          </a:p>
          <a:p>
            <a:pPr algn="just"/>
            <a:r>
              <a:rPr lang="zh-TW" altLang="en-US" sz="1100" dirty="0">
                <a:latin typeface="Calibri" panose="020F0502020204030204" pitchFamily="34" charset="0"/>
                <a:ea typeface="標楷體" panose="03000509000000000000" pitchFamily="65" charset="-120"/>
                <a:cs typeface="Calibri" panose="020F0502020204030204" pitchFamily="34" charset="0"/>
              </a:rPr>
              <a:t>軟硬體設備增購、架構重大調整或全新建置時，應進行雲適性評估</a:t>
            </a:r>
          </a:p>
        </p:txBody>
      </p:sp>
      <p:graphicFrame>
        <p:nvGraphicFramePr>
          <p:cNvPr id="4" name="表格 3">
            <a:extLst>
              <a:ext uri="{FF2B5EF4-FFF2-40B4-BE49-F238E27FC236}">
                <a16:creationId xmlns:a16="http://schemas.microsoft.com/office/drawing/2014/main" id="{6A22D829-0E64-FFC2-6E48-33FF143E298C}"/>
              </a:ext>
            </a:extLst>
          </p:cNvPr>
          <p:cNvGraphicFramePr>
            <a:graphicFrameLocks noGrp="1"/>
          </p:cNvGraphicFramePr>
          <p:nvPr>
            <p:extLst>
              <p:ext uri="{D42A27DB-BD31-4B8C-83A1-F6EECF244321}">
                <p14:modId xmlns:p14="http://schemas.microsoft.com/office/powerpoint/2010/main" val="3898189832"/>
              </p:ext>
            </p:extLst>
          </p:nvPr>
        </p:nvGraphicFramePr>
        <p:xfrm>
          <a:off x="190550" y="832019"/>
          <a:ext cx="11881321" cy="2666382"/>
        </p:xfrm>
        <a:graphic>
          <a:graphicData uri="http://schemas.openxmlformats.org/drawingml/2006/table">
            <a:tbl>
              <a:tblPr/>
              <a:tblGrid>
                <a:gridCol w="1224136">
                  <a:extLst>
                    <a:ext uri="{9D8B030D-6E8A-4147-A177-3AD203B41FA5}">
                      <a16:colId xmlns:a16="http://schemas.microsoft.com/office/drawing/2014/main" val="2578881589"/>
                    </a:ext>
                  </a:extLst>
                </a:gridCol>
                <a:gridCol w="720080">
                  <a:extLst>
                    <a:ext uri="{9D8B030D-6E8A-4147-A177-3AD203B41FA5}">
                      <a16:colId xmlns:a16="http://schemas.microsoft.com/office/drawing/2014/main" val="2280598523"/>
                    </a:ext>
                  </a:extLst>
                </a:gridCol>
                <a:gridCol w="720080">
                  <a:extLst>
                    <a:ext uri="{9D8B030D-6E8A-4147-A177-3AD203B41FA5}">
                      <a16:colId xmlns:a16="http://schemas.microsoft.com/office/drawing/2014/main" val="645903716"/>
                    </a:ext>
                  </a:extLst>
                </a:gridCol>
                <a:gridCol w="2880320">
                  <a:extLst>
                    <a:ext uri="{9D8B030D-6E8A-4147-A177-3AD203B41FA5}">
                      <a16:colId xmlns:a16="http://schemas.microsoft.com/office/drawing/2014/main" val="2723199412"/>
                    </a:ext>
                  </a:extLst>
                </a:gridCol>
                <a:gridCol w="936104">
                  <a:extLst>
                    <a:ext uri="{9D8B030D-6E8A-4147-A177-3AD203B41FA5}">
                      <a16:colId xmlns:a16="http://schemas.microsoft.com/office/drawing/2014/main" val="3815007272"/>
                    </a:ext>
                  </a:extLst>
                </a:gridCol>
                <a:gridCol w="576064">
                  <a:extLst>
                    <a:ext uri="{9D8B030D-6E8A-4147-A177-3AD203B41FA5}">
                      <a16:colId xmlns:a16="http://schemas.microsoft.com/office/drawing/2014/main" val="3157112975"/>
                    </a:ext>
                  </a:extLst>
                </a:gridCol>
                <a:gridCol w="576064">
                  <a:extLst>
                    <a:ext uri="{9D8B030D-6E8A-4147-A177-3AD203B41FA5}">
                      <a16:colId xmlns:a16="http://schemas.microsoft.com/office/drawing/2014/main" val="2509131032"/>
                    </a:ext>
                  </a:extLst>
                </a:gridCol>
                <a:gridCol w="648072">
                  <a:extLst>
                    <a:ext uri="{9D8B030D-6E8A-4147-A177-3AD203B41FA5}">
                      <a16:colId xmlns:a16="http://schemas.microsoft.com/office/drawing/2014/main" val="3816143125"/>
                    </a:ext>
                  </a:extLst>
                </a:gridCol>
                <a:gridCol w="1152128">
                  <a:extLst>
                    <a:ext uri="{9D8B030D-6E8A-4147-A177-3AD203B41FA5}">
                      <a16:colId xmlns:a16="http://schemas.microsoft.com/office/drawing/2014/main" val="2242317364"/>
                    </a:ext>
                  </a:extLst>
                </a:gridCol>
                <a:gridCol w="1368152">
                  <a:extLst>
                    <a:ext uri="{9D8B030D-6E8A-4147-A177-3AD203B41FA5}">
                      <a16:colId xmlns:a16="http://schemas.microsoft.com/office/drawing/2014/main" val="1859327443"/>
                    </a:ext>
                  </a:extLst>
                </a:gridCol>
                <a:gridCol w="1080121">
                  <a:extLst>
                    <a:ext uri="{9D8B030D-6E8A-4147-A177-3AD203B41FA5}">
                      <a16:colId xmlns:a16="http://schemas.microsoft.com/office/drawing/2014/main" val="3640953331"/>
                    </a:ext>
                  </a:extLst>
                </a:gridCol>
              </a:tblGrid>
              <a:tr h="1252519">
                <a:tc>
                  <a:txBody>
                    <a:bodyPr/>
                    <a:lstStyle/>
                    <a:p>
                      <a:pPr algn="ctr" fontAlgn="ctr"/>
                      <a:r>
                        <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rPr>
                        <a:t>說明業務情境與目的，若有多種業務情境及目的，請協助列點說明，若業務端有未來業務情境規劃，也請協助列出，作為後續整體評估依據。</a:t>
                      </a:r>
                    </a:p>
                  </a:txBody>
                  <a:tcPr marL="4874" marR="4874" marT="487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2CC"/>
                    </a:solidFill>
                  </a:tcPr>
                </a:tc>
                <a:tc>
                  <a:txBody>
                    <a:bodyPr/>
                    <a:lstStyle/>
                    <a:p>
                      <a:pPr algn="ctr" fontAlgn="ctr"/>
                      <a:r>
                        <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rPr>
                        <a:t>說明業務包含範圍</a:t>
                      </a:r>
                    </a:p>
                  </a:txBody>
                  <a:tcPr marL="4874" marR="4874" marT="487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2CC"/>
                    </a:solidFill>
                  </a:tcPr>
                </a:tc>
                <a:tc>
                  <a:txBody>
                    <a:bodyPr/>
                    <a:lstStyle/>
                    <a:p>
                      <a:pPr algn="ctr" fontAlgn="ctr"/>
                      <a:r>
                        <a:rPr lang="zh-TW" altLang="en-US" sz="1000" b="0" i="0" u="none" strike="noStrike">
                          <a:solidFill>
                            <a:srgbClr val="000000"/>
                          </a:solidFill>
                          <a:effectLst/>
                          <a:latin typeface="微軟正黑體" panose="020B0604030504040204" pitchFamily="34" charset="-120"/>
                          <a:ea typeface="微軟正黑體" panose="020B0604030504040204" pitchFamily="34" charset="-120"/>
                        </a:rPr>
                        <a:t>說明業務主要類型</a:t>
                      </a:r>
                    </a:p>
                  </a:txBody>
                  <a:tcPr marL="4874" marR="4874" marT="487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2CC"/>
                    </a:solidFill>
                  </a:tcPr>
                </a:tc>
                <a:tc>
                  <a:txBody>
                    <a:bodyPr/>
                    <a:lstStyle/>
                    <a:p>
                      <a:pPr algn="ctr" fontAlgn="ctr"/>
                      <a:r>
                        <a:rPr lang="en-US" altLang="zh-TW" sz="1000" b="0" i="0" u="none" strike="noStrike" dirty="0">
                          <a:solidFill>
                            <a:srgbClr val="000000"/>
                          </a:solidFill>
                          <a:effectLst/>
                          <a:latin typeface="微軟正黑體" panose="020B0604030504040204" pitchFamily="34" charset="-120"/>
                          <a:ea typeface="微軟正黑體" panose="020B0604030504040204" pitchFamily="34" charset="-120"/>
                        </a:rPr>
                        <a:t>1.</a:t>
                      </a:r>
                      <a:r>
                        <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rPr>
                        <a:t>核心業務系統（直接支持關鍵業務流程，如財務、訂單處理，停機影響收入或客戶滿意度）</a:t>
                      </a:r>
                      <a:br>
                        <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rPr>
                      </a:br>
                      <a:r>
                        <a:rPr lang="en-US" altLang="zh-TW" sz="1000" b="0" i="0" u="none" strike="noStrike" dirty="0">
                          <a:solidFill>
                            <a:srgbClr val="000000"/>
                          </a:solidFill>
                          <a:effectLst/>
                          <a:latin typeface="微軟正黑體" panose="020B0604030504040204" pitchFamily="34" charset="-120"/>
                          <a:ea typeface="微軟正黑體" panose="020B0604030504040204" pitchFamily="34" charset="-120"/>
                        </a:rPr>
                        <a:t>2.</a:t>
                      </a:r>
                      <a:r>
                        <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rPr>
                        <a:t>重要輔助系統（支持次要業務流程，如內部報表、人力資源管理，停機有影響但可容忍）</a:t>
                      </a:r>
                      <a:br>
                        <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rPr>
                      </a:br>
                      <a:r>
                        <a:rPr lang="en-US" altLang="zh-TW" sz="1000" b="0" i="0" u="none" strike="noStrike" dirty="0">
                          <a:solidFill>
                            <a:srgbClr val="000000"/>
                          </a:solidFill>
                          <a:effectLst/>
                          <a:latin typeface="微軟正黑體" panose="020B0604030504040204" pitchFamily="34" charset="-120"/>
                          <a:ea typeface="微軟正黑體" panose="020B0604030504040204" pitchFamily="34" charset="-120"/>
                        </a:rPr>
                        <a:t>3.</a:t>
                      </a:r>
                      <a:r>
                        <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rPr>
                        <a:t>一般業務系統（日常運營支援，如郵件系統，影響有限）</a:t>
                      </a:r>
                      <a:br>
                        <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rPr>
                      </a:br>
                      <a:r>
                        <a:rPr lang="en-US" altLang="zh-TW" sz="1000" b="0" i="0" u="none" strike="noStrike" dirty="0">
                          <a:solidFill>
                            <a:srgbClr val="000000"/>
                          </a:solidFill>
                          <a:effectLst/>
                          <a:latin typeface="微軟正黑體" panose="020B0604030504040204" pitchFamily="34" charset="-120"/>
                          <a:ea typeface="微軟正黑體" panose="020B0604030504040204" pitchFamily="34" charset="-120"/>
                        </a:rPr>
                        <a:t>4.</a:t>
                      </a:r>
                      <a:r>
                        <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rPr>
                        <a:t>次要系統（非業務核心，如測試環境，停機無重大影響）</a:t>
                      </a:r>
                      <a:br>
                        <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rPr>
                      </a:br>
                      <a:r>
                        <a:rPr lang="en-US" altLang="zh-TW" sz="1000" b="0" i="0" u="none" strike="noStrike" dirty="0">
                          <a:solidFill>
                            <a:srgbClr val="000000"/>
                          </a:solidFill>
                          <a:effectLst/>
                          <a:latin typeface="微軟正黑體" panose="020B0604030504040204" pitchFamily="34" charset="-120"/>
                          <a:ea typeface="微軟正黑體" panose="020B0604030504040204" pitchFamily="34" charset="-120"/>
                        </a:rPr>
                        <a:t>5.</a:t>
                      </a:r>
                      <a:r>
                        <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rPr>
                        <a:t>非必要系統（可棄用或極少使用，如舊檔案系統）</a:t>
                      </a:r>
                    </a:p>
                  </a:txBody>
                  <a:tcPr marL="4874" marR="4874" marT="487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2CC"/>
                    </a:solidFill>
                  </a:tcPr>
                </a:tc>
                <a:tc>
                  <a:txBody>
                    <a:bodyPr/>
                    <a:lstStyle/>
                    <a:p>
                      <a:pPr algn="ctr" fontAlgn="ctr"/>
                      <a:r>
                        <a:rPr lang="zh-TW" altLang="en-US" sz="1000" b="0" i="0" u="none" strike="noStrike">
                          <a:solidFill>
                            <a:srgbClr val="000000"/>
                          </a:solidFill>
                          <a:effectLst/>
                          <a:latin typeface="微軟正黑體" panose="020B0604030504040204" pitchFamily="34" charset="-120"/>
                          <a:ea typeface="微軟正黑體" panose="020B0604030504040204" pitchFamily="34" charset="-120"/>
                        </a:rPr>
                        <a:t>請說明系統服務之對象。若需特別說明，請補充於業務目的說明欄位</a:t>
                      </a:r>
                    </a:p>
                  </a:txBody>
                  <a:tcPr marL="4874" marR="4874" marT="487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2CC"/>
                    </a:solidFill>
                  </a:tcPr>
                </a:tc>
                <a:tc>
                  <a:txBody>
                    <a:bodyPr/>
                    <a:lstStyle/>
                    <a:p>
                      <a:pPr algn="ctr" fontAlgn="ctr"/>
                      <a:r>
                        <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rPr>
                        <a:t>請提供使用此應用系統的用戶量</a:t>
                      </a:r>
                    </a:p>
                  </a:txBody>
                  <a:tcPr marL="4874" marR="4874" marT="487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2CC"/>
                    </a:solidFill>
                  </a:tcPr>
                </a:tc>
                <a:tc>
                  <a:txBody>
                    <a:bodyPr/>
                    <a:lstStyle/>
                    <a:p>
                      <a:pPr algn="ctr" fontAlgn="ctr"/>
                      <a:r>
                        <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rPr>
                        <a:t>請說明是否含個資儲存</a:t>
                      </a:r>
                    </a:p>
                  </a:txBody>
                  <a:tcPr marL="4874" marR="4874" marT="487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2CC"/>
                    </a:solidFill>
                  </a:tcPr>
                </a:tc>
                <a:tc>
                  <a:txBody>
                    <a:bodyPr/>
                    <a:lstStyle/>
                    <a:p>
                      <a:pPr algn="ctr" fontAlgn="ctr"/>
                      <a:r>
                        <a:rPr lang="zh-TW" altLang="en-US" sz="1000" b="0" i="0" u="none" strike="noStrike">
                          <a:solidFill>
                            <a:srgbClr val="000000"/>
                          </a:solidFill>
                          <a:effectLst/>
                          <a:latin typeface="微軟正黑體" panose="020B0604030504040204" pitchFamily="34" charset="-120"/>
                          <a:ea typeface="微軟正黑體" panose="020B0604030504040204" pitchFamily="34" charset="-120"/>
                        </a:rPr>
                        <a:t>請說明含個資數據的範圍</a:t>
                      </a:r>
                    </a:p>
                  </a:txBody>
                  <a:tcPr marL="4874" marR="4874" marT="487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2CC"/>
                    </a:solidFill>
                  </a:tcPr>
                </a:tc>
                <a:tc>
                  <a:txBody>
                    <a:bodyPr/>
                    <a:lstStyle/>
                    <a:p>
                      <a:pPr algn="ctr" fontAlgn="ctr"/>
                      <a:r>
                        <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rPr>
                        <a:t>請分別以基本資料、特種資料、帳戶資料、信用資料等舉例說明。若無個資，請填 無個資。</a:t>
                      </a:r>
                    </a:p>
                  </a:txBody>
                  <a:tcPr marL="4874" marR="4874" marT="487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2CC"/>
                    </a:solidFill>
                  </a:tcPr>
                </a:tc>
                <a:tc>
                  <a:txBody>
                    <a:bodyPr/>
                    <a:lstStyle/>
                    <a:p>
                      <a:pPr algn="ctr" fontAlgn="ctr"/>
                      <a:r>
                        <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rPr>
                        <a:t>請說明個資是否有作去識別化儲存</a:t>
                      </a:r>
                    </a:p>
                  </a:txBody>
                  <a:tcPr marL="4874" marR="4874" marT="487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2CC"/>
                    </a:solidFill>
                  </a:tcPr>
                </a:tc>
                <a:tc>
                  <a:txBody>
                    <a:bodyPr/>
                    <a:lstStyle/>
                    <a:p>
                      <a:pPr algn="ctr" fontAlgn="ctr"/>
                      <a:r>
                        <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rPr>
                        <a:t>請說明個資是否有加密儲存</a:t>
                      </a:r>
                    </a:p>
                  </a:txBody>
                  <a:tcPr marL="4874" marR="4874" marT="487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2CC"/>
                    </a:solidFill>
                  </a:tcPr>
                </a:tc>
                <a:extLst>
                  <a:ext uri="{0D108BD9-81ED-4DB2-BD59-A6C34878D82A}">
                    <a16:rowId xmlns:a16="http://schemas.microsoft.com/office/drawing/2014/main" val="2920503884"/>
                  </a:ext>
                </a:extLst>
              </a:tr>
              <a:tr h="238807">
                <a:tc>
                  <a:txBody>
                    <a:bodyPr/>
                    <a:lstStyle/>
                    <a:p>
                      <a:pPr algn="ctr" fontAlgn="ctr"/>
                      <a:r>
                        <a:rPr lang="zh-TW" altLang="en-US" sz="1200" b="1" i="0" u="none" strike="noStrike">
                          <a:solidFill>
                            <a:srgbClr val="000000"/>
                          </a:solidFill>
                          <a:effectLst/>
                          <a:latin typeface="微軟正黑體" panose="020B0604030504040204" pitchFamily="34" charset="-120"/>
                          <a:ea typeface="微軟正黑體" panose="020B0604030504040204" pitchFamily="34" charset="-120"/>
                        </a:rPr>
                        <a:t>業務目的說明</a:t>
                      </a:r>
                    </a:p>
                  </a:txBody>
                  <a:tcPr marL="4874" marR="4874" marT="487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E2EFDA"/>
                    </a:solidFill>
                  </a:tcPr>
                </a:tc>
                <a:tc>
                  <a:txBody>
                    <a:bodyPr/>
                    <a:lstStyle/>
                    <a:p>
                      <a:pPr algn="ctr" fontAlgn="ctr"/>
                      <a:r>
                        <a:rPr lang="zh-TW" altLang="en-US" sz="1200" b="1" i="0" u="none" strike="noStrike">
                          <a:solidFill>
                            <a:srgbClr val="000000"/>
                          </a:solidFill>
                          <a:effectLst/>
                          <a:latin typeface="微軟正黑體" panose="020B0604030504040204" pitchFamily="34" charset="-120"/>
                          <a:ea typeface="微軟正黑體" panose="020B0604030504040204" pitchFamily="34" charset="-120"/>
                        </a:rPr>
                        <a:t>業務範圍</a:t>
                      </a:r>
                    </a:p>
                  </a:txBody>
                  <a:tcPr marL="4874" marR="4874" marT="487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E2EFDA"/>
                    </a:solidFill>
                  </a:tcPr>
                </a:tc>
                <a:tc>
                  <a:txBody>
                    <a:bodyPr/>
                    <a:lstStyle/>
                    <a:p>
                      <a:pPr algn="ctr" fontAlgn="ctr"/>
                      <a:r>
                        <a:rPr lang="zh-TW" altLang="en-US" sz="1200" b="1" i="0" u="none" strike="noStrike">
                          <a:solidFill>
                            <a:srgbClr val="000000"/>
                          </a:solidFill>
                          <a:effectLst/>
                          <a:latin typeface="微軟正黑體" panose="020B0604030504040204" pitchFamily="34" charset="-120"/>
                          <a:ea typeface="微軟正黑體" panose="020B0604030504040204" pitchFamily="34" charset="-120"/>
                        </a:rPr>
                        <a:t>業務類型</a:t>
                      </a:r>
                    </a:p>
                  </a:txBody>
                  <a:tcPr marL="4874" marR="4874" marT="487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E2EFDA"/>
                    </a:solidFill>
                  </a:tcPr>
                </a:tc>
                <a:tc>
                  <a:txBody>
                    <a:bodyPr/>
                    <a:lstStyle/>
                    <a:p>
                      <a:pPr algn="ctr" fontAlgn="ctr"/>
                      <a:r>
                        <a:rPr lang="zh-TW" altLang="en-US" sz="1200" b="1" i="0" u="none" strike="noStrike" dirty="0">
                          <a:solidFill>
                            <a:srgbClr val="000000"/>
                          </a:solidFill>
                          <a:effectLst/>
                          <a:latin typeface="微軟正黑體" panose="020B0604030504040204" pitchFamily="34" charset="-120"/>
                          <a:ea typeface="微軟正黑體" panose="020B0604030504040204" pitchFamily="34" charset="-120"/>
                        </a:rPr>
                        <a:t>系統基本資訊說明</a:t>
                      </a:r>
                    </a:p>
                  </a:txBody>
                  <a:tcPr marL="4874" marR="4874" marT="487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E2EFDA"/>
                    </a:solidFill>
                  </a:tcPr>
                </a:tc>
                <a:tc>
                  <a:txBody>
                    <a:bodyPr/>
                    <a:lstStyle/>
                    <a:p>
                      <a:pPr algn="ctr" fontAlgn="ctr"/>
                      <a:r>
                        <a:rPr lang="zh-TW" altLang="en-US" sz="1200" b="1" i="0" u="none" strike="noStrike">
                          <a:solidFill>
                            <a:srgbClr val="000000"/>
                          </a:solidFill>
                          <a:effectLst/>
                          <a:latin typeface="微軟正黑體" panose="020B0604030504040204" pitchFamily="34" charset="-120"/>
                          <a:ea typeface="微軟正黑體" panose="020B0604030504040204" pitchFamily="34" charset="-120"/>
                        </a:rPr>
                        <a:t>用戶類型</a:t>
                      </a:r>
                    </a:p>
                  </a:txBody>
                  <a:tcPr marL="4874" marR="4874" marT="487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E2EFDA"/>
                    </a:solidFill>
                  </a:tcPr>
                </a:tc>
                <a:tc>
                  <a:txBody>
                    <a:bodyPr/>
                    <a:lstStyle/>
                    <a:p>
                      <a:pPr algn="ctr" fontAlgn="ctr"/>
                      <a:r>
                        <a:rPr lang="zh-TW" altLang="en-US" sz="1200" b="1" i="0" u="none" strike="noStrike">
                          <a:solidFill>
                            <a:srgbClr val="000000"/>
                          </a:solidFill>
                          <a:effectLst/>
                          <a:latin typeface="微軟正黑體" panose="020B0604030504040204" pitchFamily="34" charset="-120"/>
                          <a:ea typeface="微軟正黑體" panose="020B0604030504040204" pitchFamily="34" charset="-120"/>
                        </a:rPr>
                        <a:t>系統用戶數</a:t>
                      </a:r>
                    </a:p>
                  </a:txBody>
                  <a:tcPr marL="4874" marR="4874" marT="487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E2EFDA"/>
                    </a:solidFill>
                  </a:tcPr>
                </a:tc>
                <a:tc>
                  <a:txBody>
                    <a:bodyPr/>
                    <a:lstStyle/>
                    <a:p>
                      <a:pPr algn="ctr" fontAlgn="ctr"/>
                      <a:r>
                        <a:rPr lang="zh-TW" altLang="en-US" sz="1200" b="1" i="0" u="none" strike="noStrike">
                          <a:solidFill>
                            <a:srgbClr val="000000"/>
                          </a:solidFill>
                          <a:effectLst/>
                          <a:latin typeface="微軟正黑體" panose="020B0604030504040204" pitchFamily="34" charset="-120"/>
                          <a:ea typeface="微軟正黑體" panose="020B0604030504040204" pitchFamily="34" charset="-120"/>
                        </a:rPr>
                        <a:t>是否有個資</a:t>
                      </a:r>
                    </a:p>
                  </a:txBody>
                  <a:tcPr marL="4874" marR="4874" marT="487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DEBF7"/>
                    </a:solidFill>
                  </a:tcPr>
                </a:tc>
                <a:tc>
                  <a:txBody>
                    <a:bodyPr/>
                    <a:lstStyle/>
                    <a:p>
                      <a:pPr algn="ctr" fontAlgn="ctr"/>
                      <a:r>
                        <a:rPr lang="zh-TW" altLang="en-US" sz="1200" b="1" i="0" u="none" strike="noStrike">
                          <a:solidFill>
                            <a:srgbClr val="000000"/>
                          </a:solidFill>
                          <a:effectLst/>
                          <a:latin typeface="微軟正黑體" panose="020B0604030504040204" pitchFamily="34" charset="-120"/>
                          <a:ea typeface="微軟正黑體" panose="020B0604030504040204" pitchFamily="34" charset="-120"/>
                        </a:rPr>
                        <a:t>個資範圍</a:t>
                      </a:r>
                    </a:p>
                  </a:txBody>
                  <a:tcPr marL="4874" marR="4874" marT="487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DEBF7"/>
                    </a:solidFill>
                  </a:tcPr>
                </a:tc>
                <a:tc>
                  <a:txBody>
                    <a:bodyPr/>
                    <a:lstStyle/>
                    <a:p>
                      <a:pPr algn="ctr" fontAlgn="ctr"/>
                      <a:r>
                        <a:rPr lang="zh-TW" altLang="en-US" sz="1200" b="1" i="0" u="none" strike="noStrike">
                          <a:solidFill>
                            <a:srgbClr val="000000"/>
                          </a:solidFill>
                          <a:effectLst/>
                          <a:latin typeface="微軟正黑體" panose="020B0604030504040204" pitchFamily="34" charset="-120"/>
                          <a:ea typeface="微軟正黑體" panose="020B0604030504040204" pitchFamily="34" charset="-120"/>
                        </a:rPr>
                        <a:t>個資欄位說明</a:t>
                      </a:r>
                    </a:p>
                  </a:txBody>
                  <a:tcPr marL="4874" marR="4874" marT="487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DEBF7"/>
                    </a:solidFill>
                  </a:tcPr>
                </a:tc>
                <a:tc>
                  <a:txBody>
                    <a:bodyPr/>
                    <a:lstStyle/>
                    <a:p>
                      <a:pPr algn="ctr" fontAlgn="ctr"/>
                      <a:r>
                        <a:rPr lang="zh-TW" altLang="en-US" sz="1200" b="1" i="0" u="none" strike="noStrike">
                          <a:solidFill>
                            <a:srgbClr val="000000"/>
                          </a:solidFill>
                          <a:effectLst/>
                          <a:latin typeface="微軟正黑體" panose="020B0604030504040204" pitchFamily="34" charset="-120"/>
                          <a:ea typeface="微軟正黑體" panose="020B0604030504040204" pitchFamily="34" charset="-120"/>
                        </a:rPr>
                        <a:t>個資是否有去識別化儲存</a:t>
                      </a:r>
                    </a:p>
                  </a:txBody>
                  <a:tcPr marL="4874" marR="4874" marT="487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DEBF7"/>
                    </a:solidFill>
                  </a:tcPr>
                </a:tc>
                <a:tc>
                  <a:txBody>
                    <a:bodyPr/>
                    <a:lstStyle/>
                    <a:p>
                      <a:pPr algn="ctr" fontAlgn="ctr"/>
                      <a:r>
                        <a:rPr lang="zh-TW" altLang="en-US" sz="1200" b="1" i="0" u="none" strike="noStrike">
                          <a:solidFill>
                            <a:srgbClr val="000000"/>
                          </a:solidFill>
                          <a:effectLst/>
                          <a:latin typeface="微軟正黑體" panose="020B0604030504040204" pitchFamily="34" charset="-120"/>
                          <a:ea typeface="微軟正黑體" panose="020B0604030504040204" pitchFamily="34" charset="-120"/>
                        </a:rPr>
                        <a:t>個資是否有加密儲存</a:t>
                      </a:r>
                    </a:p>
                  </a:txBody>
                  <a:tcPr marL="4874" marR="4874" marT="487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DEBF7"/>
                    </a:solidFill>
                  </a:tcPr>
                </a:tc>
                <a:extLst>
                  <a:ext uri="{0D108BD9-81ED-4DB2-BD59-A6C34878D82A}">
                    <a16:rowId xmlns:a16="http://schemas.microsoft.com/office/drawing/2014/main" val="3057217130"/>
                  </a:ext>
                </a:extLst>
              </a:tr>
              <a:tr h="238807">
                <a:tc>
                  <a:txBody>
                    <a:bodyPr/>
                    <a:lstStyle/>
                    <a:p>
                      <a:pPr algn="ctr" fontAlgn="ctr"/>
                      <a:r>
                        <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rPr>
                        <a:t>作為內部一站式的公開資料蒐集整合者，</a:t>
                      </a:r>
                    </a:p>
                    <a:p>
                      <a:pPr algn="ctr" fontAlgn="ctr"/>
                      <a:r>
                        <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rPr>
                        <a:t>提升資料蒐集效率與決策品質，累積公司知識資產以釋放高價值人力。</a:t>
                      </a:r>
                      <a:endParaRPr lang="en-US" altLang="zh-TW" sz="1000" b="0" i="0" u="none" strike="noStrike" dirty="0">
                        <a:solidFill>
                          <a:srgbClr val="000000"/>
                        </a:solidFill>
                        <a:effectLst/>
                        <a:latin typeface="微軟正黑體" panose="020B0604030504040204" pitchFamily="34" charset="-120"/>
                        <a:ea typeface="微軟正黑體" panose="020B0604030504040204" pitchFamily="34" charset="-120"/>
                      </a:endParaRPr>
                    </a:p>
                  </a:txBody>
                  <a:tcPr marL="4874" marR="4874" marT="487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rPr>
                        <a:t>國內外、金銀證皆可用</a:t>
                      </a:r>
                    </a:p>
                  </a:txBody>
                  <a:tcPr marL="4874" marR="4874" marT="487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en-US" altLang="zh-TW" sz="1000" b="0" i="0" u="none" strike="noStrike" dirty="0">
                          <a:solidFill>
                            <a:srgbClr val="000000"/>
                          </a:solidFill>
                          <a:effectLst/>
                          <a:latin typeface="微軟正黑體" panose="020B0604030504040204" pitchFamily="34" charset="-120"/>
                          <a:ea typeface="微軟正黑體" panose="020B0604030504040204" pitchFamily="34" charset="-120"/>
                        </a:rPr>
                        <a:t>BU</a:t>
                      </a:r>
                      <a:r>
                        <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rPr>
                        <a:t>蒐集外部資料</a:t>
                      </a:r>
                    </a:p>
                  </a:txBody>
                  <a:tcPr marL="4874" marR="4874" marT="487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endParaRPr lang="en-US" altLang="zh-TW" sz="1000" b="0" i="0" u="none" strike="noStrike" dirty="0">
                        <a:solidFill>
                          <a:srgbClr val="000000"/>
                        </a:solidFill>
                        <a:effectLst/>
                        <a:latin typeface="微軟正黑體" panose="020B0604030504040204" pitchFamily="34" charset="-120"/>
                        <a:ea typeface="微軟正黑體" panose="020B0604030504040204" pitchFamily="34" charset="-120"/>
                      </a:endParaRPr>
                    </a:p>
                    <a:p>
                      <a:pPr algn="ctr" fontAlgn="ctr"/>
                      <a:endParaRPr lang="en-US" altLang="zh-TW" sz="1000" b="0" i="0" u="none" strike="noStrike" dirty="0">
                        <a:solidFill>
                          <a:srgbClr val="000000"/>
                        </a:solidFill>
                        <a:effectLst/>
                        <a:latin typeface="微軟正黑體" panose="020B0604030504040204" pitchFamily="34" charset="-120"/>
                        <a:ea typeface="微軟正黑體" panose="020B0604030504040204" pitchFamily="34" charset="-120"/>
                      </a:endParaRPr>
                    </a:p>
                    <a:p>
                      <a:pPr algn="ctr" fontAlgn="ctr"/>
                      <a:r>
                        <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rPr>
                        <a:t>重要輔助系統</a:t>
                      </a:r>
                      <a:endParaRPr lang="en-US" altLang="zh-TW" sz="1000" b="0" i="0" u="none" strike="noStrike" dirty="0">
                        <a:solidFill>
                          <a:srgbClr val="000000"/>
                        </a:solidFill>
                        <a:effectLst/>
                        <a:latin typeface="微軟正黑體" panose="020B0604030504040204" pitchFamily="34" charset="-120"/>
                        <a:ea typeface="微軟正黑體" panose="020B0604030504040204" pitchFamily="34" charset="-120"/>
                      </a:endParaRPr>
                    </a:p>
                    <a:p>
                      <a:pPr algn="ctr" fontAlgn="ctr"/>
                      <a:endParaRPr lang="en-US" altLang="zh-TW" sz="1000" b="0" i="0" u="none" strike="noStrike" dirty="0">
                        <a:solidFill>
                          <a:srgbClr val="000000"/>
                        </a:solidFill>
                        <a:effectLst/>
                        <a:latin typeface="微軟正黑體" panose="020B0604030504040204" pitchFamily="34" charset="-120"/>
                        <a:ea typeface="微軟正黑體" panose="020B0604030504040204" pitchFamily="34" charset="-120"/>
                      </a:endParaRPr>
                    </a:p>
                    <a:p>
                      <a:pPr algn="ctr" fontAlgn="ctr"/>
                      <a:endPar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endParaRPr>
                    </a:p>
                  </a:txBody>
                  <a:tcPr marL="4874" marR="4874" marT="487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rPr>
                        <a:t>僅內部同仁</a:t>
                      </a:r>
                      <a:endParaRPr lang="zh-TW" altLang="en-US" sz="1000" b="1" i="0" u="none" strike="noStrike" dirty="0">
                        <a:solidFill>
                          <a:srgbClr val="000000"/>
                        </a:solidFill>
                        <a:effectLst/>
                        <a:latin typeface="微軟正黑體" panose="020B0604030504040204" pitchFamily="34" charset="-120"/>
                        <a:ea typeface="微軟正黑體" panose="020B0604030504040204" pitchFamily="34" charset="-120"/>
                      </a:endParaRPr>
                    </a:p>
                  </a:txBody>
                  <a:tcPr marL="4874" marR="4874" marT="487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rPr>
                        <a:t>目前近兩百人，用戶數不設限</a:t>
                      </a:r>
                    </a:p>
                  </a:txBody>
                  <a:tcPr marL="4874" marR="4874" marT="487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zh-TW" altLang="en-US" sz="1000" b="1" i="0" u="none" strike="noStrike" dirty="0">
                          <a:solidFill>
                            <a:srgbClr val="000000"/>
                          </a:solidFill>
                          <a:effectLst/>
                          <a:latin typeface="微軟正黑體" panose="020B0604030504040204" pitchFamily="34" charset="-120"/>
                          <a:ea typeface="微軟正黑體" panose="020B0604030504040204" pitchFamily="34" charset="-120"/>
                        </a:rPr>
                        <a:t>無</a:t>
                      </a:r>
                    </a:p>
                  </a:txBody>
                  <a:tcPr marL="4874" marR="4874" marT="487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marL="0" marR="0" lvl="0" indent="0" algn="ctr" defTabSz="665630" rtl="0" eaLnBrk="1" fontAlgn="ctr" latinLnBrk="0" hangingPunct="1">
                        <a:lnSpc>
                          <a:spcPct val="100000"/>
                        </a:lnSpc>
                        <a:spcBef>
                          <a:spcPts val="0"/>
                        </a:spcBef>
                        <a:spcAft>
                          <a:spcPts val="0"/>
                        </a:spcAft>
                        <a:buClrTx/>
                        <a:buSzTx/>
                        <a:buFontTx/>
                        <a:buNone/>
                        <a:tabLst/>
                        <a:defRPr/>
                      </a:pPr>
                      <a:r>
                        <a:rPr lang="en-US" altLang="zh-TW" sz="1000" b="1" i="0" u="none" strike="noStrike" dirty="0">
                          <a:solidFill>
                            <a:srgbClr val="000000"/>
                          </a:solidFill>
                          <a:effectLst/>
                          <a:latin typeface="微軟正黑體" panose="020B0604030504040204" pitchFamily="34" charset="-120"/>
                          <a:ea typeface="微軟正黑體" panose="020B0604030504040204" pitchFamily="34" charset="-120"/>
                        </a:rPr>
                        <a:t>-</a:t>
                      </a:r>
                      <a:endParaRPr lang="zh-TW" altLang="en-US" sz="1000" b="1" i="0" u="none" strike="noStrike" dirty="0">
                        <a:solidFill>
                          <a:srgbClr val="000000"/>
                        </a:solidFill>
                        <a:effectLst/>
                        <a:latin typeface="微軟正黑體" panose="020B0604030504040204" pitchFamily="34" charset="-120"/>
                        <a:ea typeface="微軟正黑體" panose="020B0604030504040204" pitchFamily="34" charset="-120"/>
                      </a:endParaRPr>
                    </a:p>
                  </a:txBody>
                  <a:tcPr marL="4874" marR="4874" marT="487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marL="0" marR="0" lvl="0" indent="0" algn="ctr" defTabSz="665630" rtl="0" eaLnBrk="1" fontAlgn="ctr" latinLnBrk="0" hangingPunct="1">
                        <a:lnSpc>
                          <a:spcPct val="100000"/>
                        </a:lnSpc>
                        <a:spcBef>
                          <a:spcPts val="0"/>
                        </a:spcBef>
                        <a:spcAft>
                          <a:spcPts val="0"/>
                        </a:spcAft>
                        <a:buClrTx/>
                        <a:buSzTx/>
                        <a:buFontTx/>
                        <a:buNone/>
                        <a:tabLst/>
                        <a:defRPr/>
                      </a:pPr>
                      <a:r>
                        <a:rPr lang="en-US" altLang="zh-TW" sz="1000" b="1" i="0" u="none" strike="noStrike" dirty="0">
                          <a:solidFill>
                            <a:srgbClr val="000000"/>
                          </a:solidFill>
                          <a:effectLst/>
                          <a:latin typeface="微軟正黑體" panose="020B0604030504040204" pitchFamily="34" charset="-120"/>
                          <a:ea typeface="微軟正黑體" panose="020B0604030504040204" pitchFamily="34" charset="-120"/>
                        </a:rPr>
                        <a:t>-</a:t>
                      </a:r>
                      <a:endParaRPr lang="zh-TW" altLang="en-US" sz="1000" b="1" i="0" u="none" strike="noStrike" dirty="0">
                        <a:solidFill>
                          <a:srgbClr val="000000"/>
                        </a:solidFill>
                        <a:effectLst/>
                        <a:latin typeface="微軟正黑體" panose="020B0604030504040204" pitchFamily="34" charset="-120"/>
                        <a:ea typeface="微軟正黑體" panose="020B0604030504040204" pitchFamily="34" charset="-120"/>
                      </a:endParaRPr>
                    </a:p>
                  </a:txBody>
                  <a:tcPr marL="4874" marR="4874" marT="487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en-US" altLang="zh-TW" sz="1000" b="1" i="0" u="none" strike="noStrike" dirty="0">
                          <a:solidFill>
                            <a:srgbClr val="000000"/>
                          </a:solidFill>
                          <a:effectLst/>
                          <a:latin typeface="微軟正黑體" panose="020B0604030504040204" pitchFamily="34" charset="-120"/>
                          <a:ea typeface="微軟正黑體" panose="020B0604030504040204" pitchFamily="34" charset="-120"/>
                        </a:rPr>
                        <a:t>-</a:t>
                      </a:r>
                      <a:endParaRPr lang="zh-TW" altLang="en-US" sz="1000" b="1" i="0" u="none" strike="noStrike" dirty="0">
                        <a:solidFill>
                          <a:srgbClr val="000000"/>
                        </a:solidFill>
                        <a:effectLst/>
                        <a:latin typeface="微軟正黑體" panose="020B0604030504040204" pitchFamily="34" charset="-120"/>
                        <a:ea typeface="微軟正黑體" panose="020B0604030504040204" pitchFamily="34" charset="-120"/>
                      </a:endParaRPr>
                    </a:p>
                  </a:txBody>
                  <a:tcPr marL="4874" marR="4874" marT="487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en-US" altLang="zh-TW" sz="1000" b="1" i="0" u="none" strike="noStrike" dirty="0">
                          <a:solidFill>
                            <a:srgbClr val="000000"/>
                          </a:solidFill>
                          <a:effectLst/>
                          <a:latin typeface="微軟正黑體" panose="020B0604030504040204" pitchFamily="34" charset="-120"/>
                          <a:ea typeface="微軟正黑體" panose="020B0604030504040204" pitchFamily="34" charset="-120"/>
                        </a:rPr>
                        <a:t>-</a:t>
                      </a:r>
                      <a:endParaRPr lang="zh-TW" altLang="en-US" sz="1000" b="1" i="0" u="none" strike="noStrike" dirty="0">
                        <a:solidFill>
                          <a:srgbClr val="000000"/>
                        </a:solidFill>
                        <a:effectLst/>
                        <a:latin typeface="微軟正黑體" panose="020B0604030504040204" pitchFamily="34" charset="-120"/>
                        <a:ea typeface="微軟正黑體" panose="020B0604030504040204" pitchFamily="34" charset="-120"/>
                      </a:endParaRPr>
                    </a:p>
                  </a:txBody>
                  <a:tcPr marL="4874" marR="4874" marT="487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3637936964"/>
                  </a:ext>
                </a:extLst>
              </a:tr>
            </a:tbl>
          </a:graphicData>
        </a:graphic>
      </p:graphicFrame>
      <p:graphicFrame>
        <p:nvGraphicFramePr>
          <p:cNvPr id="5" name="表格 4">
            <a:extLst>
              <a:ext uri="{FF2B5EF4-FFF2-40B4-BE49-F238E27FC236}">
                <a16:creationId xmlns:a16="http://schemas.microsoft.com/office/drawing/2014/main" id="{4AA8387D-2FB4-6978-F7F3-A9ECA5A23BB7}"/>
              </a:ext>
            </a:extLst>
          </p:cNvPr>
          <p:cNvGraphicFramePr>
            <a:graphicFrameLocks noGrp="1"/>
          </p:cNvGraphicFramePr>
          <p:nvPr>
            <p:extLst>
              <p:ext uri="{D42A27DB-BD31-4B8C-83A1-F6EECF244321}">
                <p14:modId xmlns:p14="http://schemas.microsoft.com/office/powerpoint/2010/main" val="738892485"/>
              </p:ext>
            </p:extLst>
          </p:nvPr>
        </p:nvGraphicFramePr>
        <p:xfrm>
          <a:off x="190550" y="3645024"/>
          <a:ext cx="11881320" cy="2971182"/>
        </p:xfrm>
        <a:graphic>
          <a:graphicData uri="http://schemas.openxmlformats.org/drawingml/2006/table">
            <a:tbl>
              <a:tblPr/>
              <a:tblGrid>
                <a:gridCol w="1850799">
                  <a:extLst>
                    <a:ext uri="{9D8B030D-6E8A-4147-A177-3AD203B41FA5}">
                      <a16:colId xmlns:a16="http://schemas.microsoft.com/office/drawing/2014/main" val="2575353526"/>
                    </a:ext>
                  </a:extLst>
                </a:gridCol>
                <a:gridCol w="1581226">
                  <a:extLst>
                    <a:ext uri="{9D8B030D-6E8A-4147-A177-3AD203B41FA5}">
                      <a16:colId xmlns:a16="http://schemas.microsoft.com/office/drawing/2014/main" val="4284705586"/>
                    </a:ext>
                  </a:extLst>
                </a:gridCol>
                <a:gridCol w="2076113">
                  <a:extLst>
                    <a:ext uri="{9D8B030D-6E8A-4147-A177-3AD203B41FA5}">
                      <a16:colId xmlns:a16="http://schemas.microsoft.com/office/drawing/2014/main" val="319794349"/>
                    </a:ext>
                  </a:extLst>
                </a:gridCol>
                <a:gridCol w="1705954">
                  <a:extLst>
                    <a:ext uri="{9D8B030D-6E8A-4147-A177-3AD203B41FA5}">
                      <a16:colId xmlns:a16="http://schemas.microsoft.com/office/drawing/2014/main" val="2163566380"/>
                    </a:ext>
                  </a:extLst>
                </a:gridCol>
                <a:gridCol w="2043924">
                  <a:extLst>
                    <a:ext uri="{9D8B030D-6E8A-4147-A177-3AD203B41FA5}">
                      <a16:colId xmlns:a16="http://schemas.microsoft.com/office/drawing/2014/main" val="3683638272"/>
                    </a:ext>
                  </a:extLst>
                </a:gridCol>
                <a:gridCol w="2623304">
                  <a:extLst>
                    <a:ext uri="{9D8B030D-6E8A-4147-A177-3AD203B41FA5}">
                      <a16:colId xmlns:a16="http://schemas.microsoft.com/office/drawing/2014/main" val="3056431330"/>
                    </a:ext>
                  </a:extLst>
                </a:gridCol>
              </a:tblGrid>
              <a:tr h="1252519">
                <a:tc>
                  <a:txBody>
                    <a:bodyPr/>
                    <a:lstStyle/>
                    <a:p>
                      <a:pPr algn="ctr" fontAlgn="ctr"/>
                      <a:r>
                        <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rPr>
                        <a:t>請說明與其他系統整合資訊或相依性說明。如</a:t>
                      </a:r>
                      <a:r>
                        <a:rPr lang="en-US" altLang="zh-TW" sz="1000" b="0" i="0" u="none" strike="noStrike" dirty="0">
                          <a:solidFill>
                            <a:srgbClr val="000000"/>
                          </a:solidFill>
                          <a:effectLst/>
                          <a:latin typeface="微軟正黑體" panose="020B0604030504040204" pitchFamily="34" charset="-120"/>
                          <a:ea typeface="微軟正黑體" panose="020B0604030504040204" pitchFamily="34" charset="-120"/>
                        </a:rPr>
                        <a:t>: </a:t>
                      </a:r>
                      <a:br>
                        <a:rPr lang="en-US" altLang="zh-TW" sz="1000" b="0" i="0" u="none" strike="noStrike" dirty="0">
                          <a:solidFill>
                            <a:srgbClr val="000000"/>
                          </a:solidFill>
                          <a:effectLst/>
                          <a:latin typeface="微軟正黑體" panose="020B0604030504040204" pitchFamily="34" charset="-120"/>
                          <a:ea typeface="微軟正黑體" panose="020B0604030504040204" pitchFamily="34" charset="-120"/>
                        </a:rPr>
                      </a:br>
                      <a:r>
                        <a:rPr lang="en-US" altLang="zh-TW" sz="1000" b="0" i="0" u="none" strike="noStrike" dirty="0">
                          <a:solidFill>
                            <a:srgbClr val="000000"/>
                          </a:solidFill>
                          <a:effectLst/>
                          <a:latin typeface="微軟正黑體" panose="020B0604030504040204" pitchFamily="34" charset="-120"/>
                          <a:ea typeface="微軟正黑體" panose="020B0604030504040204" pitchFamily="34" charset="-120"/>
                        </a:rPr>
                        <a:t>AP 1 -&gt; AP2 </a:t>
                      </a:r>
                      <a:r>
                        <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rPr>
                        <a:t>代表</a:t>
                      </a:r>
                      <a:r>
                        <a:rPr lang="en-US" altLang="zh-TW" sz="1000" b="0" i="0" u="none" strike="noStrike" dirty="0">
                          <a:solidFill>
                            <a:srgbClr val="000000"/>
                          </a:solidFill>
                          <a:effectLst/>
                          <a:latin typeface="微軟正黑體" panose="020B0604030504040204" pitchFamily="34" charset="-120"/>
                          <a:ea typeface="微軟正黑體" panose="020B0604030504040204" pitchFamily="34" charset="-120"/>
                        </a:rPr>
                        <a:t>AP2 </a:t>
                      </a:r>
                      <a:r>
                        <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rPr>
                        <a:t>提供</a:t>
                      </a:r>
                      <a:r>
                        <a:rPr lang="en-US" altLang="zh-TW" sz="1000" b="0" i="0" u="none" strike="noStrike" dirty="0">
                          <a:solidFill>
                            <a:srgbClr val="000000"/>
                          </a:solidFill>
                          <a:effectLst/>
                          <a:latin typeface="微軟正黑體" panose="020B0604030504040204" pitchFamily="34" charset="-120"/>
                          <a:ea typeface="微軟正黑體" panose="020B0604030504040204" pitchFamily="34" charset="-120"/>
                        </a:rPr>
                        <a:t>API</a:t>
                      </a:r>
                      <a:r>
                        <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rPr>
                        <a:t>給 </a:t>
                      </a:r>
                      <a:r>
                        <a:rPr lang="en-US" altLang="zh-TW" sz="1000" b="0" i="0" u="none" strike="noStrike" dirty="0">
                          <a:solidFill>
                            <a:srgbClr val="000000"/>
                          </a:solidFill>
                          <a:effectLst/>
                          <a:latin typeface="微軟正黑體" panose="020B0604030504040204" pitchFamily="34" charset="-120"/>
                          <a:ea typeface="微軟正黑體" panose="020B0604030504040204" pitchFamily="34" charset="-120"/>
                        </a:rPr>
                        <a:t>AP1</a:t>
                      </a:r>
                      <a:r>
                        <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rPr>
                        <a:t>使用。</a:t>
                      </a:r>
                      <a:br>
                        <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rPr>
                      </a:br>
                      <a:r>
                        <a:rPr lang="en-US" altLang="zh-TW" sz="1000" b="0" i="0" u="none" strike="noStrike" dirty="0">
                          <a:solidFill>
                            <a:srgbClr val="000000"/>
                          </a:solidFill>
                          <a:effectLst/>
                          <a:latin typeface="微軟正黑體" panose="020B0604030504040204" pitchFamily="34" charset="-120"/>
                          <a:ea typeface="微軟正黑體" panose="020B0604030504040204" pitchFamily="34" charset="-120"/>
                        </a:rPr>
                        <a:t>AP1 -&gt; DB2 (</a:t>
                      </a:r>
                      <a:r>
                        <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rPr>
                        <a:t>批次</a:t>
                      </a:r>
                      <a:r>
                        <a:rPr lang="en-US" altLang="zh-TW" sz="1000" b="0" i="0" u="none" strike="noStrike" dirty="0">
                          <a:solidFill>
                            <a:srgbClr val="000000"/>
                          </a:solidFill>
                          <a:effectLst/>
                          <a:latin typeface="微軟正黑體" panose="020B0604030504040204" pitchFamily="34" charset="-120"/>
                          <a:ea typeface="微軟正黑體" panose="020B0604030504040204" pitchFamily="34" charset="-120"/>
                        </a:rPr>
                        <a:t>/</a:t>
                      </a:r>
                      <a:r>
                        <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rPr>
                        <a:t>即時</a:t>
                      </a:r>
                      <a:r>
                        <a:rPr lang="en-US" altLang="zh-TW" sz="1000" b="0" i="0" u="none" strike="noStrike" dirty="0">
                          <a:solidFill>
                            <a:srgbClr val="000000"/>
                          </a:solidFill>
                          <a:effectLst/>
                          <a:latin typeface="微軟正黑體" panose="020B0604030504040204" pitchFamily="34" charset="-120"/>
                          <a:ea typeface="微軟正黑體" panose="020B0604030504040204" pitchFamily="34" charset="-120"/>
                        </a:rPr>
                        <a:t>) </a:t>
                      </a:r>
                      <a:r>
                        <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rPr>
                        <a:t>代表 </a:t>
                      </a:r>
                      <a:r>
                        <a:rPr lang="en-US" altLang="zh-TW" sz="1000" b="0" i="0" u="none" strike="noStrike" dirty="0">
                          <a:solidFill>
                            <a:srgbClr val="000000"/>
                          </a:solidFill>
                          <a:effectLst/>
                          <a:latin typeface="微軟正黑體" panose="020B0604030504040204" pitchFamily="34" charset="-120"/>
                          <a:ea typeface="微軟正黑體" panose="020B0604030504040204" pitchFamily="34" charset="-120"/>
                        </a:rPr>
                        <a:t>AP1</a:t>
                      </a:r>
                      <a:r>
                        <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rPr>
                        <a:t>會批次</a:t>
                      </a:r>
                      <a:r>
                        <a:rPr lang="en-US" altLang="zh-TW" sz="1000" b="0" i="0" u="none" strike="noStrike" dirty="0">
                          <a:solidFill>
                            <a:srgbClr val="000000"/>
                          </a:solidFill>
                          <a:effectLst/>
                          <a:latin typeface="微軟正黑體" panose="020B0604030504040204" pitchFamily="34" charset="-120"/>
                          <a:ea typeface="微軟正黑體" panose="020B0604030504040204" pitchFamily="34" charset="-120"/>
                        </a:rPr>
                        <a:t>/</a:t>
                      </a:r>
                      <a:r>
                        <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rPr>
                        <a:t>即時使用</a:t>
                      </a:r>
                      <a:r>
                        <a:rPr lang="en-US" altLang="zh-TW" sz="1000" b="0" i="0" u="none" strike="noStrike" dirty="0">
                          <a:solidFill>
                            <a:srgbClr val="000000"/>
                          </a:solidFill>
                          <a:effectLst/>
                          <a:latin typeface="微軟正黑體" panose="020B0604030504040204" pitchFamily="34" charset="-120"/>
                          <a:ea typeface="微軟正黑體" panose="020B0604030504040204" pitchFamily="34" charset="-120"/>
                        </a:rPr>
                        <a:t>DB2 </a:t>
                      </a:r>
                      <a:r>
                        <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rPr>
                        <a:t>。</a:t>
                      </a:r>
                      <a:br>
                        <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rPr>
                      </a:br>
                      <a:r>
                        <a:rPr lang="en-US" altLang="zh-TW" sz="1000" b="0" i="0" u="none" strike="noStrike" dirty="0">
                          <a:solidFill>
                            <a:srgbClr val="000000"/>
                          </a:solidFill>
                          <a:effectLst/>
                          <a:latin typeface="微軟正黑體" panose="020B0604030504040204" pitchFamily="34" charset="-120"/>
                          <a:ea typeface="微軟正黑體" panose="020B0604030504040204" pitchFamily="34" charset="-120"/>
                        </a:rPr>
                        <a:t>DB1&lt;-&gt;DB2 </a:t>
                      </a:r>
                      <a:r>
                        <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rPr>
                        <a:t>代表適用</a:t>
                      </a:r>
                      <a:r>
                        <a:rPr lang="en-US" altLang="zh-TW" sz="1000" b="0" i="0" u="none" strike="noStrike" dirty="0" err="1">
                          <a:solidFill>
                            <a:srgbClr val="000000"/>
                          </a:solidFill>
                          <a:effectLst/>
                          <a:latin typeface="微軟正黑體" panose="020B0604030504040204" pitchFamily="34" charset="-120"/>
                          <a:ea typeface="微軟正黑體" panose="020B0604030504040204" pitchFamily="34" charset="-120"/>
                        </a:rPr>
                        <a:t>LinkServer</a:t>
                      </a:r>
                      <a:br>
                        <a:rPr lang="en-US" altLang="zh-TW" sz="1000" b="0" i="0" u="none" strike="noStrike" dirty="0">
                          <a:solidFill>
                            <a:srgbClr val="000000"/>
                          </a:solidFill>
                          <a:effectLst/>
                          <a:latin typeface="微軟正黑體" panose="020B0604030504040204" pitchFamily="34" charset="-120"/>
                          <a:ea typeface="微軟正黑體" panose="020B0604030504040204" pitchFamily="34" charset="-120"/>
                        </a:rPr>
                      </a:br>
                      <a:r>
                        <a:rPr lang="en-US" altLang="zh-TW" sz="1000" b="0" i="0" u="none" strike="noStrike" dirty="0">
                          <a:solidFill>
                            <a:srgbClr val="000000"/>
                          </a:solidFill>
                          <a:effectLst/>
                          <a:latin typeface="微軟正黑體" panose="020B0604030504040204" pitchFamily="34" charset="-120"/>
                          <a:ea typeface="微軟正黑體" panose="020B0604030504040204" pitchFamily="34" charset="-120"/>
                        </a:rPr>
                        <a:t>DB1 -&gt; DB2 </a:t>
                      </a:r>
                      <a:r>
                        <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rPr>
                        <a:t>代表</a:t>
                      </a:r>
                      <a:r>
                        <a:rPr lang="en-US" altLang="zh-TW" sz="1000" b="0" i="0" u="none" strike="noStrike" dirty="0">
                          <a:solidFill>
                            <a:srgbClr val="000000"/>
                          </a:solidFill>
                          <a:effectLst/>
                          <a:latin typeface="微軟正黑體" panose="020B0604030504040204" pitchFamily="34" charset="-120"/>
                          <a:ea typeface="微軟正黑體" panose="020B0604030504040204" pitchFamily="34" charset="-120"/>
                        </a:rPr>
                        <a:t>DB1</a:t>
                      </a:r>
                      <a:r>
                        <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rPr>
                        <a:t>拋檔給</a:t>
                      </a:r>
                      <a:r>
                        <a:rPr lang="en-US" altLang="zh-TW" sz="1000" b="0" i="0" u="none" strike="noStrike" dirty="0">
                          <a:solidFill>
                            <a:srgbClr val="000000"/>
                          </a:solidFill>
                          <a:effectLst/>
                          <a:latin typeface="微軟正黑體" panose="020B0604030504040204" pitchFamily="34" charset="-120"/>
                          <a:ea typeface="微軟正黑體" panose="020B0604030504040204" pitchFamily="34" charset="-120"/>
                        </a:rPr>
                        <a:t>DB2</a:t>
                      </a:r>
                      <a:r>
                        <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rPr>
                        <a:t>情境</a:t>
                      </a:r>
                    </a:p>
                  </a:txBody>
                  <a:tcPr marL="4874" marR="4874" marT="487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2CC"/>
                    </a:solidFill>
                  </a:tcPr>
                </a:tc>
                <a:tc>
                  <a:txBody>
                    <a:bodyPr/>
                    <a:lstStyle/>
                    <a:p>
                      <a:pPr algn="ctr" fontAlgn="ctr"/>
                      <a:r>
                        <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rPr>
                        <a:t>請依系統架構、軟體、開發工具框架、應用系統服務複雜度、業務使用場景、資料運用處理等面向，進行使用雲端適用性評估說明</a:t>
                      </a:r>
                    </a:p>
                  </a:txBody>
                  <a:tcPr marL="4874" marR="4874" marT="487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2CC"/>
                    </a:solidFill>
                  </a:tcPr>
                </a:tc>
                <a:tc>
                  <a:txBody>
                    <a:bodyPr/>
                    <a:lstStyle/>
                    <a:p>
                      <a:pPr algn="ctr" fontAlgn="ctr"/>
                      <a:r>
                        <a:rPr lang="en-US" altLang="zh-TW" sz="1000" b="0" i="0" u="none" strike="noStrike" dirty="0">
                          <a:solidFill>
                            <a:srgbClr val="000000"/>
                          </a:solidFill>
                          <a:effectLst/>
                          <a:latin typeface="微軟正黑體" panose="020B0604030504040204" pitchFamily="34" charset="-120"/>
                          <a:ea typeface="微軟正黑體" panose="020B0604030504040204" pitchFamily="34" charset="-120"/>
                        </a:rPr>
                        <a:t>1.</a:t>
                      </a:r>
                      <a:r>
                        <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rPr>
                        <a:t>請具體說明可行性評估原因，如有現成雲端解決方案可以使用，或可以運用既有雲端服務進行某些功能實作等。</a:t>
                      </a:r>
                      <a:br>
                        <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rPr>
                      </a:br>
                      <a:r>
                        <a:rPr lang="en-US" altLang="zh-TW" sz="1000" b="0" i="0" u="none" strike="noStrike" dirty="0">
                          <a:solidFill>
                            <a:srgbClr val="000000"/>
                          </a:solidFill>
                          <a:effectLst/>
                          <a:latin typeface="微軟正黑體" panose="020B0604030504040204" pitchFamily="34" charset="-120"/>
                          <a:ea typeface="微軟正黑體" panose="020B0604030504040204" pitchFamily="34" charset="-120"/>
                        </a:rPr>
                        <a:t>2.</a:t>
                      </a:r>
                      <a:r>
                        <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rPr>
                        <a:t>以</a:t>
                      </a:r>
                      <a:r>
                        <a:rPr lang="en-US" altLang="zh-TW" sz="1000" b="0" i="0" u="none" strike="noStrike" dirty="0">
                          <a:solidFill>
                            <a:srgbClr val="000000"/>
                          </a:solidFill>
                          <a:effectLst/>
                          <a:latin typeface="微軟正黑體" panose="020B0604030504040204" pitchFamily="34" charset="-120"/>
                          <a:ea typeface="微軟正黑體" panose="020B0604030504040204" pitchFamily="34" charset="-120"/>
                        </a:rPr>
                        <a:t>PaaS/SaaS</a:t>
                      </a:r>
                      <a:r>
                        <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rPr>
                        <a:t>應用為主，</a:t>
                      </a:r>
                      <a:r>
                        <a:rPr lang="en-US" altLang="zh-TW" sz="1000" b="0" i="0" u="none" strike="noStrike" dirty="0">
                          <a:solidFill>
                            <a:srgbClr val="000000"/>
                          </a:solidFill>
                          <a:effectLst/>
                          <a:latin typeface="微軟正黑體" panose="020B0604030504040204" pitchFamily="34" charset="-120"/>
                          <a:ea typeface="微軟正黑體" panose="020B0604030504040204" pitchFamily="34" charset="-120"/>
                        </a:rPr>
                        <a:t>IaaS</a:t>
                      </a:r>
                      <a:r>
                        <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rPr>
                        <a:t>為輔</a:t>
                      </a:r>
                      <a:br>
                        <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rPr>
                      </a:br>
                      <a:r>
                        <a:rPr lang="en-US" altLang="zh-TW" sz="1000" b="0" i="0" u="none" strike="noStrike" dirty="0">
                          <a:solidFill>
                            <a:srgbClr val="000000"/>
                          </a:solidFill>
                          <a:effectLst/>
                          <a:latin typeface="微軟正黑體" panose="020B0604030504040204" pitchFamily="34" charset="-120"/>
                          <a:ea typeface="微軟正黑體" panose="020B0604030504040204" pitchFamily="34" charset="-120"/>
                        </a:rPr>
                        <a:t>3.</a:t>
                      </a:r>
                      <a:r>
                        <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rPr>
                        <a:t>範圍可以詳細說明如 </a:t>
                      </a:r>
                      <a:r>
                        <a:rPr lang="en-US" altLang="zh-TW" sz="1000" b="0" i="0" u="none" strike="noStrike" dirty="0">
                          <a:solidFill>
                            <a:srgbClr val="000000"/>
                          </a:solidFill>
                          <a:effectLst/>
                          <a:latin typeface="微軟正黑體" panose="020B0604030504040204" pitchFamily="34" charset="-120"/>
                          <a:ea typeface="微軟正黑體" panose="020B0604030504040204" pitchFamily="34" charset="-120"/>
                        </a:rPr>
                        <a:t>Web</a:t>
                      </a:r>
                      <a:r>
                        <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rPr>
                        <a:t>、</a:t>
                      </a:r>
                      <a:r>
                        <a:rPr lang="en-US" altLang="zh-TW" sz="1000" b="0" i="0" u="none" strike="noStrike" dirty="0">
                          <a:solidFill>
                            <a:srgbClr val="000000"/>
                          </a:solidFill>
                          <a:effectLst/>
                          <a:latin typeface="微軟正黑體" panose="020B0604030504040204" pitchFamily="34" charset="-120"/>
                          <a:ea typeface="微軟正黑體" panose="020B0604030504040204" pitchFamily="34" charset="-120"/>
                        </a:rPr>
                        <a:t>GPU</a:t>
                      </a:r>
                      <a:r>
                        <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rPr>
                        <a:t>資源、行銷活動、批次作業或其他功能等</a:t>
                      </a:r>
                      <a:br>
                        <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rPr>
                      </a:br>
                      <a:r>
                        <a:rPr lang="en-US" altLang="zh-TW" sz="1000" b="0" i="0" u="none" strike="noStrike" dirty="0">
                          <a:solidFill>
                            <a:srgbClr val="000000"/>
                          </a:solidFill>
                          <a:effectLst/>
                          <a:latin typeface="微軟正黑體" panose="020B0604030504040204" pitchFamily="34" charset="-120"/>
                          <a:ea typeface="微軟正黑體" panose="020B0604030504040204" pitchFamily="34" charset="-120"/>
                        </a:rPr>
                        <a:t>4. </a:t>
                      </a:r>
                      <a:r>
                        <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rPr>
                        <a:t>若評估無法上雲，也請具體說明評估不可行的原因。</a:t>
                      </a:r>
                    </a:p>
                  </a:txBody>
                  <a:tcPr marL="4874" marR="4874" marT="487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2CC"/>
                    </a:solidFill>
                  </a:tcPr>
                </a:tc>
                <a:tc>
                  <a:txBody>
                    <a:bodyPr/>
                    <a:lstStyle/>
                    <a:p>
                      <a:pPr algn="ctr" fontAlgn="ctr"/>
                      <a:r>
                        <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rPr>
                        <a:t>請說明若系統具潛在上雲可以產生的效益說明。如解決痛點，可以動態擴容解決硬體資源不足問題，可以減少資源閒置問題，可以動態擴展資源，可以調整為現代化架構，可以更容易擴展新功能、專注應用系統本身架構功能、可以支持新業務場景等等</a:t>
                      </a:r>
                      <a:r>
                        <a:rPr lang="en-US" altLang="zh-TW" sz="1000" b="0" i="0" u="none" strike="noStrike" dirty="0">
                          <a:solidFill>
                            <a:srgbClr val="000000"/>
                          </a:solidFill>
                          <a:effectLst/>
                          <a:latin typeface="微軟正黑體" panose="020B0604030504040204" pitchFamily="34" charset="-120"/>
                          <a:ea typeface="微軟正黑體" panose="020B0604030504040204" pitchFamily="34" charset="-120"/>
                        </a:rPr>
                        <a:t>)</a:t>
                      </a:r>
                      <a:r>
                        <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rPr>
                        <a:t>。若無，請填 無。</a:t>
                      </a:r>
                    </a:p>
                  </a:txBody>
                  <a:tcPr marL="4874" marR="4874" marT="487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2CC"/>
                    </a:solidFill>
                  </a:tcPr>
                </a:tc>
                <a:tc>
                  <a:txBody>
                    <a:bodyPr/>
                    <a:lstStyle/>
                    <a:p>
                      <a:pPr algn="ctr" fontAlgn="ctr"/>
                      <a:r>
                        <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rPr>
                        <a:t>請說明不適合上雲的評估具體原因。如系統穩定，無新功能需求、系統已進入不維護模式、系統剛更調整、系統綁特殊硬體、系統開發架構老舊、系統即時性要求高等。若無，請填 無。</a:t>
                      </a:r>
                    </a:p>
                  </a:txBody>
                  <a:tcPr marL="4874" marR="4874" marT="487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2CC"/>
                    </a:solidFill>
                  </a:tcPr>
                </a:tc>
                <a:tc>
                  <a:txBody>
                    <a:bodyPr/>
                    <a:lstStyle/>
                    <a:p>
                      <a:pPr algn="ctr" fontAlgn="ctr"/>
                      <a:r>
                        <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rPr>
                        <a:t>請說明若系統上雲會遭遇的上雲障礙並舉實例說明。如相依系統過多，系統架構需調整、系統需大幅調整、倚賴軟體無雲端相容版本、無雲端架構能力、對雲端各項服務不熟悉、現行廠商無雲端導入能力、系統間的資料傳輸量大、雲端</a:t>
                      </a:r>
                      <a:r>
                        <a:rPr lang="en-US" altLang="zh-TW" sz="1000" b="0" i="0" u="none" strike="noStrike" dirty="0">
                          <a:solidFill>
                            <a:srgbClr val="000000"/>
                          </a:solidFill>
                          <a:effectLst/>
                          <a:latin typeface="微軟正黑體" panose="020B0604030504040204" pitchFamily="34" charset="-120"/>
                          <a:ea typeface="微軟正黑體" panose="020B0604030504040204" pitchFamily="34" charset="-120"/>
                        </a:rPr>
                        <a:t>SLA</a:t>
                      </a:r>
                      <a:r>
                        <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rPr>
                        <a:t>保證、硬體相依等。</a:t>
                      </a:r>
                    </a:p>
                  </a:txBody>
                  <a:tcPr marL="4874" marR="4874" marT="487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2CC"/>
                    </a:solidFill>
                  </a:tcPr>
                </a:tc>
                <a:extLst>
                  <a:ext uri="{0D108BD9-81ED-4DB2-BD59-A6C34878D82A}">
                    <a16:rowId xmlns:a16="http://schemas.microsoft.com/office/drawing/2014/main" val="2920503884"/>
                  </a:ext>
                </a:extLst>
              </a:tr>
              <a:tr h="238807">
                <a:tc>
                  <a:txBody>
                    <a:bodyPr/>
                    <a:lstStyle/>
                    <a:p>
                      <a:pPr algn="ctr" fontAlgn="ctr"/>
                      <a:r>
                        <a:rPr lang="zh-TW" altLang="en-US" sz="1200" b="1" i="0" u="none" strike="noStrike">
                          <a:solidFill>
                            <a:srgbClr val="000000"/>
                          </a:solidFill>
                          <a:effectLst/>
                          <a:latin typeface="微軟正黑體" panose="020B0604030504040204" pitchFamily="34" charset="-120"/>
                          <a:ea typeface="微軟正黑體" panose="020B0604030504040204" pitchFamily="34" charset="-120"/>
                        </a:rPr>
                        <a:t>系統整合及相依性說明</a:t>
                      </a:r>
                    </a:p>
                  </a:txBody>
                  <a:tcPr marL="4874" marR="4874" marT="487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CE4D6"/>
                    </a:solidFill>
                  </a:tcPr>
                </a:tc>
                <a:tc>
                  <a:txBody>
                    <a:bodyPr/>
                    <a:lstStyle/>
                    <a:p>
                      <a:pPr algn="ctr" fontAlgn="ctr"/>
                      <a:r>
                        <a:rPr lang="zh-TW" altLang="en-US" sz="1200" b="1" i="0" u="none" strike="noStrike">
                          <a:solidFill>
                            <a:srgbClr val="000000"/>
                          </a:solidFill>
                          <a:effectLst/>
                          <a:latin typeface="微軟正黑體" panose="020B0604030504040204" pitchFamily="34" charset="-120"/>
                          <a:ea typeface="微軟正黑體" panose="020B0604030504040204" pitchFamily="34" charset="-120"/>
                        </a:rPr>
                        <a:t>上雲可行性自我評估</a:t>
                      </a:r>
                    </a:p>
                  </a:txBody>
                  <a:tcPr marL="4874" marR="4874" marT="487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8CBAD"/>
                    </a:solidFill>
                  </a:tcPr>
                </a:tc>
                <a:tc>
                  <a:txBody>
                    <a:bodyPr/>
                    <a:lstStyle/>
                    <a:p>
                      <a:pPr algn="ctr" fontAlgn="ctr"/>
                      <a:r>
                        <a:rPr lang="zh-TW" altLang="en-US" sz="1200" b="1" i="0" u="none" strike="noStrike" dirty="0">
                          <a:solidFill>
                            <a:srgbClr val="000000"/>
                          </a:solidFill>
                          <a:effectLst/>
                          <a:latin typeface="微軟正黑體" panose="020B0604030504040204" pitchFamily="34" charset="-120"/>
                          <a:ea typeface="微軟正黑體" panose="020B0604030504040204" pitchFamily="34" charset="-120"/>
                        </a:rPr>
                        <a:t>可行性評估方案與範圍說明</a:t>
                      </a:r>
                    </a:p>
                  </a:txBody>
                  <a:tcPr marL="4874" marR="4874" marT="487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8CBAD"/>
                    </a:solidFill>
                  </a:tcPr>
                </a:tc>
                <a:tc>
                  <a:txBody>
                    <a:bodyPr/>
                    <a:lstStyle/>
                    <a:p>
                      <a:pPr algn="ctr" fontAlgn="ctr"/>
                      <a:r>
                        <a:rPr lang="zh-TW" altLang="en-US" sz="1200" b="1" i="0" u="none" strike="noStrike" dirty="0">
                          <a:solidFill>
                            <a:srgbClr val="000000"/>
                          </a:solidFill>
                          <a:effectLst/>
                          <a:latin typeface="微軟正黑體" panose="020B0604030504040204" pitchFamily="34" charset="-120"/>
                          <a:ea typeface="微軟正黑體" panose="020B0604030504040204" pitchFamily="34" charset="-120"/>
                        </a:rPr>
                        <a:t>可產生效益說明</a:t>
                      </a:r>
                      <a:endParaRPr lang="en-US" altLang="zh-TW" sz="1200" b="1" i="0" u="none" strike="noStrike" dirty="0">
                        <a:solidFill>
                          <a:srgbClr val="000000"/>
                        </a:solidFill>
                        <a:effectLst/>
                        <a:latin typeface="微軟正黑體" panose="020B0604030504040204" pitchFamily="34" charset="-120"/>
                        <a:ea typeface="微軟正黑體" panose="020B0604030504040204" pitchFamily="34" charset="-120"/>
                      </a:endParaRPr>
                    </a:p>
                    <a:p>
                      <a:pPr algn="ctr" fontAlgn="ctr"/>
                      <a:r>
                        <a:rPr lang="en-US" altLang="zh-TW" sz="1200" b="1" i="0" u="none" strike="noStrike" dirty="0">
                          <a:solidFill>
                            <a:srgbClr val="000000"/>
                          </a:solidFill>
                          <a:effectLst/>
                          <a:latin typeface="微軟正黑體" panose="020B0604030504040204" pitchFamily="34" charset="-120"/>
                          <a:ea typeface="微軟正黑體" panose="020B0604030504040204" pitchFamily="34" charset="-120"/>
                        </a:rPr>
                        <a:t>(</a:t>
                      </a:r>
                      <a:r>
                        <a:rPr lang="zh-TW" altLang="en-US" sz="1200" b="1" i="0" u="none" strike="noStrike" dirty="0">
                          <a:solidFill>
                            <a:srgbClr val="000000"/>
                          </a:solidFill>
                          <a:effectLst/>
                          <a:latin typeface="微軟正黑體" panose="020B0604030504040204" pitchFamily="34" charset="-120"/>
                          <a:ea typeface="微軟正黑體" panose="020B0604030504040204" pitchFamily="34" charset="-120"/>
                        </a:rPr>
                        <a:t>含解決痛點</a:t>
                      </a:r>
                      <a:r>
                        <a:rPr lang="en-US" altLang="zh-TW" sz="1200" b="1" i="0" u="none" strike="noStrike" dirty="0">
                          <a:solidFill>
                            <a:srgbClr val="000000"/>
                          </a:solidFill>
                          <a:effectLst/>
                          <a:latin typeface="微軟正黑體" panose="020B0604030504040204" pitchFamily="34" charset="-120"/>
                          <a:ea typeface="微軟正黑體" panose="020B0604030504040204" pitchFamily="34" charset="-120"/>
                        </a:rPr>
                        <a:t>)</a:t>
                      </a:r>
                    </a:p>
                  </a:txBody>
                  <a:tcPr marL="4874" marR="4874" marT="487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8CBAD"/>
                    </a:solidFill>
                  </a:tcPr>
                </a:tc>
                <a:tc>
                  <a:txBody>
                    <a:bodyPr/>
                    <a:lstStyle/>
                    <a:p>
                      <a:pPr algn="ctr" fontAlgn="ctr"/>
                      <a:r>
                        <a:rPr lang="zh-TW" altLang="en-US" sz="1200" b="1" i="0" u="none" strike="noStrike" dirty="0">
                          <a:solidFill>
                            <a:srgbClr val="000000"/>
                          </a:solidFill>
                          <a:effectLst/>
                          <a:latin typeface="微軟正黑體" panose="020B0604030504040204" pitchFamily="34" charset="-120"/>
                          <a:ea typeface="微軟正黑體" panose="020B0604030504040204" pitchFamily="34" charset="-120"/>
                        </a:rPr>
                        <a:t>上雲無法產生效益原因說明</a:t>
                      </a:r>
                    </a:p>
                  </a:txBody>
                  <a:tcPr marL="4874" marR="4874" marT="487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8CBAD"/>
                    </a:solidFill>
                  </a:tcPr>
                </a:tc>
                <a:tc>
                  <a:txBody>
                    <a:bodyPr/>
                    <a:lstStyle/>
                    <a:p>
                      <a:pPr algn="ctr" fontAlgn="ctr"/>
                      <a:r>
                        <a:rPr lang="zh-TW" altLang="en-US" sz="1200" b="1" i="0" u="none" strike="noStrike" dirty="0">
                          <a:solidFill>
                            <a:srgbClr val="000000"/>
                          </a:solidFill>
                          <a:effectLst/>
                          <a:latin typeface="微軟正黑體" panose="020B0604030504040204" pitchFamily="34" charset="-120"/>
                          <a:ea typeface="微軟正黑體" panose="020B0604030504040204" pitchFamily="34" charset="-120"/>
                        </a:rPr>
                        <a:t>上雲障礙評估說明</a:t>
                      </a:r>
                    </a:p>
                  </a:txBody>
                  <a:tcPr marL="4874" marR="4874" marT="487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8CBAD"/>
                    </a:solidFill>
                  </a:tcPr>
                </a:tc>
                <a:extLst>
                  <a:ext uri="{0D108BD9-81ED-4DB2-BD59-A6C34878D82A}">
                    <a16:rowId xmlns:a16="http://schemas.microsoft.com/office/drawing/2014/main" val="3057217130"/>
                  </a:ext>
                </a:extLst>
              </a:tr>
              <a:tr h="238807">
                <a:tc>
                  <a:txBody>
                    <a:bodyPr/>
                    <a:lstStyle/>
                    <a:p>
                      <a:pPr algn="ctr" fontAlgn="ctr"/>
                      <a:r>
                        <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rPr>
                        <a:t>本系統為資料蒐集整合平台，包含 </a:t>
                      </a:r>
                      <a:r>
                        <a:rPr lang="en-US" altLang="zh-TW" sz="1000" b="0" i="0" u="none" strike="noStrike" dirty="0">
                          <a:solidFill>
                            <a:srgbClr val="000000"/>
                          </a:solidFill>
                          <a:effectLst/>
                          <a:latin typeface="微軟正黑體" panose="020B0604030504040204" pitchFamily="34" charset="-120"/>
                          <a:ea typeface="微軟正黑體" panose="020B0604030504040204" pitchFamily="34" charset="-120"/>
                        </a:rPr>
                        <a:t>Angular </a:t>
                      </a:r>
                      <a:r>
                        <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rPr>
                        <a:t>前端、 </a:t>
                      </a:r>
                      <a:r>
                        <a:rPr lang="en-US" altLang="zh-TW" sz="1000" b="0" i="0" u="none" strike="noStrike" dirty="0" err="1">
                          <a:solidFill>
                            <a:srgbClr val="000000"/>
                          </a:solidFill>
                          <a:effectLst/>
                          <a:latin typeface="微軟正黑體" panose="020B0604030504040204" pitchFamily="34" charset="-120"/>
                          <a:ea typeface="微軟正黑體" panose="020B0604030504040204" pitchFamily="34" charset="-120"/>
                        </a:rPr>
                        <a:t>NestJS</a:t>
                      </a:r>
                      <a:r>
                        <a:rPr lang="en-US" altLang="zh-TW" sz="1000" b="0" i="0" u="none" strike="noStrike" dirty="0">
                          <a:solidFill>
                            <a:srgbClr val="000000"/>
                          </a:solidFill>
                          <a:effectLst/>
                          <a:latin typeface="微軟正黑體" panose="020B0604030504040204" pitchFamily="34" charset="-120"/>
                          <a:ea typeface="微軟正黑體" panose="020B0604030504040204" pitchFamily="34" charset="-120"/>
                        </a:rPr>
                        <a:t> API </a:t>
                      </a:r>
                      <a:r>
                        <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rPr>
                        <a:t>、 </a:t>
                      </a:r>
                      <a:r>
                        <a:rPr lang="en-US" altLang="zh-TW" sz="1000" b="0" i="0" u="none" strike="noStrike" dirty="0">
                          <a:solidFill>
                            <a:srgbClr val="000000"/>
                          </a:solidFill>
                          <a:effectLst/>
                          <a:latin typeface="微軟正黑體" panose="020B0604030504040204" pitchFamily="34" charset="-120"/>
                          <a:ea typeface="微軟正黑體" panose="020B0604030504040204" pitchFamily="34" charset="-120"/>
                        </a:rPr>
                        <a:t>MongoDB </a:t>
                      </a:r>
                      <a:r>
                        <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rPr>
                        <a:t>、 </a:t>
                      </a:r>
                      <a:r>
                        <a:rPr lang="en-US" altLang="zh-TW" sz="1000" b="0" i="0" u="none" strike="noStrike" dirty="0">
                          <a:solidFill>
                            <a:srgbClr val="000000"/>
                          </a:solidFill>
                          <a:effectLst/>
                          <a:latin typeface="微軟正黑體" panose="020B0604030504040204" pitchFamily="34" charset="-120"/>
                          <a:ea typeface="微軟正黑體" panose="020B0604030504040204" pitchFamily="34" charset="-120"/>
                        </a:rPr>
                        <a:t>Redis</a:t>
                      </a:r>
                      <a:r>
                        <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rPr>
                        <a:t>／</a:t>
                      </a:r>
                      <a:r>
                        <a:rPr lang="en-US" altLang="zh-TW" sz="1000" b="0" i="0" u="none" strike="noStrike" dirty="0" err="1">
                          <a:solidFill>
                            <a:srgbClr val="000000"/>
                          </a:solidFill>
                          <a:effectLst/>
                          <a:latin typeface="微軟正黑體" panose="020B0604030504040204" pitchFamily="34" charset="-120"/>
                          <a:ea typeface="微軟正黑體" panose="020B0604030504040204" pitchFamily="34" charset="-120"/>
                        </a:rPr>
                        <a:t>BullMQ</a:t>
                      </a:r>
                      <a:r>
                        <a:rPr lang="en-US" altLang="zh-TW" sz="1000" b="0" i="0" u="none" strike="noStrike" dirty="0">
                          <a:solidFill>
                            <a:srgbClr val="000000"/>
                          </a:solidFill>
                          <a:effectLst/>
                          <a:latin typeface="微軟正黑體" panose="020B0604030504040204" pitchFamily="34" charset="-120"/>
                          <a:ea typeface="微軟正黑體" panose="020B0604030504040204" pitchFamily="34" charset="-120"/>
                        </a:rPr>
                        <a:t> </a:t>
                      </a:r>
                      <a:r>
                        <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rPr>
                        <a:t>背景佇列，並串接 </a:t>
                      </a:r>
                      <a:r>
                        <a:rPr lang="en-US" altLang="zh-TW" sz="1000" b="0" i="0" u="none" strike="noStrike" dirty="0">
                          <a:solidFill>
                            <a:srgbClr val="000000"/>
                          </a:solidFill>
                          <a:effectLst/>
                          <a:latin typeface="微軟正黑體" panose="020B0604030504040204" pitchFamily="34" charset="-120"/>
                          <a:ea typeface="微軟正黑體" panose="020B0604030504040204" pitchFamily="34" charset="-120"/>
                        </a:rPr>
                        <a:t>RSS </a:t>
                      </a:r>
                      <a:r>
                        <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rPr>
                        <a:t>、網頁搜尋服務、 </a:t>
                      </a:r>
                      <a:r>
                        <a:rPr lang="en-US" altLang="zh-TW" sz="1000" b="0" i="0" u="none" strike="noStrike" dirty="0" err="1">
                          <a:solidFill>
                            <a:srgbClr val="000000"/>
                          </a:solidFill>
                          <a:effectLst/>
                          <a:latin typeface="微軟正黑體" panose="020B0604030504040204" pitchFamily="34" charset="-120"/>
                          <a:ea typeface="微軟正黑體" panose="020B0604030504040204" pitchFamily="34" charset="-120"/>
                        </a:rPr>
                        <a:t>Infominer</a:t>
                      </a:r>
                      <a:r>
                        <a:rPr lang="en-US" altLang="zh-TW" sz="1000" b="0" i="0" u="none" strike="noStrike" dirty="0">
                          <a:solidFill>
                            <a:srgbClr val="000000"/>
                          </a:solidFill>
                          <a:effectLst/>
                          <a:latin typeface="微軟正黑體" panose="020B0604030504040204" pitchFamily="34" charset="-120"/>
                          <a:ea typeface="微軟正黑體" panose="020B0604030504040204" pitchFamily="34" charset="-120"/>
                        </a:rPr>
                        <a:t> </a:t>
                      </a:r>
                      <a:r>
                        <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rPr>
                        <a:t>與 </a:t>
                      </a:r>
                      <a:r>
                        <a:rPr lang="en-US" altLang="zh-TW" sz="1000" b="0" i="0" u="none" strike="noStrike" dirty="0">
                          <a:solidFill>
                            <a:srgbClr val="000000"/>
                          </a:solidFill>
                          <a:effectLst/>
                          <a:latin typeface="微軟正黑體" panose="020B0604030504040204" pitchFamily="34" charset="-120"/>
                          <a:ea typeface="微軟正黑體" panose="020B0604030504040204" pitchFamily="34" charset="-120"/>
                        </a:rPr>
                        <a:t>OpenAI API </a:t>
                      </a:r>
                      <a:r>
                        <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rPr>
                        <a:t>等外部服務。</a:t>
                      </a:r>
                    </a:p>
                  </a:txBody>
                  <a:tcPr marL="4874" marR="4874" marT="487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rPr>
                        <a:t>可行性高。系統已採前後端分離、背景任務佇列化、環境變數設定與容器化架構，適合部署於雲端容器平台或 </a:t>
                      </a:r>
                      <a:r>
                        <a:rPr lang="en-US" altLang="zh-TW" sz="1000" b="0" i="0" u="none" strike="noStrike" dirty="0">
                          <a:solidFill>
                            <a:srgbClr val="000000"/>
                          </a:solidFill>
                          <a:effectLst/>
                          <a:latin typeface="微軟正黑體" panose="020B0604030504040204" pitchFamily="34" charset="-120"/>
                          <a:ea typeface="微軟正黑體" panose="020B0604030504040204" pitchFamily="34" charset="-120"/>
                        </a:rPr>
                        <a:t>Kubernetes</a:t>
                      </a:r>
                      <a:r>
                        <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rPr>
                        <a:t>。</a:t>
                      </a:r>
                    </a:p>
                  </a:txBody>
                  <a:tcPr marL="4874" marR="4874" marT="487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rPr>
                        <a:t>目前已有地端 </a:t>
                      </a:r>
                      <a:r>
                        <a:rPr lang="en-US" altLang="zh-TW" sz="1000" b="0" i="0" u="none" strike="noStrike" dirty="0">
                          <a:solidFill>
                            <a:srgbClr val="000000"/>
                          </a:solidFill>
                          <a:effectLst/>
                          <a:latin typeface="微軟正黑體" panose="020B0604030504040204" pitchFamily="34" charset="-120"/>
                          <a:ea typeface="微軟正黑體" panose="020B0604030504040204" pitchFamily="34" charset="-120"/>
                        </a:rPr>
                        <a:t>PoC </a:t>
                      </a:r>
                      <a:r>
                        <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rPr>
                        <a:t>環境，可以 </a:t>
                      </a:r>
                      <a:r>
                        <a:rPr lang="en-US" altLang="zh-TW" sz="1000" b="0" i="0" u="none" strike="noStrike" dirty="0">
                          <a:solidFill>
                            <a:srgbClr val="000000"/>
                          </a:solidFill>
                          <a:effectLst/>
                          <a:latin typeface="微軟正黑體" panose="020B0604030504040204" pitchFamily="34" charset="-120"/>
                          <a:ea typeface="微軟正黑體" panose="020B0604030504040204" pitchFamily="34" charset="-120"/>
                        </a:rPr>
                        <a:t>PaaS</a:t>
                      </a:r>
                      <a:r>
                        <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rPr>
                        <a:t>／</a:t>
                      </a:r>
                      <a:r>
                        <a:rPr lang="en-US" altLang="zh-TW" sz="1000" b="0" i="0" u="none" strike="noStrike" dirty="0">
                          <a:solidFill>
                            <a:srgbClr val="000000"/>
                          </a:solidFill>
                          <a:effectLst/>
                          <a:latin typeface="微軟正黑體" panose="020B0604030504040204" pitchFamily="34" charset="-120"/>
                          <a:ea typeface="微軟正黑體" panose="020B0604030504040204" pitchFamily="34" charset="-120"/>
                        </a:rPr>
                        <a:t>SaaS </a:t>
                      </a:r>
                      <a:r>
                        <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rPr>
                        <a:t>為主、 </a:t>
                      </a:r>
                      <a:r>
                        <a:rPr lang="en-US" altLang="zh-TW" sz="1000" b="0" i="0" u="none" strike="noStrike" dirty="0">
                          <a:solidFill>
                            <a:srgbClr val="000000"/>
                          </a:solidFill>
                          <a:effectLst/>
                          <a:latin typeface="微軟正黑體" panose="020B0604030504040204" pitchFamily="34" charset="-120"/>
                          <a:ea typeface="微軟正黑體" panose="020B0604030504040204" pitchFamily="34" charset="-120"/>
                        </a:rPr>
                        <a:t>IaaS </a:t>
                      </a:r>
                      <a:r>
                        <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rPr>
                        <a:t>為輔進行雲端部署。評估範圍包含前端靜態部署、 </a:t>
                      </a:r>
                      <a:r>
                        <a:rPr lang="en-US" altLang="zh-TW" sz="1000" b="0" i="0" u="none" strike="noStrike" dirty="0">
                          <a:solidFill>
                            <a:srgbClr val="000000"/>
                          </a:solidFill>
                          <a:effectLst/>
                          <a:latin typeface="微軟正黑體" panose="020B0604030504040204" pitchFamily="34" charset="-120"/>
                          <a:ea typeface="微軟正黑體" panose="020B0604030504040204" pitchFamily="34" charset="-120"/>
                        </a:rPr>
                        <a:t>API </a:t>
                      </a:r>
                      <a:r>
                        <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rPr>
                        <a:t>容器化、 </a:t>
                      </a:r>
                      <a:r>
                        <a:rPr lang="en-US" altLang="zh-TW" sz="1000" b="0" i="0" u="none" strike="noStrike" dirty="0">
                          <a:solidFill>
                            <a:srgbClr val="000000"/>
                          </a:solidFill>
                          <a:effectLst/>
                          <a:latin typeface="微軟正黑體" panose="020B0604030504040204" pitchFamily="34" charset="-120"/>
                          <a:ea typeface="微軟正黑體" panose="020B0604030504040204" pitchFamily="34" charset="-120"/>
                        </a:rPr>
                        <a:t>MongoDB </a:t>
                      </a:r>
                      <a:r>
                        <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rPr>
                        <a:t>與 </a:t>
                      </a:r>
                      <a:r>
                        <a:rPr lang="en-US" altLang="zh-TW" sz="1000" b="0" i="0" u="none" strike="noStrike" dirty="0">
                          <a:solidFill>
                            <a:srgbClr val="000000"/>
                          </a:solidFill>
                          <a:effectLst/>
                          <a:latin typeface="微軟正黑體" panose="020B0604030504040204" pitchFamily="34" charset="-120"/>
                          <a:ea typeface="微軟正黑體" panose="020B0604030504040204" pitchFamily="34" charset="-120"/>
                        </a:rPr>
                        <a:t>Redis </a:t>
                      </a:r>
                      <a:r>
                        <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rPr>
                        <a:t>代管、背景任務排程、外部 </a:t>
                      </a:r>
                      <a:r>
                        <a:rPr lang="en-US" altLang="zh-TW" sz="1000" b="0" i="0" u="none" strike="noStrike" dirty="0">
                          <a:solidFill>
                            <a:srgbClr val="000000"/>
                          </a:solidFill>
                          <a:effectLst/>
                          <a:latin typeface="微軟正黑體" panose="020B0604030504040204" pitchFamily="34" charset="-120"/>
                          <a:ea typeface="微軟正黑體" panose="020B0604030504040204" pitchFamily="34" charset="-120"/>
                        </a:rPr>
                        <a:t>API </a:t>
                      </a:r>
                      <a:r>
                        <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rPr>
                        <a:t>串接、 </a:t>
                      </a:r>
                      <a:r>
                        <a:rPr lang="en-US" altLang="zh-TW" sz="1000" b="0" i="0" u="none" strike="noStrike" dirty="0">
                          <a:solidFill>
                            <a:srgbClr val="000000"/>
                          </a:solidFill>
                          <a:effectLst/>
                          <a:latin typeface="微軟正黑體" panose="020B0604030504040204" pitchFamily="34" charset="-120"/>
                          <a:ea typeface="微軟正黑體" panose="020B0604030504040204" pitchFamily="34" charset="-120"/>
                        </a:rPr>
                        <a:t>Secret </a:t>
                      </a:r>
                      <a:r>
                        <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rPr>
                        <a:t>管理、監控告警、備份與復原。</a:t>
                      </a:r>
                      <a:endParaRPr lang="en-US" altLang="zh-TW" sz="1000" b="0" i="0" u="none" strike="noStrike" dirty="0">
                        <a:solidFill>
                          <a:srgbClr val="000000"/>
                        </a:solidFill>
                        <a:effectLst/>
                        <a:latin typeface="微軟正黑體" panose="020B0604030504040204" pitchFamily="34" charset="-120"/>
                        <a:ea typeface="微軟正黑體" panose="020B0604030504040204" pitchFamily="34" charset="-120"/>
                      </a:endParaRPr>
                    </a:p>
                    <a:p>
                      <a:pPr algn="ctr" fontAlgn="ctr"/>
                      <a:endPar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endParaRPr>
                    </a:p>
                  </a:txBody>
                  <a:tcPr marL="4874" marR="4874" marT="487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rPr>
                        <a:t>可提升部署效率、系統擴充性、服務可用性與維運穩定度，並降低基礎設施管理負擔。對資料擷取、 </a:t>
                      </a:r>
                      <a:r>
                        <a:rPr lang="en-US" altLang="zh-TW" sz="1000" b="0" i="0" u="none" strike="noStrike" dirty="0">
                          <a:solidFill>
                            <a:srgbClr val="000000"/>
                          </a:solidFill>
                          <a:effectLst/>
                          <a:latin typeface="微軟正黑體" panose="020B0604030504040204" pitchFamily="34" charset="-120"/>
                          <a:ea typeface="微軟正黑體" panose="020B0604030504040204" pitchFamily="34" charset="-120"/>
                        </a:rPr>
                        <a:t>LLM </a:t>
                      </a:r>
                      <a:r>
                        <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rPr>
                        <a:t>分析與排程任務，可依負載彈性擴充資源。</a:t>
                      </a:r>
                      <a:endParaRPr lang="en-US" altLang="zh-TW" sz="1000" b="0" i="0" u="none" strike="noStrike" dirty="0">
                        <a:solidFill>
                          <a:srgbClr val="000000"/>
                        </a:solidFill>
                        <a:effectLst/>
                        <a:latin typeface="微軟正黑體" panose="020B0604030504040204" pitchFamily="34" charset="-120"/>
                        <a:ea typeface="微軟正黑體" panose="020B0604030504040204" pitchFamily="34" charset="-120"/>
                      </a:endParaRPr>
                    </a:p>
                  </a:txBody>
                  <a:tcPr marL="4874" marR="4874" marT="487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rPr>
                        <a:t>若目前僅為低流量內部 </a:t>
                      </a:r>
                      <a:r>
                        <a:rPr lang="en-US" altLang="zh-TW" sz="1000" b="0" i="0" u="none" strike="noStrike" dirty="0">
                          <a:solidFill>
                            <a:srgbClr val="000000"/>
                          </a:solidFill>
                          <a:effectLst/>
                          <a:latin typeface="微軟正黑體" panose="020B0604030504040204" pitchFamily="34" charset="-120"/>
                          <a:ea typeface="微軟正黑體" panose="020B0604030504040204" pitchFamily="34" charset="-120"/>
                        </a:rPr>
                        <a:t>PoC</a:t>
                      </a:r>
                      <a:r>
                        <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rPr>
                        <a:t>，上雲短期效益有限，可能增加雲端成本與維運複雜度；外部資料來源限制與 </a:t>
                      </a:r>
                      <a:r>
                        <a:rPr lang="en-US" altLang="zh-TW" sz="1000" b="0" i="0" u="none" strike="noStrike" dirty="0">
                          <a:solidFill>
                            <a:srgbClr val="000000"/>
                          </a:solidFill>
                          <a:effectLst/>
                          <a:latin typeface="微軟正黑體" panose="020B0604030504040204" pitchFamily="34" charset="-120"/>
                          <a:ea typeface="微軟正黑體" panose="020B0604030504040204" pitchFamily="34" charset="-120"/>
                        </a:rPr>
                        <a:t>API </a:t>
                      </a:r>
                      <a:r>
                        <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rPr>
                        <a:t>額度問題也無法單靠上雲完全解決。</a:t>
                      </a:r>
                    </a:p>
                  </a:txBody>
                  <a:tcPr marL="4874" marR="4874" marT="487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rPr>
                        <a:t>主要障礙為資料遷移、佇列任務不中斷切換、</a:t>
                      </a:r>
                      <a:r>
                        <a:rPr lang="en-US" altLang="zh-TW" sz="1000" b="0" i="0" u="none" strike="noStrike" dirty="0">
                          <a:solidFill>
                            <a:srgbClr val="000000"/>
                          </a:solidFill>
                          <a:effectLst/>
                          <a:latin typeface="微軟正黑體" panose="020B0604030504040204" pitchFamily="34" charset="-120"/>
                          <a:ea typeface="微軟正黑體" panose="020B0604030504040204" pitchFamily="34" charset="-120"/>
                        </a:rPr>
                        <a:t>MongoDB</a:t>
                      </a:r>
                      <a:r>
                        <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rPr>
                        <a:t>、</a:t>
                      </a:r>
                      <a:r>
                        <a:rPr lang="en-US" altLang="zh-TW" sz="1000" b="0" i="0" u="none" strike="noStrike" dirty="0">
                          <a:solidFill>
                            <a:srgbClr val="000000"/>
                          </a:solidFill>
                          <a:effectLst/>
                          <a:latin typeface="微軟正黑體" panose="020B0604030504040204" pitchFamily="34" charset="-120"/>
                          <a:ea typeface="微軟正黑體" panose="020B0604030504040204" pitchFamily="34" charset="-120"/>
                        </a:rPr>
                        <a:t>Redis</a:t>
                      </a:r>
                      <a:r>
                        <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rPr>
                        <a:t>／</a:t>
                      </a:r>
                      <a:r>
                        <a:rPr lang="en-US" altLang="zh-TW" sz="1000" b="0" i="0" u="none" strike="noStrike" dirty="0" err="1">
                          <a:solidFill>
                            <a:srgbClr val="000000"/>
                          </a:solidFill>
                          <a:effectLst/>
                          <a:latin typeface="微軟正黑體" panose="020B0604030504040204" pitchFamily="34" charset="-120"/>
                          <a:ea typeface="微軟正黑體" panose="020B0604030504040204" pitchFamily="34" charset="-120"/>
                        </a:rPr>
                        <a:t>BullMQ</a:t>
                      </a:r>
                      <a:r>
                        <a:rPr lang="en-US" altLang="zh-TW" sz="1000" b="0" i="0" u="none" strike="noStrike" dirty="0">
                          <a:solidFill>
                            <a:srgbClr val="000000"/>
                          </a:solidFill>
                          <a:effectLst/>
                          <a:latin typeface="微軟正黑體" panose="020B0604030504040204" pitchFamily="34" charset="-120"/>
                          <a:ea typeface="微軟正黑體" panose="020B0604030504040204" pitchFamily="34" charset="-120"/>
                        </a:rPr>
                        <a:t> </a:t>
                      </a:r>
                      <a:r>
                        <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rPr>
                        <a:t>可靠性、外部服務網路設定、以及資安、稽核與成本控管要求。</a:t>
                      </a:r>
                    </a:p>
                  </a:txBody>
                  <a:tcPr marL="4874" marR="4874" marT="487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3637936964"/>
                  </a:ext>
                </a:extLst>
              </a:tr>
            </a:tbl>
          </a:graphicData>
        </a:graphic>
      </p:graphicFrame>
    </p:spTree>
    <p:extLst>
      <p:ext uri="{BB962C8B-B14F-4D97-AF65-F5344CB8AC3E}">
        <p14:creationId xmlns:p14="http://schemas.microsoft.com/office/powerpoint/2010/main" val="3463483703"/>
      </p:ext>
    </p:extLst>
  </p:cSld>
  <p:clrMapOvr>
    <a:masterClrMapping/>
  </p:clrMapOvr>
  <p:transition spd="me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p:cNvSpPr>
            <a:spLocks noGrp="1"/>
          </p:cNvSpPr>
          <p:nvPr>
            <p:ph type="title"/>
          </p:nvPr>
        </p:nvSpPr>
        <p:spPr/>
        <p:txBody>
          <a:bodyPr/>
          <a:lstStyle/>
          <a:p>
            <a:pPr marL="524735" indent="-524735"/>
            <a:r>
              <a:rPr lang="zh-TW" altLang="en-US" dirty="0"/>
              <a:t>雲適性評估</a:t>
            </a:r>
            <a:r>
              <a:rPr lang="en-US" altLang="zh-TW" dirty="0"/>
              <a:t>-</a:t>
            </a:r>
            <a:r>
              <a:rPr lang="zh-TW" altLang="en-US" dirty="0"/>
              <a:t>填寫範例</a:t>
            </a:r>
          </a:p>
        </p:txBody>
      </p:sp>
      <p:sp>
        <p:nvSpPr>
          <p:cNvPr id="3" name="文字方塊 2">
            <a:extLst>
              <a:ext uri="{FF2B5EF4-FFF2-40B4-BE49-F238E27FC236}">
                <a16:creationId xmlns:a16="http://schemas.microsoft.com/office/drawing/2014/main" id="{5AAE6FCD-7354-66FD-9B36-2B3948CCE8CC}"/>
              </a:ext>
            </a:extLst>
          </p:cNvPr>
          <p:cNvSpPr txBox="1"/>
          <p:nvPr/>
        </p:nvSpPr>
        <p:spPr>
          <a:xfrm>
            <a:off x="9911629" y="46267"/>
            <a:ext cx="2278783" cy="600164"/>
          </a:xfrm>
          <a:prstGeom prst="rect">
            <a:avLst/>
          </a:prstGeom>
          <a:noFill/>
        </p:spPr>
        <p:txBody>
          <a:bodyPr wrap="square" rtlCol="0">
            <a:spAutoFit/>
          </a:bodyPr>
          <a:lstStyle/>
          <a:p>
            <a:r>
              <a:rPr lang="en-US" altLang="zh-TW" sz="1100" dirty="0">
                <a:latin typeface="Calibri" panose="020F0502020204030204" pitchFamily="34" charset="0"/>
                <a:ea typeface="標楷體" panose="03000509000000000000" pitchFamily="65" charset="-120"/>
                <a:cs typeface="Calibri" panose="020F0502020204030204" pitchFamily="34" charset="0"/>
              </a:rPr>
              <a:t>[</a:t>
            </a:r>
            <a:r>
              <a:rPr lang="zh-TW" altLang="en-US" sz="1100" dirty="0">
                <a:latin typeface="Calibri" panose="020F0502020204030204" pitchFamily="34" charset="0"/>
                <a:ea typeface="標楷體" panose="03000509000000000000" pitchFamily="65" charset="-120"/>
                <a:cs typeface="Calibri" panose="020F0502020204030204" pitchFamily="34" charset="0"/>
              </a:rPr>
              <a:t>條件</a:t>
            </a:r>
            <a:r>
              <a:rPr lang="en-US" altLang="zh-TW" sz="1100" dirty="0">
                <a:latin typeface="Calibri" panose="020F0502020204030204" pitchFamily="34" charset="0"/>
                <a:ea typeface="標楷體" panose="03000509000000000000" pitchFamily="65" charset="-120"/>
                <a:cs typeface="Calibri" panose="020F0502020204030204" pitchFamily="34" charset="0"/>
              </a:rPr>
              <a:t>]</a:t>
            </a:r>
          </a:p>
          <a:p>
            <a:pPr algn="just"/>
            <a:r>
              <a:rPr lang="zh-TW" altLang="en-US" sz="1100" dirty="0">
                <a:latin typeface="Calibri" panose="020F0502020204030204" pitchFamily="34" charset="0"/>
                <a:ea typeface="標楷體" panose="03000509000000000000" pitchFamily="65" charset="-120"/>
                <a:cs typeface="Calibri" panose="020F0502020204030204" pitchFamily="34" charset="0"/>
              </a:rPr>
              <a:t>軟硬體設備增購、架構重大調整或全新建置時，應進行雲適性評估</a:t>
            </a:r>
          </a:p>
        </p:txBody>
      </p:sp>
      <p:graphicFrame>
        <p:nvGraphicFramePr>
          <p:cNvPr id="4" name="表格 3">
            <a:extLst>
              <a:ext uri="{FF2B5EF4-FFF2-40B4-BE49-F238E27FC236}">
                <a16:creationId xmlns:a16="http://schemas.microsoft.com/office/drawing/2014/main" id="{6A22D829-0E64-FFC2-6E48-33FF143E298C}"/>
              </a:ext>
            </a:extLst>
          </p:cNvPr>
          <p:cNvGraphicFramePr>
            <a:graphicFrameLocks noGrp="1"/>
          </p:cNvGraphicFramePr>
          <p:nvPr>
            <p:extLst>
              <p:ext uri="{D42A27DB-BD31-4B8C-83A1-F6EECF244321}">
                <p14:modId xmlns:p14="http://schemas.microsoft.com/office/powerpoint/2010/main" val="2959161764"/>
              </p:ext>
            </p:extLst>
          </p:nvPr>
        </p:nvGraphicFramePr>
        <p:xfrm>
          <a:off x="190550" y="832019"/>
          <a:ext cx="11881321" cy="2666382"/>
        </p:xfrm>
        <a:graphic>
          <a:graphicData uri="http://schemas.openxmlformats.org/drawingml/2006/table">
            <a:tbl>
              <a:tblPr/>
              <a:tblGrid>
                <a:gridCol w="1008112">
                  <a:extLst>
                    <a:ext uri="{9D8B030D-6E8A-4147-A177-3AD203B41FA5}">
                      <a16:colId xmlns:a16="http://schemas.microsoft.com/office/drawing/2014/main" val="2578881589"/>
                    </a:ext>
                  </a:extLst>
                </a:gridCol>
                <a:gridCol w="576064">
                  <a:extLst>
                    <a:ext uri="{9D8B030D-6E8A-4147-A177-3AD203B41FA5}">
                      <a16:colId xmlns:a16="http://schemas.microsoft.com/office/drawing/2014/main" val="2280598523"/>
                    </a:ext>
                  </a:extLst>
                </a:gridCol>
                <a:gridCol w="648072">
                  <a:extLst>
                    <a:ext uri="{9D8B030D-6E8A-4147-A177-3AD203B41FA5}">
                      <a16:colId xmlns:a16="http://schemas.microsoft.com/office/drawing/2014/main" val="645903716"/>
                    </a:ext>
                  </a:extLst>
                </a:gridCol>
                <a:gridCol w="2736304">
                  <a:extLst>
                    <a:ext uri="{9D8B030D-6E8A-4147-A177-3AD203B41FA5}">
                      <a16:colId xmlns:a16="http://schemas.microsoft.com/office/drawing/2014/main" val="2723199412"/>
                    </a:ext>
                  </a:extLst>
                </a:gridCol>
                <a:gridCol w="1512168">
                  <a:extLst>
                    <a:ext uri="{9D8B030D-6E8A-4147-A177-3AD203B41FA5}">
                      <a16:colId xmlns:a16="http://schemas.microsoft.com/office/drawing/2014/main" val="3815007272"/>
                    </a:ext>
                  </a:extLst>
                </a:gridCol>
                <a:gridCol w="576064">
                  <a:extLst>
                    <a:ext uri="{9D8B030D-6E8A-4147-A177-3AD203B41FA5}">
                      <a16:colId xmlns:a16="http://schemas.microsoft.com/office/drawing/2014/main" val="3157112975"/>
                    </a:ext>
                  </a:extLst>
                </a:gridCol>
                <a:gridCol w="504056">
                  <a:extLst>
                    <a:ext uri="{9D8B030D-6E8A-4147-A177-3AD203B41FA5}">
                      <a16:colId xmlns:a16="http://schemas.microsoft.com/office/drawing/2014/main" val="2509131032"/>
                    </a:ext>
                  </a:extLst>
                </a:gridCol>
                <a:gridCol w="1584176">
                  <a:extLst>
                    <a:ext uri="{9D8B030D-6E8A-4147-A177-3AD203B41FA5}">
                      <a16:colId xmlns:a16="http://schemas.microsoft.com/office/drawing/2014/main" val="3816143125"/>
                    </a:ext>
                  </a:extLst>
                </a:gridCol>
                <a:gridCol w="792088">
                  <a:extLst>
                    <a:ext uri="{9D8B030D-6E8A-4147-A177-3AD203B41FA5}">
                      <a16:colId xmlns:a16="http://schemas.microsoft.com/office/drawing/2014/main" val="2242317364"/>
                    </a:ext>
                  </a:extLst>
                </a:gridCol>
                <a:gridCol w="1008112">
                  <a:extLst>
                    <a:ext uri="{9D8B030D-6E8A-4147-A177-3AD203B41FA5}">
                      <a16:colId xmlns:a16="http://schemas.microsoft.com/office/drawing/2014/main" val="1859327443"/>
                    </a:ext>
                  </a:extLst>
                </a:gridCol>
                <a:gridCol w="936105">
                  <a:extLst>
                    <a:ext uri="{9D8B030D-6E8A-4147-A177-3AD203B41FA5}">
                      <a16:colId xmlns:a16="http://schemas.microsoft.com/office/drawing/2014/main" val="3640953331"/>
                    </a:ext>
                  </a:extLst>
                </a:gridCol>
              </a:tblGrid>
              <a:tr h="1252519">
                <a:tc>
                  <a:txBody>
                    <a:bodyPr/>
                    <a:lstStyle/>
                    <a:p>
                      <a:pPr algn="ctr" fontAlgn="ctr"/>
                      <a:r>
                        <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rPr>
                        <a:t>說明業務情境與目的，若有多種業務情境及目的，請協助列點說明，若業務端有未來業務情境規劃，也請協助列出，作為後續整體評估依據。</a:t>
                      </a:r>
                    </a:p>
                  </a:txBody>
                  <a:tcPr marL="4874" marR="4874" marT="487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2CC"/>
                    </a:solidFill>
                  </a:tcPr>
                </a:tc>
                <a:tc>
                  <a:txBody>
                    <a:bodyPr/>
                    <a:lstStyle/>
                    <a:p>
                      <a:pPr algn="ctr" fontAlgn="ctr"/>
                      <a:r>
                        <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rPr>
                        <a:t>說明業務包含範圍</a:t>
                      </a:r>
                    </a:p>
                  </a:txBody>
                  <a:tcPr marL="4874" marR="4874" marT="487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2CC"/>
                    </a:solidFill>
                  </a:tcPr>
                </a:tc>
                <a:tc>
                  <a:txBody>
                    <a:bodyPr/>
                    <a:lstStyle/>
                    <a:p>
                      <a:pPr algn="ctr" fontAlgn="ctr"/>
                      <a:r>
                        <a:rPr lang="zh-TW" altLang="en-US" sz="1000" b="0" i="0" u="none" strike="noStrike">
                          <a:solidFill>
                            <a:srgbClr val="000000"/>
                          </a:solidFill>
                          <a:effectLst/>
                          <a:latin typeface="微軟正黑體" panose="020B0604030504040204" pitchFamily="34" charset="-120"/>
                          <a:ea typeface="微軟正黑體" panose="020B0604030504040204" pitchFamily="34" charset="-120"/>
                        </a:rPr>
                        <a:t>說明業務主要類型</a:t>
                      </a:r>
                    </a:p>
                  </a:txBody>
                  <a:tcPr marL="4874" marR="4874" marT="487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2CC"/>
                    </a:solidFill>
                  </a:tcPr>
                </a:tc>
                <a:tc>
                  <a:txBody>
                    <a:bodyPr/>
                    <a:lstStyle/>
                    <a:p>
                      <a:pPr algn="ctr" fontAlgn="ctr"/>
                      <a:r>
                        <a:rPr lang="en-US" altLang="zh-TW" sz="1000" b="0" i="0" u="none" strike="noStrike" dirty="0">
                          <a:solidFill>
                            <a:srgbClr val="000000"/>
                          </a:solidFill>
                          <a:effectLst/>
                          <a:latin typeface="微軟正黑體" panose="020B0604030504040204" pitchFamily="34" charset="-120"/>
                          <a:ea typeface="微軟正黑體" panose="020B0604030504040204" pitchFamily="34" charset="-120"/>
                        </a:rPr>
                        <a:t>1.</a:t>
                      </a:r>
                      <a:r>
                        <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rPr>
                        <a:t>核心業務系統（直接支持關鍵業務流程，如財務、訂單處理，停機影響收入或客戶滿意度）</a:t>
                      </a:r>
                      <a:br>
                        <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rPr>
                      </a:br>
                      <a:r>
                        <a:rPr lang="en-US" altLang="zh-TW" sz="1000" b="0" i="0" u="none" strike="noStrike" dirty="0">
                          <a:solidFill>
                            <a:srgbClr val="000000"/>
                          </a:solidFill>
                          <a:effectLst/>
                          <a:latin typeface="微軟正黑體" panose="020B0604030504040204" pitchFamily="34" charset="-120"/>
                          <a:ea typeface="微軟正黑體" panose="020B0604030504040204" pitchFamily="34" charset="-120"/>
                        </a:rPr>
                        <a:t>2.</a:t>
                      </a:r>
                      <a:r>
                        <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rPr>
                        <a:t>重要輔助系統（支持次要業務流程，如內部報表、人力資源管理，停機有影響但可容忍）</a:t>
                      </a:r>
                      <a:br>
                        <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rPr>
                      </a:br>
                      <a:r>
                        <a:rPr lang="en-US" altLang="zh-TW" sz="1000" b="0" i="0" u="none" strike="noStrike" dirty="0">
                          <a:solidFill>
                            <a:srgbClr val="000000"/>
                          </a:solidFill>
                          <a:effectLst/>
                          <a:latin typeface="微軟正黑體" panose="020B0604030504040204" pitchFamily="34" charset="-120"/>
                          <a:ea typeface="微軟正黑體" panose="020B0604030504040204" pitchFamily="34" charset="-120"/>
                        </a:rPr>
                        <a:t>3.</a:t>
                      </a:r>
                      <a:r>
                        <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rPr>
                        <a:t>一般業務系統（日常運營支援，如郵件系統，影響有限）</a:t>
                      </a:r>
                      <a:br>
                        <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rPr>
                      </a:br>
                      <a:r>
                        <a:rPr lang="en-US" altLang="zh-TW" sz="1000" b="0" i="0" u="none" strike="noStrike" dirty="0">
                          <a:solidFill>
                            <a:srgbClr val="000000"/>
                          </a:solidFill>
                          <a:effectLst/>
                          <a:latin typeface="微軟正黑體" panose="020B0604030504040204" pitchFamily="34" charset="-120"/>
                          <a:ea typeface="微軟正黑體" panose="020B0604030504040204" pitchFamily="34" charset="-120"/>
                        </a:rPr>
                        <a:t>4.</a:t>
                      </a:r>
                      <a:r>
                        <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rPr>
                        <a:t>次要系統（非業務核心，如測試環境，停機無重大影響）</a:t>
                      </a:r>
                      <a:br>
                        <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rPr>
                      </a:br>
                      <a:r>
                        <a:rPr lang="en-US" altLang="zh-TW" sz="1000" b="0" i="0" u="none" strike="noStrike" dirty="0">
                          <a:solidFill>
                            <a:srgbClr val="000000"/>
                          </a:solidFill>
                          <a:effectLst/>
                          <a:latin typeface="微軟正黑體" panose="020B0604030504040204" pitchFamily="34" charset="-120"/>
                          <a:ea typeface="微軟正黑體" panose="020B0604030504040204" pitchFamily="34" charset="-120"/>
                        </a:rPr>
                        <a:t>5.</a:t>
                      </a:r>
                      <a:r>
                        <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rPr>
                        <a:t>非必要系統（可棄用或極少使用，如舊檔案系統）</a:t>
                      </a:r>
                    </a:p>
                  </a:txBody>
                  <a:tcPr marL="4874" marR="4874" marT="487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2CC"/>
                    </a:solidFill>
                  </a:tcPr>
                </a:tc>
                <a:tc>
                  <a:txBody>
                    <a:bodyPr/>
                    <a:lstStyle/>
                    <a:p>
                      <a:pPr algn="ctr" fontAlgn="ctr"/>
                      <a:r>
                        <a:rPr lang="zh-TW" altLang="en-US" sz="1000" b="0" i="0" u="none" strike="noStrike">
                          <a:solidFill>
                            <a:srgbClr val="000000"/>
                          </a:solidFill>
                          <a:effectLst/>
                          <a:latin typeface="微軟正黑體" panose="020B0604030504040204" pitchFamily="34" charset="-120"/>
                          <a:ea typeface="微軟正黑體" panose="020B0604030504040204" pitchFamily="34" charset="-120"/>
                        </a:rPr>
                        <a:t>請說明系統服務之對象。若需特別說明，請補充於業務目的說明欄位</a:t>
                      </a:r>
                    </a:p>
                  </a:txBody>
                  <a:tcPr marL="4874" marR="4874" marT="487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2CC"/>
                    </a:solidFill>
                  </a:tcPr>
                </a:tc>
                <a:tc>
                  <a:txBody>
                    <a:bodyPr/>
                    <a:lstStyle/>
                    <a:p>
                      <a:pPr algn="ctr" fontAlgn="ctr"/>
                      <a:r>
                        <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rPr>
                        <a:t>請提供使用此應用系統的用戶量</a:t>
                      </a:r>
                    </a:p>
                  </a:txBody>
                  <a:tcPr marL="4874" marR="4874" marT="487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2CC"/>
                    </a:solidFill>
                  </a:tcPr>
                </a:tc>
                <a:tc>
                  <a:txBody>
                    <a:bodyPr/>
                    <a:lstStyle/>
                    <a:p>
                      <a:pPr algn="ctr" fontAlgn="ctr"/>
                      <a:r>
                        <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rPr>
                        <a:t>請說明是否含個資儲存</a:t>
                      </a:r>
                    </a:p>
                  </a:txBody>
                  <a:tcPr marL="4874" marR="4874" marT="487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2CC"/>
                    </a:solidFill>
                  </a:tcPr>
                </a:tc>
                <a:tc>
                  <a:txBody>
                    <a:bodyPr/>
                    <a:lstStyle/>
                    <a:p>
                      <a:pPr algn="ctr" fontAlgn="ctr"/>
                      <a:r>
                        <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rPr>
                        <a:t>請說明含個資數據的範圍</a:t>
                      </a:r>
                    </a:p>
                  </a:txBody>
                  <a:tcPr marL="4874" marR="4874" marT="487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2CC"/>
                    </a:solidFill>
                  </a:tcPr>
                </a:tc>
                <a:tc>
                  <a:txBody>
                    <a:bodyPr/>
                    <a:lstStyle/>
                    <a:p>
                      <a:pPr algn="ctr" fontAlgn="ctr"/>
                      <a:r>
                        <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rPr>
                        <a:t> 請分別以基本資料、特種資料、帳戶資料、信用資料等舉例說明。若無個資，請填 無個資。</a:t>
                      </a:r>
                    </a:p>
                  </a:txBody>
                  <a:tcPr marL="4874" marR="4874" marT="487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2CC"/>
                    </a:solidFill>
                  </a:tcPr>
                </a:tc>
                <a:tc>
                  <a:txBody>
                    <a:bodyPr/>
                    <a:lstStyle/>
                    <a:p>
                      <a:pPr algn="ctr" fontAlgn="ctr"/>
                      <a:r>
                        <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rPr>
                        <a:t>請說明個資是否有作去識別化儲存</a:t>
                      </a:r>
                    </a:p>
                  </a:txBody>
                  <a:tcPr marL="4874" marR="4874" marT="487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2CC"/>
                    </a:solidFill>
                  </a:tcPr>
                </a:tc>
                <a:tc>
                  <a:txBody>
                    <a:bodyPr/>
                    <a:lstStyle/>
                    <a:p>
                      <a:pPr algn="ctr" fontAlgn="ctr"/>
                      <a:r>
                        <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rPr>
                        <a:t>請說明個資是否有加密儲存</a:t>
                      </a:r>
                    </a:p>
                  </a:txBody>
                  <a:tcPr marL="4874" marR="4874" marT="487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2CC"/>
                    </a:solidFill>
                  </a:tcPr>
                </a:tc>
                <a:extLst>
                  <a:ext uri="{0D108BD9-81ED-4DB2-BD59-A6C34878D82A}">
                    <a16:rowId xmlns:a16="http://schemas.microsoft.com/office/drawing/2014/main" val="2920503884"/>
                  </a:ext>
                </a:extLst>
              </a:tr>
              <a:tr h="238807">
                <a:tc>
                  <a:txBody>
                    <a:bodyPr/>
                    <a:lstStyle/>
                    <a:p>
                      <a:pPr algn="ctr" fontAlgn="ctr"/>
                      <a:r>
                        <a:rPr lang="zh-TW" altLang="en-US" sz="1200" b="1" i="0" u="none" strike="noStrike">
                          <a:solidFill>
                            <a:srgbClr val="000000"/>
                          </a:solidFill>
                          <a:effectLst/>
                          <a:latin typeface="微軟正黑體" panose="020B0604030504040204" pitchFamily="34" charset="-120"/>
                          <a:ea typeface="微軟正黑體" panose="020B0604030504040204" pitchFamily="34" charset="-120"/>
                        </a:rPr>
                        <a:t>業務目的說明</a:t>
                      </a:r>
                    </a:p>
                  </a:txBody>
                  <a:tcPr marL="4874" marR="4874" marT="487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E2EFDA"/>
                    </a:solidFill>
                  </a:tcPr>
                </a:tc>
                <a:tc>
                  <a:txBody>
                    <a:bodyPr/>
                    <a:lstStyle/>
                    <a:p>
                      <a:pPr algn="ctr" fontAlgn="ctr"/>
                      <a:r>
                        <a:rPr lang="zh-TW" altLang="en-US" sz="1200" b="1" i="0" u="none" strike="noStrike">
                          <a:solidFill>
                            <a:srgbClr val="000000"/>
                          </a:solidFill>
                          <a:effectLst/>
                          <a:latin typeface="微軟正黑體" panose="020B0604030504040204" pitchFamily="34" charset="-120"/>
                          <a:ea typeface="微軟正黑體" panose="020B0604030504040204" pitchFamily="34" charset="-120"/>
                        </a:rPr>
                        <a:t>業務範圍</a:t>
                      </a:r>
                    </a:p>
                  </a:txBody>
                  <a:tcPr marL="4874" marR="4874" marT="487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E2EFDA"/>
                    </a:solidFill>
                  </a:tcPr>
                </a:tc>
                <a:tc>
                  <a:txBody>
                    <a:bodyPr/>
                    <a:lstStyle/>
                    <a:p>
                      <a:pPr algn="ctr" fontAlgn="ctr"/>
                      <a:r>
                        <a:rPr lang="zh-TW" altLang="en-US" sz="1200" b="1" i="0" u="none" strike="noStrike">
                          <a:solidFill>
                            <a:srgbClr val="000000"/>
                          </a:solidFill>
                          <a:effectLst/>
                          <a:latin typeface="微軟正黑體" panose="020B0604030504040204" pitchFamily="34" charset="-120"/>
                          <a:ea typeface="微軟正黑體" panose="020B0604030504040204" pitchFamily="34" charset="-120"/>
                        </a:rPr>
                        <a:t>業務類型</a:t>
                      </a:r>
                    </a:p>
                  </a:txBody>
                  <a:tcPr marL="4874" marR="4874" marT="487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E2EFDA"/>
                    </a:solidFill>
                  </a:tcPr>
                </a:tc>
                <a:tc>
                  <a:txBody>
                    <a:bodyPr/>
                    <a:lstStyle/>
                    <a:p>
                      <a:pPr algn="ctr" fontAlgn="ctr"/>
                      <a:r>
                        <a:rPr lang="zh-TW" altLang="en-US" sz="1200" b="1" i="0" u="none" strike="noStrike" dirty="0">
                          <a:solidFill>
                            <a:srgbClr val="000000"/>
                          </a:solidFill>
                          <a:effectLst/>
                          <a:latin typeface="微軟正黑體" panose="020B0604030504040204" pitchFamily="34" charset="-120"/>
                          <a:ea typeface="微軟正黑體" panose="020B0604030504040204" pitchFamily="34" charset="-120"/>
                        </a:rPr>
                        <a:t>系統基本資訊說明</a:t>
                      </a:r>
                    </a:p>
                  </a:txBody>
                  <a:tcPr marL="4874" marR="4874" marT="487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E2EFDA"/>
                    </a:solidFill>
                  </a:tcPr>
                </a:tc>
                <a:tc>
                  <a:txBody>
                    <a:bodyPr/>
                    <a:lstStyle/>
                    <a:p>
                      <a:pPr algn="ctr" fontAlgn="ctr"/>
                      <a:r>
                        <a:rPr lang="zh-TW" altLang="en-US" sz="1200" b="1" i="0" u="none" strike="noStrike">
                          <a:solidFill>
                            <a:srgbClr val="000000"/>
                          </a:solidFill>
                          <a:effectLst/>
                          <a:latin typeface="微軟正黑體" panose="020B0604030504040204" pitchFamily="34" charset="-120"/>
                          <a:ea typeface="微軟正黑體" panose="020B0604030504040204" pitchFamily="34" charset="-120"/>
                        </a:rPr>
                        <a:t>用戶類型</a:t>
                      </a:r>
                    </a:p>
                  </a:txBody>
                  <a:tcPr marL="4874" marR="4874" marT="487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E2EFDA"/>
                    </a:solidFill>
                  </a:tcPr>
                </a:tc>
                <a:tc>
                  <a:txBody>
                    <a:bodyPr/>
                    <a:lstStyle/>
                    <a:p>
                      <a:pPr algn="ctr" fontAlgn="ctr"/>
                      <a:r>
                        <a:rPr lang="zh-TW" altLang="en-US" sz="1200" b="1" i="0" u="none" strike="noStrike">
                          <a:solidFill>
                            <a:srgbClr val="000000"/>
                          </a:solidFill>
                          <a:effectLst/>
                          <a:latin typeface="微軟正黑體" panose="020B0604030504040204" pitchFamily="34" charset="-120"/>
                          <a:ea typeface="微軟正黑體" panose="020B0604030504040204" pitchFamily="34" charset="-120"/>
                        </a:rPr>
                        <a:t>系統用戶數</a:t>
                      </a:r>
                    </a:p>
                  </a:txBody>
                  <a:tcPr marL="4874" marR="4874" marT="487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E2EFDA"/>
                    </a:solidFill>
                  </a:tcPr>
                </a:tc>
                <a:tc>
                  <a:txBody>
                    <a:bodyPr/>
                    <a:lstStyle/>
                    <a:p>
                      <a:pPr algn="ctr" fontAlgn="ctr"/>
                      <a:r>
                        <a:rPr lang="zh-TW" altLang="en-US" sz="1200" b="1" i="0" u="none" strike="noStrike">
                          <a:solidFill>
                            <a:srgbClr val="000000"/>
                          </a:solidFill>
                          <a:effectLst/>
                          <a:latin typeface="微軟正黑體" panose="020B0604030504040204" pitchFamily="34" charset="-120"/>
                          <a:ea typeface="微軟正黑體" panose="020B0604030504040204" pitchFamily="34" charset="-120"/>
                        </a:rPr>
                        <a:t>是否有個資</a:t>
                      </a:r>
                    </a:p>
                  </a:txBody>
                  <a:tcPr marL="4874" marR="4874" marT="487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DEBF7"/>
                    </a:solidFill>
                  </a:tcPr>
                </a:tc>
                <a:tc>
                  <a:txBody>
                    <a:bodyPr/>
                    <a:lstStyle/>
                    <a:p>
                      <a:pPr algn="ctr" fontAlgn="ctr"/>
                      <a:r>
                        <a:rPr lang="zh-TW" altLang="en-US" sz="1200" b="1" i="0" u="none" strike="noStrike">
                          <a:solidFill>
                            <a:srgbClr val="000000"/>
                          </a:solidFill>
                          <a:effectLst/>
                          <a:latin typeface="微軟正黑體" panose="020B0604030504040204" pitchFamily="34" charset="-120"/>
                          <a:ea typeface="微軟正黑體" panose="020B0604030504040204" pitchFamily="34" charset="-120"/>
                        </a:rPr>
                        <a:t>個資範圍</a:t>
                      </a:r>
                    </a:p>
                  </a:txBody>
                  <a:tcPr marL="4874" marR="4874" marT="487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DEBF7"/>
                    </a:solidFill>
                  </a:tcPr>
                </a:tc>
                <a:tc>
                  <a:txBody>
                    <a:bodyPr/>
                    <a:lstStyle/>
                    <a:p>
                      <a:pPr algn="ctr" fontAlgn="ctr"/>
                      <a:r>
                        <a:rPr lang="zh-TW" altLang="en-US" sz="1200" b="1" i="0" u="none" strike="noStrike">
                          <a:solidFill>
                            <a:srgbClr val="000000"/>
                          </a:solidFill>
                          <a:effectLst/>
                          <a:latin typeface="微軟正黑體" panose="020B0604030504040204" pitchFamily="34" charset="-120"/>
                          <a:ea typeface="微軟正黑體" panose="020B0604030504040204" pitchFamily="34" charset="-120"/>
                        </a:rPr>
                        <a:t>個資欄位說明</a:t>
                      </a:r>
                    </a:p>
                  </a:txBody>
                  <a:tcPr marL="4874" marR="4874" marT="487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DEBF7"/>
                    </a:solidFill>
                  </a:tcPr>
                </a:tc>
                <a:tc>
                  <a:txBody>
                    <a:bodyPr/>
                    <a:lstStyle/>
                    <a:p>
                      <a:pPr algn="ctr" fontAlgn="ctr"/>
                      <a:r>
                        <a:rPr lang="zh-TW" altLang="en-US" sz="1200" b="1" i="0" u="none" strike="noStrike">
                          <a:solidFill>
                            <a:srgbClr val="000000"/>
                          </a:solidFill>
                          <a:effectLst/>
                          <a:latin typeface="微軟正黑體" panose="020B0604030504040204" pitchFamily="34" charset="-120"/>
                          <a:ea typeface="微軟正黑體" panose="020B0604030504040204" pitchFamily="34" charset="-120"/>
                        </a:rPr>
                        <a:t>個資是否有去識別化儲存</a:t>
                      </a:r>
                    </a:p>
                  </a:txBody>
                  <a:tcPr marL="4874" marR="4874" marT="487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DEBF7"/>
                    </a:solidFill>
                  </a:tcPr>
                </a:tc>
                <a:tc>
                  <a:txBody>
                    <a:bodyPr/>
                    <a:lstStyle/>
                    <a:p>
                      <a:pPr algn="ctr" fontAlgn="ctr"/>
                      <a:r>
                        <a:rPr lang="zh-TW" altLang="en-US" sz="1200" b="1" i="0" u="none" strike="noStrike">
                          <a:solidFill>
                            <a:srgbClr val="000000"/>
                          </a:solidFill>
                          <a:effectLst/>
                          <a:latin typeface="微軟正黑體" panose="020B0604030504040204" pitchFamily="34" charset="-120"/>
                          <a:ea typeface="微軟正黑體" panose="020B0604030504040204" pitchFamily="34" charset="-120"/>
                        </a:rPr>
                        <a:t>個資是否有加密儲存</a:t>
                      </a:r>
                    </a:p>
                  </a:txBody>
                  <a:tcPr marL="4874" marR="4874" marT="487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DEBF7"/>
                    </a:solidFill>
                  </a:tcPr>
                </a:tc>
                <a:extLst>
                  <a:ext uri="{0D108BD9-81ED-4DB2-BD59-A6C34878D82A}">
                    <a16:rowId xmlns:a16="http://schemas.microsoft.com/office/drawing/2014/main" val="3057217130"/>
                  </a:ext>
                </a:extLst>
              </a:tr>
              <a:tr h="238807">
                <a:tc>
                  <a:txBody>
                    <a:bodyPr/>
                    <a:lstStyle/>
                    <a:p>
                      <a:pPr algn="ctr" fontAlgn="ctr"/>
                      <a:r>
                        <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rPr>
                        <a:t>簡述增購</a:t>
                      </a:r>
                      <a:r>
                        <a:rPr lang="en-US" altLang="zh-TW" sz="1000" b="0" i="0" u="none" strike="noStrike" dirty="0">
                          <a:solidFill>
                            <a:srgbClr val="000000"/>
                          </a:solidFill>
                          <a:effectLst/>
                          <a:latin typeface="微軟正黑體" panose="020B0604030504040204" pitchFamily="34" charset="-120"/>
                          <a:ea typeface="微軟正黑體" panose="020B0604030504040204" pitchFamily="34" charset="-120"/>
                        </a:rPr>
                        <a:t>/</a:t>
                      </a:r>
                      <a:r>
                        <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rPr>
                        <a:t>建置</a:t>
                      </a:r>
                      <a:r>
                        <a:rPr lang="en-US" altLang="zh-TW" sz="1000" b="0" i="0" u="none" strike="noStrike" dirty="0">
                          <a:solidFill>
                            <a:srgbClr val="000000"/>
                          </a:solidFill>
                          <a:effectLst/>
                          <a:latin typeface="微軟正黑體" panose="020B0604030504040204" pitchFamily="34" charset="-120"/>
                          <a:ea typeface="微軟正黑體" panose="020B0604030504040204" pitchFamily="34" charset="-120"/>
                        </a:rPr>
                        <a:t>/</a:t>
                      </a:r>
                      <a:r>
                        <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rPr>
                        <a:t>異動之業務情境與目的，如：全行外部</a:t>
                      </a:r>
                      <a:r>
                        <a:rPr lang="en-US" altLang="zh-TW" sz="1000" b="0" i="0" u="none" strike="noStrike" dirty="0">
                          <a:solidFill>
                            <a:srgbClr val="000000"/>
                          </a:solidFill>
                          <a:effectLst/>
                          <a:latin typeface="微軟正黑體" panose="020B0604030504040204" pitchFamily="34" charset="-120"/>
                          <a:ea typeface="微軟正黑體" panose="020B0604030504040204" pitchFamily="34" charset="-120"/>
                        </a:rPr>
                        <a:t>API</a:t>
                      </a:r>
                      <a:r>
                        <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rPr>
                        <a:t>相關安全控管措</a:t>
                      </a:r>
                      <a:endParaRPr lang="en-US" altLang="zh-TW" sz="1000" b="0" i="0" u="none" strike="noStrike" dirty="0">
                        <a:solidFill>
                          <a:srgbClr val="000000"/>
                        </a:solidFill>
                        <a:effectLst/>
                        <a:latin typeface="微軟正黑體" panose="020B0604030504040204" pitchFamily="34" charset="-120"/>
                        <a:ea typeface="微軟正黑體" panose="020B0604030504040204" pitchFamily="34" charset="-120"/>
                      </a:endParaRPr>
                    </a:p>
                  </a:txBody>
                  <a:tcPr marL="4874" marR="4874" marT="487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rPr>
                        <a:t>僅國內</a:t>
                      </a:r>
                      <a:r>
                        <a:rPr lang="en-US" altLang="zh-TW" sz="1000" b="0" i="0" u="none" strike="noStrike" dirty="0">
                          <a:solidFill>
                            <a:srgbClr val="000000"/>
                          </a:solidFill>
                          <a:effectLst/>
                          <a:latin typeface="微軟正黑體" panose="020B0604030504040204" pitchFamily="34" charset="-120"/>
                          <a:ea typeface="微軟正黑體" panose="020B0604030504040204" pitchFamily="34" charset="-120"/>
                        </a:rPr>
                        <a:t>/</a:t>
                      </a:r>
                    </a:p>
                    <a:p>
                      <a:pPr algn="ctr" fontAlgn="ctr"/>
                      <a:r>
                        <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rPr>
                        <a:t>僅海外</a:t>
                      </a:r>
                      <a:r>
                        <a:rPr lang="en-US" altLang="zh-TW" sz="1000" b="0" i="0" u="none" strike="noStrike" dirty="0">
                          <a:solidFill>
                            <a:srgbClr val="000000"/>
                          </a:solidFill>
                          <a:effectLst/>
                          <a:latin typeface="微軟正黑體" panose="020B0604030504040204" pitchFamily="34" charset="-120"/>
                          <a:ea typeface="微軟正黑體" panose="020B0604030504040204" pitchFamily="34" charset="-120"/>
                        </a:rPr>
                        <a:t>/</a:t>
                      </a:r>
                    </a:p>
                    <a:p>
                      <a:pPr algn="ctr" fontAlgn="ctr"/>
                      <a:r>
                        <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rPr>
                        <a:t>含國內海外</a:t>
                      </a:r>
                    </a:p>
                  </a:txBody>
                  <a:tcPr marL="4874" marR="4874" marT="487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rPr>
                        <a:t>消金業務</a:t>
                      </a:r>
                      <a:r>
                        <a:rPr lang="en-US" altLang="zh-TW" sz="1000" b="0" i="0" u="none" strike="noStrike" dirty="0">
                          <a:solidFill>
                            <a:srgbClr val="000000"/>
                          </a:solidFill>
                          <a:effectLst/>
                          <a:latin typeface="微軟正黑體" panose="020B0604030504040204" pitchFamily="34" charset="-120"/>
                          <a:ea typeface="微軟正黑體" panose="020B0604030504040204" pitchFamily="34" charset="-120"/>
                        </a:rPr>
                        <a:t>/</a:t>
                      </a:r>
                      <a:r>
                        <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rPr>
                        <a:t>法金業務</a:t>
                      </a:r>
                      <a:r>
                        <a:rPr lang="en-US" altLang="zh-TW" sz="1000" b="0" i="0" u="none" strike="noStrike" dirty="0">
                          <a:solidFill>
                            <a:srgbClr val="000000"/>
                          </a:solidFill>
                          <a:effectLst/>
                          <a:latin typeface="微軟正黑體" panose="020B0604030504040204" pitchFamily="34" charset="-120"/>
                          <a:ea typeface="微軟正黑體" panose="020B0604030504040204" pitchFamily="34" charset="-120"/>
                        </a:rPr>
                        <a:t>/</a:t>
                      </a:r>
                      <a:r>
                        <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rPr>
                        <a:t>僅內部營運</a:t>
                      </a:r>
                      <a:r>
                        <a:rPr lang="en-US" altLang="zh-TW" sz="1000" b="0" i="0" u="none" strike="noStrike" dirty="0">
                          <a:solidFill>
                            <a:srgbClr val="000000"/>
                          </a:solidFill>
                          <a:effectLst/>
                          <a:latin typeface="微軟正黑體" panose="020B0604030504040204" pitchFamily="34" charset="-120"/>
                          <a:ea typeface="微軟正黑體" panose="020B0604030504040204" pitchFamily="34" charset="-120"/>
                        </a:rPr>
                        <a:t>/</a:t>
                      </a:r>
                      <a:r>
                        <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rPr>
                        <a:t>其它</a:t>
                      </a:r>
                    </a:p>
                  </a:txBody>
                  <a:tcPr marL="4874" marR="4874" marT="487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rPr>
                        <a:t>核心業務系統</a:t>
                      </a:r>
                      <a:r>
                        <a:rPr lang="en-US" altLang="zh-TW" sz="1000" b="0" i="0" u="none" strike="noStrike" dirty="0">
                          <a:solidFill>
                            <a:srgbClr val="000000"/>
                          </a:solidFill>
                          <a:effectLst/>
                          <a:latin typeface="微軟正黑體" panose="020B0604030504040204" pitchFamily="34" charset="-120"/>
                          <a:ea typeface="微軟正黑體" panose="020B0604030504040204" pitchFamily="34" charset="-120"/>
                        </a:rPr>
                        <a:t>/</a:t>
                      </a:r>
                      <a:r>
                        <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rPr>
                        <a:t>重要輔助系統</a:t>
                      </a:r>
                      <a:r>
                        <a:rPr lang="en-US" altLang="zh-TW" sz="1000" b="0" i="0" u="none" strike="noStrike" dirty="0">
                          <a:solidFill>
                            <a:srgbClr val="000000"/>
                          </a:solidFill>
                          <a:effectLst/>
                          <a:latin typeface="微軟正黑體" panose="020B0604030504040204" pitchFamily="34" charset="-120"/>
                          <a:ea typeface="微軟正黑體" panose="020B0604030504040204" pitchFamily="34" charset="-120"/>
                        </a:rPr>
                        <a:t>/</a:t>
                      </a:r>
                      <a:r>
                        <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rPr>
                        <a:t>一般業務系統</a:t>
                      </a:r>
                      <a:r>
                        <a:rPr lang="en-US" altLang="zh-TW" sz="1000" b="0" i="0" u="none" strike="noStrike" dirty="0">
                          <a:solidFill>
                            <a:srgbClr val="000000"/>
                          </a:solidFill>
                          <a:effectLst/>
                          <a:latin typeface="微軟正黑體" panose="020B0604030504040204" pitchFamily="34" charset="-120"/>
                          <a:ea typeface="微軟正黑體" panose="020B0604030504040204" pitchFamily="34" charset="-120"/>
                        </a:rPr>
                        <a:t>/</a:t>
                      </a:r>
                      <a:r>
                        <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rPr>
                        <a:t>次要系統</a:t>
                      </a:r>
                      <a:r>
                        <a:rPr lang="en-US" altLang="zh-TW" sz="1000" b="0" i="0" u="none" strike="noStrike" dirty="0">
                          <a:solidFill>
                            <a:srgbClr val="000000"/>
                          </a:solidFill>
                          <a:effectLst/>
                          <a:latin typeface="微軟正黑體" panose="020B0604030504040204" pitchFamily="34" charset="-120"/>
                          <a:ea typeface="微軟正黑體" panose="020B0604030504040204" pitchFamily="34" charset="-120"/>
                        </a:rPr>
                        <a:t>/</a:t>
                      </a:r>
                      <a:r>
                        <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rPr>
                        <a:t>非必要系統</a:t>
                      </a:r>
                      <a:endParaRPr lang="en-US" altLang="zh-TW" sz="1000" b="0" i="0" u="none" strike="noStrike" dirty="0">
                        <a:solidFill>
                          <a:srgbClr val="000000"/>
                        </a:solidFill>
                        <a:effectLst/>
                        <a:latin typeface="微軟正黑體" panose="020B0604030504040204" pitchFamily="34" charset="-120"/>
                        <a:ea typeface="微軟正黑體" panose="020B0604030504040204" pitchFamily="34" charset="-120"/>
                      </a:endParaRPr>
                    </a:p>
                  </a:txBody>
                  <a:tcPr marL="4874" marR="4874" marT="487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rPr>
                        <a:t>僅內部同仁</a:t>
                      </a:r>
                      <a:r>
                        <a:rPr lang="en-US" altLang="zh-TW" sz="1000" b="0" i="0" u="none" strike="noStrike" dirty="0">
                          <a:solidFill>
                            <a:srgbClr val="000000"/>
                          </a:solidFill>
                          <a:effectLst/>
                          <a:latin typeface="微軟正黑體" panose="020B0604030504040204" pitchFamily="34" charset="-120"/>
                          <a:ea typeface="微軟正黑體" panose="020B0604030504040204" pitchFamily="34" charset="-120"/>
                        </a:rPr>
                        <a:t>/</a:t>
                      </a:r>
                      <a:r>
                        <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rPr>
                        <a:t>僅個人客戶</a:t>
                      </a:r>
                      <a:r>
                        <a:rPr lang="en-US" altLang="zh-TW" sz="1000" b="0" i="0" u="none" strike="noStrike" dirty="0">
                          <a:solidFill>
                            <a:srgbClr val="000000"/>
                          </a:solidFill>
                          <a:effectLst/>
                          <a:latin typeface="微軟正黑體" panose="020B0604030504040204" pitchFamily="34" charset="-120"/>
                          <a:ea typeface="微軟正黑體" panose="020B0604030504040204" pitchFamily="34" charset="-120"/>
                        </a:rPr>
                        <a:t>/</a:t>
                      </a:r>
                      <a:r>
                        <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rPr>
                        <a:t>僅法人客戶</a:t>
                      </a:r>
                      <a:r>
                        <a:rPr lang="en-US" altLang="zh-TW" sz="1000" b="0" i="0" u="none" strike="noStrike" dirty="0">
                          <a:solidFill>
                            <a:srgbClr val="000000"/>
                          </a:solidFill>
                          <a:effectLst/>
                          <a:latin typeface="微軟正黑體" panose="020B0604030504040204" pitchFamily="34" charset="-120"/>
                          <a:ea typeface="微軟正黑體" panose="020B0604030504040204" pitchFamily="34" charset="-120"/>
                        </a:rPr>
                        <a:t>/</a:t>
                      </a:r>
                      <a:r>
                        <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rPr>
                        <a:t>含個人與法人客戶</a:t>
                      </a:r>
                      <a:r>
                        <a:rPr lang="en-US" altLang="zh-TW" sz="1000" b="0" i="0" u="none" strike="noStrike" dirty="0">
                          <a:solidFill>
                            <a:srgbClr val="000000"/>
                          </a:solidFill>
                          <a:effectLst/>
                          <a:latin typeface="微軟正黑體" panose="020B0604030504040204" pitchFamily="34" charset="-120"/>
                          <a:ea typeface="微軟正黑體" panose="020B0604030504040204" pitchFamily="34" charset="-120"/>
                        </a:rPr>
                        <a:t>/</a:t>
                      </a:r>
                      <a:r>
                        <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rPr>
                        <a:t>僅內部同仁與合作夥伴</a:t>
                      </a:r>
                      <a:r>
                        <a:rPr lang="en-US" altLang="zh-TW" sz="1000" b="0" i="0" u="none" strike="noStrike" dirty="0">
                          <a:solidFill>
                            <a:srgbClr val="000000"/>
                          </a:solidFill>
                          <a:effectLst/>
                          <a:latin typeface="微軟正黑體" panose="020B0604030504040204" pitchFamily="34" charset="-120"/>
                          <a:ea typeface="微軟正黑體" panose="020B0604030504040204" pitchFamily="34" charset="-120"/>
                        </a:rPr>
                        <a:t>/</a:t>
                      </a:r>
                      <a:r>
                        <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rPr>
                        <a:t>含客戶與合作夥伴</a:t>
                      </a:r>
                      <a:r>
                        <a:rPr lang="en-US" altLang="zh-TW" sz="1000" b="0" i="0" u="none" strike="noStrike" dirty="0">
                          <a:solidFill>
                            <a:srgbClr val="000000"/>
                          </a:solidFill>
                          <a:effectLst/>
                          <a:latin typeface="微軟正黑體" panose="020B0604030504040204" pitchFamily="34" charset="-120"/>
                          <a:ea typeface="微軟正黑體" panose="020B0604030504040204" pitchFamily="34" charset="-120"/>
                        </a:rPr>
                        <a:t>/</a:t>
                      </a:r>
                      <a:r>
                        <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rPr>
                        <a:t>其他</a:t>
                      </a:r>
                    </a:p>
                  </a:txBody>
                  <a:tcPr marL="4874" marR="4874" marT="487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en-US" altLang="zh-TW" sz="1000" b="0" i="0" u="none" strike="noStrike" dirty="0">
                          <a:solidFill>
                            <a:srgbClr val="000000"/>
                          </a:solidFill>
                          <a:effectLst/>
                          <a:latin typeface="微軟正黑體" panose="020B0604030504040204" pitchFamily="34" charset="-120"/>
                          <a:ea typeface="微軟正黑體" panose="020B0604030504040204" pitchFamily="34" charset="-120"/>
                        </a:rPr>
                        <a:t>1</a:t>
                      </a:r>
                      <a:r>
                        <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rPr>
                        <a:t>萬以下</a:t>
                      </a:r>
                      <a:r>
                        <a:rPr lang="en-US" altLang="zh-TW" sz="1000" b="0" i="0" u="none" strike="noStrike" dirty="0">
                          <a:solidFill>
                            <a:srgbClr val="000000"/>
                          </a:solidFill>
                          <a:effectLst/>
                          <a:latin typeface="微軟正黑體" panose="020B0604030504040204" pitchFamily="34" charset="-120"/>
                          <a:ea typeface="微軟正黑體" panose="020B0604030504040204" pitchFamily="34" charset="-120"/>
                        </a:rPr>
                        <a:t>/1~9</a:t>
                      </a:r>
                      <a:r>
                        <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rPr>
                        <a:t>萬</a:t>
                      </a:r>
                      <a:r>
                        <a:rPr lang="en-US" altLang="zh-TW" sz="1000" b="0" i="0" u="none" strike="noStrike" dirty="0">
                          <a:solidFill>
                            <a:srgbClr val="000000"/>
                          </a:solidFill>
                          <a:effectLst/>
                          <a:latin typeface="微軟正黑體" panose="020B0604030504040204" pitchFamily="34" charset="-120"/>
                          <a:ea typeface="微軟正黑體" panose="020B0604030504040204" pitchFamily="34" charset="-120"/>
                        </a:rPr>
                        <a:t>/10~99</a:t>
                      </a:r>
                      <a:r>
                        <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rPr>
                        <a:t>萬</a:t>
                      </a:r>
                      <a:r>
                        <a:rPr lang="en-US" altLang="zh-TW" sz="1000" b="0" i="0" u="none" strike="noStrike" dirty="0">
                          <a:solidFill>
                            <a:srgbClr val="000000"/>
                          </a:solidFill>
                          <a:effectLst/>
                          <a:latin typeface="微軟正黑體" panose="020B0604030504040204" pitchFamily="34" charset="-120"/>
                          <a:ea typeface="微軟正黑體" panose="020B0604030504040204" pitchFamily="34" charset="-120"/>
                        </a:rPr>
                        <a:t>/100~999</a:t>
                      </a:r>
                      <a:r>
                        <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rPr>
                        <a:t>萬</a:t>
                      </a:r>
                    </a:p>
                  </a:txBody>
                  <a:tcPr marL="4874" marR="4874" marT="487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rPr>
                        <a:t>有個資</a:t>
                      </a:r>
                    </a:p>
                    <a:p>
                      <a:pPr algn="ctr" fontAlgn="ctr"/>
                      <a:r>
                        <a:rPr lang="en-US" altLang="zh-TW" sz="1000" b="0" i="0" u="none" strike="noStrike" dirty="0">
                          <a:solidFill>
                            <a:srgbClr val="000000"/>
                          </a:solidFill>
                          <a:effectLst/>
                          <a:latin typeface="微軟正黑體" panose="020B0604030504040204" pitchFamily="34" charset="-120"/>
                          <a:ea typeface="微軟正黑體" panose="020B0604030504040204" pitchFamily="34" charset="-120"/>
                        </a:rPr>
                        <a:t>/</a:t>
                      </a:r>
                      <a:r>
                        <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rPr>
                        <a:t>無個資</a:t>
                      </a:r>
                    </a:p>
                  </a:txBody>
                  <a:tcPr marL="4874" marR="4874" marT="487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rPr>
                        <a:t>無個資</a:t>
                      </a:r>
                      <a:r>
                        <a:rPr lang="en-US" altLang="zh-TW" sz="1000" b="0" i="0" u="none" strike="noStrike" dirty="0">
                          <a:solidFill>
                            <a:srgbClr val="000000"/>
                          </a:solidFill>
                          <a:effectLst/>
                          <a:latin typeface="微軟正黑體" panose="020B0604030504040204" pitchFamily="34" charset="-120"/>
                          <a:ea typeface="微軟正黑體" panose="020B0604030504040204" pitchFamily="34" charset="-120"/>
                        </a:rPr>
                        <a:t>/</a:t>
                      </a:r>
                      <a:endPar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endParaRPr>
                    </a:p>
                    <a:p>
                      <a:pPr algn="ctr" fontAlgn="ctr"/>
                      <a:r>
                        <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rPr>
                        <a:t>僅內部同仁</a:t>
                      </a:r>
                      <a:r>
                        <a:rPr lang="en-US" altLang="zh-TW" sz="1000" b="0" i="0" u="none" strike="noStrike" dirty="0">
                          <a:solidFill>
                            <a:srgbClr val="000000"/>
                          </a:solidFill>
                          <a:effectLst/>
                          <a:latin typeface="微軟正黑體" panose="020B0604030504040204" pitchFamily="34" charset="-120"/>
                          <a:ea typeface="微軟正黑體" panose="020B0604030504040204" pitchFamily="34" charset="-120"/>
                        </a:rPr>
                        <a:t>/</a:t>
                      </a:r>
                      <a:endPar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endParaRPr>
                    </a:p>
                    <a:p>
                      <a:pPr algn="ctr" fontAlgn="ctr"/>
                      <a:r>
                        <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rPr>
                        <a:t>僅國內分行客戶</a:t>
                      </a:r>
                      <a:r>
                        <a:rPr lang="en-US" altLang="zh-TW" sz="1000" b="0" i="0" u="none" strike="noStrike" dirty="0">
                          <a:solidFill>
                            <a:srgbClr val="000000"/>
                          </a:solidFill>
                          <a:effectLst/>
                          <a:latin typeface="微軟正黑體" panose="020B0604030504040204" pitchFamily="34" charset="-120"/>
                          <a:ea typeface="微軟正黑體" panose="020B0604030504040204" pitchFamily="34" charset="-120"/>
                        </a:rPr>
                        <a:t>/</a:t>
                      </a:r>
                      <a:endPar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endParaRPr>
                    </a:p>
                    <a:p>
                      <a:pPr algn="ctr" fontAlgn="ctr"/>
                      <a:r>
                        <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rPr>
                        <a:t>僅海外分</a:t>
                      </a:r>
                      <a:r>
                        <a:rPr lang="en-US" altLang="zh-TW" sz="1000" b="0" i="0" u="none" strike="noStrike" dirty="0">
                          <a:solidFill>
                            <a:srgbClr val="000000"/>
                          </a:solidFill>
                          <a:effectLst/>
                          <a:latin typeface="微軟正黑體" panose="020B0604030504040204" pitchFamily="34" charset="-120"/>
                          <a:ea typeface="微軟正黑體" panose="020B0604030504040204" pitchFamily="34" charset="-120"/>
                        </a:rPr>
                        <a:t>(</a:t>
                      </a:r>
                      <a:r>
                        <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rPr>
                        <a:t>子</a:t>
                      </a:r>
                      <a:r>
                        <a:rPr lang="en-US" altLang="zh-TW" sz="1000" b="0" i="0" u="none" strike="noStrike" dirty="0">
                          <a:solidFill>
                            <a:srgbClr val="000000"/>
                          </a:solidFill>
                          <a:effectLst/>
                          <a:latin typeface="微軟正黑體" panose="020B0604030504040204" pitchFamily="34" charset="-120"/>
                          <a:ea typeface="微軟正黑體" panose="020B0604030504040204" pitchFamily="34" charset="-120"/>
                        </a:rPr>
                        <a:t>)</a:t>
                      </a:r>
                      <a:r>
                        <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rPr>
                        <a:t>行客戶</a:t>
                      </a:r>
                      <a:r>
                        <a:rPr lang="en-US" altLang="zh-TW" sz="1000" b="0" i="0" u="none" strike="noStrike" dirty="0">
                          <a:solidFill>
                            <a:srgbClr val="000000"/>
                          </a:solidFill>
                          <a:effectLst/>
                          <a:latin typeface="微軟正黑體" panose="020B0604030504040204" pitchFamily="34" charset="-120"/>
                          <a:ea typeface="微軟正黑體" panose="020B0604030504040204" pitchFamily="34" charset="-120"/>
                        </a:rPr>
                        <a:t>/</a:t>
                      </a:r>
                      <a:endPar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endParaRPr>
                    </a:p>
                    <a:p>
                      <a:pPr algn="ctr" fontAlgn="ctr"/>
                      <a:r>
                        <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rPr>
                        <a:t>含國內、海外分</a:t>
                      </a:r>
                      <a:r>
                        <a:rPr lang="en-US" altLang="zh-TW" sz="1000" b="0" i="0" u="none" strike="noStrike" dirty="0">
                          <a:solidFill>
                            <a:srgbClr val="000000"/>
                          </a:solidFill>
                          <a:effectLst/>
                          <a:latin typeface="微軟正黑體" panose="020B0604030504040204" pitchFamily="34" charset="-120"/>
                          <a:ea typeface="微軟正黑體" panose="020B0604030504040204" pitchFamily="34" charset="-120"/>
                        </a:rPr>
                        <a:t>(</a:t>
                      </a:r>
                      <a:r>
                        <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rPr>
                        <a:t>子</a:t>
                      </a:r>
                      <a:r>
                        <a:rPr lang="en-US" altLang="zh-TW" sz="1000" b="0" i="0" u="none" strike="noStrike" dirty="0">
                          <a:solidFill>
                            <a:srgbClr val="000000"/>
                          </a:solidFill>
                          <a:effectLst/>
                          <a:latin typeface="微軟正黑體" panose="020B0604030504040204" pitchFamily="34" charset="-120"/>
                          <a:ea typeface="微軟正黑體" panose="020B0604030504040204" pitchFamily="34" charset="-120"/>
                        </a:rPr>
                        <a:t>)</a:t>
                      </a:r>
                      <a:r>
                        <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rPr>
                        <a:t>行客戶</a:t>
                      </a:r>
                    </a:p>
                  </a:txBody>
                  <a:tcPr marL="4874" marR="4874" marT="487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rPr>
                        <a:t> 如：基本資料</a:t>
                      </a:r>
                      <a:r>
                        <a:rPr lang="en-US" altLang="zh-TW" sz="1000" b="0" i="0" u="none" strike="noStrike" dirty="0">
                          <a:solidFill>
                            <a:srgbClr val="000000"/>
                          </a:solidFill>
                          <a:effectLst/>
                          <a:latin typeface="微軟正黑體" panose="020B0604030504040204" pitchFamily="34" charset="-120"/>
                          <a:ea typeface="微軟正黑體" panose="020B0604030504040204" pitchFamily="34" charset="-120"/>
                        </a:rPr>
                        <a:t>-</a:t>
                      </a:r>
                      <a:r>
                        <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rPr>
                        <a:t>身分證號、生日</a:t>
                      </a:r>
                    </a:p>
                  </a:txBody>
                  <a:tcPr marL="4874" marR="4874" marT="487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rPr>
                        <a:t>無個資</a:t>
                      </a:r>
                      <a:r>
                        <a:rPr lang="en-US" altLang="zh-TW" sz="1000" b="0" i="0" u="none" strike="noStrike" dirty="0">
                          <a:solidFill>
                            <a:srgbClr val="000000"/>
                          </a:solidFill>
                          <a:effectLst/>
                          <a:latin typeface="微軟正黑體" panose="020B0604030504040204" pitchFamily="34" charset="-120"/>
                          <a:ea typeface="微軟正黑體" panose="020B0604030504040204" pitchFamily="34" charset="-120"/>
                        </a:rPr>
                        <a:t>/</a:t>
                      </a:r>
                      <a:endPar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endParaRPr>
                    </a:p>
                    <a:p>
                      <a:pPr algn="ctr" fontAlgn="ctr"/>
                      <a:r>
                        <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rPr>
                        <a:t>有去識別化</a:t>
                      </a:r>
                      <a:r>
                        <a:rPr lang="en-US" altLang="zh-TW" sz="1000" b="0" i="0" u="none" strike="noStrike" dirty="0">
                          <a:solidFill>
                            <a:srgbClr val="000000"/>
                          </a:solidFill>
                          <a:effectLst/>
                          <a:latin typeface="微軟正黑體" panose="020B0604030504040204" pitchFamily="34" charset="-120"/>
                          <a:ea typeface="微軟正黑體" panose="020B0604030504040204" pitchFamily="34" charset="-120"/>
                        </a:rPr>
                        <a:t>/</a:t>
                      </a:r>
                      <a:endPar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endParaRPr>
                    </a:p>
                    <a:p>
                      <a:pPr algn="ctr" fontAlgn="ctr"/>
                      <a:r>
                        <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rPr>
                        <a:t>無去識別化</a:t>
                      </a:r>
                    </a:p>
                  </a:txBody>
                  <a:tcPr marL="4874" marR="4874" marT="487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rPr>
                        <a:t>無個資</a:t>
                      </a:r>
                      <a:r>
                        <a:rPr lang="en-US" altLang="zh-TW" sz="1000" b="0" i="0" u="none" strike="noStrike" dirty="0">
                          <a:solidFill>
                            <a:srgbClr val="000000"/>
                          </a:solidFill>
                          <a:effectLst/>
                          <a:latin typeface="微軟正黑體" panose="020B0604030504040204" pitchFamily="34" charset="-120"/>
                          <a:ea typeface="微軟正黑體" panose="020B0604030504040204" pitchFamily="34" charset="-120"/>
                        </a:rPr>
                        <a:t>/</a:t>
                      </a:r>
                      <a:endPar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endParaRPr>
                    </a:p>
                    <a:p>
                      <a:pPr algn="ctr" fontAlgn="ctr"/>
                      <a:r>
                        <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rPr>
                        <a:t>有加密</a:t>
                      </a:r>
                      <a:r>
                        <a:rPr lang="en-US" altLang="zh-TW" sz="1000" b="0" i="0" u="none" strike="noStrike" dirty="0">
                          <a:solidFill>
                            <a:srgbClr val="000000"/>
                          </a:solidFill>
                          <a:effectLst/>
                          <a:latin typeface="微軟正黑體" panose="020B0604030504040204" pitchFamily="34" charset="-120"/>
                          <a:ea typeface="微軟正黑體" panose="020B0604030504040204" pitchFamily="34" charset="-120"/>
                        </a:rPr>
                        <a:t>/</a:t>
                      </a:r>
                      <a:endPar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endParaRPr>
                    </a:p>
                    <a:p>
                      <a:pPr algn="ctr" fontAlgn="ctr"/>
                      <a:r>
                        <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rPr>
                        <a:t>無加密</a:t>
                      </a:r>
                    </a:p>
                  </a:txBody>
                  <a:tcPr marL="4874" marR="4874" marT="487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3637936964"/>
                  </a:ext>
                </a:extLst>
              </a:tr>
            </a:tbl>
          </a:graphicData>
        </a:graphic>
      </p:graphicFrame>
      <p:graphicFrame>
        <p:nvGraphicFramePr>
          <p:cNvPr id="5" name="表格 4">
            <a:extLst>
              <a:ext uri="{FF2B5EF4-FFF2-40B4-BE49-F238E27FC236}">
                <a16:creationId xmlns:a16="http://schemas.microsoft.com/office/drawing/2014/main" id="{4AA8387D-2FB4-6978-F7F3-A9ECA5A23BB7}"/>
              </a:ext>
            </a:extLst>
          </p:cNvPr>
          <p:cNvGraphicFramePr>
            <a:graphicFrameLocks noGrp="1"/>
          </p:cNvGraphicFramePr>
          <p:nvPr>
            <p:extLst>
              <p:ext uri="{D42A27DB-BD31-4B8C-83A1-F6EECF244321}">
                <p14:modId xmlns:p14="http://schemas.microsoft.com/office/powerpoint/2010/main" val="3688826062"/>
              </p:ext>
            </p:extLst>
          </p:nvPr>
        </p:nvGraphicFramePr>
        <p:xfrm>
          <a:off x="190550" y="3634554"/>
          <a:ext cx="11881320" cy="2818782"/>
        </p:xfrm>
        <a:graphic>
          <a:graphicData uri="http://schemas.openxmlformats.org/drawingml/2006/table">
            <a:tbl>
              <a:tblPr/>
              <a:tblGrid>
                <a:gridCol w="1850799">
                  <a:extLst>
                    <a:ext uri="{9D8B030D-6E8A-4147-A177-3AD203B41FA5}">
                      <a16:colId xmlns:a16="http://schemas.microsoft.com/office/drawing/2014/main" val="2575353526"/>
                    </a:ext>
                  </a:extLst>
                </a:gridCol>
                <a:gridCol w="1581226">
                  <a:extLst>
                    <a:ext uri="{9D8B030D-6E8A-4147-A177-3AD203B41FA5}">
                      <a16:colId xmlns:a16="http://schemas.microsoft.com/office/drawing/2014/main" val="4284705586"/>
                    </a:ext>
                  </a:extLst>
                </a:gridCol>
                <a:gridCol w="2076113">
                  <a:extLst>
                    <a:ext uri="{9D8B030D-6E8A-4147-A177-3AD203B41FA5}">
                      <a16:colId xmlns:a16="http://schemas.microsoft.com/office/drawing/2014/main" val="319794349"/>
                    </a:ext>
                  </a:extLst>
                </a:gridCol>
                <a:gridCol w="1705954">
                  <a:extLst>
                    <a:ext uri="{9D8B030D-6E8A-4147-A177-3AD203B41FA5}">
                      <a16:colId xmlns:a16="http://schemas.microsoft.com/office/drawing/2014/main" val="2163566380"/>
                    </a:ext>
                  </a:extLst>
                </a:gridCol>
                <a:gridCol w="2043924">
                  <a:extLst>
                    <a:ext uri="{9D8B030D-6E8A-4147-A177-3AD203B41FA5}">
                      <a16:colId xmlns:a16="http://schemas.microsoft.com/office/drawing/2014/main" val="3683638272"/>
                    </a:ext>
                  </a:extLst>
                </a:gridCol>
                <a:gridCol w="2623304">
                  <a:extLst>
                    <a:ext uri="{9D8B030D-6E8A-4147-A177-3AD203B41FA5}">
                      <a16:colId xmlns:a16="http://schemas.microsoft.com/office/drawing/2014/main" val="3056431330"/>
                    </a:ext>
                  </a:extLst>
                </a:gridCol>
              </a:tblGrid>
              <a:tr h="1252519">
                <a:tc>
                  <a:txBody>
                    <a:bodyPr/>
                    <a:lstStyle/>
                    <a:p>
                      <a:pPr algn="ctr" fontAlgn="ctr"/>
                      <a:r>
                        <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rPr>
                        <a:t>請說明與其他系統整合資訊或相依性說明。如</a:t>
                      </a:r>
                      <a:r>
                        <a:rPr lang="en-US" altLang="zh-TW" sz="1000" b="0" i="0" u="none" strike="noStrike" dirty="0">
                          <a:solidFill>
                            <a:srgbClr val="000000"/>
                          </a:solidFill>
                          <a:effectLst/>
                          <a:latin typeface="微軟正黑體" panose="020B0604030504040204" pitchFamily="34" charset="-120"/>
                          <a:ea typeface="微軟正黑體" panose="020B0604030504040204" pitchFamily="34" charset="-120"/>
                        </a:rPr>
                        <a:t>: </a:t>
                      </a:r>
                      <a:br>
                        <a:rPr lang="en-US" altLang="zh-TW" sz="1000" b="0" i="0" u="none" strike="noStrike" dirty="0">
                          <a:solidFill>
                            <a:srgbClr val="000000"/>
                          </a:solidFill>
                          <a:effectLst/>
                          <a:latin typeface="微軟正黑體" panose="020B0604030504040204" pitchFamily="34" charset="-120"/>
                          <a:ea typeface="微軟正黑體" panose="020B0604030504040204" pitchFamily="34" charset="-120"/>
                        </a:rPr>
                      </a:br>
                      <a:r>
                        <a:rPr lang="en-US" altLang="zh-TW" sz="1000" b="0" i="0" u="none" strike="noStrike" dirty="0">
                          <a:solidFill>
                            <a:srgbClr val="000000"/>
                          </a:solidFill>
                          <a:effectLst/>
                          <a:latin typeface="微軟正黑體" panose="020B0604030504040204" pitchFamily="34" charset="-120"/>
                          <a:ea typeface="微軟正黑體" panose="020B0604030504040204" pitchFamily="34" charset="-120"/>
                        </a:rPr>
                        <a:t>AP 1 -&gt; AP2 </a:t>
                      </a:r>
                      <a:r>
                        <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rPr>
                        <a:t>代表</a:t>
                      </a:r>
                      <a:r>
                        <a:rPr lang="en-US" altLang="zh-TW" sz="1000" b="0" i="0" u="none" strike="noStrike" dirty="0">
                          <a:solidFill>
                            <a:srgbClr val="000000"/>
                          </a:solidFill>
                          <a:effectLst/>
                          <a:latin typeface="微軟正黑體" panose="020B0604030504040204" pitchFamily="34" charset="-120"/>
                          <a:ea typeface="微軟正黑體" panose="020B0604030504040204" pitchFamily="34" charset="-120"/>
                        </a:rPr>
                        <a:t>AP2 </a:t>
                      </a:r>
                      <a:r>
                        <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rPr>
                        <a:t>提供</a:t>
                      </a:r>
                      <a:r>
                        <a:rPr lang="en-US" altLang="zh-TW" sz="1000" b="0" i="0" u="none" strike="noStrike" dirty="0">
                          <a:solidFill>
                            <a:srgbClr val="000000"/>
                          </a:solidFill>
                          <a:effectLst/>
                          <a:latin typeface="微軟正黑體" panose="020B0604030504040204" pitchFamily="34" charset="-120"/>
                          <a:ea typeface="微軟正黑體" panose="020B0604030504040204" pitchFamily="34" charset="-120"/>
                        </a:rPr>
                        <a:t>API</a:t>
                      </a:r>
                      <a:r>
                        <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rPr>
                        <a:t>給 </a:t>
                      </a:r>
                      <a:r>
                        <a:rPr lang="en-US" altLang="zh-TW" sz="1000" b="0" i="0" u="none" strike="noStrike" dirty="0">
                          <a:solidFill>
                            <a:srgbClr val="000000"/>
                          </a:solidFill>
                          <a:effectLst/>
                          <a:latin typeface="微軟正黑體" panose="020B0604030504040204" pitchFamily="34" charset="-120"/>
                          <a:ea typeface="微軟正黑體" panose="020B0604030504040204" pitchFamily="34" charset="-120"/>
                        </a:rPr>
                        <a:t>AP1</a:t>
                      </a:r>
                      <a:r>
                        <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rPr>
                        <a:t>使用。</a:t>
                      </a:r>
                      <a:br>
                        <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rPr>
                      </a:br>
                      <a:r>
                        <a:rPr lang="en-US" altLang="zh-TW" sz="1000" b="0" i="0" u="none" strike="noStrike" dirty="0">
                          <a:solidFill>
                            <a:srgbClr val="000000"/>
                          </a:solidFill>
                          <a:effectLst/>
                          <a:latin typeface="微軟正黑體" panose="020B0604030504040204" pitchFamily="34" charset="-120"/>
                          <a:ea typeface="微軟正黑體" panose="020B0604030504040204" pitchFamily="34" charset="-120"/>
                        </a:rPr>
                        <a:t>AP1 -&gt; DB2 (</a:t>
                      </a:r>
                      <a:r>
                        <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rPr>
                        <a:t>批次</a:t>
                      </a:r>
                      <a:r>
                        <a:rPr lang="en-US" altLang="zh-TW" sz="1000" b="0" i="0" u="none" strike="noStrike" dirty="0">
                          <a:solidFill>
                            <a:srgbClr val="000000"/>
                          </a:solidFill>
                          <a:effectLst/>
                          <a:latin typeface="微軟正黑體" panose="020B0604030504040204" pitchFamily="34" charset="-120"/>
                          <a:ea typeface="微軟正黑體" panose="020B0604030504040204" pitchFamily="34" charset="-120"/>
                        </a:rPr>
                        <a:t>/</a:t>
                      </a:r>
                      <a:r>
                        <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rPr>
                        <a:t>即時</a:t>
                      </a:r>
                      <a:r>
                        <a:rPr lang="en-US" altLang="zh-TW" sz="1000" b="0" i="0" u="none" strike="noStrike" dirty="0">
                          <a:solidFill>
                            <a:srgbClr val="000000"/>
                          </a:solidFill>
                          <a:effectLst/>
                          <a:latin typeface="微軟正黑體" panose="020B0604030504040204" pitchFamily="34" charset="-120"/>
                          <a:ea typeface="微軟正黑體" panose="020B0604030504040204" pitchFamily="34" charset="-120"/>
                        </a:rPr>
                        <a:t>) </a:t>
                      </a:r>
                      <a:r>
                        <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rPr>
                        <a:t>代表 </a:t>
                      </a:r>
                      <a:r>
                        <a:rPr lang="en-US" altLang="zh-TW" sz="1000" b="0" i="0" u="none" strike="noStrike" dirty="0">
                          <a:solidFill>
                            <a:srgbClr val="000000"/>
                          </a:solidFill>
                          <a:effectLst/>
                          <a:latin typeface="微軟正黑體" panose="020B0604030504040204" pitchFamily="34" charset="-120"/>
                          <a:ea typeface="微軟正黑體" panose="020B0604030504040204" pitchFamily="34" charset="-120"/>
                        </a:rPr>
                        <a:t>AP1</a:t>
                      </a:r>
                      <a:r>
                        <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rPr>
                        <a:t>會批次</a:t>
                      </a:r>
                      <a:r>
                        <a:rPr lang="en-US" altLang="zh-TW" sz="1000" b="0" i="0" u="none" strike="noStrike" dirty="0">
                          <a:solidFill>
                            <a:srgbClr val="000000"/>
                          </a:solidFill>
                          <a:effectLst/>
                          <a:latin typeface="微軟正黑體" panose="020B0604030504040204" pitchFamily="34" charset="-120"/>
                          <a:ea typeface="微軟正黑體" panose="020B0604030504040204" pitchFamily="34" charset="-120"/>
                        </a:rPr>
                        <a:t>/</a:t>
                      </a:r>
                      <a:r>
                        <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rPr>
                        <a:t>即時使用</a:t>
                      </a:r>
                      <a:r>
                        <a:rPr lang="en-US" altLang="zh-TW" sz="1000" b="0" i="0" u="none" strike="noStrike" dirty="0">
                          <a:solidFill>
                            <a:srgbClr val="000000"/>
                          </a:solidFill>
                          <a:effectLst/>
                          <a:latin typeface="微軟正黑體" panose="020B0604030504040204" pitchFamily="34" charset="-120"/>
                          <a:ea typeface="微軟正黑體" panose="020B0604030504040204" pitchFamily="34" charset="-120"/>
                        </a:rPr>
                        <a:t>DB2 </a:t>
                      </a:r>
                      <a:r>
                        <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rPr>
                        <a:t>。</a:t>
                      </a:r>
                      <a:br>
                        <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rPr>
                      </a:br>
                      <a:r>
                        <a:rPr lang="en-US" altLang="zh-TW" sz="1000" b="0" i="0" u="none" strike="noStrike" dirty="0">
                          <a:solidFill>
                            <a:srgbClr val="000000"/>
                          </a:solidFill>
                          <a:effectLst/>
                          <a:latin typeface="微軟正黑體" panose="020B0604030504040204" pitchFamily="34" charset="-120"/>
                          <a:ea typeface="微軟正黑體" panose="020B0604030504040204" pitchFamily="34" charset="-120"/>
                        </a:rPr>
                        <a:t>DB1&lt;-&gt;DB2 </a:t>
                      </a:r>
                      <a:r>
                        <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rPr>
                        <a:t>代表適用</a:t>
                      </a:r>
                      <a:r>
                        <a:rPr lang="en-US" altLang="zh-TW" sz="1000" b="0" i="0" u="none" strike="noStrike" dirty="0" err="1">
                          <a:solidFill>
                            <a:srgbClr val="000000"/>
                          </a:solidFill>
                          <a:effectLst/>
                          <a:latin typeface="微軟正黑體" panose="020B0604030504040204" pitchFamily="34" charset="-120"/>
                          <a:ea typeface="微軟正黑體" panose="020B0604030504040204" pitchFamily="34" charset="-120"/>
                        </a:rPr>
                        <a:t>LinkServer</a:t>
                      </a:r>
                      <a:br>
                        <a:rPr lang="en-US" altLang="zh-TW" sz="1000" b="0" i="0" u="none" strike="noStrike" dirty="0">
                          <a:solidFill>
                            <a:srgbClr val="000000"/>
                          </a:solidFill>
                          <a:effectLst/>
                          <a:latin typeface="微軟正黑體" panose="020B0604030504040204" pitchFamily="34" charset="-120"/>
                          <a:ea typeface="微軟正黑體" panose="020B0604030504040204" pitchFamily="34" charset="-120"/>
                        </a:rPr>
                      </a:br>
                      <a:r>
                        <a:rPr lang="en-US" altLang="zh-TW" sz="1000" b="0" i="0" u="none" strike="noStrike" dirty="0">
                          <a:solidFill>
                            <a:srgbClr val="000000"/>
                          </a:solidFill>
                          <a:effectLst/>
                          <a:latin typeface="微軟正黑體" panose="020B0604030504040204" pitchFamily="34" charset="-120"/>
                          <a:ea typeface="微軟正黑體" panose="020B0604030504040204" pitchFamily="34" charset="-120"/>
                        </a:rPr>
                        <a:t>DB1 -&gt; DB2 </a:t>
                      </a:r>
                      <a:r>
                        <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rPr>
                        <a:t>代表</a:t>
                      </a:r>
                      <a:r>
                        <a:rPr lang="en-US" altLang="zh-TW" sz="1000" b="0" i="0" u="none" strike="noStrike" dirty="0">
                          <a:solidFill>
                            <a:srgbClr val="000000"/>
                          </a:solidFill>
                          <a:effectLst/>
                          <a:latin typeface="微軟正黑體" panose="020B0604030504040204" pitchFamily="34" charset="-120"/>
                          <a:ea typeface="微軟正黑體" panose="020B0604030504040204" pitchFamily="34" charset="-120"/>
                        </a:rPr>
                        <a:t>DB1</a:t>
                      </a:r>
                      <a:r>
                        <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rPr>
                        <a:t>拋檔給</a:t>
                      </a:r>
                      <a:r>
                        <a:rPr lang="en-US" altLang="zh-TW" sz="1000" b="0" i="0" u="none" strike="noStrike" dirty="0">
                          <a:solidFill>
                            <a:srgbClr val="000000"/>
                          </a:solidFill>
                          <a:effectLst/>
                          <a:latin typeface="微軟正黑體" panose="020B0604030504040204" pitchFamily="34" charset="-120"/>
                          <a:ea typeface="微軟正黑體" panose="020B0604030504040204" pitchFamily="34" charset="-120"/>
                        </a:rPr>
                        <a:t>DB2</a:t>
                      </a:r>
                      <a:r>
                        <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rPr>
                        <a:t>情境</a:t>
                      </a:r>
                    </a:p>
                  </a:txBody>
                  <a:tcPr marL="4874" marR="4874" marT="487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2CC"/>
                    </a:solidFill>
                  </a:tcPr>
                </a:tc>
                <a:tc>
                  <a:txBody>
                    <a:bodyPr/>
                    <a:lstStyle/>
                    <a:p>
                      <a:pPr algn="ctr" fontAlgn="ctr"/>
                      <a:r>
                        <a:rPr lang="zh-TW" altLang="en-US" sz="1000" b="0" i="0" u="none" strike="noStrike">
                          <a:solidFill>
                            <a:srgbClr val="000000"/>
                          </a:solidFill>
                          <a:effectLst/>
                          <a:latin typeface="微軟正黑體" panose="020B0604030504040204" pitchFamily="34" charset="-120"/>
                          <a:ea typeface="微軟正黑體" panose="020B0604030504040204" pitchFamily="34" charset="-120"/>
                        </a:rPr>
                        <a:t>請依系統架構、軟體、開發工具框架、應用系統服務複雜度、業務使用場景、資料運用處理等面向，進行使用雲端適用性評估說明</a:t>
                      </a:r>
                    </a:p>
                  </a:txBody>
                  <a:tcPr marL="4874" marR="4874" marT="487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2CC"/>
                    </a:solidFill>
                  </a:tcPr>
                </a:tc>
                <a:tc>
                  <a:txBody>
                    <a:bodyPr/>
                    <a:lstStyle/>
                    <a:p>
                      <a:pPr algn="ctr" fontAlgn="ctr"/>
                      <a:r>
                        <a:rPr lang="en-US" altLang="zh-TW" sz="1000" b="0" i="0" u="none" strike="noStrike" dirty="0">
                          <a:solidFill>
                            <a:srgbClr val="000000"/>
                          </a:solidFill>
                          <a:effectLst/>
                          <a:latin typeface="微軟正黑體" panose="020B0604030504040204" pitchFamily="34" charset="-120"/>
                          <a:ea typeface="微軟正黑體" panose="020B0604030504040204" pitchFamily="34" charset="-120"/>
                        </a:rPr>
                        <a:t>1.</a:t>
                      </a:r>
                      <a:r>
                        <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rPr>
                        <a:t>請具體說明可行性評估原因，如有現成雲端解決方案可以使用，或可以運用既有雲端服務進行某些功能實作等。</a:t>
                      </a:r>
                      <a:br>
                        <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rPr>
                      </a:br>
                      <a:r>
                        <a:rPr lang="en-US" altLang="zh-TW" sz="1000" b="0" i="0" u="none" strike="noStrike" dirty="0">
                          <a:solidFill>
                            <a:srgbClr val="000000"/>
                          </a:solidFill>
                          <a:effectLst/>
                          <a:latin typeface="微軟正黑體" panose="020B0604030504040204" pitchFamily="34" charset="-120"/>
                          <a:ea typeface="微軟正黑體" panose="020B0604030504040204" pitchFamily="34" charset="-120"/>
                        </a:rPr>
                        <a:t>2.</a:t>
                      </a:r>
                      <a:r>
                        <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rPr>
                        <a:t>以</a:t>
                      </a:r>
                      <a:r>
                        <a:rPr lang="en-US" altLang="zh-TW" sz="1000" b="0" i="0" u="none" strike="noStrike" dirty="0">
                          <a:solidFill>
                            <a:srgbClr val="000000"/>
                          </a:solidFill>
                          <a:effectLst/>
                          <a:latin typeface="微軟正黑體" panose="020B0604030504040204" pitchFamily="34" charset="-120"/>
                          <a:ea typeface="微軟正黑體" panose="020B0604030504040204" pitchFamily="34" charset="-120"/>
                        </a:rPr>
                        <a:t>PaaS/SaaS</a:t>
                      </a:r>
                      <a:r>
                        <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rPr>
                        <a:t>應用為主，</a:t>
                      </a:r>
                      <a:r>
                        <a:rPr lang="en-US" altLang="zh-TW" sz="1000" b="0" i="0" u="none" strike="noStrike" dirty="0">
                          <a:solidFill>
                            <a:srgbClr val="000000"/>
                          </a:solidFill>
                          <a:effectLst/>
                          <a:latin typeface="微軟正黑體" panose="020B0604030504040204" pitchFamily="34" charset="-120"/>
                          <a:ea typeface="微軟正黑體" panose="020B0604030504040204" pitchFamily="34" charset="-120"/>
                        </a:rPr>
                        <a:t>IaaS</a:t>
                      </a:r>
                      <a:r>
                        <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rPr>
                        <a:t>為輔</a:t>
                      </a:r>
                      <a:br>
                        <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rPr>
                      </a:br>
                      <a:r>
                        <a:rPr lang="en-US" altLang="zh-TW" sz="1000" b="0" i="0" u="none" strike="noStrike" dirty="0">
                          <a:solidFill>
                            <a:srgbClr val="000000"/>
                          </a:solidFill>
                          <a:effectLst/>
                          <a:latin typeface="微軟正黑體" panose="020B0604030504040204" pitchFamily="34" charset="-120"/>
                          <a:ea typeface="微軟正黑體" panose="020B0604030504040204" pitchFamily="34" charset="-120"/>
                        </a:rPr>
                        <a:t>3.</a:t>
                      </a:r>
                      <a:r>
                        <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rPr>
                        <a:t>範圍可以詳細說明如 </a:t>
                      </a:r>
                      <a:r>
                        <a:rPr lang="en-US" altLang="zh-TW" sz="1000" b="0" i="0" u="none" strike="noStrike" dirty="0">
                          <a:solidFill>
                            <a:srgbClr val="000000"/>
                          </a:solidFill>
                          <a:effectLst/>
                          <a:latin typeface="微軟正黑體" panose="020B0604030504040204" pitchFamily="34" charset="-120"/>
                          <a:ea typeface="微軟正黑體" panose="020B0604030504040204" pitchFamily="34" charset="-120"/>
                        </a:rPr>
                        <a:t>Web</a:t>
                      </a:r>
                      <a:r>
                        <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rPr>
                        <a:t>、</a:t>
                      </a:r>
                      <a:r>
                        <a:rPr lang="en-US" altLang="zh-TW" sz="1000" b="0" i="0" u="none" strike="noStrike" dirty="0">
                          <a:solidFill>
                            <a:srgbClr val="000000"/>
                          </a:solidFill>
                          <a:effectLst/>
                          <a:latin typeface="微軟正黑體" panose="020B0604030504040204" pitchFamily="34" charset="-120"/>
                          <a:ea typeface="微軟正黑體" panose="020B0604030504040204" pitchFamily="34" charset="-120"/>
                        </a:rPr>
                        <a:t>GPU</a:t>
                      </a:r>
                      <a:r>
                        <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rPr>
                        <a:t>資源、行銷活動、批次作業或其他功能等</a:t>
                      </a:r>
                      <a:br>
                        <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rPr>
                      </a:br>
                      <a:r>
                        <a:rPr lang="en-US" altLang="zh-TW" sz="1000" b="0" i="0" u="none" strike="noStrike" dirty="0">
                          <a:solidFill>
                            <a:srgbClr val="000000"/>
                          </a:solidFill>
                          <a:effectLst/>
                          <a:latin typeface="微軟正黑體" panose="020B0604030504040204" pitchFamily="34" charset="-120"/>
                          <a:ea typeface="微軟正黑體" panose="020B0604030504040204" pitchFamily="34" charset="-120"/>
                        </a:rPr>
                        <a:t>4. </a:t>
                      </a:r>
                      <a:r>
                        <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rPr>
                        <a:t>若評估無法上雲，也請具體說明評估不可行的原因。</a:t>
                      </a:r>
                    </a:p>
                  </a:txBody>
                  <a:tcPr marL="4874" marR="4874" marT="487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2CC"/>
                    </a:solidFill>
                  </a:tcPr>
                </a:tc>
                <a:tc>
                  <a:txBody>
                    <a:bodyPr/>
                    <a:lstStyle/>
                    <a:p>
                      <a:pPr algn="ctr" fontAlgn="ctr"/>
                      <a:r>
                        <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rPr>
                        <a:t>請說明若系統具潛在上雲可以產生的效益說明。如解決痛點，可以動態擴容解決硬體資源不足問題，可以減少資源閒置問題，可以動態擴展資源，可以調整為現代化架構，可以更容易擴展新功能、專注應用系統本身架構功能、可以支持新業務場景等等</a:t>
                      </a:r>
                      <a:r>
                        <a:rPr lang="en-US" altLang="zh-TW" sz="1000" b="0" i="0" u="none" strike="noStrike" dirty="0">
                          <a:solidFill>
                            <a:srgbClr val="000000"/>
                          </a:solidFill>
                          <a:effectLst/>
                          <a:latin typeface="微軟正黑體" panose="020B0604030504040204" pitchFamily="34" charset="-120"/>
                          <a:ea typeface="微軟正黑體" panose="020B0604030504040204" pitchFamily="34" charset="-120"/>
                        </a:rPr>
                        <a:t>)</a:t>
                      </a:r>
                      <a:r>
                        <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rPr>
                        <a:t>。若無，請填 無。</a:t>
                      </a:r>
                    </a:p>
                  </a:txBody>
                  <a:tcPr marL="4874" marR="4874" marT="487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2CC"/>
                    </a:solidFill>
                  </a:tcPr>
                </a:tc>
                <a:tc>
                  <a:txBody>
                    <a:bodyPr/>
                    <a:lstStyle/>
                    <a:p>
                      <a:pPr algn="ctr" fontAlgn="ctr"/>
                      <a:r>
                        <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rPr>
                        <a:t>請說明不適合上雲的評估具體原因。如系統穩定，無新功能需求、系統已進入不維護模式、系統剛更調整、系統綁特殊硬體、系統開發架構老舊、系統即時性要求高等。若無，請填 無。</a:t>
                      </a:r>
                    </a:p>
                  </a:txBody>
                  <a:tcPr marL="4874" marR="4874" marT="487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2CC"/>
                    </a:solidFill>
                  </a:tcPr>
                </a:tc>
                <a:tc>
                  <a:txBody>
                    <a:bodyPr/>
                    <a:lstStyle/>
                    <a:p>
                      <a:pPr algn="ctr" fontAlgn="ctr"/>
                      <a:r>
                        <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rPr>
                        <a:t>請說明若系統上雲會遭遇的上雲障礙並舉實例說明。如相依系統過多，系統架構需調整、系統需大幅調整、倚賴軟體無雲端相容版本、無雲端架構能力、對雲端各項服務不熟悉、現行廠商無雲端導入能力、系統間的資料傳輸量大、雲端</a:t>
                      </a:r>
                      <a:r>
                        <a:rPr lang="en-US" altLang="zh-TW" sz="1000" b="0" i="0" u="none" strike="noStrike" dirty="0">
                          <a:solidFill>
                            <a:srgbClr val="000000"/>
                          </a:solidFill>
                          <a:effectLst/>
                          <a:latin typeface="微軟正黑體" panose="020B0604030504040204" pitchFamily="34" charset="-120"/>
                          <a:ea typeface="微軟正黑體" panose="020B0604030504040204" pitchFamily="34" charset="-120"/>
                        </a:rPr>
                        <a:t>SLA</a:t>
                      </a:r>
                      <a:r>
                        <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rPr>
                        <a:t>保證、硬體相依等。</a:t>
                      </a:r>
                    </a:p>
                  </a:txBody>
                  <a:tcPr marL="4874" marR="4874" marT="487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F2CC"/>
                    </a:solidFill>
                  </a:tcPr>
                </a:tc>
                <a:extLst>
                  <a:ext uri="{0D108BD9-81ED-4DB2-BD59-A6C34878D82A}">
                    <a16:rowId xmlns:a16="http://schemas.microsoft.com/office/drawing/2014/main" val="2920503884"/>
                  </a:ext>
                </a:extLst>
              </a:tr>
              <a:tr h="238807">
                <a:tc>
                  <a:txBody>
                    <a:bodyPr/>
                    <a:lstStyle/>
                    <a:p>
                      <a:pPr algn="ctr" fontAlgn="ctr"/>
                      <a:r>
                        <a:rPr lang="zh-TW" altLang="en-US" sz="1200" b="1" i="0" u="none" strike="noStrike">
                          <a:solidFill>
                            <a:srgbClr val="000000"/>
                          </a:solidFill>
                          <a:effectLst/>
                          <a:latin typeface="微軟正黑體" panose="020B0604030504040204" pitchFamily="34" charset="-120"/>
                          <a:ea typeface="微軟正黑體" panose="020B0604030504040204" pitchFamily="34" charset="-120"/>
                        </a:rPr>
                        <a:t>系統整合及相依性說明</a:t>
                      </a:r>
                    </a:p>
                  </a:txBody>
                  <a:tcPr marL="4874" marR="4874" marT="487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CE4D6"/>
                    </a:solidFill>
                  </a:tcPr>
                </a:tc>
                <a:tc>
                  <a:txBody>
                    <a:bodyPr/>
                    <a:lstStyle/>
                    <a:p>
                      <a:pPr algn="ctr" fontAlgn="ctr"/>
                      <a:r>
                        <a:rPr lang="zh-TW" altLang="en-US" sz="1200" b="1" i="0" u="none" strike="noStrike">
                          <a:solidFill>
                            <a:srgbClr val="000000"/>
                          </a:solidFill>
                          <a:effectLst/>
                          <a:latin typeface="微軟正黑體" panose="020B0604030504040204" pitchFamily="34" charset="-120"/>
                          <a:ea typeface="微軟正黑體" panose="020B0604030504040204" pitchFamily="34" charset="-120"/>
                        </a:rPr>
                        <a:t>上雲可行性自我評估</a:t>
                      </a:r>
                    </a:p>
                  </a:txBody>
                  <a:tcPr marL="4874" marR="4874" marT="487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8CBAD"/>
                    </a:solidFill>
                  </a:tcPr>
                </a:tc>
                <a:tc>
                  <a:txBody>
                    <a:bodyPr/>
                    <a:lstStyle/>
                    <a:p>
                      <a:pPr algn="ctr" fontAlgn="ctr"/>
                      <a:r>
                        <a:rPr lang="zh-TW" altLang="en-US" sz="1200" b="1" i="0" u="none" strike="noStrike">
                          <a:solidFill>
                            <a:srgbClr val="000000"/>
                          </a:solidFill>
                          <a:effectLst/>
                          <a:latin typeface="微軟正黑體" panose="020B0604030504040204" pitchFamily="34" charset="-120"/>
                          <a:ea typeface="微軟正黑體" panose="020B0604030504040204" pitchFamily="34" charset="-120"/>
                        </a:rPr>
                        <a:t>可行性評估方案與範圍說明</a:t>
                      </a:r>
                    </a:p>
                  </a:txBody>
                  <a:tcPr marL="4874" marR="4874" marT="487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8CBAD"/>
                    </a:solidFill>
                  </a:tcPr>
                </a:tc>
                <a:tc>
                  <a:txBody>
                    <a:bodyPr/>
                    <a:lstStyle/>
                    <a:p>
                      <a:pPr algn="ctr" fontAlgn="ctr"/>
                      <a:r>
                        <a:rPr lang="zh-TW" altLang="en-US" sz="1200" b="1" i="0" u="none" strike="noStrike" dirty="0">
                          <a:solidFill>
                            <a:srgbClr val="000000"/>
                          </a:solidFill>
                          <a:effectLst/>
                          <a:latin typeface="微軟正黑體" panose="020B0604030504040204" pitchFamily="34" charset="-120"/>
                          <a:ea typeface="微軟正黑體" panose="020B0604030504040204" pitchFamily="34" charset="-120"/>
                        </a:rPr>
                        <a:t>可產生效益說明</a:t>
                      </a:r>
                      <a:endParaRPr lang="en-US" altLang="zh-TW" sz="1200" b="1" i="0" u="none" strike="noStrike" dirty="0">
                        <a:solidFill>
                          <a:srgbClr val="000000"/>
                        </a:solidFill>
                        <a:effectLst/>
                        <a:latin typeface="微軟正黑體" panose="020B0604030504040204" pitchFamily="34" charset="-120"/>
                        <a:ea typeface="微軟正黑體" panose="020B0604030504040204" pitchFamily="34" charset="-120"/>
                      </a:endParaRPr>
                    </a:p>
                    <a:p>
                      <a:pPr algn="ctr" fontAlgn="ctr"/>
                      <a:r>
                        <a:rPr lang="en-US" altLang="zh-TW" sz="1200" b="1" i="0" u="none" strike="noStrike" dirty="0">
                          <a:solidFill>
                            <a:srgbClr val="000000"/>
                          </a:solidFill>
                          <a:effectLst/>
                          <a:latin typeface="微軟正黑體" panose="020B0604030504040204" pitchFamily="34" charset="-120"/>
                          <a:ea typeface="微軟正黑體" panose="020B0604030504040204" pitchFamily="34" charset="-120"/>
                        </a:rPr>
                        <a:t>(</a:t>
                      </a:r>
                      <a:r>
                        <a:rPr lang="zh-TW" altLang="en-US" sz="1200" b="1" i="0" u="none" strike="noStrike" dirty="0">
                          <a:solidFill>
                            <a:srgbClr val="000000"/>
                          </a:solidFill>
                          <a:effectLst/>
                          <a:latin typeface="微軟正黑體" panose="020B0604030504040204" pitchFamily="34" charset="-120"/>
                          <a:ea typeface="微軟正黑體" panose="020B0604030504040204" pitchFamily="34" charset="-120"/>
                        </a:rPr>
                        <a:t>含解決痛點</a:t>
                      </a:r>
                      <a:r>
                        <a:rPr lang="en-US" altLang="zh-TW" sz="1200" b="1" i="0" u="none" strike="noStrike" dirty="0">
                          <a:solidFill>
                            <a:srgbClr val="000000"/>
                          </a:solidFill>
                          <a:effectLst/>
                          <a:latin typeface="微軟正黑體" panose="020B0604030504040204" pitchFamily="34" charset="-120"/>
                          <a:ea typeface="微軟正黑體" panose="020B0604030504040204" pitchFamily="34" charset="-120"/>
                        </a:rPr>
                        <a:t>)</a:t>
                      </a:r>
                    </a:p>
                  </a:txBody>
                  <a:tcPr marL="4874" marR="4874" marT="487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8CBAD"/>
                    </a:solidFill>
                  </a:tcPr>
                </a:tc>
                <a:tc>
                  <a:txBody>
                    <a:bodyPr/>
                    <a:lstStyle/>
                    <a:p>
                      <a:pPr algn="ctr" fontAlgn="ctr"/>
                      <a:r>
                        <a:rPr lang="zh-TW" altLang="en-US" sz="1200" b="1" i="0" u="none" strike="noStrike" dirty="0">
                          <a:solidFill>
                            <a:srgbClr val="000000"/>
                          </a:solidFill>
                          <a:effectLst/>
                          <a:latin typeface="微軟正黑體" panose="020B0604030504040204" pitchFamily="34" charset="-120"/>
                          <a:ea typeface="微軟正黑體" panose="020B0604030504040204" pitchFamily="34" charset="-120"/>
                        </a:rPr>
                        <a:t>上雲無法產生效益原因說明</a:t>
                      </a:r>
                    </a:p>
                  </a:txBody>
                  <a:tcPr marL="4874" marR="4874" marT="487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8CBAD"/>
                    </a:solidFill>
                  </a:tcPr>
                </a:tc>
                <a:tc>
                  <a:txBody>
                    <a:bodyPr/>
                    <a:lstStyle/>
                    <a:p>
                      <a:pPr algn="ctr" fontAlgn="ctr"/>
                      <a:r>
                        <a:rPr lang="zh-TW" altLang="en-US" sz="1200" b="1" i="0" u="none" strike="noStrike" dirty="0">
                          <a:solidFill>
                            <a:srgbClr val="000000"/>
                          </a:solidFill>
                          <a:effectLst/>
                          <a:latin typeface="微軟正黑體" panose="020B0604030504040204" pitchFamily="34" charset="-120"/>
                          <a:ea typeface="微軟正黑體" panose="020B0604030504040204" pitchFamily="34" charset="-120"/>
                        </a:rPr>
                        <a:t>上雲障礙評估說明</a:t>
                      </a:r>
                    </a:p>
                  </a:txBody>
                  <a:tcPr marL="4874" marR="4874" marT="487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8CBAD"/>
                    </a:solidFill>
                  </a:tcPr>
                </a:tc>
                <a:extLst>
                  <a:ext uri="{0D108BD9-81ED-4DB2-BD59-A6C34878D82A}">
                    <a16:rowId xmlns:a16="http://schemas.microsoft.com/office/drawing/2014/main" val="3057217130"/>
                  </a:ext>
                </a:extLst>
              </a:tr>
              <a:tr h="238807">
                <a:tc>
                  <a:txBody>
                    <a:bodyPr/>
                    <a:lstStyle/>
                    <a:p>
                      <a:pPr algn="ctr" fontAlgn="ctr"/>
                      <a:r>
                        <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rPr>
                        <a:t>上述使用情境以及簡述提供介接系統類型</a:t>
                      </a:r>
                      <a:r>
                        <a:rPr lang="en-US" altLang="zh-TW" sz="1000" b="0" i="0" u="none" strike="noStrike" dirty="0">
                          <a:solidFill>
                            <a:srgbClr val="000000"/>
                          </a:solidFill>
                          <a:effectLst/>
                          <a:latin typeface="微軟正黑體" panose="020B0604030504040204" pitchFamily="34" charset="-120"/>
                          <a:ea typeface="微軟正黑體" panose="020B0604030504040204" pitchFamily="34" charset="-120"/>
                        </a:rPr>
                        <a:t>/</a:t>
                      </a:r>
                      <a:r>
                        <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rPr>
                        <a:t>數量，如：</a:t>
                      </a:r>
                      <a:endParaRPr lang="en-US" altLang="zh-TW" sz="1000" b="0" i="0" u="none" strike="noStrike" dirty="0">
                        <a:solidFill>
                          <a:srgbClr val="000000"/>
                        </a:solidFill>
                        <a:effectLst/>
                        <a:latin typeface="微軟正黑體" panose="020B0604030504040204" pitchFamily="34" charset="-120"/>
                        <a:ea typeface="微軟正黑體" panose="020B0604030504040204" pitchFamily="34" charset="-120"/>
                      </a:endParaRPr>
                    </a:p>
                    <a:p>
                      <a:pPr algn="ctr" fontAlgn="ctr"/>
                      <a:r>
                        <a:rPr lang="en-US" altLang="zh-TW" sz="1000" b="0" i="0" u="none" strike="noStrike" dirty="0">
                          <a:solidFill>
                            <a:srgbClr val="000000"/>
                          </a:solidFill>
                          <a:effectLst/>
                          <a:latin typeface="微軟正黑體" panose="020B0604030504040204" pitchFamily="34" charset="-120"/>
                          <a:ea typeface="微軟正黑體" panose="020B0604030504040204" pitchFamily="34" charset="-120"/>
                        </a:rPr>
                        <a:t>AP 1 -&gt; AP2(SSO)</a:t>
                      </a:r>
                    </a:p>
                    <a:p>
                      <a:pPr algn="ctr" fontAlgn="ctr"/>
                      <a:r>
                        <a:rPr lang="en-US" altLang="zh-TW" sz="1000" b="0" i="0" u="none" strike="noStrike" dirty="0">
                          <a:solidFill>
                            <a:srgbClr val="000000"/>
                          </a:solidFill>
                          <a:effectLst/>
                          <a:latin typeface="微軟正黑體" panose="020B0604030504040204" pitchFamily="34" charset="-120"/>
                          <a:ea typeface="微軟正黑體" panose="020B0604030504040204" pitchFamily="34" charset="-120"/>
                        </a:rPr>
                        <a:t>DB-&gt;</a:t>
                      </a:r>
                      <a:r>
                        <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rPr>
                        <a:t>人資</a:t>
                      </a:r>
                      <a:r>
                        <a:rPr lang="en-US" altLang="zh-TW" sz="1000" b="0" i="0" u="none" strike="noStrike" dirty="0">
                          <a:solidFill>
                            <a:srgbClr val="000000"/>
                          </a:solidFill>
                          <a:effectLst/>
                          <a:latin typeface="微軟正黑體" panose="020B0604030504040204" pitchFamily="34" charset="-120"/>
                          <a:ea typeface="微軟正黑體" panose="020B0604030504040204" pitchFamily="34" charset="-120"/>
                        </a:rPr>
                        <a:t>DB(</a:t>
                      </a:r>
                      <a:r>
                        <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rPr>
                        <a:t>查詢新增人員資訊</a:t>
                      </a:r>
                      <a:r>
                        <a:rPr lang="en-US" altLang="zh-TW" sz="1000" b="0" i="0" u="none" strike="noStrike" dirty="0">
                          <a:solidFill>
                            <a:srgbClr val="000000"/>
                          </a:solidFill>
                          <a:effectLst/>
                          <a:latin typeface="微軟正黑體" panose="020B0604030504040204" pitchFamily="34" charset="-120"/>
                          <a:ea typeface="微軟正黑體" panose="020B0604030504040204" pitchFamily="34" charset="-120"/>
                        </a:rPr>
                        <a:t>)</a:t>
                      </a:r>
                    </a:p>
                    <a:p>
                      <a:pPr algn="ctr" fontAlgn="ctr"/>
                      <a:r>
                        <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rPr>
                        <a:t>提供分行及行內各</a:t>
                      </a:r>
                      <a:r>
                        <a:rPr lang="en-US" altLang="zh-TW" sz="1000" b="0" i="0" u="none" strike="noStrike" dirty="0">
                          <a:solidFill>
                            <a:srgbClr val="000000"/>
                          </a:solidFill>
                          <a:effectLst/>
                          <a:latin typeface="微軟正黑體" panose="020B0604030504040204" pitchFamily="34" charset="-120"/>
                          <a:ea typeface="微軟正黑體" panose="020B0604030504040204" pitchFamily="34" charset="-120"/>
                        </a:rPr>
                        <a:t>AP</a:t>
                      </a:r>
                      <a:r>
                        <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rPr>
                        <a:t>系統作為傳輸溝通使用</a:t>
                      </a:r>
                      <a:endParaRPr lang="en-US" altLang="zh-TW" sz="1000" b="0" i="0" u="none" strike="noStrike" dirty="0">
                        <a:solidFill>
                          <a:srgbClr val="000000"/>
                        </a:solidFill>
                        <a:effectLst/>
                        <a:latin typeface="微軟正黑體" panose="020B0604030504040204" pitchFamily="34" charset="-120"/>
                        <a:ea typeface="微軟正黑體" panose="020B0604030504040204" pitchFamily="34" charset="-120"/>
                      </a:endParaRPr>
                    </a:p>
                  </a:txBody>
                  <a:tcPr marL="4874" marR="4874" marT="487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rPr>
                        <a:t>無法上雲</a:t>
                      </a:r>
                      <a:r>
                        <a:rPr lang="en-US" altLang="zh-TW" sz="1000" b="0" i="0" u="none" strike="noStrike" dirty="0">
                          <a:solidFill>
                            <a:srgbClr val="000000"/>
                          </a:solidFill>
                          <a:effectLst/>
                          <a:latin typeface="微軟正黑體" panose="020B0604030504040204" pitchFamily="34" charset="-120"/>
                          <a:ea typeface="微軟正黑體" panose="020B0604030504040204" pitchFamily="34" charset="-120"/>
                        </a:rPr>
                        <a:t>/</a:t>
                      </a:r>
                      <a:endPar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endParaRPr>
                    </a:p>
                    <a:p>
                      <a:pPr algn="ctr" fontAlgn="ctr"/>
                      <a:r>
                        <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rPr>
                        <a:t>可全部上雲</a:t>
                      </a:r>
                      <a:r>
                        <a:rPr lang="en-US" altLang="zh-TW" sz="1000" b="0" i="0" u="none" strike="noStrike" dirty="0">
                          <a:solidFill>
                            <a:srgbClr val="000000"/>
                          </a:solidFill>
                          <a:effectLst/>
                          <a:latin typeface="微軟正黑體" panose="020B0604030504040204" pitchFamily="34" charset="-120"/>
                          <a:ea typeface="微軟正黑體" panose="020B0604030504040204" pitchFamily="34" charset="-120"/>
                        </a:rPr>
                        <a:t>/</a:t>
                      </a:r>
                      <a:r>
                        <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rPr>
                        <a:t> </a:t>
                      </a:r>
                    </a:p>
                    <a:p>
                      <a:pPr algn="ctr" fontAlgn="ctr"/>
                      <a:r>
                        <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rPr>
                        <a:t>僅部份可上雲</a:t>
                      </a:r>
                      <a:r>
                        <a:rPr lang="en-US" altLang="zh-TW" sz="1000" b="0" i="0" u="none" strike="noStrike" dirty="0">
                          <a:solidFill>
                            <a:srgbClr val="000000"/>
                          </a:solidFill>
                          <a:effectLst/>
                          <a:latin typeface="微軟正黑體" panose="020B0604030504040204" pitchFamily="34" charset="-120"/>
                          <a:ea typeface="微軟正黑體" panose="020B0604030504040204" pitchFamily="34" charset="-120"/>
                        </a:rPr>
                        <a:t>/</a:t>
                      </a:r>
                      <a:endPar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endParaRPr>
                    </a:p>
                    <a:p>
                      <a:pPr algn="ctr" fontAlgn="ctr"/>
                      <a:r>
                        <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rPr>
                        <a:t>僅開發測試可上雲</a:t>
                      </a:r>
                      <a:r>
                        <a:rPr lang="en-US" altLang="zh-TW" sz="1000" b="0" i="0" u="none" strike="noStrike" dirty="0">
                          <a:solidFill>
                            <a:srgbClr val="000000"/>
                          </a:solidFill>
                          <a:effectLst/>
                          <a:latin typeface="微軟正黑體" panose="020B0604030504040204" pitchFamily="34" charset="-120"/>
                          <a:ea typeface="微軟正黑體" panose="020B0604030504040204" pitchFamily="34" charset="-120"/>
                        </a:rPr>
                        <a:t>/</a:t>
                      </a:r>
                      <a:endPar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endParaRPr>
                    </a:p>
                    <a:p>
                      <a:pPr algn="ctr" fontAlgn="ctr"/>
                      <a:r>
                        <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rPr>
                        <a:t>僅部分開發測試可上雲</a:t>
                      </a:r>
                      <a:r>
                        <a:rPr lang="en-US" altLang="zh-TW" sz="1000" b="0" i="0" u="none" strike="noStrike" dirty="0">
                          <a:solidFill>
                            <a:srgbClr val="000000"/>
                          </a:solidFill>
                          <a:effectLst/>
                          <a:latin typeface="微軟正黑體" panose="020B0604030504040204" pitchFamily="34" charset="-120"/>
                          <a:ea typeface="微軟正黑體" panose="020B0604030504040204" pitchFamily="34" charset="-120"/>
                        </a:rPr>
                        <a:t>/</a:t>
                      </a:r>
                      <a:endPar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endParaRPr>
                    </a:p>
                    <a:p>
                      <a:pPr algn="ctr" fontAlgn="ctr"/>
                      <a:r>
                        <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rPr>
                        <a:t>已為雲端應用</a:t>
                      </a:r>
                    </a:p>
                  </a:txBody>
                  <a:tcPr marL="4874" marR="4874" marT="487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rPr>
                        <a:t>如：為無狀態服務居多且多為</a:t>
                      </a:r>
                      <a:r>
                        <a:rPr lang="en-US" altLang="zh-TW" sz="1000" b="0" i="0" u="none" strike="noStrike" dirty="0">
                          <a:solidFill>
                            <a:srgbClr val="000000"/>
                          </a:solidFill>
                          <a:effectLst/>
                          <a:latin typeface="微軟正黑體" panose="020B0604030504040204" pitchFamily="34" charset="-120"/>
                          <a:ea typeface="微軟正黑體" panose="020B0604030504040204" pitchFamily="34" charset="-120"/>
                        </a:rPr>
                        <a:t>API</a:t>
                      </a:r>
                      <a:r>
                        <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rPr>
                        <a:t>型態，可採</a:t>
                      </a:r>
                      <a:r>
                        <a:rPr lang="en-US" altLang="zh-TW" sz="1000" b="0" i="0" u="none" strike="noStrike" dirty="0" err="1">
                          <a:solidFill>
                            <a:srgbClr val="000000"/>
                          </a:solidFill>
                          <a:effectLst/>
                          <a:latin typeface="微軟正黑體" panose="020B0604030504040204" pitchFamily="34" charset="-120"/>
                          <a:ea typeface="微軟正黑體" panose="020B0604030504040204" pitchFamily="34" charset="-120"/>
                        </a:rPr>
                        <a:t>Paas</a:t>
                      </a:r>
                      <a:r>
                        <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rPr>
                        <a:t>應用上雲、增購設備建置於雲端、因其相依系統，目前只有地端方案</a:t>
                      </a:r>
                      <a:endParaRPr lang="en-US" altLang="zh-TW" sz="1000" b="0" i="0" u="none" strike="noStrike" dirty="0">
                        <a:solidFill>
                          <a:srgbClr val="000000"/>
                        </a:solidFill>
                        <a:effectLst/>
                        <a:latin typeface="微軟正黑體" panose="020B0604030504040204" pitchFamily="34" charset="-120"/>
                        <a:ea typeface="微軟正黑體" panose="020B0604030504040204" pitchFamily="34" charset="-120"/>
                      </a:endParaRPr>
                    </a:p>
                  </a:txBody>
                  <a:tcPr marL="4874" marR="4874" marT="487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rPr>
                        <a:t>如：使用雲端具彈性架構可降低成本、可以減少地端部署資源、無</a:t>
                      </a:r>
                      <a:endParaRPr lang="en-US" altLang="zh-TW" sz="1000" b="0" i="0" u="none" strike="noStrike" dirty="0">
                        <a:solidFill>
                          <a:srgbClr val="000000"/>
                        </a:solidFill>
                        <a:effectLst/>
                        <a:latin typeface="微軟正黑體" panose="020B0604030504040204" pitchFamily="34" charset="-120"/>
                        <a:ea typeface="微軟正黑體" panose="020B0604030504040204" pitchFamily="34" charset="-120"/>
                      </a:endParaRPr>
                    </a:p>
                  </a:txBody>
                  <a:tcPr marL="4874" marR="4874" marT="487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r>
                        <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rPr>
                        <a:t>如：因須配合各</a:t>
                      </a:r>
                      <a:r>
                        <a:rPr lang="en-US" altLang="zh-TW" sz="1000" b="0" i="0" u="none" strike="noStrike" dirty="0">
                          <a:solidFill>
                            <a:srgbClr val="000000"/>
                          </a:solidFill>
                          <a:effectLst/>
                          <a:latin typeface="微軟正黑體" panose="020B0604030504040204" pitchFamily="34" charset="-120"/>
                          <a:ea typeface="微軟正黑體" panose="020B0604030504040204" pitchFamily="34" charset="-120"/>
                        </a:rPr>
                        <a:t>AP</a:t>
                      </a:r>
                      <a:r>
                        <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rPr>
                        <a:t>系統，若調整主機位置，行內各</a:t>
                      </a:r>
                      <a:r>
                        <a:rPr lang="en-US" altLang="zh-TW" sz="1000" b="0" i="0" u="none" strike="noStrike" dirty="0">
                          <a:solidFill>
                            <a:srgbClr val="000000"/>
                          </a:solidFill>
                          <a:effectLst/>
                          <a:latin typeface="微軟正黑體" panose="020B0604030504040204" pitchFamily="34" charset="-120"/>
                          <a:ea typeface="微軟正黑體" panose="020B0604030504040204" pitchFamily="34" charset="-120"/>
                        </a:rPr>
                        <a:t>AP</a:t>
                      </a:r>
                      <a:r>
                        <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rPr>
                        <a:t>系統需配合調整所動用</a:t>
                      </a:r>
                      <a:r>
                        <a:rPr lang="en-US" altLang="zh-TW" sz="1000" b="0" i="0" u="none" strike="noStrike" dirty="0">
                          <a:solidFill>
                            <a:srgbClr val="000000"/>
                          </a:solidFill>
                          <a:effectLst/>
                          <a:latin typeface="微軟正黑體" panose="020B0604030504040204" pitchFamily="34" charset="-120"/>
                          <a:ea typeface="微軟正黑體" panose="020B0604030504040204" pitchFamily="34" charset="-120"/>
                        </a:rPr>
                        <a:t>IT</a:t>
                      </a:r>
                      <a:r>
                        <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rPr>
                        <a:t>資源大於導入雲端節省之資源、廠商軟體未提雲端方案</a:t>
                      </a:r>
                    </a:p>
                  </a:txBody>
                  <a:tcPr marL="4874" marR="4874" marT="487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tc>
                  <a:txBody>
                    <a:bodyPr/>
                    <a:lstStyle/>
                    <a:p>
                      <a:pPr marL="0" marR="0" lvl="0" indent="0" algn="ctr" defTabSz="665630" rtl="0" eaLnBrk="1" fontAlgn="ctr" latinLnBrk="0" hangingPunct="1">
                        <a:lnSpc>
                          <a:spcPct val="100000"/>
                        </a:lnSpc>
                        <a:spcBef>
                          <a:spcPts val="0"/>
                        </a:spcBef>
                        <a:spcAft>
                          <a:spcPts val="0"/>
                        </a:spcAft>
                        <a:buClrTx/>
                        <a:buSzTx/>
                        <a:buFontTx/>
                        <a:buNone/>
                        <a:tabLst/>
                        <a:defRPr/>
                      </a:pPr>
                      <a:r>
                        <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rPr>
                        <a:t>  如：因須配合各</a:t>
                      </a:r>
                      <a:r>
                        <a:rPr lang="en-US" altLang="zh-TW" sz="1000" b="0" i="0" u="none" strike="noStrike" dirty="0">
                          <a:solidFill>
                            <a:srgbClr val="000000"/>
                          </a:solidFill>
                          <a:effectLst/>
                          <a:latin typeface="微軟正黑體" panose="020B0604030504040204" pitchFamily="34" charset="-120"/>
                          <a:ea typeface="微軟正黑體" panose="020B0604030504040204" pitchFamily="34" charset="-120"/>
                        </a:rPr>
                        <a:t>AP</a:t>
                      </a:r>
                      <a:r>
                        <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rPr>
                        <a:t>系統，若調整主機位置，行內各</a:t>
                      </a:r>
                      <a:r>
                        <a:rPr lang="en-US" altLang="zh-TW" sz="1000" b="0" i="0" u="none" strike="noStrike" dirty="0">
                          <a:solidFill>
                            <a:srgbClr val="000000"/>
                          </a:solidFill>
                          <a:effectLst/>
                          <a:latin typeface="微軟正黑體" panose="020B0604030504040204" pitchFamily="34" charset="-120"/>
                          <a:ea typeface="微軟正黑體" panose="020B0604030504040204" pitchFamily="34" charset="-120"/>
                        </a:rPr>
                        <a:t>AP</a:t>
                      </a:r>
                      <a:r>
                        <a:rPr lang="zh-TW" altLang="en-US" sz="1000" b="0" i="0" u="none" strike="noStrike" dirty="0">
                          <a:solidFill>
                            <a:srgbClr val="000000"/>
                          </a:solidFill>
                          <a:effectLst/>
                          <a:latin typeface="微軟正黑體" panose="020B0604030504040204" pitchFamily="34" charset="-120"/>
                          <a:ea typeface="微軟正黑體" panose="020B0604030504040204" pitchFamily="34" charset="-120"/>
                        </a:rPr>
                        <a:t>系統需配合調整、廠商未提供雲端方案、跨系統依賴太高，只適合部分上雲</a:t>
                      </a:r>
                    </a:p>
                  </a:txBody>
                  <a:tcPr marL="4874" marR="4874" marT="487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solidFill>
                  </a:tcPr>
                </a:tc>
                <a:extLst>
                  <a:ext uri="{0D108BD9-81ED-4DB2-BD59-A6C34878D82A}">
                    <a16:rowId xmlns:a16="http://schemas.microsoft.com/office/drawing/2014/main" val="3637936964"/>
                  </a:ext>
                </a:extLst>
              </a:tr>
            </a:tbl>
          </a:graphicData>
        </a:graphic>
      </p:graphicFrame>
    </p:spTree>
    <p:extLst>
      <p:ext uri="{BB962C8B-B14F-4D97-AF65-F5344CB8AC3E}">
        <p14:creationId xmlns:p14="http://schemas.microsoft.com/office/powerpoint/2010/main" val="1773117895"/>
      </p:ext>
    </p:extLst>
  </p:cSld>
  <p:clrMapOvr>
    <a:masterClrMapping/>
  </p:clrMapOvr>
  <p:transition spd="med"/>
</p:sld>
</file>

<file path=ppt/tags/tag1.xml><?xml version="1.0" encoding="utf-8"?>
<p:tagLst xmlns:a="http://schemas.openxmlformats.org/drawingml/2006/main" xmlns:r="http://schemas.openxmlformats.org/officeDocument/2006/relationships" xmlns:p="http://schemas.openxmlformats.org/presentationml/2006/main">
  <p:tag name="NAME" val="McK Disclaimer"/>
  <p:tag name="RESIZE" val="Yes"/>
  <p:tag name="LLEFT" val=" 210.125"/>
  <p:tag name="LTOP" val=" 469.875"/>
</p:tagLst>
</file>

<file path=ppt/tags/tag2.xml><?xml version="1.0" encoding="utf-8"?>
<p:tagLst xmlns:a="http://schemas.openxmlformats.org/drawingml/2006/main" xmlns:r="http://schemas.openxmlformats.org/officeDocument/2006/relationships" xmlns:p="http://schemas.openxmlformats.org/presentationml/2006/main">
  <p:tag name="NAME" val="McK Disclaimer"/>
  <p:tag name="RESIZE" val="Yes"/>
  <p:tag name="LLEFT" val=" 210.125"/>
  <p:tag name="LTOP" val=" 469.875"/>
</p:tagLst>
</file>

<file path=ppt/theme/theme1.xml><?xml version="1.0" encoding="utf-8"?>
<a:theme xmlns:a="http://schemas.openxmlformats.org/drawingml/2006/main" name="HSM_1.0">
  <a:themeElements>
    <a:clrScheme name="地鐵">
      <a:dk1>
        <a:sysClr val="windowText" lastClr="000000"/>
      </a:dk1>
      <a:lt1>
        <a:sysClr val="window" lastClr="FFFFFF"/>
      </a:lt1>
      <a:dk2>
        <a:srgbClr val="4E5B6F"/>
      </a:dk2>
      <a:lt2>
        <a:srgbClr val="D6ECFF"/>
      </a:lt2>
      <a:accent1>
        <a:srgbClr val="7FD13B"/>
      </a:accent1>
      <a:accent2>
        <a:srgbClr val="EA157A"/>
      </a:accent2>
      <a:accent3>
        <a:srgbClr val="FEB80A"/>
      </a:accent3>
      <a:accent4>
        <a:srgbClr val="00ADDC"/>
      </a:accent4>
      <a:accent5>
        <a:srgbClr val="738AC8"/>
      </a:accent5>
      <a:accent6>
        <a:srgbClr val="1AB39F"/>
      </a:accent6>
      <a:hlink>
        <a:srgbClr val="EB8803"/>
      </a:hlink>
      <a:folHlink>
        <a:srgbClr val="5F7791"/>
      </a:folHlink>
    </a:clrScheme>
    <a:fontScheme name="Universal Template">
      <a:majorFont>
        <a:latin typeface="Arial"/>
        <a:ea typeface=""/>
        <a:cs typeface=""/>
      </a:majorFont>
      <a:minorFont>
        <a:latin typeface="Times New Roman"/>
        <a:ea typeface="標楷體"/>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0" lang="en-US" sz="4000" b="1" i="0" u="none" strike="noStrike" cap="none" normalizeH="0" baseline="0" smtClean="0">
            <a:ln>
              <a:noFill/>
            </a:ln>
            <a:solidFill>
              <a:schemeClr val="tx1"/>
            </a:solidFill>
            <a:effectLst/>
            <a:latin typeface="Arial" charset="0"/>
            <a:ea typeface="华文楷体" pitchFamily="2" charset="-122"/>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0" lang="en-US" sz="4000" b="1" i="0" u="none" strike="noStrike" cap="none" normalizeH="0" baseline="0" smtClean="0">
            <a:ln>
              <a:noFill/>
            </a:ln>
            <a:solidFill>
              <a:schemeClr val="tx1"/>
            </a:solidFill>
            <a:effectLst/>
            <a:latin typeface="Arial" charset="0"/>
            <a:ea typeface="华文楷体" pitchFamily="2" charset="-122"/>
          </a:defRPr>
        </a:defPPr>
      </a:lstStyle>
    </a:lnDef>
  </a:objectDefaults>
  <a:extraClrSchemeLst>
    <a:extraClrScheme>
      <a:clrScheme name="Universal Template 1">
        <a:dk1>
          <a:srgbClr val="000000"/>
        </a:dk1>
        <a:lt1>
          <a:srgbClr val="FFFFFF"/>
        </a:lt1>
        <a:dk2>
          <a:srgbClr val="000000"/>
        </a:dk2>
        <a:lt2>
          <a:srgbClr val="FFFFFF"/>
        </a:lt2>
        <a:accent1>
          <a:srgbClr val="FFFFFF"/>
        </a:accent1>
        <a:accent2>
          <a:srgbClr val="D0D0D0"/>
        </a:accent2>
        <a:accent3>
          <a:srgbClr val="FFFFFF"/>
        </a:accent3>
        <a:accent4>
          <a:srgbClr val="000000"/>
        </a:accent4>
        <a:accent5>
          <a:srgbClr val="FFFFFF"/>
        </a:accent5>
        <a:accent6>
          <a:srgbClr val="BCBCBC"/>
        </a:accent6>
        <a:hlink>
          <a:srgbClr val="909090"/>
        </a:hlink>
        <a:folHlink>
          <a:srgbClr val="606060"/>
        </a:folHlink>
      </a:clrScheme>
      <a:clrMap bg1="lt1" tx1="dk1" bg2="lt2" tx2="dk2" accent1="accent1" accent2="accent2" accent3="accent3" accent4="accent4" accent5="accent5" accent6="accent6" hlink="hlink" folHlink="folHlink"/>
    </a:extraClrScheme>
    <a:extraClrScheme>
      <a:clrScheme name="Universal Template 2">
        <a:dk1>
          <a:srgbClr val="000000"/>
        </a:dk1>
        <a:lt1>
          <a:srgbClr val="FFFFFF"/>
        </a:lt1>
        <a:dk2>
          <a:srgbClr val="002960"/>
        </a:dk2>
        <a:lt2>
          <a:srgbClr val="FFFFFF"/>
        </a:lt2>
        <a:accent1>
          <a:srgbClr val="C7E0FB"/>
        </a:accent1>
        <a:accent2>
          <a:srgbClr val="91B0FF"/>
        </a:accent2>
        <a:accent3>
          <a:srgbClr val="FFFFFF"/>
        </a:accent3>
        <a:accent4>
          <a:srgbClr val="000000"/>
        </a:accent4>
        <a:accent5>
          <a:srgbClr val="E0EDFD"/>
        </a:accent5>
        <a:accent6>
          <a:srgbClr val="839FE7"/>
        </a:accent6>
        <a:hlink>
          <a:srgbClr val="0066CC"/>
        </a:hlink>
        <a:folHlink>
          <a:srgbClr val="002960"/>
        </a:folHlink>
      </a:clrScheme>
      <a:clrMap bg1="lt1" tx1="dk1" bg2="lt2" tx2="dk2" accent1="accent1" accent2="accent2" accent3="accent3" accent4="accent4" accent5="accent5" accent6="accent6" hlink="hlink" folHlink="folHlink"/>
    </a:extraClrScheme>
    <a:extraClrScheme>
      <a:clrScheme name="Universal Template 3">
        <a:dk1>
          <a:srgbClr val="002960"/>
        </a:dk1>
        <a:lt1>
          <a:srgbClr val="FFFFFF"/>
        </a:lt1>
        <a:dk2>
          <a:srgbClr val="002960"/>
        </a:dk2>
        <a:lt2>
          <a:srgbClr val="FFBE3D"/>
        </a:lt2>
        <a:accent1>
          <a:srgbClr val="0066CC"/>
        </a:accent1>
        <a:accent2>
          <a:srgbClr val="5F8DFF"/>
        </a:accent2>
        <a:accent3>
          <a:srgbClr val="AAACB6"/>
        </a:accent3>
        <a:accent4>
          <a:srgbClr val="DADADA"/>
        </a:accent4>
        <a:accent5>
          <a:srgbClr val="AAB8E2"/>
        </a:accent5>
        <a:accent6>
          <a:srgbClr val="557FE7"/>
        </a:accent6>
        <a:hlink>
          <a:srgbClr val="96C5F8"/>
        </a:hlink>
        <a:folHlink>
          <a:srgbClr val="D8E9FC"/>
        </a:folHlink>
      </a:clrScheme>
      <a:clrMap bg1="dk2" tx1="lt1" bg2="dk1" tx2="lt2" accent1="accent1" accent2="accent2" accent3="accent3" accent4="accent4" accent5="accent5" accent6="accent6" hlink="hlink" folHlink="folHlink"/>
    </a:extraClrScheme>
    <a:extraClrScheme>
      <a:clrScheme name="Universal Template 4">
        <a:dk1>
          <a:srgbClr val="000000"/>
        </a:dk1>
        <a:lt1>
          <a:srgbClr val="FFFFFF"/>
        </a:lt1>
        <a:dk2>
          <a:srgbClr val="000000"/>
        </a:dk2>
        <a:lt2>
          <a:srgbClr val="FFBE3D"/>
        </a:lt2>
        <a:accent1>
          <a:srgbClr val="002960"/>
        </a:accent1>
        <a:accent2>
          <a:srgbClr val="0066CC"/>
        </a:accent2>
        <a:accent3>
          <a:srgbClr val="AAAAAA"/>
        </a:accent3>
        <a:accent4>
          <a:srgbClr val="DADADA"/>
        </a:accent4>
        <a:accent5>
          <a:srgbClr val="AAACB6"/>
        </a:accent5>
        <a:accent6>
          <a:srgbClr val="005CB9"/>
        </a:accent6>
        <a:hlink>
          <a:srgbClr val="91B0FF"/>
        </a:hlink>
        <a:folHlink>
          <a:srgbClr val="C7E0FB"/>
        </a:folHlink>
      </a:clrScheme>
      <a:clrMap bg1="dk2" tx1="lt1" bg2="dk1" tx2="lt2" accent1="accent1" accent2="accent2" accent3="accent3" accent4="accent4" accent5="accent5" accent6="accent6" hlink="hlink" folHlink="folHlink"/>
    </a:extraClrScheme>
    <a:extraClrScheme>
      <a:clrScheme name="Universal Template 5">
        <a:dk1>
          <a:srgbClr val="000000"/>
        </a:dk1>
        <a:lt1>
          <a:srgbClr val="FFFFFF"/>
        </a:lt1>
        <a:dk2>
          <a:srgbClr val="002960"/>
        </a:dk2>
        <a:lt2>
          <a:srgbClr val="FFFFFF"/>
        </a:lt2>
        <a:accent1>
          <a:srgbClr val="C7E0FB"/>
        </a:accent1>
        <a:accent2>
          <a:srgbClr val="FFCC66"/>
        </a:accent2>
        <a:accent3>
          <a:srgbClr val="FFFFFF"/>
        </a:accent3>
        <a:accent4>
          <a:srgbClr val="000000"/>
        </a:accent4>
        <a:accent5>
          <a:srgbClr val="E0EDFD"/>
        </a:accent5>
        <a:accent6>
          <a:srgbClr val="E7B95C"/>
        </a:accent6>
        <a:hlink>
          <a:srgbClr val="4F8636"/>
        </a:hlink>
        <a:folHlink>
          <a:srgbClr val="002960"/>
        </a:folHlink>
      </a:clrScheme>
      <a:clrMap bg1="lt1" tx1="dk1" bg2="lt2" tx2="dk2" accent1="accent1" accent2="accent2" accent3="accent3" accent4="accent4" accent5="accent5" accent6="accent6" hlink="hlink" folHlink="folHlink"/>
    </a:extraClrScheme>
    <a:extraClrScheme>
      <a:clrScheme name="Universal Template 6">
        <a:dk1>
          <a:srgbClr val="002960"/>
        </a:dk1>
        <a:lt1>
          <a:srgbClr val="FFFFFF"/>
        </a:lt1>
        <a:dk2>
          <a:srgbClr val="002960"/>
        </a:dk2>
        <a:lt2>
          <a:srgbClr val="FFBE3D"/>
        </a:lt2>
        <a:accent1>
          <a:srgbClr val="0066CC"/>
        </a:accent1>
        <a:accent2>
          <a:srgbClr val="4F8636"/>
        </a:accent2>
        <a:accent3>
          <a:srgbClr val="AAACB6"/>
        </a:accent3>
        <a:accent4>
          <a:srgbClr val="DADADA"/>
        </a:accent4>
        <a:accent5>
          <a:srgbClr val="AAB8E2"/>
        </a:accent5>
        <a:accent6>
          <a:srgbClr val="477930"/>
        </a:accent6>
        <a:hlink>
          <a:srgbClr val="FF9900"/>
        </a:hlink>
        <a:folHlink>
          <a:srgbClr val="FFBE3D"/>
        </a:folHlink>
      </a:clrScheme>
      <a:clrMap bg1="dk2" tx1="lt1" bg2="dk1" tx2="lt2" accent1="accent1" accent2="accent2" accent3="accent3" accent4="accent4" accent5="accent5" accent6="accent6" hlink="hlink" folHlink="folHlink"/>
    </a:extraClrScheme>
    <a:extraClrScheme>
      <a:clrScheme name="Universal Template 7">
        <a:dk1>
          <a:srgbClr val="000000"/>
        </a:dk1>
        <a:lt1>
          <a:srgbClr val="FFFFFF"/>
        </a:lt1>
        <a:dk2>
          <a:srgbClr val="000000"/>
        </a:dk2>
        <a:lt2>
          <a:srgbClr val="FFBE3D"/>
        </a:lt2>
        <a:accent1>
          <a:srgbClr val="0066CC"/>
        </a:accent1>
        <a:accent2>
          <a:srgbClr val="4F8636"/>
        </a:accent2>
        <a:accent3>
          <a:srgbClr val="AAAAAA"/>
        </a:accent3>
        <a:accent4>
          <a:srgbClr val="DADADA"/>
        </a:accent4>
        <a:accent5>
          <a:srgbClr val="AAB8E2"/>
        </a:accent5>
        <a:accent6>
          <a:srgbClr val="477930"/>
        </a:accent6>
        <a:hlink>
          <a:srgbClr val="FF9900"/>
        </a:hlink>
        <a:folHlink>
          <a:srgbClr val="FFBE3D"/>
        </a:folHlink>
      </a:clrScheme>
      <a:clrMap bg1="dk2" tx1="lt1" bg2="dk1" tx2="lt2" accent1="accent1" accent2="accent2" accent3="accent3" accent4="accent4" accent5="accent5" accent6="accent6" hlink="hlink" folHlink="folHlink"/>
    </a:extraClrScheme>
    <a:extraClrScheme>
      <a:clrScheme name="Universal Template 8">
        <a:dk1>
          <a:srgbClr val="000000"/>
        </a:dk1>
        <a:lt1>
          <a:srgbClr val="FFFFFF"/>
        </a:lt1>
        <a:dk2>
          <a:srgbClr val="002960"/>
        </a:dk2>
        <a:lt2>
          <a:srgbClr val="FFFFFF"/>
        </a:lt2>
        <a:accent1>
          <a:srgbClr val="C7E0FB"/>
        </a:accent1>
        <a:accent2>
          <a:srgbClr val="C7C293"/>
        </a:accent2>
        <a:accent3>
          <a:srgbClr val="FFFFFF"/>
        </a:accent3>
        <a:accent4>
          <a:srgbClr val="000000"/>
        </a:accent4>
        <a:accent5>
          <a:srgbClr val="E0EDFD"/>
        </a:accent5>
        <a:accent6>
          <a:srgbClr val="B4B085"/>
        </a:accent6>
        <a:hlink>
          <a:srgbClr val="50A2A0"/>
        </a:hlink>
        <a:folHlink>
          <a:srgbClr val="002960"/>
        </a:folHlink>
      </a:clrScheme>
      <a:clrMap bg1="lt1" tx1="dk1" bg2="lt2" tx2="dk2" accent1="accent1" accent2="accent2" accent3="accent3" accent4="accent4" accent5="accent5" accent6="accent6" hlink="hlink" folHlink="folHlink"/>
    </a:extraClrScheme>
    <a:extraClrScheme>
      <a:clrScheme name="Universal Template 9">
        <a:dk1>
          <a:srgbClr val="002960"/>
        </a:dk1>
        <a:lt1>
          <a:srgbClr val="FFFFFF"/>
        </a:lt1>
        <a:dk2>
          <a:srgbClr val="002960"/>
        </a:dk2>
        <a:lt2>
          <a:srgbClr val="FFBE3D"/>
        </a:lt2>
        <a:accent1>
          <a:srgbClr val="0066CC"/>
        </a:accent1>
        <a:accent2>
          <a:srgbClr val="50A2A0"/>
        </a:accent2>
        <a:accent3>
          <a:srgbClr val="AAACB6"/>
        </a:accent3>
        <a:accent4>
          <a:srgbClr val="DADADA"/>
        </a:accent4>
        <a:accent5>
          <a:srgbClr val="AAB8E2"/>
        </a:accent5>
        <a:accent6>
          <a:srgbClr val="489291"/>
        </a:accent6>
        <a:hlink>
          <a:srgbClr val="C7C293"/>
        </a:hlink>
        <a:folHlink>
          <a:srgbClr val="FFBE3D"/>
        </a:folHlink>
      </a:clrScheme>
      <a:clrMap bg1="dk2" tx1="lt1" bg2="dk1" tx2="lt2" accent1="accent1" accent2="accent2" accent3="accent3" accent4="accent4" accent5="accent5" accent6="accent6" hlink="hlink" folHlink="folHlink"/>
    </a:extraClrScheme>
    <a:extraClrScheme>
      <a:clrScheme name="Universal Template 10">
        <a:dk1>
          <a:srgbClr val="000000"/>
        </a:dk1>
        <a:lt1>
          <a:srgbClr val="FFFFFF"/>
        </a:lt1>
        <a:dk2>
          <a:srgbClr val="000000"/>
        </a:dk2>
        <a:lt2>
          <a:srgbClr val="FFBE3D"/>
        </a:lt2>
        <a:accent1>
          <a:srgbClr val="174A7C"/>
        </a:accent1>
        <a:accent2>
          <a:srgbClr val="50A2A0"/>
        </a:accent2>
        <a:accent3>
          <a:srgbClr val="AAAAAA"/>
        </a:accent3>
        <a:accent4>
          <a:srgbClr val="DADADA"/>
        </a:accent4>
        <a:accent5>
          <a:srgbClr val="ABB1BF"/>
        </a:accent5>
        <a:accent6>
          <a:srgbClr val="489291"/>
        </a:accent6>
        <a:hlink>
          <a:srgbClr val="C7C293"/>
        </a:hlink>
        <a:folHlink>
          <a:srgbClr val="FFBE3D"/>
        </a:folHlink>
      </a:clrScheme>
      <a:clrMap bg1="dk2" tx1="lt1" bg2="dk1" tx2="lt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2020新電銀建置規劃案_V1.2.pptx  -  使用者的最近存檔" id="{74E8D8F5-4340-4A63-8581-9B693F2AB3E5}" vid="{6991542B-7056-49D3-97FE-CCE21171A510}"/>
    </a:ext>
  </a:extLst>
</a:theme>
</file>

<file path=ppt/theme/theme2.xml><?xml version="1.0" encoding="utf-8"?>
<a:theme xmlns:a="http://schemas.openxmlformats.org/drawingml/2006/main" name="1_HSM_1.0">
  <a:themeElements>
    <a:clrScheme name="地鐵">
      <a:dk1>
        <a:sysClr val="windowText" lastClr="000000"/>
      </a:dk1>
      <a:lt1>
        <a:sysClr val="window" lastClr="FFFFFF"/>
      </a:lt1>
      <a:dk2>
        <a:srgbClr val="4E5B6F"/>
      </a:dk2>
      <a:lt2>
        <a:srgbClr val="D6ECFF"/>
      </a:lt2>
      <a:accent1>
        <a:srgbClr val="7FD13B"/>
      </a:accent1>
      <a:accent2>
        <a:srgbClr val="EA157A"/>
      </a:accent2>
      <a:accent3>
        <a:srgbClr val="FEB80A"/>
      </a:accent3>
      <a:accent4>
        <a:srgbClr val="00ADDC"/>
      </a:accent4>
      <a:accent5>
        <a:srgbClr val="738AC8"/>
      </a:accent5>
      <a:accent6>
        <a:srgbClr val="1AB39F"/>
      </a:accent6>
      <a:hlink>
        <a:srgbClr val="EB8803"/>
      </a:hlink>
      <a:folHlink>
        <a:srgbClr val="5F7791"/>
      </a:folHlink>
    </a:clrScheme>
    <a:fontScheme name="Universal Template">
      <a:majorFont>
        <a:latin typeface="Arial"/>
        <a:ea typeface=""/>
        <a:cs typeface=""/>
      </a:majorFont>
      <a:minorFont>
        <a:latin typeface="Times New Roman"/>
        <a:ea typeface="標楷體"/>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0" lang="en-US" sz="4000" b="1" i="0" u="none" strike="noStrike" cap="none" normalizeH="0" baseline="0" smtClean="0">
            <a:ln>
              <a:noFill/>
            </a:ln>
            <a:solidFill>
              <a:schemeClr val="tx1"/>
            </a:solidFill>
            <a:effectLst/>
            <a:latin typeface="Arial" charset="0"/>
            <a:ea typeface="华文楷体" pitchFamily="2" charset="-122"/>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0" lang="en-US" sz="4000" b="1" i="0" u="none" strike="noStrike" cap="none" normalizeH="0" baseline="0" smtClean="0">
            <a:ln>
              <a:noFill/>
            </a:ln>
            <a:solidFill>
              <a:schemeClr val="tx1"/>
            </a:solidFill>
            <a:effectLst/>
            <a:latin typeface="Arial" charset="0"/>
            <a:ea typeface="华文楷体" pitchFamily="2" charset="-122"/>
          </a:defRPr>
        </a:defPPr>
      </a:lstStyle>
    </a:lnDef>
  </a:objectDefaults>
  <a:extraClrSchemeLst>
    <a:extraClrScheme>
      <a:clrScheme name="Universal Template 1">
        <a:dk1>
          <a:srgbClr val="000000"/>
        </a:dk1>
        <a:lt1>
          <a:srgbClr val="FFFFFF"/>
        </a:lt1>
        <a:dk2>
          <a:srgbClr val="000000"/>
        </a:dk2>
        <a:lt2>
          <a:srgbClr val="FFFFFF"/>
        </a:lt2>
        <a:accent1>
          <a:srgbClr val="FFFFFF"/>
        </a:accent1>
        <a:accent2>
          <a:srgbClr val="D0D0D0"/>
        </a:accent2>
        <a:accent3>
          <a:srgbClr val="FFFFFF"/>
        </a:accent3>
        <a:accent4>
          <a:srgbClr val="000000"/>
        </a:accent4>
        <a:accent5>
          <a:srgbClr val="FFFFFF"/>
        </a:accent5>
        <a:accent6>
          <a:srgbClr val="BCBCBC"/>
        </a:accent6>
        <a:hlink>
          <a:srgbClr val="909090"/>
        </a:hlink>
        <a:folHlink>
          <a:srgbClr val="606060"/>
        </a:folHlink>
      </a:clrScheme>
      <a:clrMap bg1="lt1" tx1="dk1" bg2="lt2" tx2="dk2" accent1="accent1" accent2="accent2" accent3="accent3" accent4="accent4" accent5="accent5" accent6="accent6" hlink="hlink" folHlink="folHlink"/>
    </a:extraClrScheme>
    <a:extraClrScheme>
      <a:clrScheme name="Universal Template 2">
        <a:dk1>
          <a:srgbClr val="000000"/>
        </a:dk1>
        <a:lt1>
          <a:srgbClr val="FFFFFF"/>
        </a:lt1>
        <a:dk2>
          <a:srgbClr val="002960"/>
        </a:dk2>
        <a:lt2>
          <a:srgbClr val="FFFFFF"/>
        </a:lt2>
        <a:accent1>
          <a:srgbClr val="C7E0FB"/>
        </a:accent1>
        <a:accent2>
          <a:srgbClr val="91B0FF"/>
        </a:accent2>
        <a:accent3>
          <a:srgbClr val="FFFFFF"/>
        </a:accent3>
        <a:accent4>
          <a:srgbClr val="000000"/>
        </a:accent4>
        <a:accent5>
          <a:srgbClr val="E0EDFD"/>
        </a:accent5>
        <a:accent6>
          <a:srgbClr val="839FE7"/>
        </a:accent6>
        <a:hlink>
          <a:srgbClr val="0066CC"/>
        </a:hlink>
        <a:folHlink>
          <a:srgbClr val="002960"/>
        </a:folHlink>
      </a:clrScheme>
      <a:clrMap bg1="lt1" tx1="dk1" bg2="lt2" tx2="dk2" accent1="accent1" accent2="accent2" accent3="accent3" accent4="accent4" accent5="accent5" accent6="accent6" hlink="hlink" folHlink="folHlink"/>
    </a:extraClrScheme>
    <a:extraClrScheme>
      <a:clrScheme name="Universal Template 3">
        <a:dk1>
          <a:srgbClr val="002960"/>
        </a:dk1>
        <a:lt1>
          <a:srgbClr val="FFFFFF"/>
        </a:lt1>
        <a:dk2>
          <a:srgbClr val="002960"/>
        </a:dk2>
        <a:lt2>
          <a:srgbClr val="FFBE3D"/>
        </a:lt2>
        <a:accent1>
          <a:srgbClr val="0066CC"/>
        </a:accent1>
        <a:accent2>
          <a:srgbClr val="5F8DFF"/>
        </a:accent2>
        <a:accent3>
          <a:srgbClr val="AAACB6"/>
        </a:accent3>
        <a:accent4>
          <a:srgbClr val="DADADA"/>
        </a:accent4>
        <a:accent5>
          <a:srgbClr val="AAB8E2"/>
        </a:accent5>
        <a:accent6>
          <a:srgbClr val="557FE7"/>
        </a:accent6>
        <a:hlink>
          <a:srgbClr val="96C5F8"/>
        </a:hlink>
        <a:folHlink>
          <a:srgbClr val="D8E9FC"/>
        </a:folHlink>
      </a:clrScheme>
      <a:clrMap bg1="dk2" tx1="lt1" bg2="dk1" tx2="lt2" accent1="accent1" accent2="accent2" accent3="accent3" accent4="accent4" accent5="accent5" accent6="accent6" hlink="hlink" folHlink="folHlink"/>
    </a:extraClrScheme>
    <a:extraClrScheme>
      <a:clrScheme name="Universal Template 4">
        <a:dk1>
          <a:srgbClr val="000000"/>
        </a:dk1>
        <a:lt1>
          <a:srgbClr val="FFFFFF"/>
        </a:lt1>
        <a:dk2>
          <a:srgbClr val="000000"/>
        </a:dk2>
        <a:lt2>
          <a:srgbClr val="FFBE3D"/>
        </a:lt2>
        <a:accent1>
          <a:srgbClr val="002960"/>
        </a:accent1>
        <a:accent2>
          <a:srgbClr val="0066CC"/>
        </a:accent2>
        <a:accent3>
          <a:srgbClr val="AAAAAA"/>
        </a:accent3>
        <a:accent4>
          <a:srgbClr val="DADADA"/>
        </a:accent4>
        <a:accent5>
          <a:srgbClr val="AAACB6"/>
        </a:accent5>
        <a:accent6>
          <a:srgbClr val="005CB9"/>
        </a:accent6>
        <a:hlink>
          <a:srgbClr val="91B0FF"/>
        </a:hlink>
        <a:folHlink>
          <a:srgbClr val="C7E0FB"/>
        </a:folHlink>
      </a:clrScheme>
      <a:clrMap bg1="dk2" tx1="lt1" bg2="dk1" tx2="lt2" accent1="accent1" accent2="accent2" accent3="accent3" accent4="accent4" accent5="accent5" accent6="accent6" hlink="hlink" folHlink="folHlink"/>
    </a:extraClrScheme>
    <a:extraClrScheme>
      <a:clrScheme name="Universal Template 5">
        <a:dk1>
          <a:srgbClr val="000000"/>
        </a:dk1>
        <a:lt1>
          <a:srgbClr val="FFFFFF"/>
        </a:lt1>
        <a:dk2>
          <a:srgbClr val="002960"/>
        </a:dk2>
        <a:lt2>
          <a:srgbClr val="FFFFFF"/>
        </a:lt2>
        <a:accent1>
          <a:srgbClr val="C7E0FB"/>
        </a:accent1>
        <a:accent2>
          <a:srgbClr val="FFCC66"/>
        </a:accent2>
        <a:accent3>
          <a:srgbClr val="FFFFFF"/>
        </a:accent3>
        <a:accent4>
          <a:srgbClr val="000000"/>
        </a:accent4>
        <a:accent5>
          <a:srgbClr val="E0EDFD"/>
        </a:accent5>
        <a:accent6>
          <a:srgbClr val="E7B95C"/>
        </a:accent6>
        <a:hlink>
          <a:srgbClr val="4F8636"/>
        </a:hlink>
        <a:folHlink>
          <a:srgbClr val="002960"/>
        </a:folHlink>
      </a:clrScheme>
      <a:clrMap bg1="lt1" tx1="dk1" bg2="lt2" tx2="dk2" accent1="accent1" accent2="accent2" accent3="accent3" accent4="accent4" accent5="accent5" accent6="accent6" hlink="hlink" folHlink="folHlink"/>
    </a:extraClrScheme>
    <a:extraClrScheme>
      <a:clrScheme name="Universal Template 6">
        <a:dk1>
          <a:srgbClr val="002960"/>
        </a:dk1>
        <a:lt1>
          <a:srgbClr val="FFFFFF"/>
        </a:lt1>
        <a:dk2>
          <a:srgbClr val="002960"/>
        </a:dk2>
        <a:lt2>
          <a:srgbClr val="FFBE3D"/>
        </a:lt2>
        <a:accent1>
          <a:srgbClr val="0066CC"/>
        </a:accent1>
        <a:accent2>
          <a:srgbClr val="4F8636"/>
        </a:accent2>
        <a:accent3>
          <a:srgbClr val="AAACB6"/>
        </a:accent3>
        <a:accent4>
          <a:srgbClr val="DADADA"/>
        </a:accent4>
        <a:accent5>
          <a:srgbClr val="AAB8E2"/>
        </a:accent5>
        <a:accent6>
          <a:srgbClr val="477930"/>
        </a:accent6>
        <a:hlink>
          <a:srgbClr val="FF9900"/>
        </a:hlink>
        <a:folHlink>
          <a:srgbClr val="FFBE3D"/>
        </a:folHlink>
      </a:clrScheme>
      <a:clrMap bg1="dk2" tx1="lt1" bg2="dk1" tx2="lt2" accent1="accent1" accent2="accent2" accent3="accent3" accent4="accent4" accent5="accent5" accent6="accent6" hlink="hlink" folHlink="folHlink"/>
    </a:extraClrScheme>
    <a:extraClrScheme>
      <a:clrScheme name="Universal Template 7">
        <a:dk1>
          <a:srgbClr val="000000"/>
        </a:dk1>
        <a:lt1>
          <a:srgbClr val="FFFFFF"/>
        </a:lt1>
        <a:dk2>
          <a:srgbClr val="000000"/>
        </a:dk2>
        <a:lt2>
          <a:srgbClr val="FFBE3D"/>
        </a:lt2>
        <a:accent1>
          <a:srgbClr val="0066CC"/>
        </a:accent1>
        <a:accent2>
          <a:srgbClr val="4F8636"/>
        </a:accent2>
        <a:accent3>
          <a:srgbClr val="AAAAAA"/>
        </a:accent3>
        <a:accent4>
          <a:srgbClr val="DADADA"/>
        </a:accent4>
        <a:accent5>
          <a:srgbClr val="AAB8E2"/>
        </a:accent5>
        <a:accent6>
          <a:srgbClr val="477930"/>
        </a:accent6>
        <a:hlink>
          <a:srgbClr val="FF9900"/>
        </a:hlink>
        <a:folHlink>
          <a:srgbClr val="FFBE3D"/>
        </a:folHlink>
      </a:clrScheme>
      <a:clrMap bg1="dk2" tx1="lt1" bg2="dk1" tx2="lt2" accent1="accent1" accent2="accent2" accent3="accent3" accent4="accent4" accent5="accent5" accent6="accent6" hlink="hlink" folHlink="folHlink"/>
    </a:extraClrScheme>
    <a:extraClrScheme>
      <a:clrScheme name="Universal Template 8">
        <a:dk1>
          <a:srgbClr val="000000"/>
        </a:dk1>
        <a:lt1>
          <a:srgbClr val="FFFFFF"/>
        </a:lt1>
        <a:dk2>
          <a:srgbClr val="002960"/>
        </a:dk2>
        <a:lt2>
          <a:srgbClr val="FFFFFF"/>
        </a:lt2>
        <a:accent1>
          <a:srgbClr val="C7E0FB"/>
        </a:accent1>
        <a:accent2>
          <a:srgbClr val="C7C293"/>
        </a:accent2>
        <a:accent3>
          <a:srgbClr val="FFFFFF"/>
        </a:accent3>
        <a:accent4>
          <a:srgbClr val="000000"/>
        </a:accent4>
        <a:accent5>
          <a:srgbClr val="E0EDFD"/>
        </a:accent5>
        <a:accent6>
          <a:srgbClr val="B4B085"/>
        </a:accent6>
        <a:hlink>
          <a:srgbClr val="50A2A0"/>
        </a:hlink>
        <a:folHlink>
          <a:srgbClr val="002960"/>
        </a:folHlink>
      </a:clrScheme>
      <a:clrMap bg1="lt1" tx1="dk1" bg2="lt2" tx2="dk2" accent1="accent1" accent2="accent2" accent3="accent3" accent4="accent4" accent5="accent5" accent6="accent6" hlink="hlink" folHlink="folHlink"/>
    </a:extraClrScheme>
    <a:extraClrScheme>
      <a:clrScheme name="Universal Template 9">
        <a:dk1>
          <a:srgbClr val="002960"/>
        </a:dk1>
        <a:lt1>
          <a:srgbClr val="FFFFFF"/>
        </a:lt1>
        <a:dk2>
          <a:srgbClr val="002960"/>
        </a:dk2>
        <a:lt2>
          <a:srgbClr val="FFBE3D"/>
        </a:lt2>
        <a:accent1>
          <a:srgbClr val="0066CC"/>
        </a:accent1>
        <a:accent2>
          <a:srgbClr val="50A2A0"/>
        </a:accent2>
        <a:accent3>
          <a:srgbClr val="AAACB6"/>
        </a:accent3>
        <a:accent4>
          <a:srgbClr val="DADADA"/>
        </a:accent4>
        <a:accent5>
          <a:srgbClr val="AAB8E2"/>
        </a:accent5>
        <a:accent6>
          <a:srgbClr val="489291"/>
        </a:accent6>
        <a:hlink>
          <a:srgbClr val="C7C293"/>
        </a:hlink>
        <a:folHlink>
          <a:srgbClr val="FFBE3D"/>
        </a:folHlink>
      </a:clrScheme>
      <a:clrMap bg1="dk2" tx1="lt1" bg2="dk1" tx2="lt2" accent1="accent1" accent2="accent2" accent3="accent3" accent4="accent4" accent5="accent5" accent6="accent6" hlink="hlink" folHlink="folHlink"/>
    </a:extraClrScheme>
    <a:extraClrScheme>
      <a:clrScheme name="Universal Template 10">
        <a:dk1>
          <a:srgbClr val="000000"/>
        </a:dk1>
        <a:lt1>
          <a:srgbClr val="FFFFFF"/>
        </a:lt1>
        <a:dk2>
          <a:srgbClr val="000000"/>
        </a:dk2>
        <a:lt2>
          <a:srgbClr val="FFBE3D"/>
        </a:lt2>
        <a:accent1>
          <a:srgbClr val="174A7C"/>
        </a:accent1>
        <a:accent2>
          <a:srgbClr val="50A2A0"/>
        </a:accent2>
        <a:accent3>
          <a:srgbClr val="AAAAAA"/>
        </a:accent3>
        <a:accent4>
          <a:srgbClr val="DADADA"/>
        </a:accent4>
        <a:accent5>
          <a:srgbClr val="ABB1BF"/>
        </a:accent5>
        <a:accent6>
          <a:srgbClr val="489291"/>
        </a:accent6>
        <a:hlink>
          <a:srgbClr val="C7C293"/>
        </a:hlink>
        <a:folHlink>
          <a:srgbClr val="FFBE3D"/>
        </a:folHlink>
      </a:clrScheme>
      <a:clrMap bg1="dk2" tx1="lt1" bg2="dk1" tx2="lt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2020新電銀建置規劃案_V1.2.pptx  -  使用者的最近存檔" id="{74E8D8F5-4340-4A63-8581-9B693F2AB3E5}" vid="{EAE738BC-F67B-4C34-AD57-16279728F839}"/>
    </a:ext>
  </a:extLst>
</a:theme>
</file>

<file path=ppt/theme/theme3.xml><?xml version="1.0" encoding="utf-8"?>
<a:theme xmlns:a="http://schemas.openxmlformats.org/drawingml/2006/main" name="Office 佈景主題">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Office 佈景主題">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item1.xml><?xml version="1.0" encoding="utf-8"?>
<Control xmlns="http://schemas.microsoft.com/VisualStudio/2011/storyboarding/control">
  <Id Name="System.Storyboarding.Backgrounds.WebBrowser" Revision="1" Stencil="System.Storyboarding.Backgrounds" StencilVersion="0.1"/>
</Control>
</file>

<file path=customXml/item2.xml><?xml version="1.0" encoding="utf-8"?>
<p:properties xmlns:p="http://schemas.microsoft.com/office/2006/metadata/properties" xmlns:xsi="http://www.w3.org/2001/XMLSchema-instance" xmlns:pc="http://schemas.microsoft.com/office/infopath/2007/PartnerControls">
  <documentManagement>
    <lcf76f155ced4ddcb4097134ff3c332f xmlns="8c347b5b-664f-4082-9567-437cbd15a340">
      <Terms xmlns="http://schemas.microsoft.com/office/infopath/2007/PartnerControls"/>
    </lcf76f155ced4ddcb4097134ff3c332f>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4.xml><?xml version="1.0" encoding="utf-8"?>
<ct:contentTypeSchema xmlns:ct="http://schemas.microsoft.com/office/2006/metadata/contentType" xmlns:ma="http://schemas.microsoft.com/office/2006/metadata/properties/metaAttributes" ct:_="" ma:_="" ma:contentTypeName="Document" ma:contentTypeID="0x0101003259A0A14F75594CB856133A4244302C" ma:contentTypeVersion="13" ma:contentTypeDescription="Create a new document." ma:contentTypeScope="" ma:versionID="4a139e51f21a2c58b54a675920ff902e">
  <xsd:schema xmlns:xsd="http://www.w3.org/2001/XMLSchema" xmlns:xs="http://www.w3.org/2001/XMLSchema" xmlns:p="http://schemas.microsoft.com/office/2006/metadata/properties" xmlns:ns2="8c347b5b-664f-4082-9567-437cbd15a340" targetNamespace="http://schemas.microsoft.com/office/2006/metadata/properties" ma:root="true" ma:fieldsID="a60018fa8a2fa0c535839dd344c1f3e9" ns2:_="">
    <xsd:import namespace="8c347b5b-664f-4082-9567-437cbd15a340"/>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2:MediaServiceDateTaken" minOccurs="0"/>
                <xsd:element ref="ns2:MediaServiceGenerationTime" minOccurs="0"/>
                <xsd:element ref="ns2:MediaServiceEventHashCode" minOccurs="0"/>
                <xsd:element ref="ns2:MediaLengthInSeconds" minOccurs="0"/>
                <xsd:element ref="ns2:lcf76f155ced4ddcb4097134ff3c332f" minOccurs="0"/>
                <xsd:element ref="ns2:MediaServiceOCR" minOccurs="0"/>
                <xsd:element ref="ns2:MediaServiceBillingMetadata"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8c347b5b-664f-4082-9567-437cbd15a340"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MediaServiceDateTaken" ma:index="12" nillable="true" ma:displayName="MediaServiceDateTaken" ma:hidden="true" ma:indexed="true" ma:internalName="MediaServiceDateTaken"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EventHashCode" ma:index="14" nillable="true" ma:displayName="MediaServiceEventHashCode" ma:hidden="true" ma:internalName="MediaServiceEventHashCode"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lcf76f155ced4ddcb4097134ff3c332f" ma:index="17" nillable="true" ma:taxonomy="true" ma:internalName="lcf76f155ced4ddcb4097134ff3c332f" ma:taxonomyFieldName="MediaServiceImageTags" ma:displayName="Image Tags" ma:readOnly="false" ma:fieldId="{5cf76f15-5ced-4ddc-b409-7134ff3c332f}" ma:taxonomyMulti="true" ma:sspId="b6f1147d-4a84-4851-ac23-a90e0e54e3b4" ma:termSetId="09814cd3-568e-fe90-9814-8d621ff8fb84" ma:anchorId="fba54fb3-c3e1-fe81-a776-ca4b69148c4d" ma:open="true" ma:isKeyword="false">
      <xsd:complexType>
        <xsd:sequence>
          <xsd:element ref="pc:Terms" minOccurs="0" maxOccurs="1"/>
        </xsd:sequence>
      </xsd:complexType>
    </xsd:element>
    <xsd:element name="MediaServiceOCR" ma:index="18" nillable="true" ma:displayName="Extracted Text" ma:internalName="MediaServiceOCR" ma:readOnly="true">
      <xsd:simpleType>
        <xsd:restriction base="dms:Note">
          <xsd:maxLength value="255"/>
        </xsd:restriction>
      </xsd:simpleType>
    </xsd:element>
    <xsd:element name="MediaServiceBillingMetadata" ma:index="19" nillable="true" ma:displayName="MediaServiceBillingMetadata" ma:hidden="true" ma:internalName="MediaServiceBillingMetadata" ma:readOnly="true">
      <xsd:simpleType>
        <xsd:restriction base="dms:Note"/>
      </xsd:simpleType>
    </xsd:element>
    <xsd:element name="MediaServiceLocation" ma:index="20" nillable="true" ma:displayName="Location" ma:indexed="true" ma:internalName="MediaServiceLocation"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0968E92D-B120-46A6-B346-7A2277B7CA2A}">
  <ds:schemaRefs>
    <ds:schemaRef ds:uri="http://schemas.microsoft.com/VisualStudio/2011/storyboarding/control"/>
  </ds:schemaRefs>
</ds:datastoreItem>
</file>

<file path=customXml/itemProps2.xml><?xml version="1.0" encoding="utf-8"?>
<ds:datastoreItem xmlns:ds="http://schemas.openxmlformats.org/officeDocument/2006/customXml" ds:itemID="{7543D6DB-B158-481F-9CC6-968B17397F0C}">
  <ds:schemaRefs>
    <ds:schemaRef ds:uri="http://schemas.microsoft.com/office/2006/metadata/properties"/>
    <ds:schemaRef ds:uri="http://schemas.microsoft.com/office/infopath/2007/PartnerControls"/>
    <ds:schemaRef ds:uri="8c347b5b-664f-4082-9567-437cbd15a340"/>
  </ds:schemaRefs>
</ds:datastoreItem>
</file>

<file path=customXml/itemProps3.xml><?xml version="1.0" encoding="utf-8"?>
<ds:datastoreItem xmlns:ds="http://schemas.openxmlformats.org/officeDocument/2006/customXml" ds:itemID="{7BC7408B-D18B-48AC-9D8E-3F169F74A11F}">
  <ds:schemaRefs>
    <ds:schemaRef ds:uri="http://schemas.microsoft.com/sharepoint/v3/contenttype/forms"/>
  </ds:schemaRefs>
</ds:datastoreItem>
</file>

<file path=customXml/itemProps4.xml><?xml version="1.0" encoding="utf-8"?>
<ds:datastoreItem xmlns:ds="http://schemas.openxmlformats.org/officeDocument/2006/customXml" ds:itemID="{156918D3-7876-4C41-AC53-789A8B70749A}">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8c347b5b-664f-4082-9567-437cbd15a340"/>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範本_16_9</Template>
  <TotalTime>222338</TotalTime>
  <Words>2189</Words>
  <Application>Microsoft Office PowerPoint</Application>
  <PresentationFormat>自訂</PresentationFormat>
  <Paragraphs>134</Paragraphs>
  <Slides>2</Slides>
  <Notes>2</Notes>
  <HiddenSlides>0</HiddenSlides>
  <MMClips>0</MMClips>
  <ScaleCrop>false</ScaleCrop>
  <HeadingPairs>
    <vt:vector size="6" baseType="variant">
      <vt:variant>
        <vt:lpstr>使用字型</vt:lpstr>
      </vt:variant>
      <vt:variant>
        <vt:i4>5</vt:i4>
      </vt:variant>
      <vt:variant>
        <vt:lpstr>佈景主題</vt:lpstr>
      </vt:variant>
      <vt:variant>
        <vt:i4>2</vt:i4>
      </vt:variant>
      <vt:variant>
        <vt:lpstr>投影片標題</vt:lpstr>
      </vt:variant>
      <vt:variant>
        <vt:i4>2</vt:i4>
      </vt:variant>
    </vt:vector>
  </HeadingPairs>
  <TitlesOfParts>
    <vt:vector size="9" baseType="lpstr">
      <vt:lpstr>微軟正黑體</vt:lpstr>
      <vt:lpstr>Arial</vt:lpstr>
      <vt:lpstr>Calibri</vt:lpstr>
      <vt:lpstr>Wingdings</vt:lpstr>
      <vt:lpstr>Wingdings 2</vt:lpstr>
      <vt:lpstr>HSM_1.0</vt:lpstr>
      <vt:lpstr>1_HSM_1.0</vt:lpstr>
      <vt:lpstr>雲適性評估</vt:lpstr>
      <vt:lpstr>雲適性評估-填寫範例</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IT架構審議流程說明</dc:title>
  <dc:creator>陳南州-金融技術部-永豐銀行</dc:creator>
  <cp:lastModifiedBy>王雋凱-數位金融處-永豐銀行</cp:lastModifiedBy>
  <cp:revision>844</cp:revision>
  <cp:lastPrinted>2023-11-23T05:23:19Z</cp:lastPrinted>
  <dcterms:created xsi:type="dcterms:W3CDTF">2020-10-26T23:53:50Z</dcterms:created>
  <dcterms:modified xsi:type="dcterms:W3CDTF">2026-06-26T02:25:52Z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Tfs.IsStoryboard">
    <vt:bool>true</vt:bool>
  </property>
  <property fmtid="{D5CDD505-2E9C-101B-9397-08002B2CF9AE}" pid="3" name="Tfs.LastKnownPath">
    <vt:lpwstr>\\10.11.121.43\backup\0003U0-PUB\系統架構相關資料\IT審核會議\IT技術委員會初審會議\永豐銀行-AP架構審議雲適性評估.pptx</vt:lpwstr>
  </property>
  <property fmtid="{D5CDD505-2E9C-101B-9397-08002B2CF9AE}" pid="4" name="ContentTypeId">
    <vt:lpwstr>0x0101003259A0A14F75594CB856133A4244302C</vt:lpwstr>
  </property>
  <property fmtid="{D5CDD505-2E9C-101B-9397-08002B2CF9AE}" pid="5" name="MediaServiceImageTags">
    <vt:lpwstr/>
  </property>
</Properties>
</file>